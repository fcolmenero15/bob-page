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 autoCompressPictures="0">
  <p:sldMasterIdLst>
    <p:sldMasterId id="2147483962" r:id="rId4"/>
    <p:sldMasterId id="2147483966" r:id="rId5"/>
  </p:sldMasterIdLst>
  <p:notesMasterIdLst>
    <p:notesMasterId r:id="rId15"/>
  </p:notesMasterIdLst>
  <p:handoutMasterIdLst>
    <p:handoutMasterId r:id="rId16"/>
  </p:handoutMasterIdLst>
  <p:sldIdLst>
    <p:sldId id="559" r:id="rId6"/>
    <p:sldId id="562" r:id="rId7"/>
    <p:sldId id="561" r:id="rId8"/>
    <p:sldId id="564" r:id="rId9"/>
    <p:sldId id="566" r:id="rId10"/>
    <p:sldId id="565" r:id="rId11"/>
    <p:sldId id="549" r:id="rId12"/>
    <p:sldId id="550" r:id="rId13"/>
    <p:sldId id="551" r:id="rId14"/>
  </p:sldIdLst>
  <p:sldSz cx="24387175" cy="13716000"/>
  <p:notesSz cx="6858000" cy="9144000"/>
  <p:embeddedFontLst>
    <p:embeddedFont>
      <p:font typeface="IBM Plex Mono" panose="020B0509050203000203" pitchFamily="49" charset="77"/>
      <p:regular r:id="rId17"/>
      <p:bold r:id="rId18"/>
      <p:italic r:id="rId19"/>
      <p:boldItalic r:id="rId20"/>
    </p:embeddedFont>
    <p:embeddedFont>
      <p:font typeface="IBM Plex Mono Light" panose="020B0409050203000203" pitchFamily="49" charset="77"/>
      <p:regular r:id="rId21"/>
      <p:italic r:id="rId22"/>
    </p:embeddedFont>
    <p:embeddedFont>
      <p:font typeface="IBM Plex Sans" panose="020B0503050203000203" pitchFamily="34" charset="0"/>
      <p:regular r:id="rId23"/>
      <p:bold r:id="rId24"/>
      <p:italic r:id="rId25"/>
      <p:boldItalic r:id="rId26"/>
    </p:embeddedFont>
    <p:embeddedFont>
      <p:font typeface="IBM Plex Sans ExtLt" panose="020B0303050203000203" pitchFamily="34" charset="0"/>
      <p:regular r:id="rId27"/>
      <p:italic r:id="rId28"/>
    </p:embeddedFont>
    <p:embeddedFont>
      <p:font typeface="IBM Plex Sans Light" panose="020B0403050203000203" pitchFamily="34" charset="0"/>
      <p:regular r:id="rId29"/>
      <p:italic r:id="rId30"/>
    </p:embeddedFont>
    <p:embeddedFont>
      <p:font typeface="IBM Plex Sans Medm" panose="020B0503050203000203" pitchFamily="34" charset="0"/>
      <p:regular r:id="rId31"/>
      <p:italic r:id="rId32"/>
    </p:embeddedFont>
    <p:embeddedFont>
      <p:font typeface="IBM Plex Sans Text" panose="020B0503050203000203" pitchFamily="34" charset="0"/>
      <p:regular r:id="rId33"/>
      <p:italic r:id="rId34"/>
    </p:embeddedFont>
  </p:embeddedFontLst>
  <p:defaultTextStyle>
    <a:defPPr>
      <a:defRPr lang="en-US"/>
    </a:defPPr>
    <a:lvl1pPr marL="0" algn="l" defTabSz="1829379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1pPr>
    <a:lvl2pPr marL="914688" algn="l" defTabSz="1829379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2pPr>
    <a:lvl3pPr marL="1829379" algn="l" defTabSz="1829379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3pPr>
    <a:lvl4pPr marL="2744068" algn="l" defTabSz="1829379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4pPr>
    <a:lvl5pPr marL="3658759" algn="l" defTabSz="1829379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5pPr>
    <a:lvl6pPr marL="4573447" algn="l" defTabSz="1829379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6pPr>
    <a:lvl7pPr marL="5488138" algn="l" defTabSz="1829379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7pPr>
    <a:lvl8pPr marL="6402827" algn="l" defTabSz="1829379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8pPr>
    <a:lvl9pPr marL="7317518" algn="l" defTabSz="1829379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New Slides" id="{4700659D-582D-3B47-8AF6-59C9324AA29A}">
          <p14:sldIdLst>
            <p14:sldId id="559"/>
            <p14:sldId id="562"/>
            <p14:sldId id="561"/>
            <p14:sldId id="564"/>
            <p14:sldId id="566"/>
            <p14:sldId id="565"/>
            <p14:sldId id="549"/>
            <p14:sldId id="550"/>
            <p14:sldId id="551"/>
          </p14:sldIdLst>
        </p14:section>
        <p14:section name="Reference Slides" id="{3F92006B-DF29-7B43-8FE1-67094C50DDC6}">
          <p14:sldIdLst/>
        </p14:section>
        <p14:section name="Template Slides" id="{EBB71E25-4146-A146-AA13-A1CB4F9F290F}">
          <p14:sldIdLst/>
        </p14:section>
        <p14:section name="Charts and graphs" id="{61B08F0B-ECA9-8141-86A2-02D8CC977852}">
          <p14:sldIdLst/>
        </p14:section>
        <p14:section name="Selected Pictograms" id="{A71DFE44-60A9-FA4A-8A00-EEDEE7195C5C}">
          <p14:sldIdLst/>
        </p14:section>
        <p14:section name="Microgrid" id="{B04D37AE-4F8F-3744-867F-51C1B17FCD34}">
          <p14:sldIdLst/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C7240C83-B322-10D6-062F-819233246F17}" name="Diana Stanciulescu" initials="DS" userId="S::diana.stanciulescu@ro.ibm.com::8457c4d8-b183-4fb8-9506-2337bdfae6b8" providerId="AD"/>
  <p188:author id="{471F5894-9527-7E5F-AE6F-3881B44FA2B8}" name="Gabriel Barbu" initials="" userId="S::gabriel.barbu@ibm.com::3d0c1c4c-23d9-4258-9226-f99453c12930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Zachary Anderson" initials="ZA" lastIdx="26" clrIdx="0">
    <p:extLst>
      <p:ext uri="{19B8F6BF-5375-455C-9EA6-DF929625EA0E}">
        <p15:presenceInfo xmlns:p15="http://schemas.microsoft.com/office/powerpoint/2012/main" userId="S::zanderson@vsapartners.com::b6da4b55-2f36-4779-ba8b-606d779a32e3" providerId="AD"/>
      </p:ext>
    </p:extLst>
  </p:cmAuthor>
  <p:cmAuthor id="2" name="Liz Sadler" initials="LS" lastIdx="36" clrIdx="1">
    <p:extLst>
      <p:ext uri="{19B8F6BF-5375-455C-9EA6-DF929625EA0E}">
        <p15:presenceInfo xmlns:p15="http://schemas.microsoft.com/office/powerpoint/2012/main" userId="Liz Sadler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5D3D8"/>
    <a:srgbClr val="434134"/>
    <a:srgbClr val="A19862"/>
    <a:srgbClr val="FF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DB257A9-B9CA-4174-8468-3BAFE4B1441E}" v="176" dt="2026-09-16T19:44:00"/>
    <p1510:client id="{37C1BA59-D777-40A0-A0D3-048B7E3E544B}" v="5" dt="2026-09-16T17:12:16.002"/>
    <p1510:client id="{57F055E7-B004-4ECF-9BEE-EB57C60AD9B9}" v="104" dt="2026-09-15T19:42:18.410"/>
    <p1510:client id="{6DBE7CB8-3D7D-411D-ABB4-3BA5B7526D7D}" v="6" dt="2026-09-15T16:36:14.806"/>
    <p1510:client id="{CBAA10CE-1EF7-4E2F-B4AA-395BDB84BB7E}" v="2" dt="2026-09-16T17:11:32.650"/>
    <p1510:client id="{D495C0A4-9FFE-431F-8838-8310936CBDAC}" v="8" dt="2026-09-15T18:40:56.65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6007"/>
    <p:restoredTop sz="97020"/>
  </p:normalViewPr>
  <p:slideViewPr>
    <p:cSldViewPr snapToGrid="0" snapToObjects="1">
      <p:cViewPr>
        <p:scale>
          <a:sx n="73" d="100"/>
          <a:sy n="73" d="100"/>
        </p:scale>
        <p:origin x="928" y="504"/>
      </p:cViewPr>
      <p:guideLst/>
    </p:cSldViewPr>
  </p:slideViewPr>
  <p:outlineViewPr>
    <p:cViewPr>
      <p:scale>
        <a:sx n="33" d="100"/>
        <a:sy n="33" d="100"/>
      </p:scale>
      <p:origin x="-56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>
      <p:cViewPr varScale="1">
        <p:scale>
          <a:sx n="97" d="100"/>
          <a:sy n="97" d="100"/>
        </p:scale>
        <p:origin x="4328" y="20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8.xml"/><Relationship Id="rId18" Type="http://schemas.openxmlformats.org/officeDocument/2006/relationships/font" Target="fonts/font2.fntdata"/><Relationship Id="rId26" Type="http://schemas.openxmlformats.org/officeDocument/2006/relationships/font" Target="fonts/font10.fntdata"/><Relationship Id="rId39" Type="http://schemas.openxmlformats.org/officeDocument/2006/relationships/tableStyles" Target="tableStyles.xml"/><Relationship Id="rId21" Type="http://schemas.openxmlformats.org/officeDocument/2006/relationships/font" Target="fonts/font5.fntdata"/><Relationship Id="rId34" Type="http://schemas.openxmlformats.org/officeDocument/2006/relationships/font" Target="fonts/font18.fntdata"/><Relationship Id="rId42" Type="http://schemas.microsoft.com/office/2018/10/relationships/authors" Target="authors.xml"/><Relationship Id="rId7" Type="http://schemas.openxmlformats.org/officeDocument/2006/relationships/slide" Target="slides/slide2.xml"/><Relationship Id="rId2" Type="http://schemas.openxmlformats.org/officeDocument/2006/relationships/customXml" Target="../customXml/item2.xml"/><Relationship Id="rId16" Type="http://schemas.openxmlformats.org/officeDocument/2006/relationships/handoutMaster" Target="handoutMasters/handoutMaster1.xml"/><Relationship Id="rId20" Type="http://schemas.openxmlformats.org/officeDocument/2006/relationships/font" Target="fonts/font4.fntdata"/><Relationship Id="rId29" Type="http://schemas.openxmlformats.org/officeDocument/2006/relationships/font" Target="fonts/font13.fntdata"/><Relationship Id="rId41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font" Target="fonts/font8.fntdata"/><Relationship Id="rId32" Type="http://schemas.openxmlformats.org/officeDocument/2006/relationships/font" Target="fonts/font16.fntdata"/><Relationship Id="rId37" Type="http://schemas.openxmlformats.org/officeDocument/2006/relationships/viewProps" Target="viewProps.xml"/><Relationship Id="rId40" Type="http://schemas.microsoft.com/office/2016/11/relationships/changesInfo" Target="changesInfos/changesInfo1.xml"/><Relationship Id="rId5" Type="http://schemas.openxmlformats.org/officeDocument/2006/relationships/slideMaster" Target="slideMasters/slideMaster2.xml"/><Relationship Id="rId15" Type="http://schemas.openxmlformats.org/officeDocument/2006/relationships/notesMaster" Target="notesMasters/notesMaster1.xml"/><Relationship Id="rId23" Type="http://schemas.openxmlformats.org/officeDocument/2006/relationships/font" Target="fonts/font7.fntdata"/><Relationship Id="rId28" Type="http://schemas.openxmlformats.org/officeDocument/2006/relationships/font" Target="fonts/font12.fntdata"/><Relationship Id="rId36" Type="http://schemas.openxmlformats.org/officeDocument/2006/relationships/presProps" Target="presProps.xml"/><Relationship Id="rId10" Type="http://schemas.openxmlformats.org/officeDocument/2006/relationships/slide" Target="slides/slide5.xml"/><Relationship Id="rId19" Type="http://schemas.openxmlformats.org/officeDocument/2006/relationships/font" Target="fonts/font3.fntdata"/><Relationship Id="rId31" Type="http://schemas.openxmlformats.org/officeDocument/2006/relationships/font" Target="fonts/font15.fntdata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font" Target="fonts/font6.fntdata"/><Relationship Id="rId27" Type="http://schemas.openxmlformats.org/officeDocument/2006/relationships/font" Target="fonts/font11.fntdata"/><Relationship Id="rId30" Type="http://schemas.openxmlformats.org/officeDocument/2006/relationships/font" Target="fonts/font14.fntdata"/><Relationship Id="rId35" Type="http://schemas.openxmlformats.org/officeDocument/2006/relationships/commentAuthors" Target="commentAuthors.xml"/><Relationship Id="rId8" Type="http://schemas.openxmlformats.org/officeDocument/2006/relationships/slide" Target="slides/slide3.xml"/><Relationship Id="rId3" Type="http://schemas.openxmlformats.org/officeDocument/2006/relationships/customXml" Target="../customXml/item3.xml"/><Relationship Id="rId12" Type="http://schemas.openxmlformats.org/officeDocument/2006/relationships/slide" Target="slides/slide7.xml"/><Relationship Id="rId17" Type="http://schemas.openxmlformats.org/officeDocument/2006/relationships/font" Target="fonts/font1.fntdata"/><Relationship Id="rId25" Type="http://schemas.openxmlformats.org/officeDocument/2006/relationships/font" Target="fonts/font9.fntdata"/><Relationship Id="rId33" Type="http://schemas.openxmlformats.org/officeDocument/2006/relationships/font" Target="fonts/font17.fntdata"/><Relationship Id="rId38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iffany Zheng" userId="gWuaQmPgLUztr3aSGVr7O0hKfReGbcxC8NsbwMOzw3M=" providerId="None" clId="Web-{6DBE7CB8-3D7D-411D-ABB4-3BA5B7526D7D}"/>
    <pc:docChg chg="addSld delSld sldOrd modSection">
      <pc:chgData name="Tiffany Zheng" userId="gWuaQmPgLUztr3aSGVr7O0hKfReGbcxC8NsbwMOzw3M=" providerId="None" clId="Web-{6DBE7CB8-3D7D-411D-ABB4-3BA5B7526D7D}" dt="2026-09-15T16:36:14.806" v="5"/>
      <pc:docMkLst>
        <pc:docMk/>
      </pc:docMkLst>
      <pc:sldChg chg="new del ord">
        <pc:chgData name="Tiffany Zheng" userId="gWuaQmPgLUztr3aSGVr7O0hKfReGbcxC8NsbwMOzw3M=" providerId="None" clId="Web-{6DBE7CB8-3D7D-411D-ABB4-3BA5B7526D7D}" dt="2026-09-15T16:36:14.806" v="5"/>
        <pc:sldMkLst>
          <pc:docMk/>
          <pc:sldMk cId="470170466" sldId="552"/>
        </pc:sldMkLst>
      </pc:sldChg>
      <pc:sldChg chg="new del">
        <pc:chgData name="Tiffany Zheng" userId="gWuaQmPgLUztr3aSGVr7O0hKfReGbcxC8NsbwMOzw3M=" providerId="None" clId="Web-{6DBE7CB8-3D7D-411D-ABB4-3BA5B7526D7D}" dt="2026-09-15T16:35:52.415" v="1"/>
        <pc:sldMkLst>
          <pc:docMk/>
          <pc:sldMk cId="3652395276" sldId="552"/>
        </pc:sldMkLst>
      </pc:sldChg>
    </pc:docChg>
  </pc:docChgLst>
  <pc:docChgLst>
    <pc:chgData name="Stacey Dana Cajita" userId="CJfXSfOPInj0AE648g5vnpekjKUf0/IWVPtYL9TW1T8=" providerId="None" clId="Web-{0DB257A9-B9CA-4174-8468-3BAFE4B1441E}"/>
    <pc:docChg chg="modSld">
      <pc:chgData name="Stacey Dana Cajita" userId="CJfXSfOPInj0AE648g5vnpekjKUf0/IWVPtYL9TW1T8=" providerId="None" clId="Web-{0DB257A9-B9CA-4174-8468-3BAFE4B1441E}" dt="2026-09-16T19:43:59.656" v="165" actId="20577"/>
      <pc:docMkLst>
        <pc:docMk/>
      </pc:docMkLst>
      <pc:sldChg chg="addSp delSp modSp">
        <pc:chgData name="Stacey Dana Cajita" userId="CJfXSfOPInj0AE648g5vnpekjKUf0/IWVPtYL9TW1T8=" providerId="None" clId="Web-{0DB257A9-B9CA-4174-8468-3BAFE4B1441E}" dt="2026-09-16T19:43:08.311" v="141" actId="20577"/>
        <pc:sldMkLst>
          <pc:docMk/>
          <pc:sldMk cId="978436990" sldId="563"/>
        </pc:sldMkLst>
        <pc:spChg chg="add mod">
          <ac:chgData name="Stacey Dana Cajita" userId="CJfXSfOPInj0AE648g5vnpekjKUf0/IWVPtYL9TW1T8=" providerId="None" clId="Web-{0DB257A9-B9CA-4174-8468-3BAFE4B1441E}" dt="2026-09-16T19:42:42.014" v="124" actId="1076"/>
          <ac:spMkLst>
            <pc:docMk/>
            <pc:sldMk cId="978436990" sldId="563"/>
            <ac:spMk id="5" creationId="{91F7D463-9D76-0E3D-DB84-6E94433E36C9}"/>
          </ac:spMkLst>
        </pc:spChg>
        <pc:spChg chg="add mod">
          <ac:chgData name="Stacey Dana Cajita" userId="CJfXSfOPInj0AE648g5vnpekjKUf0/IWVPtYL9TW1T8=" providerId="None" clId="Web-{0DB257A9-B9CA-4174-8468-3BAFE4B1441E}" dt="2026-09-16T19:42:42.045" v="126" actId="1076"/>
          <ac:spMkLst>
            <pc:docMk/>
            <pc:sldMk cId="978436990" sldId="563"/>
            <ac:spMk id="9" creationId="{065D1277-04EC-FFE1-6FB6-4856AFA78234}"/>
          </ac:spMkLst>
        </pc:spChg>
        <pc:spChg chg="del">
          <ac:chgData name="Stacey Dana Cajita" userId="CJfXSfOPInj0AE648g5vnpekjKUf0/IWVPtYL9TW1T8=" providerId="None" clId="Web-{0DB257A9-B9CA-4174-8468-3BAFE4B1441E}" dt="2026-09-16T19:42:37.842" v="123"/>
          <ac:spMkLst>
            <pc:docMk/>
            <pc:sldMk cId="978436990" sldId="563"/>
            <ac:spMk id="10" creationId="{C92589EC-76F1-6EBB-5AE2-95047B14D670}"/>
          </ac:spMkLst>
        </pc:spChg>
        <pc:spChg chg="add mod">
          <ac:chgData name="Stacey Dana Cajita" userId="CJfXSfOPInj0AE648g5vnpekjKUf0/IWVPtYL9TW1T8=" providerId="None" clId="Web-{0DB257A9-B9CA-4174-8468-3BAFE4B1441E}" dt="2026-09-16T19:42:42.061" v="127" actId="1076"/>
          <ac:spMkLst>
            <pc:docMk/>
            <pc:sldMk cId="978436990" sldId="563"/>
            <ac:spMk id="12" creationId="{06F60F39-C956-58B9-1BF3-392F21E09ED5}"/>
          </ac:spMkLst>
        </pc:spChg>
        <pc:spChg chg="mod">
          <ac:chgData name="Stacey Dana Cajita" userId="CJfXSfOPInj0AE648g5vnpekjKUf0/IWVPtYL9TW1T8=" providerId="None" clId="Web-{0DB257A9-B9CA-4174-8468-3BAFE4B1441E}" dt="2026-09-16T19:43:08.311" v="141" actId="20577"/>
          <ac:spMkLst>
            <pc:docMk/>
            <pc:sldMk cId="978436990" sldId="563"/>
            <ac:spMk id="19" creationId="{3EF6BECD-7C31-B861-0DE8-3DC391045B0C}"/>
          </ac:spMkLst>
        </pc:spChg>
        <pc:picChg chg="add mod">
          <ac:chgData name="Stacey Dana Cajita" userId="CJfXSfOPInj0AE648g5vnpekjKUf0/IWVPtYL9TW1T8=" providerId="None" clId="Web-{0DB257A9-B9CA-4174-8468-3BAFE4B1441E}" dt="2026-09-16T19:42:42.014" v="125" actId="1076"/>
          <ac:picMkLst>
            <pc:docMk/>
            <pc:sldMk cId="978436990" sldId="563"/>
            <ac:picMk id="7" creationId="{76205899-FD92-FD1A-AB66-433BDA31E0D1}"/>
          </ac:picMkLst>
        </pc:picChg>
      </pc:sldChg>
      <pc:sldChg chg="addSp delSp modSp">
        <pc:chgData name="Stacey Dana Cajita" userId="CJfXSfOPInj0AE648g5vnpekjKUf0/IWVPtYL9TW1T8=" providerId="None" clId="Web-{0DB257A9-B9CA-4174-8468-3BAFE4B1441E}" dt="2026-09-16T19:43:59.656" v="165" actId="20577"/>
        <pc:sldMkLst>
          <pc:docMk/>
          <pc:sldMk cId="1391028870" sldId="564"/>
        </pc:sldMkLst>
        <pc:spChg chg="mod">
          <ac:chgData name="Stacey Dana Cajita" userId="CJfXSfOPInj0AE648g5vnpekjKUf0/IWVPtYL9TW1T8=" providerId="None" clId="Web-{0DB257A9-B9CA-4174-8468-3BAFE4B1441E}" dt="2026-09-16T19:34:25.582" v="22" actId="20577"/>
          <ac:spMkLst>
            <pc:docMk/>
            <pc:sldMk cId="1391028870" sldId="564"/>
            <ac:spMk id="2" creationId="{8FC02CD9-AFA3-5BA2-BF29-83FABD80147C}"/>
          </ac:spMkLst>
        </pc:spChg>
        <pc:spChg chg="mod">
          <ac:chgData name="Stacey Dana Cajita" userId="CJfXSfOPInj0AE648g5vnpekjKUf0/IWVPtYL9TW1T8=" providerId="None" clId="Web-{0DB257A9-B9CA-4174-8468-3BAFE4B1441E}" dt="2026-09-16T19:33:45.644" v="14" actId="1076"/>
          <ac:spMkLst>
            <pc:docMk/>
            <pc:sldMk cId="1391028870" sldId="564"/>
            <ac:spMk id="4" creationId="{8DB31B3F-EBA6-31DE-3D38-59A7D7456BEC}"/>
          </ac:spMkLst>
        </pc:spChg>
        <pc:spChg chg="add mod">
          <ac:chgData name="Stacey Dana Cajita" userId="CJfXSfOPInj0AE648g5vnpekjKUf0/IWVPtYL9TW1T8=" providerId="None" clId="Web-{0DB257A9-B9CA-4174-8468-3BAFE4B1441E}" dt="2026-09-16T19:42:03.232" v="107" actId="1076"/>
          <ac:spMkLst>
            <pc:docMk/>
            <pc:sldMk cId="1391028870" sldId="564"/>
            <ac:spMk id="5" creationId="{D0B97031-A136-67E4-9CB3-34F21C1EA911}"/>
          </ac:spMkLst>
        </pc:spChg>
        <pc:spChg chg="add del mod">
          <ac:chgData name="Stacey Dana Cajita" userId="CJfXSfOPInj0AE648g5vnpekjKUf0/IWVPtYL9TW1T8=" providerId="None" clId="Web-{0DB257A9-B9CA-4174-8468-3BAFE4B1441E}" dt="2026-09-16T19:35:42.537" v="38"/>
          <ac:spMkLst>
            <pc:docMk/>
            <pc:sldMk cId="1391028870" sldId="564"/>
            <ac:spMk id="8" creationId="{AC4358AA-35C5-0E85-E212-2951650D4F17}"/>
          </ac:spMkLst>
        </pc:spChg>
        <pc:spChg chg="add del mod">
          <ac:chgData name="Stacey Dana Cajita" userId="CJfXSfOPInj0AE648g5vnpekjKUf0/IWVPtYL9TW1T8=" providerId="None" clId="Web-{0DB257A9-B9CA-4174-8468-3BAFE4B1441E}" dt="2026-09-16T19:35:49.193" v="42"/>
          <ac:spMkLst>
            <pc:docMk/>
            <pc:sldMk cId="1391028870" sldId="564"/>
            <ac:spMk id="9" creationId="{C08490F7-70AF-3ED0-879F-4E49086104DF}"/>
          </ac:spMkLst>
        </pc:spChg>
        <pc:spChg chg="mod">
          <ac:chgData name="Stacey Dana Cajita" userId="CJfXSfOPInj0AE648g5vnpekjKUf0/IWVPtYL9TW1T8=" providerId="None" clId="Web-{0DB257A9-B9CA-4174-8468-3BAFE4B1441E}" dt="2026-09-16T19:36:35.694" v="69" actId="1076"/>
          <ac:spMkLst>
            <pc:docMk/>
            <pc:sldMk cId="1391028870" sldId="564"/>
            <ac:spMk id="10" creationId="{D77E64E5-0FC8-1652-A173-ABCFA8FC1D3D}"/>
          </ac:spMkLst>
        </pc:spChg>
        <pc:spChg chg="add mod">
          <ac:chgData name="Stacey Dana Cajita" userId="CJfXSfOPInj0AE648g5vnpekjKUf0/IWVPtYL9TW1T8=" providerId="None" clId="Web-{0DB257A9-B9CA-4174-8468-3BAFE4B1441E}" dt="2026-09-16T19:39:25.979" v="87" actId="1076"/>
          <ac:spMkLst>
            <pc:docMk/>
            <pc:sldMk cId="1391028870" sldId="564"/>
            <ac:spMk id="11" creationId="{55B06725-B467-B98E-01B7-D01C601A21C5}"/>
          </ac:spMkLst>
        </pc:spChg>
        <pc:spChg chg="add mod">
          <ac:chgData name="Stacey Dana Cajita" userId="CJfXSfOPInj0AE648g5vnpekjKUf0/IWVPtYL9TW1T8=" providerId="None" clId="Web-{0DB257A9-B9CA-4174-8468-3BAFE4B1441E}" dt="2026-09-16T19:39:32.745" v="88" actId="1076"/>
          <ac:spMkLst>
            <pc:docMk/>
            <pc:sldMk cId="1391028870" sldId="564"/>
            <ac:spMk id="12" creationId="{AE1E6C43-742C-E49F-C003-87261F9F388C}"/>
          </ac:spMkLst>
        </pc:spChg>
        <pc:spChg chg="add mod">
          <ac:chgData name="Stacey Dana Cajita" userId="CJfXSfOPInj0AE648g5vnpekjKUf0/IWVPtYL9TW1T8=" providerId="None" clId="Web-{0DB257A9-B9CA-4174-8468-3BAFE4B1441E}" dt="2026-09-16T19:43:59.656" v="165" actId="20577"/>
          <ac:spMkLst>
            <pc:docMk/>
            <pc:sldMk cId="1391028870" sldId="564"/>
            <ac:spMk id="13" creationId="{D340B66C-501E-F827-265C-FC89FF32CB71}"/>
          </ac:spMkLst>
        </pc:spChg>
        <pc:spChg chg="mod">
          <ac:chgData name="Stacey Dana Cajita" userId="CJfXSfOPInj0AE648g5vnpekjKUf0/IWVPtYL9TW1T8=" providerId="None" clId="Web-{0DB257A9-B9CA-4174-8468-3BAFE4B1441E}" dt="2026-09-16T19:41:22.169" v="99" actId="1076"/>
          <ac:spMkLst>
            <pc:docMk/>
            <pc:sldMk cId="1391028870" sldId="564"/>
            <ac:spMk id="19" creationId="{DCBE5F74-31BC-260C-B416-FD1F6F269885}"/>
          </ac:spMkLst>
        </pc:spChg>
        <pc:spChg chg="mod">
          <ac:chgData name="Stacey Dana Cajita" userId="CJfXSfOPInj0AE648g5vnpekjKUf0/IWVPtYL9TW1T8=" providerId="None" clId="Web-{0DB257A9-B9CA-4174-8468-3BAFE4B1441E}" dt="2026-09-16T19:33:45.503" v="13" actId="1076"/>
          <ac:spMkLst>
            <pc:docMk/>
            <pc:sldMk cId="1391028870" sldId="564"/>
            <ac:spMk id="20" creationId="{A08F352A-CD1B-C046-F921-1C02D8513F3D}"/>
          </ac:spMkLst>
        </pc:spChg>
        <pc:picChg chg="add mod">
          <ac:chgData name="Stacey Dana Cajita" userId="CJfXSfOPInj0AE648g5vnpekjKUf0/IWVPtYL9TW1T8=" providerId="None" clId="Web-{0DB257A9-B9CA-4174-8468-3BAFE4B1441E}" dt="2026-09-16T19:39:07.072" v="82" actId="1076"/>
          <ac:picMkLst>
            <pc:docMk/>
            <pc:sldMk cId="1391028870" sldId="564"/>
            <ac:picMk id="7" creationId="{D54B4C7F-0B5E-5E5C-B51F-6BF0CFFDE1BD}"/>
          </ac:picMkLst>
        </pc:picChg>
      </pc:sldChg>
      <pc:sldChg chg="modSp">
        <pc:chgData name="Stacey Dana Cajita" userId="CJfXSfOPInj0AE648g5vnpekjKUf0/IWVPtYL9TW1T8=" providerId="None" clId="Web-{0DB257A9-B9CA-4174-8468-3BAFE4B1441E}" dt="2026-09-16T19:40:42.277" v="92" actId="20577"/>
        <pc:sldMkLst>
          <pc:docMk/>
          <pc:sldMk cId="569087172" sldId="565"/>
        </pc:sldMkLst>
        <pc:spChg chg="mod">
          <ac:chgData name="Stacey Dana Cajita" userId="CJfXSfOPInj0AE648g5vnpekjKUf0/IWVPtYL9TW1T8=" providerId="None" clId="Web-{0DB257A9-B9CA-4174-8468-3BAFE4B1441E}" dt="2026-09-16T19:40:39.715" v="90" actId="20577"/>
          <ac:spMkLst>
            <pc:docMk/>
            <pc:sldMk cId="569087172" sldId="565"/>
            <ac:spMk id="5" creationId="{0B197D27-CFD2-80C3-B070-C5865B75ED2A}"/>
          </ac:spMkLst>
        </pc:spChg>
        <pc:spChg chg="mod">
          <ac:chgData name="Stacey Dana Cajita" userId="CJfXSfOPInj0AE648g5vnpekjKUf0/IWVPtYL9TW1T8=" providerId="None" clId="Web-{0DB257A9-B9CA-4174-8468-3BAFE4B1441E}" dt="2026-09-16T19:40:42.277" v="92" actId="20577"/>
          <ac:spMkLst>
            <pc:docMk/>
            <pc:sldMk cId="569087172" sldId="565"/>
            <ac:spMk id="21" creationId="{98057BE3-B045-7861-A655-910A150B8596}"/>
          </ac:spMkLst>
        </pc:spChg>
      </pc:sldChg>
    </pc:docChg>
  </pc:docChgLst>
  <pc:docChgLst>
    <pc:chgData name="Tiffany Zheng" userId="gWuaQmPgLUztr3aSGVr7O0hKfReGbcxC8NsbwMOzw3M=" providerId="None" clId="Web-{57F055E7-B004-4ECF-9BEE-EB57C60AD9B9}"/>
    <pc:docChg chg="delSld modSection">
      <pc:chgData name="Tiffany Zheng" userId="gWuaQmPgLUztr3aSGVr7O0hKfReGbcxC8NsbwMOzw3M=" providerId="None" clId="Web-{57F055E7-B004-4ECF-9BEE-EB57C60AD9B9}" dt="2026-09-15T19:42:18.410" v="103"/>
      <pc:docMkLst>
        <pc:docMk/>
      </pc:docMkLst>
      <pc:sldChg chg="del">
        <pc:chgData name="Tiffany Zheng" userId="gWuaQmPgLUztr3aSGVr7O0hKfReGbcxC8NsbwMOzw3M=" providerId="None" clId="Web-{57F055E7-B004-4ECF-9BEE-EB57C60AD9B9}" dt="2026-09-15T19:42:18.410" v="102"/>
        <pc:sldMkLst>
          <pc:docMk/>
          <pc:sldMk cId="3466337876" sldId="256"/>
        </pc:sldMkLst>
      </pc:sldChg>
      <pc:sldChg chg="del">
        <pc:chgData name="Tiffany Zheng" userId="gWuaQmPgLUztr3aSGVr7O0hKfReGbcxC8NsbwMOzw3M=" providerId="None" clId="Web-{57F055E7-B004-4ECF-9BEE-EB57C60AD9B9}" dt="2026-09-15T19:42:18.410" v="101"/>
        <pc:sldMkLst>
          <pc:docMk/>
          <pc:sldMk cId="2458153177" sldId="257"/>
        </pc:sldMkLst>
      </pc:sldChg>
      <pc:sldChg chg="del">
        <pc:chgData name="Tiffany Zheng" userId="gWuaQmPgLUztr3aSGVr7O0hKfReGbcxC8NsbwMOzw3M=" providerId="None" clId="Web-{57F055E7-B004-4ECF-9BEE-EB57C60AD9B9}" dt="2026-09-15T19:42:18.410" v="100"/>
        <pc:sldMkLst>
          <pc:docMk/>
          <pc:sldMk cId="3489632335" sldId="258"/>
        </pc:sldMkLst>
      </pc:sldChg>
      <pc:sldChg chg="del">
        <pc:chgData name="Tiffany Zheng" userId="gWuaQmPgLUztr3aSGVr7O0hKfReGbcxC8NsbwMOzw3M=" providerId="None" clId="Web-{57F055E7-B004-4ECF-9BEE-EB57C60AD9B9}" dt="2026-09-15T19:42:18.394" v="96"/>
        <pc:sldMkLst>
          <pc:docMk/>
          <pc:sldMk cId="316919531" sldId="262"/>
        </pc:sldMkLst>
      </pc:sldChg>
      <pc:sldChg chg="del">
        <pc:chgData name="Tiffany Zheng" userId="gWuaQmPgLUztr3aSGVr7O0hKfReGbcxC8NsbwMOzw3M=" providerId="None" clId="Web-{57F055E7-B004-4ECF-9BEE-EB57C60AD9B9}" dt="2026-09-15T19:42:18.394" v="95"/>
        <pc:sldMkLst>
          <pc:docMk/>
          <pc:sldMk cId="531194700" sldId="263"/>
        </pc:sldMkLst>
      </pc:sldChg>
      <pc:sldChg chg="del">
        <pc:chgData name="Tiffany Zheng" userId="gWuaQmPgLUztr3aSGVr7O0hKfReGbcxC8NsbwMOzw3M=" providerId="None" clId="Web-{57F055E7-B004-4ECF-9BEE-EB57C60AD9B9}" dt="2026-09-15T19:42:18.394" v="94"/>
        <pc:sldMkLst>
          <pc:docMk/>
          <pc:sldMk cId="2800833483" sldId="264"/>
        </pc:sldMkLst>
      </pc:sldChg>
      <pc:sldChg chg="del">
        <pc:chgData name="Tiffany Zheng" userId="gWuaQmPgLUztr3aSGVr7O0hKfReGbcxC8NsbwMOzw3M=" providerId="None" clId="Web-{57F055E7-B004-4ECF-9BEE-EB57C60AD9B9}" dt="2026-09-15T19:42:03.846" v="49"/>
        <pc:sldMkLst>
          <pc:docMk/>
          <pc:sldMk cId="3471071841" sldId="398"/>
        </pc:sldMkLst>
      </pc:sldChg>
      <pc:sldChg chg="del">
        <pc:chgData name="Tiffany Zheng" userId="gWuaQmPgLUztr3aSGVr7O0hKfReGbcxC8NsbwMOzw3M=" providerId="None" clId="Web-{57F055E7-B004-4ECF-9BEE-EB57C60AD9B9}" dt="2026-09-15T19:42:03.846" v="50"/>
        <pc:sldMkLst>
          <pc:docMk/>
          <pc:sldMk cId="3688874805" sldId="399"/>
        </pc:sldMkLst>
      </pc:sldChg>
      <pc:sldChg chg="del">
        <pc:chgData name="Tiffany Zheng" userId="gWuaQmPgLUztr3aSGVr7O0hKfReGbcxC8NsbwMOzw3M=" providerId="None" clId="Web-{57F055E7-B004-4ECF-9BEE-EB57C60AD9B9}" dt="2026-09-15T19:42:03.877" v="52"/>
        <pc:sldMkLst>
          <pc:docMk/>
          <pc:sldMk cId="3233157347" sldId="402"/>
        </pc:sldMkLst>
      </pc:sldChg>
      <pc:sldChg chg="del">
        <pc:chgData name="Tiffany Zheng" userId="gWuaQmPgLUztr3aSGVr7O0hKfReGbcxC8NsbwMOzw3M=" providerId="None" clId="Web-{57F055E7-B004-4ECF-9BEE-EB57C60AD9B9}" dt="2026-09-15T19:42:03.862" v="51"/>
        <pc:sldMkLst>
          <pc:docMk/>
          <pc:sldMk cId="4028857811" sldId="403"/>
        </pc:sldMkLst>
      </pc:sldChg>
      <pc:sldChg chg="del">
        <pc:chgData name="Tiffany Zheng" userId="gWuaQmPgLUztr3aSGVr7O0hKfReGbcxC8NsbwMOzw3M=" providerId="None" clId="Web-{57F055E7-B004-4ECF-9BEE-EB57C60AD9B9}" dt="2026-09-15T19:42:03.830" v="48"/>
        <pc:sldMkLst>
          <pc:docMk/>
          <pc:sldMk cId="3489156826" sldId="404"/>
        </pc:sldMkLst>
      </pc:sldChg>
      <pc:sldChg chg="del">
        <pc:chgData name="Tiffany Zheng" userId="gWuaQmPgLUztr3aSGVr7O0hKfReGbcxC8NsbwMOzw3M=" providerId="None" clId="Web-{57F055E7-B004-4ECF-9BEE-EB57C60AD9B9}" dt="2026-09-15T19:42:03.830" v="47"/>
        <pc:sldMkLst>
          <pc:docMk/>
          <pc:sldMk cId="2484813651" sldId="405"/>
        </pc:sldMkLst>
      </pc:sldChg>
      <pc:sldChg chg="del">
        <pc:chgData name="Tiffany Zheng" userId="gWuaQmPgLUztr3aSGVr7O0hKfReGbcxC8NsbwMOzw3M=" providerId="None" clId="Web-{57F055E7-B004-4ECF-9BEE-EB57C60AD9B9}" dt="2026-09-15T19:42:03.815" v="45"/>
        <pc:sldMkLst>
          <pc:docMk/>
          <pc:sldMk cId="3609196393" sldId="406"/>
        </pc:sldMkLst>
      </pc:sldChg>
      <pc:sldChg chg="del">
        <pc:chgData name="Tiffany Zheng" userId="gWuaQmPgLUztr3aSGVr7O0hKfReGbcxC8NsbwMOzw3M=" providerId="None" clId="Web-{57F055E7-B004-4ECF-9BEE-EB57C60AD9B9}" dt="2026-09-15T19:42:03.799" v="44"/>
        <pc:sldMkLst>
          <pc:docMk/>
          <pc:sldMk cId="1666256043" sldId="407"/>
        </pc:sldMkLst>
      </pc:sldChg>
      <pc:sldChg chg="del">
        <pc:chgData name="Tiffany Zheng" userId="gWuaQmPgLUztr3aSGVr7O0hKfReGbcxC8NsbwMOzw3M=" providerId="None" clId="Web-{57F055E7-B004-4ECF-9BEE-EB57C60AD9B9}" dt="2026-09-15T19:42:03.815" v="46"/>
        <pc:sldMkLst>
          <pc:docMk/>
          <pc:sldMk cId="2305756176" sldId="408"/>
        </pc:sldMkLst>
      </pc:sldChg>
      <pc:sldChg chg="del">
        <pc:chgData name="Tiffany Zheng" userId="gWuaQmPgLUztr3aSGVr7O0hKfReGbcxC8NsbwMOzw3M=" providerId="None" clId="Web-{57F055E7-B004-4ECF-9BEE-EB57C60AD9B9}" dt="2026-09-15T19:42:03.783" v="43"/>
        <pc:sldMkLst>
          <pc:docMk/>
          <pc:sldMk cId="1869589846" sldId="410"/>
        </pc:sldMkLst>
      </pc:sldChg>
      <pc:sldChg chg="del">
        <pc:chgData name="Tiffany Zheng" userId="gWuaQmPgLUztr3aSGVr7O0hKfReGbcxC8NsbwMOzw3M=" providerId="None" clId="Web-{57F055E7-B004-4ECF-9BEE-EB57C60AD9B9}" dt="2026-09-15T19:42:03.737" v="40"/>
        <pc:sldMkLst>
          <pc:docMk/>
          <pc:sldMk cId="237056092" sldId="413"/>
        </pc:sldMkLst>
      </pc:sldChg>
      <pc:sldChg chg="del">
        <pc:chgData name="Tiffany Zheng" userId="gWuaQmPgLUztr3aSGVr7O0hKfReGbcxC8NsbwMOzw3M=" providerId="None" clId="Web-{57F055E7-B004-4ECF-9BEE-EB57C60AD9B9}" dt="2026-09-15T19:42:03.565" v="24"/>
        <pc:sldMkLst>
          <pc:docMk/>
          <pc:sldMk cId="1418150523" sldId="414"/>
        </pc:sldMkLst>
      </pc:sldChg>
      <pc:sldChg chg="del">
        <pc:chgData name="Tiffany Zheng" userId="gWuaQmPgLUztr3aSGVr7O0hKfReGbcxC8NsbwMOzw3M=" providerId="None" clId="Web-{57F055E7-B004-4ECF-9BEE-EB57C60AD9B9}" dt="2026-09-15T19:42:03.721" v="38"/>
        <pc:sldMkLst>
          <pc:docMk/>
          <pc:sldMk cId="1930068963" sldId="415"/>
        </pc:sldMkLst>
      </pc:sldChg>
      <pc:sldChg chg="del">
        <pc:chgData name="Tiffany Zheng" userId="gWuaQmPgLUztr3aSGVr7O0hKfReGbcxC8NsbwMOzw3M=" providerId="None" clId="Web-{57F055E7-B004-4ECF-9BEE-EB57C60AD9B9}" dt="2026-09-15T19:42:03.690" v="36"/>
        <pc:sldMkLst>
          <pc:docMk/>
          <pc:sldMk cId="3006677375" sldId="417"/>
        </pc:sldMkLst>
      </pc:sldChg>
      <pc:sldChg chg="del">
        <pc:chgData name="Tiffany Zheng" userId="gWuaQmPgLUztr3aSGVr7O0hKfReGbcxC8NsbwMOzw3M=" providerId="None" clId="Web-{57F055E7-B004-4ECF-9BEE-EB57C60AD9B9}" dt="2026-09-15T19:42:03.658" v="34"/>
        <pc:sldMkLst>
          <pc:docMk/>
          <pc:sldMk cId="1771449921" sldId="418"/>
        </pc:sldMkLst>
      </pc:sldChg>
      <pc:sldChg chg="del">
        <pc:chgData name="Tiffany Zheng" userId="gWuaQmPgLUztr3aSGVr7O0hKfReGbcxC8NsbwMOzw3M=" providerId="None" clId="Web-{57F055E7-B004-4ECF-9BEE-EB57C60AD9B9}" dt="2026-09-15T19:42:03.580" v="25"/>
        <pc:sldMkLst>
          <pc:docMk/>
          <pc:sldMk cId="3473031889" sldId="419"/>
        </pc:sldMkLst>
      </pc:sldChg>
      <pc:sldChg chg="del">
        <pc:chgData name="Tiffany Zheng" userId="gWuaQmPgLUztr3aSGVr7O0hKfReGbcxC8NsbwMOzw3M=" providerId="None" clId="Web-{57F055E7-B004-4ECF-9BEE-EB57C60AD9B9}" dt="2026-09-15T19:42:03.549" v="23"/>
        <pc:sldMkLst>
          <pc:docMk/>
          <pc:sldMk cId="2616807747" sldId="420"/>
        </pc:sldMkLst>
      </pc:sldChg>
      <pc:sldChg chg="del">
        <pc:chgData name="Tiffany Zheng" userId="gWuaQmPgLUztr3aSGVr7O0hKfReGbcxC8NsbwMOzw3M=" providerId="None" clId="Web-{57F055E7-B004-4ECF-9BEE-EB57C60AD9B9}" dt="2026-09-15T19:42:03.502" v="17"/>
        <pc:sldMkLst>
          <pc:docMk/>
          <pc:sldMk cId="2522746743" sldId="421"/>
        </pc:sldMkLst>
      </pc:sldChg>
      <pc:sldChg chg="del">
        <pc:chgData name="Tiffany Zheng" userId="gWuaQmPgLUztr3aSGVr7O0hKfReGbcxC8NsbwMOzw3M=" providerId="None" clId="Web-{57F055E7-B004-4ECF-9BEE-EB57C60AD9B9}" dt="2026-09-15T19:42:03.487" v="15"/>
        <pc:sldMkLst>
          <pc:docMk/>
          <pc:sldMk cId="3440815371" sldId="422"/>
        </pc:sldMkLst>
      </pc:sldChg>
      <pc:sldChg chg="del">
        <pc:chgData name="Tiffany Zheng" userId="gWuaQmPgLUztr3aSGVr7O0hKfReGbcxC8NsbwMOzw3M=" providerId="None" clId="Web-{57F055E7-B004-4ECF-9BEE-EB57C60AD9B9}" dt="2026-09-15T19:42:03.612" v="29"/>
        <pc:sldMkLst>
          <pc:docMk/>
          <pc:sldMk cId="637661025" sldId="425"/>
        </pc:sldMkLst>
      </pc:sldChg>
      <pc:sldChg chg="del">
        <pc:chgData name="Tiffany Zheng" userId="gWuaQmPgLUztr3aSGVr7O0hKfReGbcxC8NsbwMOzw3M=" providerId="None" clId="Web-{57F055E7-B004-4ECF-9BEE-EB57C60AD9B9}" dt="2026-09-15T19:42:03.643" v="31"/>
        <pc:sldMkLst>
          <pc:docMk/>
          <pc:sldMk cId="2449065901" sldId="426"/>
        </pc:sldMkLst>
      </pc:sldChg>
      <pc:sldChg chg="del">
        <pc:chgData name="Tiffany Zheng" userId="gWuaQmPgLUztr3aSGVr7O0hKfReGbcxC8NsbwMOzw3M=" providerId="None" clId="Web-{57F055E7-B004-4ECF-9BEE-EB57C60AD9B9}" dt="2026-09-15T19:42:03.674" v="35"/>
        <pc:sldMkLst>
          <pc:docMk/>
          <pc:sldMk cId="3689290787" sldId="427"/>
        </pc:sldMkLst>
      </pc:sldChg>
      <pc:sldChg chg="del">
        <pc:chgData name="Tiffany Zheng" userId="gWuaQmPgLUztr3aSGVr7O0hKfReGbcxC8NsbwMOzw3M=" providerId="None" clId="Web-{57F055E7-B004-4ECF-9BEE-EB57C60AD9B9}" dt="2026-09-15T19:42:03.643" v="32"/>
        <pc:sldMkLst>
          <pc:docMk/>
          <pc:sldMk cId="3182962064" sldId="428"/>
        </pc:sldMkLst>
      </pc:sldChg>
      <pc:sldChg chg="del">
        <pc:chgData name="Tiffany Zheng" userId="gWuaQmPgLUztr3aSGVr7O0hKfReGbcxC8NsbwMOzw3M=" providerId="None" clId="Web-{57F055E7-B004-4ECF-9BEE-EB57C60AD9B9}" dt="2026-09-15T19:42:03.393" v="7"/>
        <pc:sldMkLst>
          <pc:docMk/>
          <pc:sldMk cId="3126552629" sldId="433"/>
        </pc:sldMkLst>
      </pc:sldChg>
      <pc:sldChg chg="del">
        <pc:chgData name="Tiffany Zheng" userId="gWuaQmPgLUztr3aSGVr7O0hKfReGbcxC8NsbwMOzw3M=" providerId="None" clId="Web-{57F055E7-B004-4ECF-9BEE-EB57C60AD9B9}" dt="2026-09-15T19:42:03.362" v="4"/>
        <pc:sldMkLst>
          <pc:docMk/>
          <pc:sldMk cId="3576300952" sldId="437"/>
        </pc:sldMkLst>
      </pc:sldChg>
      <pc:sldChg chg="del">
        <pc:chgData name="Tiffany Zheng" userId="gWuaQmPgLUztr3aSGVr7O0hKfReGbcxC8NsbwMOzw3M=" providerId="None" clId="Web-{57F055E7-B004-4ECF-9BEE-EB57C60AD9B9}" dt="2026-09-15T19:42:03.346" v="2"/>
        <pc:sldMkLst>
          <pc:docMk/>
          <pc:sldMk cId="2619362244" sldId="438"/>
        </pc:sldMkLst>
      </pc:sldChg>
      <pc:sldChg chg="del">
        <pc:chgData name="Tiffany Zheng" userId="gWuaQmPgLUztr3aSGVr7O0hKfReGbcxC8NsbwMOzw3M=" providerId="None" clId="Web-{57F055E7-B004-4ECF-9BEE-EB57C60AD9B9}" dt="2026-09-15T19:42:03.315" v="0"/>
        <pc:sldMkLst>
          <pc:docMk/>
          <pc:sldMk cId="2018185256" sldId="439"/>
        </pc:sldMkLst>
      </pc:sldChg>
      <pc:sldChg chg="del">
        <pc:chgData name="Tiffany Zheng" userId="gWuaQmPgLUztr3aSGVr7O0hKfReGbcxC8NsbwMOzw3M=" providerId="None" clId="Web-{57F055E7-B004-4ECF-9BEE-EB57C60AD9B9}" dt="2026-09-15T19:42:03.690" v="37"/>
        <pc:sldMkLst>
          <pc:docMk/>
          <pc:sldMk cId="2961055658" sldId="440"/>
        </pc:sldMkLst>
      </pc:sldChg>
      <pc:sldChg chg="del">
        <pc:chgData name="Tiffany Zheng" userId="gWuaQmPgLUztr3aSGVr7O0hKfReGbcxC8NsbwMOzw3M=" providerId="None" clId="Web-{57F055E7-B004-4ECF-9BEE-EB57C60AD9B9}" dt="2026-09-15T19:42:03.424" v="9"/>
        <pc:sldMkLst>
          <pc:docMk/>
          <pc:sldMk cId="635803670" sldId="441"/>
        </pc:sldMkLst>
      </pc:sldChg>
      <pc:sldChg chg="del">
        <pc:chgData name="Tiffany Zheng" userId="gWuaQmPgLUztr3aSGVr7O0hKfReGbcxC8NsbwMOzw3M=" providerId="None" clId="Web-{57F055E7-B004-4ECF-9BEE-EB57C60AD9B9}" dt="2026-09-15T19:42:08.096" v="73"/>
        <pc:sldMkLst>
          <pc:docMk/>
          <pc:sldMk cId="4056243003" sldId="455"/>
        </pc:sldMkLst>
      </pc:sldChg>
      <pc:sldChg chg="del">
        <pc:chgData name="Tiffany Zheng" userId="gWuaQmPgLUztr3aSGVr7O0hKfReGbcxC8NsbwMOzw3M=" providerId="None" clId="Web-{57F055E7-B004-4ECF-9BEE-EB57C60AD9B9}" dt="2026-09-15T19:42:08.096" v="72"/>
        <pc:sldMkLst>
          <pc:docMk/>
          <pc:sldMk cId="2618992988" sldId="456"/>
        </pc:sldMkLst>
      </pc:sldChg>
      <pc:sldChg chg="del">
        <pc:chgData name="Tiffany Zheng" userId="gWuaQmPgLUztr3aSGVr7O0hKfReGbcxC8NsbwMOzw3M=" providerId="None" clId="Web-{57F055E7-B004-4ECF-9BEE-EB57C60AD9B9}" dt="2026-09-15T19:42:08.096" v="71"/>
        <pc:sldMkLst>
          <pc:docMk/>
          <pc:sldMk cId="2253778491" sldId="457"/>
        </pc:sldMkLst>
      </pc:sldChg>
      <pc:sldChg chg="del">
        <pc:chgData name="Tiffany Zheng" userId="gWuaQmPgLUztr3aSGVr7O0hKfReGbcxC8NsbwMOzw3M=" providerId="None" clId="Web-{57F055E7-B004-4ECF-9BEE-EB57C60AD9B9}" dt="2026-09-15T19:42:08.065" v="69"/>
        <pc:sldMkLst>
          <pc:docMk/>
          <pc:sldMk cId="2597337644" sldId="462"/>
        </pc:sldMkLst>
      </pc:sldChg>
      <pc:sldChg chg="del">
        <pc:chgData name="Tiffany Zheng" userId="gWuaQmPgLUztr3aSGVr7O0hKfReGbcxC8NsbwMOzw3M=" providerId="None" clId="Web-{57F055E7-B004-4ECF-9BEE-EB57C60AD9B9}" dt="2026-09-15T19:42:08.081" v="70"/>
        <pc:sldMkLst>
          <pc:docMk/>
          <pc:sldMk cId="2880051031" sldId="464"/>
        </pc:sldMkLst>
      </pc:sldChg>
      <pc:sldChg chg="del">
        <pc:chgData name="Tiffany Zheng" userId="gWuaQmPgLUztr3aSGVr7O0hKfReGbcxC8NsbwMOzw3M=" providerId="None" clId="Web-{57F055E7-B004-4ECF-9BEE-EB57C60AD9B9}" dt="2026-09-15T19:42:08.065" v="68"/>
        <pc:sldMkLst>
          <pc:docMk/>
          <pc:sldMk cId="3365108399" sldId="465"/>
        </pc:sldMkLst>
      </pc:sldChg>
      <pc:sldChg chg="del">
        <pc:chgData name="Tiffany Zheng" userId="gWuaQmPgLUztr3aSGVr7O0hKfReGbcxC8NsbwMOzw3M=" providerId="None" clId="Web-{57F055E7-B004-4ECF-9BEE-EB57C60AD9B9}" dt="2026-09-15T19:42:08.065" v="67"/>
        <pc:sldMkLst>
          <pc:docMk/>
          <pc:sldMk cId="3208836847" sldId="466"/>
        </pc:sldMkLst>
      </pc:sldChg>
      <pc:sldChg chg="del">
        <pc:chgData name="Tiffany Zheng" userId="gWuaQmPgLUztr3aSGVr7O0hKfReGbcxC8NsbwMOzw3M=" providerId="None" clId="Web-{57F055E7-B004-4ECF-9BEE-EB57C60AD9B9}" dt="2026-09-15T19:42:03.377" v="5"/>
        <pc:sldMkLst>
          <pc:docMk/>
          <pc:sldMk cId="1165019447" sldId="469"/>
        </pc:sldMkLst>
      </pc:sldChg>
      <pc:sldChg chg="del">
        <pc:chgData name="Tiffany Zheng" userId="gWuaQmPgLUztr3aSGVr7O0hKfReGbcxC8NsbwMOzw3M=" providerId="None" clId="Web-{57F055E7-B004-4ECF-9BEE-EB57C60AD9B9}" dt="2026-09-15T19:42:03.424" v="10"/>
        <pc:sldMkLst>
          <pc:docMk/>
          <pc:sldMk cId="579239392" sldId="470"/>
        </pc:sldMkLst>
      </pc:sldChg>
      <pc:sldChg chg="del">
        <pc:chgData name="Tiffany Zheng" userId="gWuaQmPgLUztr3aSGVr7O0hKfReGbcxC8NsbwMOzw3M=" providerId="None" clId="Web-{57F055E7-B004-4ECF-9BEE-EB57C60AD9B9}" dt="2026-09-15T19:42:03.408" v="8"/>
        <pc:sldMkLst>
          <pc:docMk/>
          <pc:sldMk cId="529508440" sldId="471"/>
        </pc:sldMkLst>
      </pc:sldChg>
      <pc:sldChg chg="del">
        <pc:chgData name="Tiffany Zheng" userId="gWuaQmPgLUztr3aSGVr7O0hKfReGbcxC8NsbwMOzw3M=" providerId="None" clId="Web-{57F055E7-B004-4ECF-9BEE-EB57C60AD9B9}" dt="2026-09-15T19:42:03.346" v="3"/>
        <pc:sldMkLst>
          <pc:docMk/>
          <pc:sldMk cId="3515325406" sldId="472"/>
        </pc:sldMkLst>
      </pc:sldChg>
      <pc:sldChg chg="del">
        <pc:chgData name="Tiffany Zheng" userId="gWuaQmPgLUztr3aSGVr7O0hKfReGbcxC8NsbwMOzw3M=" providerId="None" clId="Web-{57F055E7-B004-4ECF-9BEE-EB57C60AD9B9}" dt="2026-09-15T19:42:03.893" v="54"/>
        <pc:sldMkLst>
          <pc:docMk/>
          <pc:sldMk cId="3868390392" sldId="473"/>
        </pc:sldMkLst>
      </pc:sldChg>
      <pc:sldChg chg="del">
        <pc:chgData name="Tiffany Zheng" userId="gWuaQmPgLUztr3aSGVr7O0hKfReGbcxC8NsbwMOzw3M=" providerId="None" clId="Web-{57F055E7-B004-4ECF-9BEE-EB57C60AD9B9}" dt="2026-09-15T19:42:03.877" v="53"/>
        <pc:sldMkLst>
          <pc:docMk/>
          <pc:sldMk cId="2571291216" sldId="474"/>
        </pc:sldMkLst>
      </pc:sldChg>
      <pc:sldChg chg="del">
        <pc:chgData name="Tiffany Zheng" userId="gWuaQmPgLUztr3aSGVr7O0hKfReGbcxC8NsbwMOzw3M=" providerId="None" clId="Web-{57F055E7-B004-4ECF-9BEE-EB57C60AD9B9}" dt="2026-09-15T19:42:03.768" v="42"/>
        <pc:sldMkLst>
          <pc:docMk/>
          <pc:sldMk cId="3587418844" sldId="475"/>
        </pc:sldMkLst>
      </pc:sldChg>
      <pc:sldChg chg="del">
        <pc:chgData name="Tiffany Zheng" userId="gWuaQmPgLUztr3aSGVr7O0hKfReGbcxC8NsbwMOzw3M=" providerId="None" clId="Web-{57F055E7-B004-4ECF-9BEE-EB57C60AD9B9}" dt="2026-09-15T19:42:03.627" v="30"/>
        <pc:sldMkLst>
          <pc:docMk/>
          <pc:sldMk cId="1891626448" sldId="477"/>
        </pc:sldMkLst>
      </pc:sldChg>
      <pc:sldChg chg="del">
        <pc:chgData name="Tiffany Zheng" userId="gWuaQmPgLUztr3aSGVr7O0hKfReGbcxC8NsbwMOzw3M=" providerId="None" clId="Web-{57F055E7-B004-4ECF-9BEE-EB57C60AD9B9}" dt="2026-09-15T19:42:03.596" v="27"/>
        <pc:sldMkLst>
          <pc:docMk/>
          <pc:sldMk cId="1688309027" sldId="479"/>
        </pc:sldMkLst>
      </pc:sldChg>
      <pc:sldChg chg="del">
        <pc:chgData name="Tiffany Zheng" userId="gWuaQmPgLUztr3aSGVr7O0hKfReGbcxC8NsbwMOzw3M=" providerId="None" clId="Web-{57F055E7-B004-4ECF-9BEE-EB57C60AD9B9}" dt="2026-09-15T19:42:03.533" v="21"/>
        <pc:sldMkLst>
          <pc:docMk/>
          <pc:sldMk cId="2095677848" sldId="482"/>
        </pc:sldMkLst>
      </pc:sldChg>
      <pc:sldChg chg="del">
        <pc:chgData name="Tiffany Zheng" userId="gWuaQmPgLUztr3aSGVr7O0hKfReGbcxC8NsbwMOzw3M=" providerId="None" clId="Web-{57F055E7-B004-4ECF-9BEE-EB57C60AD9B9}" dt="2026-09-15T19:42:03.518" v="19"/>
        <pc:sldMkLst>
          <pc:docMk/>
          <pc:sldMk cId="1485405793" sldId="484"/>
        </pc:sldMkLst>
      </pc:sldChg>
      <pc:sldChg chg="del">
        <pc:chgData name="Tiffany Zheng" userId="gWuaQmPgLUztr3aSGVr7O0hKfReGbcxC8NsbwMOzw3M=" providerId="None" clId="Web-{57F055E7-B004-4ECF-9BEE-EB57C60AD9B9}" dt="2026-09-15T19:42:03.330" v="1"/>
        <pc:sldMkLst>
          <pc:docMk/>
          <pc:sldMk cId="168324584" sldId="489"/>
        </pc:sldMkLst>
      </pc:sldChg>
      <pc:sldChg chg="del">
        <pc:chgData name="Tiffany Zheng" userId="gWuaQmPgLUztr3aSGVr7O0hKfReGbcxC8NsbwMOzw3M=" providerId="None" clId="Web-{57F055E7-B004-4ECF-9BEE-EB57C60AD9B9}" dt="2026-09-15T19:42:08.159" v="80"/>
        <pc:sldMkLst>
          <pc:docMk/>
          <pc:sldMk cId="4233492603" sldId="491"/>
        </pc:sldMkLst>
      </pc:sldChg>
      <pc:sldChg chg="del">
        <pc:chgData name="Tiffany Zheng" userId="gWuaQmPgLUztr3aSGVr7O0hKfReGbcxC8NsbwMOzw3M=" providerId="None" clId="Web-{57F055E7-B004-4ECF-9BEE-EB57C60AD9B9}" dt="2026-09-15T19:42:08.159" v="79"/>
        <pc:sldMkLst>
          <pc:docMk/>
          <pc:sldMk cId="266712843" sldId="492"/>
        </pc:sldMkLst>
      </pc:sldChg>
      <pc:sldChg chg="del">
        <pc:chgData name="Tiffany Zheng" userId="gWuaQmPgLUztr3aSGVr7O0hKfReGbcxC8NsbwMOzw3M=" providerId="None" clId="Web-{57F055E7-B004-4ECF-9BEE-EB57C60AD9B9}" dt="2026-09-15T19:42:08.143" v="78"/>
        <pc:sldMkLst>
          <pc:docMk/>
          <pc:sldMk cId="1222292464" sldId="493"/>
        </pc:sldMkLst>
      </pc:sldChg>
      <pc:sldChg chg="del">
        <pc:chgData name="Tiffany Zheng" userId="gWuaQmPgLUztr3aSGVr7O0hKfReGbcxC8NsbwMOzw3M=" providerId="None" clId="Web-{57F055E7-B004-4ECF-9BEE-EB57C60AD9B9}" dt="2026-09-15T19:42:08.143" v="77"/>
        <pc:sldMkLst>
          <pc:docMk/>
          <pc:sldMk cId="3282630507" sldId="494"/>
        </pc:sldMkLst>
      </pc:sldChg>
      <pc:sldChg chg="del">
        <pc:chgData name="Tiffany Zheng" userId="gWuaQmPgLUztr3aSGVr7O0hKfReGbcxC8NsbwMOzw3M=" providerId="None" clId="Web-{57F055E7-B004-4ECF-9BEE-EB57C60AD9B9}" dt="2026-09-15T19:42:08.112" v="76"/>
        <pc:sldMkLst>
          <pc:docMk/>
          <pc:sldMk cId="625018600" sldId="495"/>
        </pc:sldMkLst>
      </pc:sldChg>
      <pc:sldChg chg="del">
        <pc:chgData name="Tiffany Zheng" userId="gWuaQmPgLUztr3aSGVr7O0hKfReGbcxC8NsbwMOzw3M=" providerId="None" clId="Web-{57F055E7-B004-4ECF-9BEE-EB57C60AD9B9}" dt="2026-09-15T19:42:08.112" v="75"/>
        <pc:sldMkLst>
          <pc:docMk/>
          <pc:sldMk cId="1354546483" sldId="496"/>
        </pc:sldMkLst>
      </pc:sldChg>
      <pc:sldChg chg="del">
        <pc:chgData name="Tiffany Zheng" userId="gWuaQmPgLUztr3aSGVr7O0hKfReGbcxC8NsbwMOzw3M=" providerId="None" clId="Web-{57F055E7-B004-4ECF-9BEE-EB57C60AD9B9}" dt="2026-09-15T19:42:08.112" v="74"/>
        <pc:sldMkLst>
          <pc:docMk/>
          <pc:sldMk cId="1320033009" sldId="497"/>
        </pc:sldMkLst>
      </pc:sldChg>
      <pc:sldChg chg="del">
        <pc:chgData name="Tiffany Zheng" userId="gWuaQmPgLUztr3aSGVr7O0hKfReGbcxC8NsbwMOzw3M=" providerId="None" clId="Web-{57F055E7-B004-4ECF-9BEE-EB57C60AD9B9}" dt="2026-09-15T19:42:08.065" v="66"/>
        <pc:sldMkLst>
          <pc:docMk/>
          <pc:sldMk cId="3486511103" sldId="498"/>
        </pc:sldMkLst>
      </pc:sldChg>
      <pc:sldChg chg="del">
        <pc:chgData name="Tiffany Zheng" userId="gWuaQmPgLUztr3aSGVr7O0hKfReGbcxC8NsbwMOzw3M=" providerId="None" clId="Web-{57F055E7-B004-4ECF-9BEE-EB57C60AD9B9}" dt="2026-09-15T19:42:08.049" v="64"/>
        <pc:sldMkLst>
          <pc:docMk/>
          <pc:sldMk cId="4187697882" sldId="499"/>
        </pc:sldMkLst>
      </pc:sldChg>
      <pc:sldChg chg="del">
        <pc:chgData name="Tiffany Zheng" userId="gWuaQmPgLUztr3aSGVr7O0hKfReGbcxC8NsbwMOzw3M=" providerId="None" clId="Web-{57F055E7-B004-4ECF-9BEE-EB57C60AD9B9}" dt="2026-09-15T19:42:08.049" v="65"/>
        <pc:sldMkLst>
          <pc:docMk/>
          <pc:sldMk cId="2691392250" sldId="500"/>
        </pc:sldMkLst>
      </pc:sldChg>
      <pc:sldChg chg="del">
        <pc:chgData name="Tiffany Zheng" userId="gWuaQmPgLUztr3aSGVr7O0hKfReGbcxC8NsbwMOzw3M=" providerId="None" clId="Web-{57F055E7-B004-4ECF-9BEE-EB57C60AD9B9}" dt="2026-09-15T19:42:08.049" v="63"/>
        <pc:sldMkLst>
          <pc:docMk/>
          <pc:sldMk cId="2047631442" sldId="501"/>
        </pc:sldMkLst>
      </pc:sldChg>
      <pc:sldChg chg="del">
        <pc:chgData name="Tiffany Zheng" userId="gWuaQmPgLUztr3aSGVr7O0hKfReGbcxC8NsbwMOzw3M=" providerId="None" clId="Web-{57F055E7-B004-4ECF-9BEE-EB57C60AD9B9}" dt="2026-09-15T19:42:08.034" v="62"/>
        <pc:sldMkLst>
          <pc:docMk/>
          <pc:sldMk cId="2068893374" sldId="502"/>
        </pc:sldMkLst>
      </pc:sldChg>
      <pc:sldChg chg="del">
        <pc:chgData name="Tiffany Zheng" userId="gWuaQmPgLUztr3aSGVr7O0hKfReGbcxC8NsbwMOzw3M=" providerId="None" clId="Web-{57F055E7-B004-4ECF-9BEE-EB57C60AD9B9}" dt="2026-09-15T19:42:08.018" v="61"/>
        <pc:sldMkLst>
          <pc:docMk/>
          <pc:sldMk cId="1273408913" sldId="503"/>
        </pc:sldMkLst>
      </pc:sldChg>
      <pc:sldChg chg="del">
        <pc:chgData name="Tiffany Zheng" userId="gWuaQmPgLUztr3aSGVr7O0hKfReGbcxC8NsbwMOzw3M=" providerId="None" clId="Web-{57F055E7-B004-4ECF-9BEE-EB57C60AD9B9}" dt="2026-09-15T19:42:08.003" v="57"/>
        <pc:sldMkLst>
          <pc:docMk/>
          <pc:sldMk cId="1918857589" sldId="505"/>
        </pc:sldMkLst>
      </pc:sldChg>
      <pc:sldChg chg="del">
        <pc:chgData name="Tiffany Zheng" userId="gWuaQmPgLUztr3aSGVr7O0hKfReGbcxC8NsbwMOzw3M=" providerId="None" clId="Web-{57F055E7-B004-4ECF-9BEE-EB57C60AD9B9}" dt="2026-09-15T19:42:07.878" v="56"/>
        <pc:sldMkLst>
          <pc:docMk/>
          <pc:sldMk cId="1487486717" sldId="506"/>
        </pc:sldMkLst>
      </pc:sldChg>
      <pc:sldChg chg="del">
        <pc:chgData name="Tiffany Zheng" userId="gWuaQmPgLUztr3aSGVr7O0hKfReGbcxC8NsbwMOzw3M=" providerId="None" clId="Web-{57F055E7-B004-4ECF-9BEE-EB57C60AD9B9}" dt="2026-09-15T19:42:03.752" v="41"/>
        <pc:sldMkLst>
          <pc:docMk/>
          <pc:sldMk cId="3739668422" sldId="507"/>
        </pc:sldMkLst>
      </pc:sldChg>
      <pc:sldChg chg="del">
        <pc:chgData name="Tiffany Zheng" userId="gWuaQmPgLUztr3aSGVr7O0hKfReGbcxC8NsbwMOzw3M=" providerId="None" clId="Web-{57F055E7-B004-4ECF-9BEE-EB57C60AD9B9}" dt="2026-09-15T19:42:03.658" v="33"/>
        <pc:sldMkLst>
          <pc:docMk/>
          <pc:sldMk cId="1624937328" sldId="508"/>
        </pc:sldMkLst>
      </pc:sldChg>
      <pc:sldChg chg="del">
        <pc:chgData name="Tiffany Zheng" userId="gWuaQmPgLUztr3aSGVr7O0hKfReGbcxC8NsbwMOzw3M=" providerId="None" clId="Web-{57F055E7-B004-4ECF-9BEE-EB57C60AD9B9}" dt="2026-09-15T19:42:03.612" v="28"/>
        <pc:sldMkLst>
          <pc:docMk/>
          <pc:sldMk cId="1928826118" sldId="509"/>
        </pc:sldMkLst>
      </pc:sldChg>
      <pc:sldChg chg="del">
        <pc:chgData name="Tiffany Zheng" userId="gWuaQmPgLUztr3aSGVr7O0hKfReGbcxC8NsbwMOzw3M=" providerId="None" clId="Web-{57F055E7-B004-4ECF-9BEE-EB57C60AD9B9}" dt="2026-09-15T19:42:03.580" v="26"/>
        <pc:sldMkLst>
          <pc:docMk/>
          <pc:sldMk cId="3420976229" sldId="510"/>
        </pc:sldMkLst>
      </pc:sldChg>
      <pc:sldChg chg="del">
        <pc:chgData name="Tiffany Zheng" userId="gWuaQmPgLUztr3aSGVr7O0hKfReGbcxC8NsbwMOzw3M=" providerId="None" clId="Web-{57F055E7-B004-4ECF-9BEE-EB57C60AD9B9}" dt="2026-09-15T19:42:03.549" v="22"/>
        <pc:sldMkLst>
          <pc:docMk/>
          <pc:sldMk cId="3275434292" sldId="511"/>
        </pc:sldMkLst>
      </pc:sldChg>
      <pc:sldChg chg="del">
        <pc:chgData name="Tiffany Zheng" userId="gWuaQmPgLUztr3aSGVr7O0hKfReGbcxC8NsbwMOzw3M=" providerId="None" clId="Web-{57F055E7-B004-4ECF-9BEE-EB57C60AD9B9}" dt="2026-09-15T19:42:03.533" v="20"/>
        <pc:sldMkLst>
          <pc:docMk/>
          <pc:sldMk cId="1990669922" sldId="512"/>
        </pc:sldMkLst>
      </pc:sldChg>
      <pc:sldChg chg="del">
        <pc:chgData name="Tiffany Zheng" userId="gWuaQmPgLUztr3aSGVr7O0hKfReGbcxC8NsbwMOzw3M=" providerId="None" clId="Web-{57F055E7-B004-4ECF-9BEE-EB57C60AD9B9}" dt="2026-09-15T19:42:03.518" v="18"/>
        <pc:sldMkLst>
          <pc:docMk/>
          <pc:sldMk cId="3956077211" sldId="513"/>
        </pc:sldMkLst>
      </pc:sldChg>
      <pc:sldChg chg="del">
        <pc:chgData name="Tiffany Zheng" userId="gWuaQmPgLUztr3aSGVr7O0hKfReGbcxC8NsbwMOzw3M=" providerId="None" clId="Web-{57F055E7-B004-4ECF-9BEE-EB57C60AD9B9}" dt="2026-09-15T19:42:03.502" v="16"/>
        <pc:sldMkLst>
          <pc:docMk/>
          <pc:sldMk cId="1404687391" sldId="514"/>
        </pc:sldMkLst>
      </pc:sldChg>
      <pc:sldChg chg="del">
        <pc:chgData name="Tiffany Zheng" userId="gWuaQmPgLUztr3aSGVr7O0hKfReGbcxC8NsbwMOzw3M=" providerId="None" clId="Web-{57F055E7-B004-4ECF-9BEE-EB57C60AD9B9}" dt="2026-09-15T19:42:03.471" v="14"/>
        <pc:sldMkLst>
          <pc:docMk/>
          <pc:sldMk cId="836847144" sldId="515"/>
        </pc:sldMkLst>
      </pc:sldChg>
      <pc:sldChg chg="del">
        <pc:chgData name="Tiffany Zheng" userId="gWuaQmPgLUztr3aSGVr7O0hKfReGbcxC8NsbwMOzw3M=" providerId="None" clId="Web-{57F055E7-B004-4ECF-9BEE-EB57C60AD9B9}" dt="2026-09-15T19:42:03.471" v="13"/>
        <pc:sldMkLst>
          <pc:docMk/>
          <pc:sldMk cId="2826977624" sldId="516"/>
        </pc:sldMkLst>
      </pc:sldChg>
      <pc:sldChg chg="del">
        <pc:chgData name="Tiffany Zheng" userId="gWuaQmPgLUztr3aSGVr7O0hKfReGbcxC8NsbwMOzw3M=" providerId="None" clId="Web-{57F055E7-B004-4ECF-9BEE-EB57C60AD9B9}" dt="2026-09-15T19:42:08.018" v="59"/>
        <pc:sldMkLst>
          <pc:docMk/>
          <pc:sldMk cId="119936855" sldId="517"/>
        </pc:sldMkLst>
      </pc:sldChg>
      <pc:sldChg chg="del">
        <pc:chgData name="Tiffany Zheng" userId="gWuaQmPgLUztr3aSGVr7O0hKfReGbcxC8NsbwMOzw3M=" providerId="None" clId="Web-{57F055E7-B004-4ECF-9BEE-EB57C60AD9B9}" dt="2026-09-15T19:42:08.003" v="58"/>
        <pc:sldMkLst>
          <pc:docMk/>
          <pc:sldMk cId="4189721814" sldId="518"/>
        </pc:sldMkLst>
      </pc:sldChg>
      <pc:sldChg chg="del">
        <pc:chgData name="Tiffany Zheng" userId="gWuaQmPgLUztr3aSGVr7O0hKfReGbcxC8NsbwMOzw3M=" providerId="None" clId="Web-{57F055E7-B004-4ECF-9BEE-EB57C60AD9B9}" dt="2026-09-15T19:42:13.956" v="93"/>
        <pc:sldMkLst>
          <pc:docMk/>
          <pc:sldMk cId="3604171509" sldId="519"/>
        </pc:sldMkLst>
      </pc:sldChg>
      <pc:sldChg chg="del">
        <pc:chgData name="Tiffany Zheng" userId="gWuaQmPgLUztr3aSGVr7O0hKfReGbcxC8NsbwMOzw3M=" providerId="None" clId="Web-{57F055E7-B004-4ECF-9BEE-EB57C60AD9B9}" dt="2026-09-15T19:42:12.394" v="92"/>
        <pc:sldMkLst>
          <pc:docMk/>
          <pc:sldMk cId="1171376203" sldId="523"/>
        </pc:sldMkLst>
      </pc:sldChg>
      <pc:sldChg chg="del">
        <pc:chgData name="Tiffany Zheng" userId="gWuaQmPgLUztr3aSGVr7O0hKfReGbcxC8NsbwMOzw3M=" providerId="None" clId="Web-{57F055E7-B004-4ECF-9BEE-EB57C60AD9B9}" dt="2026-09-15T19:42:12.315" v="86"/>
        <pc:sldMkLst>
          <pc:docMk/>
          <pc:sldMk cId="88494975" sldId="524"/>
        </pc:sldMkLst>
      </pc:sldChg>
      <pc:sldChg chg="del">
        <pc:chgData name="Tiffany Zheng" userId="gWuaQmPgLUztr3aSGVr7O0hKfReGbcxC8NsbwMOzw3M=" providerId="None" clId="Web-{57F055E7-B004-4ECF-9BEE-EB57C60AD9B9}" dt="2026-09-15T19:42:12.394" v="91"/>
        <pc:sldMkLst>
          <pc:docMk/>
          <pc:sldMk cId="1143674434" sldId="525"/>
        </pc:sldMkLst>
      </pc:sldChg>
      <pc:sldChg chg="del">
        <pc:chgData name="Tiffany Zheng" userId="gWuaQmPgLUztr3aSGVr7O0hKfReGbcxC8NsbwMOzw3M=" providerId="None" clId="Web-{57F055E7-B004-4ECF-9BEE-EB57C60AD9B9}" dt="2026-09-15T19:42:12.378" v="90"/>
        <pc:sldMkLst>
          <pc:docMk/>
          <pc:sldMk cId="2718100303" sldId="526"/>
        </pc:sldMkLst>
      </pc:sldChg>
      <pc:sldChg chg="del">
        <pc:chgData name="Tiffany Zheng" userId="gWuaQmPgLUztr3aSGVr7O0hKfReGbcxC8NsbwMOzw3M=" providerId="None" clId="Web-{57F055E7-B004-4ECF-9BEE-EB57C60AD9B9}" dt="2026-09-15T19:42:12.362" v="89"/>
        <pc:sldMkLst>
          <pc:docMk/>
          <pc:sldMk cId="32842616" sldId="527"/>
        </pc:sldMkLst>
      </pc:sldChg>
      <pc:sldChg chg="del">
        <pc:chgData name="Tiffany Zheng" userId="gWuaQmPgLUztr3aSGVr7O0hKfReGbcxC8NsbwMOzw3M=" providerId="None" clId="Web-{57F055E7-B004-4ECF-9BEE-EB57C60AD9B9}" dt="2026-09-15T19:42:12.347" v="88"/>
        <pc:sldMkLst>
          <pc:docMk/>
          <pc:sldMk cId="309414856" sldId="528"/>
        </pc:sldMkLst>
      </pc:sldChg>
      <pc:sldChg chg="del">
        <pc:chgData name="Tiffany Zheng" userId="gWuaQmPgLUztr3aSGVr7O0hKfReGbcxC8NsbwMOzw3M=" providerId="None" clId="Web-{57F055E7-B004-4ECF-9BEE-EB57C60AD9B9}" dt="2026-09-15T19:42:12.331" v="87"/>
        <pc:sldMkLst>
          <pc:docMk/>
          <pc:sldMk cId="2994164120" sldId="529"/>
        </pc:sldMkLst>
      </pc:sldChg>
      <pc:sldChg chg="del">
        <pc:chgData name="Tiffany Zheng" userId="gWuaQmPgLUztr3aSGVr7O0hKfReGbcxC8NsbwMOzw3M=" providerId="None" clId="Web-{57F055E7-B004-4ECF-9BEE-EB57C60AD9B9}" dt="2026-09-15T19:42:12.300" v="85"/>
        <pc:sldMkLst>
          <pc:docMk/>
          <pc:sldMk cId="1383520873" sldId="530"/>
        </pc:sldMkLst>
      </pc:sldChg>
      <pc:sldChg chg="del">
        <pc:chgData name="Tiffany Zheng" userId="gWuaQmPgLUztr3aSGVr7O0hKfReGbcxC8NsbwMOzw3M=" providerId="None" clId="Web-{57F055E7-B004-4ECF-9BEE-EB57C60AD9B9}" dt="2026-09-15T19:42:12.300" v="84"/>
        <pc:sldMkLst>
          <pc:docMk/>
          <pc:sldMk cId="608285066" sldId="531"/>
        </pc:sldMkLst>
      </pc:sldChg>
      <pc:sldChg chg="del">
        <pc:chgData name="Tiffany Zheng" userId="gWuaQmPgLUztr3aSGVr7O0hKfReGbcxC8NsbwMOzw3M=" providerId="None" clId="Web-{57F055E7-B004-4ECF-9BEE-EB57C60AD9B9}" dt="2026-09-15T19:42:12.284" v="83"/>
        <pc:sldMkLst>
          <pc:docMk/>
          <pc:sldMk cId="397502179" sldId="532"/>
        </pc:sldMkLst>
      </pc:sldChg>
      <pc:sldChg chg="del">
        <pc:chgData name="Tiffany Zheng" userId="gWuaQmPgLUztr3aSGVr7O0hKfReGbcxC8NsbwMOzw3M=" providerId="None" clId="Web-{57F055E7-B004-4ECF-9BEE-EB57C60AD9B9}" dt="2026-09-15T19:42:12.268" v="82"/>
        <pc:sldMkLst>
          <pc:docMk/>
          <pc:sldMk cId="558488945" sldId="533"/>
        </pc:sldMkLst>
      </pc:sldChg>
      <pc:sldChg chg="del">
        <pc:chgData name="Tiffany Zheng" userId="gWuaQmPgLUztr3aSGVr7O0hKfReGbcxC8NsbwMOzw3M=" providerId="None" clId="Web-{57F055E7-B004-4ECF-9BEE-EB57C60AD9B9}" dt="2026-09-15T19:42:12.253" v="81"/>
        <pc:sldMkLst>
          <pc:docMk/>
          <pc:sldMk cId="1866673805" sldId="534"/>
        </pc:sldMkLst>
      </pc:sldChg>
      <pc:sldChg chg="del">
        <pc:chgData name="Tiffany Zheng" userId="gWuaQmPgLUztr3aSGVr7O0hKfReGbcxC8NsbwMOzw3M=" providerId="None" clId="Web-{57F055E7-B004-4ECF-9BEE-EB57C60AD9B9}" dt="2026-09-15T19:42:03.721" v="39"/>
        <pc:sldMkLst>
          <pc:docMk/>
          <pc:sldMk cId="3897903996" sldId="535"/>
        </pc:sldMkLst>
      </pc:sldChg>
      <pc:sldChg chg="del">
        <pc:chgData name="Tiffany Zheng" userId="gWuaQmPgLUztr3aSGVr7O0hKfReGbcxC8NsbwMOzw3M=" providerId="None" clId="Web-{57F055E7-B004-4ECF-9BEE-EB57C60AD9B9}" dt="2026-09-15T19:42:03.393" v="6"/>
        <pc:sldMkLst>
          <pc:docMk/>
          <pc:sldMk cId="962982392" sldId="536"/>
        </pc:sldMkLst>
      </pc:sldChg>
      <pc:sldChg chg="del">
        <pc:chgData name="Tiffany Zheng" userId="gWuaQmPgLUztr3aSGVr7O0hKfReGbcxC8NsbwMOzw3M=" providerId="None" clId="Web-{57F055E7-B004-4ECF-9BEE-EB57C60AD9B9}" dt="2026-09-15T19:42:05.971" v="55"/>
        <pc:sldMkLst>
          <pc:docMk/>
          <pc:sldMk cId="3754803087" sldId="537"/>
        </pc:sldMkLst>
      </pc:sldChg>
      <pc:sldChg chg="del">
        <pc:chgData name="Tiffany Zheng" userId="gWuaQmPgLUztr3aSGVr7O0hKfReGbcxC8NsbwMOzw3M=" providerId="None" clId="Web-{57F055E7-B004-4ECF-9BEE-EB57C60AD9B9}" dt="2026-09-15T19:42:08.018" v="60"/>
        <pc:sldMkLst>
          <pc:docMk/>
          <pc:sldMk cId="921908396" sldId="538"/>
        </pc:sldMkLst>
      </pc:sldChg>
      <pc:sldChg chg="del">
        <pc:chgData name="Tiffany Zheng" userId="gWuaQmPgLUztr3aSGVr7O0hKfReGbcxC8NsbwMOzw3M=" providerId="None" clId="Web-{57F055E7-B004-4ECF-9BEE-EB57C60AD9B9}" dt="2026-09-15T19:42:03.440" v="12"/>
        <pc:sldMkLst>
          <pc:docMk/>
          <pc:sldMk cId="3173538584" sldId="540"/>
        </pc:sldMkLst>
      </pc:sldChg>
      <pc:sldChg chg="del">
        <pc:chgData name="Tiffany Zheng" userId="gWuaQmPgLUztr3aSGVr7O0hKfReGbcxC8NsbwMOzw3M=" providerId="None" clId="Web-{57F055E7-B004-4ECF-9BEE-EB57C60AD9B9}" dt="2026-09-15T19:42:03.440" v="11"/>
        <pc:sldMkLst>
          <pc:docMk/>
          <pc:sldMk cId="455145554" sldId="541"/>
        </pc:sldMkLst>
      </pc:sldChg>
      <pc:sldChg chg="del">
        <pc:chgData name="Tiffany Zheng" userId="gWuaQmPgLUztr3aSGVr7O0hKfReGbcxC8NsbwMOzw3M=" providerId="None" clId="Web-{57F055E7-B004-4ECF-9BEE-EB57C60AD9B9}" dt="2026-09-15T19:42:18.410" v="99"/>
        <pc:sldMkLst>
          <pc:docMk/>
          <pc:sldMk cId="2066624821" sldId="542"/>
        </pc:sldMkLst>
      </pc:sldChg>
      <pc:sldChg chg="del">
        <pc:chgData name="Tiffany Zheng" userId="gWuaQmPgLUztr3aSGVr7O0hKfReGbcxC8NsbwMOzw3M=" providerId="None" clId="Web-{57F055E7-B004-4ECF-9BEE-EB57C60AD9B9}" dt="2026-09-15T19:42:18.410" v="98"/>
        <pc:sldMkLst>
          <pc:docMk/>
          <pc:sldMk cId="57752249" sldId="543"/>
        </pc:sldMkLst>
      </pc:sldChg>
      <pc:sldChg chg="del">
        <pc:chgData name="Tiffany Zheng" userId="gWuaQmPgLUztr3aSGVr7O0hKfReGbcxC8NsbwMOzw3M=" providerId="None" clId="Web-{57F055E7-B004-4ECF-9BEE-EB57C60AD9B9}" dt="2026-09-15T19:42:18.394" v="97"/>
        <pc:sldMkLst>
          <pc:docMk/>
          <pc:sldMk cId="1224484623" sldId="544"/>
        </pc:sldMkLst>
      </pc:sldChg>
      <pc:sldChg chg="del">
        <pc:chgData name="Tiffany Zheng" userId="gWuaQmPgLUztr3aSGVr7O0hKfReGbcxC8NsbwMOzw3M=" providerId="None" clId="Web-{57F055E7-B004-4ECF-9BEE-EB57C60AD9B9}" dt="2026-09-15T19:42:18.410" v="103"/>
        <pc:sldMkLst>
          <pc:docMk/>
          <pc:sldMk cId="3785372148" sldId="566"/>
        </pc:sldMkLst>
      </pc:sldChg>
    </pc:docChg>
  </pc:docChgLst>
  <pc:docChgLst>
    <pc:chgData name="Tiffany Zheng" userId="gWuaQmPgLUztr3aSGVr7O0hKfReGbcxC8NsbwMOzw3M=" providerId="None" clId="Web-{CBAA10CE-1EF7-4E2F-B4AA-395BDB84BB7E}"/>
    <pc:docChg chg="modSld">
      <pc:chgData name="Tiffany Zheng" userId="gWuaQmPgLUztr3aSGVr7O0hKfReGbcxC8NsbwMOzw3M=" providerId="None" clId="Web-{CBAA10CE-1EF7-4E2F-B4AA-395BDB84BB7E}" dt="2026-09-16T17:11:32.650" v="1" actId="20577"/>
      <pc:docMkLst>
        <pc:docMk/>
      </pc:docMkLst>
      <pc:sldChg chg="modSp">
        <pc:chgData name="Tiffany Zheng" userId="gWuaQmPgLUztr3aSGVr7O0hKfReGbcxC8NsbwMOzw3M=" providerId="None" clId="Web-{CBAA10CE-1EF7-4E2F-B4AA-395BDB84BB7E}" dt="2026-09-16T17:11:32.650" v="1" actId="20577"/>
        <pc:sldMkLst>
          <pc:docMk/>
          <pc:sldMk cId="3399370913" sldId="559"/>
        </pc:sldMkLst>
        <pc:spChg chg="mod">
          <ac:chgData name="Tiffany Zheng" userId="gWuaQmPgLUztr3aSGVr7O0hKfReGbcxC8NsbwMOzw3M=" providerId="None" clId="Web-{CBAA10CE-1EF7-4E2F-B4AA-395BDB84BB7E}" dt="2026-09-16T17:11:32.650" v="1" actId="20577"/>
          <ac:spMkLst>
            <pc:docMk/>
            <pc:sldMk cId="3399370913" sldId="559"/>
            <ac:spMk id="3" creationId="{FACF5E8D-4AB4-475C-2479-D6355446FE71}"/>
          </ac:spMkLst>
        </pc:spChg>
      </pc:sldChg>
    </pc:docChg>
  </pc:docChgLst>
  <pc:docChgLst>
    <pc:chgData name="Tiffany Zheng" userId="gWuaQmPgLUztr3aSGVr7O0hKfReGbcxC8NsbwMOzw3M=" providerId="None" clId="Web-{D495C0A4-9FFE-431F-8838-8310936CBDAC}"/>
    <pc:docChg chg="addSld modSld sldOrd modSection">
      <pc:chgData name="Tiffany Zheng" userId="gWuaQmPgLUztr3aSGVr7O0hKfReGbcxC8NsbwMOzw3M=" providerId="None" clId="Web-{D495C0A4-9FFE-431F-8838-8310936CBDAC}" dt="2026-09-15T18:40:56.654" v="7"/>
      <pc:docMkLst>
        <pc:docMk/>
      </pc:docMkLst>
      <pc:sldChg chg="delSp new ord">
        <pc:chgData name="Tiffany Zheng" userId="gWuaQmPgLUztr3aSGVr7O0hKfReGbcxC8NsbwMOzw3M=" providerId="None" clId="Web-{D495C0A4-9FFE-431F-8838-8310936CBDAC}" dt="2026-09-15T18:40:56.654" v="7"/>
        <pc:sldMkLst>
          <pc:docMk/>
          <pc:sldMk cId="3785372148" sldId="566"/>
        </pc:sldMkLst>
        <pc:spChg chg="del">
          <ac:chgData name="Tiffany Zheng" userId="gWuaQmPgLUztr3aSGVr7O0hKfReGbcxC8NsbwMOzw3M=" providerId="None" clId="Web-{D495C0A4-9FFE-431F-8838-8310936CBDAC}" dt="2026-09-15T18:40:56.654" v="7"/>
          <ac:spMkLst>
            <pc:docMk/>
            <pc:sldMk cId="3785372148" sldId="566"/>
            <ac:spMk id="2" creationId="{1D5345FD-9713-46C8-2325-66EC817FB006}"/>
          </ac:spMkLst>
        </pc:spChg>
        <pc:spChg chg="del">
          <ac:chgData name="Tiffany Zheng" userId="gWuaQmPgLUztr3aSGVr7O0hKfReGbcxC8NsbwMOzw3M=" providerId="None" clId="Web-{D495C0A4-9FFE-431F-8838-8310936CBDAC}" dt="2026-09-15T18:40:47.685" v="3"/>
          <ac:spMkLst>
            <pc:docMk/>
            <pc:sldMk cId="3785372148" sldId="566"/>
            <ac:spMk id="3" creationId="{82D8134D-6E16-80AE-C731-5141BB482DE9}"/>
          </ac:spMkLst>
        </pc:spChg>
        <pc:spChg chg="del">
          <ac:chgData name="Tiffany Zheng" userId="gWuaQmPgLUztr3aSGVr7O0hKfReGbcxC8NsbwMOzw3M=" providerId="None" clId="Web-{D495C0A4-9FFE-431F-8838-8310936CBDAC}" dt="2026-09-15T18:40:48.904" v="4"/>
          <ac:spMkLst>
            <pc:docMk/>
            <pc:sldMk cId="3785372148" sldId="566"/>
            <ac:spMk id="4" creationId="{86A0DDBC-DD13-78CB-A8CA-658BEEEB1E31}"/>
          </ac:spMkLst>
        </pc:spChg>
        <pc:spChg chg="del">
          <ac:chgData name="Tiffany Zheng" userId="gWuaQmPgLUztr3aSGVr7O0hKfReGbcxC8NsbwMOzw3M=" providerId="None" clId="Web-{D495C0A4-9FFE-431F-8838-8310936CBDAC}" dt="2026-09-15T18:40:50.326" v="5"/>
          <ac:spMkLst>
            <pc:docMk/>
            <pc:sldMk cId="3785372148" sldId="566"/>
            <ac:spMk id="5" creationId="{14133660-25F7-01D6-205C-E03EE08485ED}"/>
          </ac:spMkLst>
        </pc:spChg>
        <pc:spChg chg="del">
          <ac:chgData name="Tiffany Zheng" userId="gWuaQmPgLUztr3aSGVr7O0hKfReGbcxC8NsbwMOzw3M=" providerId="None" clId="Web-{D495C0A4-9FFE-431F-8838-8310936CBDAC}" dt="2026-09-15T18:40:51.935" v="6"/>
          <ac:spMkLst>
            <pc:docMk/>
            <pc:sldMk cId="3785372148" sldId="566"/>
            <ac:spMk id="6" creationId="{48CC003B-BEDD-5E17-A06E-7ED1B67B27A1}"/>
          </ac:spMkLst>
        </pc:spChg>
        <pc:spChg chg="del">
          <ac:chgData name="Tiffany Zheng" userId="gWuaQmPgLUztr3aSGVr7O0hKfReGbcxC8NsbwMOzw3M=" providerId="None" clId="Web-{D495C0A4-9FFE-431F-8838-8310936CBDAC}" dt="2026-09-15T18:40:46.310" v="2"/>
          <ac:spMkLst>
            <pc:docMk/>
            <pc:sldMk cId="3785372148" sldId="566"/>
            <ac:spMk id="9" creationId="{BCF049F3-C64D-7D4B-291F-9B30759F7B40}"/>
          </ac:spMkLst>
        </pc:spChg>
      </pc:sldChg>
    </pc:docChg>
  </pc:docChgLst>
  <pc:docChgLst>
    <pc:chgData name="Tiffany Zheng" userId="gWuaQmPgLUztr3aSGVr7O0hKfReGbcxC8NsbwMOzw3M=" providerId="None" clId="Web-{37C1BA59-D777-40A0-A0D3-048B7E3E544B}"/>
    <pc:docChg chg="modSld">
      <pc:chgData name="Tiffany Zheng" userId="gWuaQmPgLUztr3aSGVr7O0hKfReGbcxC8NsbwMOzw3M=" providerId="None" clId="Web-{37C1BA59-D777-40A0-A0D3-048B7E3E544B}" dt="2026-09-16T17:12:15.611" v="3" actId="20577"/>
      <pc:docMkLst>
        <pc:docMk/>
      </pc:docMkLst>
      <pc:sldChg chg="modSp">
        <pc:chgData name="Tiffany Zheng" userId="gWuaQmPgLUztr3aSGVr7O0hKfReGbcxC8NsbwMOzw3M=" providerId="None" clId="Web-{37C1BA59-D777-40A0-A0D3-048B7E3E544B}" dt="2026-09-16T17:12:15.611" v="3" actId="20577"/>
        <pc:sldMkLst>
          <pc:docMk/>
          <pc:sldMk cId="3399370913" sldId="559"/>
        </pc:sldMkLst>
        <pc:spChg chg="mod">
          <ac:chgData name="Tiffany Zheng" userId="gWuaQmPgLUztr3aSGVr7O0hKfReGbcxC8NsbwMOzw3M=" providerId="None" clId="Web-{37C1BA59-D777-40A0-A0D3-048B7E3E544B}" dt="2026-09-16T17:12:15.611" v="3" actId="20577"/>
          <ac:spMkLst>
            <pc:docMk/>
            <pc:sldMk cId="3399370913" sldId="559"/>
            <ac:spMk id="3" creationId="{FACF5E8D-4AB4-475C-2479-D6355446FE71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219456" y="8705088"/>
            <a:ext cx="338328" cy="22860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r">
              <a:defRPr sz="1200"/>
            </a:lvl1pPr>
          </a:lstStyle>
          <a:p>
            <a:pPr algn="l"/>
            <a:fld id="{614B4878-71CB-8F40-B9DD-F26F1F6CA014}" type="slidenum">
              <a:rPr lang="en-US" sz="600" smtClean="0">
                <a:solidFill>
                  <a:schemeClr val="bg1"/>
                </a:solidFill>
                <a:latin typeface="IBM Plex Sans Light" panose="020B0503050203000203" pitchFamily="34" charset="0"/>
                <a:ea typeface="IBM Plex Sans Light" charset="0"/>
                <a:cs typeface="IBM Plex Sans Light" charset="0"/>
              </a:rPr>
              <a:pPr algn="l"/>
              <a:t>‹#›</a:t>
            </a:fld>
            <a:endParaRPr lang="en-US" sz="600" dirty="0">
              <a:solidFill>
                <a:schemeClr val="bg1"/>
              </a:solidFill>
              <a:latin typeface="IBM Plex Sans Light" panose="020B0503050203000203" pitchFamily="34" charset="0"/>
              <a:ea typeface="IBM Plex Sans Light" charset="0"/>
              <a:cs typeface="IBM Plex Sans Light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630936" y="8705088"/>
            <a:ext cx="3657600" cy="22860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1200"/>
            </a:lvl1pPr>
          </a:lstStyle>
          <a:p>
            <a:r>
              <a:rPr lang="en-US" sz="600" dirty="0">
                <a:solidFill>
                  <a:schemeClr val="bg1"/>
                </a:solidFill>
                <a:latin typeface="IBM Plex Sans Light" panose="020B0503050203000203" pitchFamily="34" charset="0"/>
                <a:ea typeface="IBM Plex Sans Light" charset="0"/>
                <a:cs typeface="IBM Plex Sans Light" charset="0"/>
              </a:rPr>
              <a:t>Group Name / DOC ID / Month XX, 2022 / © 2022 IBM Corporation</a:t>
            </a:r>
          </a:p>
        </p:txBody>
      </p:sp>
    </p:spTree>
    <p:extLst>
      <p:ext uri="{BB962C8B-B14F-4D97-AF65-F5344CB8AC3E}">
        <p14:creationId xmlns:p14="http://schemas.microsoft.com/office/powerpoint/2010/main" val="448027815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06710" y="228600"/>
            <a:ext cx="6419088" cy="3612324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8" name="Notes Placeholder 7">
            <a:extLst>
              <a:ext uri="{FF2B5EF4-FFF2-40B4-BE49-F238E27FC236}">
                <a16:creationId xmlns:a16="http://schemas.microsoft.com/office/drawing/2014/main" id="{6ABF5568-9620-E34F-9423-054ABD0598F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206710" y="4087090"/>
            <a:ext cx="6419088" cy="4320309"/>
          </a:xfrm>
          <a:prstGeom prst="rect">
            <a:avLst/>
          </a:prstGeom>
        </p:spPr>
        <p:txBody>
          <a:bodyPr vert="horz" lIns="0" tIns="0" rIns="0" bIns="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300216" y="8705088"/>
            <a:ext cx="338328" cy="22860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r">
              <a:defRPr sz="600" b="0" i="0">
                <a:solidFill>
                  <a:schemeClr val="bg1"/>
                </a:solidFill>
                <a:latin typeface="IBM Plex Sans Light" panose="020B0503050203000203" pitchFamily="34" charset="0"/>
                <a:ea typeface="IBM Plex Sans Light" panose="020B0503050203000203" pitchFamily="34" charset="0"/>
                <a:cs typeface="IBM Plex Sans Light" panose="020B0503050203000203" pitchFamily="34" charset="0"/>
              </a:defRPr>
            </a:lvl1pPr>
          </a:lstStyle>
          <a:p>
            <a:fld id="{6E2E38B8-B0B4-AD41-AC6E-B781F46A9FD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219456" y="8705088"/>
            <a:ext cx="3657600" cy="22860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600" b="0" i="0">
                <a:solidFill>
                  <a:schemeClr val="bg1"/>
                </a:solidFill>
                <a:latin typeface="IBM Plex Sans Light" panose="020B0503050203000203" pitchFamily="34" charset="0"/>
                <a:ea typeface="IBM Plex Sans Light" panose="020B0503050203000203" pitchFamily="34" charset="0"/>
                <a:cs typeface="IBM Plex Sans Light" panose="020B0503050203000203" pitchFamily="34" charset="0"/>
              </a:defRPr>
            </a:lvl1pPr>
          </a:lstStyle>
          <a:p>
            <a:r>
              <a:rPr lang="en-US" dirty="0"/>
              <a:t>Footer</a:t>
            </a:r>
          </a:p>
        </p:txBody>
      </p:sp>
    </p:spTree>
    <p:extLst>
      <p:ext uri="{BB962C8B-B14F-4D97-AF65-F5344CB8AC3E}">
        <p14:creationId xmlns:p14="http://schemas.microsoft.com/office/powerpoint/2010/main" val="791598581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2438522" rtl="0" eaLnBrk="1" latinLnBrk="0" hangingPunct="1">
      <a:lnSpc>
        <a:spcPct val="110000"/>
      </a:lnSpc>
      <a:spcBef>
        <a:spcPts val="0"/>
      </a:spcBef>
      <a:defRPr sz="1200" b="0" i="0" kern="1200">
        <a:solidFill>
          <a:schemeClr val="bg1"/>
        </a:solidFill>
        <a:latin typeface="IBM Plex Sans Light" panose="020B0503050203000203" pitchFamily="34" charset="0"/>
        <a:ea typeface="+mn-ea"/>
        <a:cs typeface="+mn-cs"/>
      </a:defRPr>
    </a:lvl1pPr>
    <a:lvl2pPr marL="465690" indent="-452991" algn="l" defTabSz="2438522" rtl="0" eaLnBrk="1" latinLnBrk="0" hangingPunct="1">
      <a:lnSpc>
        <a:spcPct val="110000"/>
      </a:lnSpc>
      <a:spcBef>
        <a:spcPts val="0"/>
      </a:spcBef>
      <a:buFont typeface="IBM Plex Sans"/>
      <a:buChar char="–"/>
      <a:tabLst/>
      <a:defRPr sz="1200" b="0" i="0" kern="1200">
        <a:solidFill>
          <a:schemeClr val="bg1"/>
        </a:solidFill>
        <a:latin typeface="IBM Plex Sans Light" panose="020B0503050203000203" pitchFamily="34" charset="0"/>
        <a:ea typeface="+mn-ea"/>
        <a:cs typeface="+mn-cs"/>
      </a:defRPr>
    </a:lvl2pPr>
    <a:lvl3pPr marL="926638" indent="-463319" algn="l" defTabSz="2438522" rtl="0" eaLnBrk="1" latinLnBrk="0" hangingPunct="1">
      <a:lnSpc>
        <a:spcPct val="110000"/>
      </a:lnSpc>
      <a:spcBef>
        <a:spcPts val="0"/>
      </a:spcBef>
      <a:buFont typeface="IBM Plex Sans Light" panose="020B0604020202020204" pitchFamily="34" charset="0"/>
      <a:buChar char="•"/>
      <a:tabLst/>
      <a:defRPr sz="1200" b="0" i="0" kern="1200">
        <a:solidFill>
          <a:schemeClr val="bg1"/>
        </a:solidFill>
        <a:latin typeface="IBM Plex Sans Light" panose="020B0503050203000203" pitchFamily="34" charset="0"/>
        <a:ea typeface="+mn-ea"/>
        <a:cs typeface="+mn-cs"/>
      </a:defRPr>
    </a:lvl3pPr>
    <a:lvl4pPr marL="1682580" indent="-463319" algn="l" defTabSz="2438522" rtl="0" eaLnBrk="1" latinLnBrk="0" hangingPunct="1">
      <a:lnSpc>
        <a:spcPct val="110000"/>
      </a:lnSpc>
      <a:spcBef>
        <a:spcPts val="0"/>
      </a:spcBef>
      <a:buFont typeface="IBM Plex Sans Light"/>
      <a:buChar char="–"/>
      <a:tabLst/>
      <a:defRPr sz="1200" b="0" i="0" kern="1200">
        <a:solidFill>
          <a:schemeClr val="bg1"/>
        </a:solidFill>
        <a:latin typeface="IBM Plex Sans Light" panose="020B0503050203000203" pitchFamily="34" charset="0"/>
        <a:ea typeface="+mn-ea"/>
        <a:cs typeface="+mn-cs"/>
      </a:defRPr>
    </a:lvl4pPr>
    <a:lvl5pPr marL="465690" marR="0" indent="-452991" algn="l" defTabSz="2438522" rtl="0" eaLnBrk="1" fontAlgn="base" latinLnBrk="0" hangingPunct="1">
      <a:lnSpc>
        <a:spcPct val="100000"/>
      </a:lnSpc>
      <a:spcBef>
        <a:spcPts val="1600"/>
      </a:spcBef>
      <a:spcAft>
        <a:spcPct val="0"/>
      </a:spcAft>
      <a:buClr>
        <a:srgbClr val="000000"/>
      </a:buClr>
      <a:buSzTx/>
      <a:buFont typeface="IBM Plex Sans Light" charset="-120"/>
      <a:buChar char="»"/>
      <a:tabLst/>
      <a:defRPr sz="2000" b="0" i="0" kern="1200">
        <a:solidFill>
          <a:schemeClr val="bg1"/>
        </a:solidFill>
        <a:latin typeface="IBM Plex Sans Light" panose="020B0503050203000203" pitchFamily="34" charset="0"/>
        <a:ea typeface="+mn-ea"/>
        <a:cs typeface="+mn-cs"/>
      </a:defRPr>
    </a:lvl5pPr>
    <a:lvl6pPr marL="6096305" algn="l" defTabSz="2438522" rtl="0" eaLnBrk="1" latinLnBrk="0" hangingPunct="1">
      <a:defRPr sz="3200" kern="1200">
        <a:solidFill>
          <a:schemeClr val="tx1"/>
        </a:solidFill>
        <a:latin typeface="+mn-lt"/>
        <a:ea typeface="+mn-ea"/>
        <a:cs typeface="+mn-cs"/>
      </a:defRPr>
    </a:lvl6pPr>
    <a:lvl7pPr marL="7315566" algn="l" defTabSz="2438522" rtl="0" eaLnBrk="1" latinLnBrk="0" hangingPunct="1">
      <a:defRPr sz="3200" kern="1200">
        <a:solidFill>
          <a:schemeClr val="tx1"/>
        </a:solidFill>
        <a:latin typeface="+mn-lt"/>
        <a:ea typeface="+mn-ea"/>
        <a:cs typeface="+mn-cs"/>
      </a:defRPr>
    </a:lvl7pPr>
    <a:lvl8pPr marL="8534827" algn="l" defTabSz="2438522" rtl="0" eaLnBrk="1" latinLnBrk="0" hangingPunct="1">
      <a:defRPr sz="3200" kern="1200">
        <a:solidFill>
          <a:schemeClr val="tx1"/>
        </a:solidFill>
        <a:latin typeface="+mn-lt"/>
        <a:ea typeface="+mn-ea"/>
        <a:cs typeface="+mn-cs"/>
      </a:defRPr>
    </a:lvl8pPr>
    <a:lvl9pPr marL="9754088" algn="l" defTabSz="2438522" rtl="0" eaLnBrk="1" latinLnBrk="0" hangingPunct="1">
      <a:defRPr sz="3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40CE82-9F74-B791-EBAB-6417C23079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AF4915E-F4B3-AC97-1F27-7538BFB1ECC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06375" y="228600"/>
            <a:ext cx="6419850" cy="3611563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9A892ED-2C79-9942-DE62-67EA985DA5B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61085C-9662-7D8C-6FE6-EDD41905C59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2E38B8-B0B4-AD41-AC6E-B781F46A9FD3}" type="slidenum">
              <a:rPr lang="en-US" smtClean="0"/>
              <a:pPr/>
              <a:t>1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907E8C-6E19-66B8-B93E-B968D95ED5D8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 dirty="0"/>
              <a:t>Footer</a:t>
            </a:r>
          </a:p>
        </p:txBody>
      </p:sp>
    </p:spTree>
    <p:extLst>
      <p:ext uri="{BB962C8B-B14F-4D97-AF65-F5344CB8AC3E}">
        <p14:creationId xmlns:p14="http://schemas.microsoft.com/office/powerpoint/2010/main" val="268038034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06A5D6-E299-E0F3-B123-29F0E248B9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58B499B-A465-0DFA-2BA9-5DD4FA59EAC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06375" y="228600"/>
            <a:ext cx="6419850" cy="3611563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5D83665-9803-E55D-6DEC-0D006D467C6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C02D1F-A63F-0A19-1A0F-0197EBA6005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2E38B8-B0B4-AD41-AC6E-B781F46A9FD3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5EC047-9992-84CB-8031-8158CC8CA406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 dirty="0"/>
              <a:t>Footer</a:t>
            </a:r>
          </a:p>
        </p:txBody>
      </p:sp>
    </p:spTree>
    <p:extLst>
      <p:ext uri="{BB962C8B-B14F-4D97-AF65-F5344CB8AC3E}">
        <p14:creationId xmlns:p14="http://schemas.microsoft.com/office/powerpoint/2010/main" val="267604495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06375" y="228600"/>
            <a:ext cx="6419850" cy="361156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2438522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This slide answers the two most common enterprise concerns: 'Is Bob hallucinating?' and 'Will it break something?' Address both directly. The guardrails are a feature, not a limitation — they mean participants can explore confidently.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2E38B8-B0B4-AD41-AC6E-B781F46A9FD3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Footer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651583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84AA54-F522-34CE-3589-01B5AA1240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1D23F12-5700-241C-DBE0-5FD0CE69E6F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06375" y="228600"/>
            <a:ext cx="6419850" cy="3611563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6E6F8DF-407E-4822-C560-A33E233AF56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2438522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Before saying go — make sure everyone has their team number, library list set correctly, Object Browser showing source files, and the Bob chat panel open in Ask mode.</a:t>
            </a:r>
          </a:p>
          <a:p>
            <a:endParaRPr lang="en-B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03CFC1-6859-21C4-27E2-377E75B3D1A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2E38B8-B0B4-AD41-AC6E-B781F46A9FD3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13DC57-9C2B-3DA1-300E-A0859E10CD8C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 dirty="0"/>
              <a:t>Footer</a:t>
            </a:r>
          </a:p>
        </p:txBody>
      </p:sp>
    </p:spTree>
    <p:extLst>
      <p:ext uri="{BB962C8B-B14F-4D97-AF65-F5344CB8AC3E}">
        <p14:creationId xmlns:p14="http://schemas.microsoft.com/office/powerpoint/2010/main" val="174937540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06375" y="228600"/>
            <a:ext cx="6419850" cy="361156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Closing slide. Take 5 minutes for questions. Good follow-up topics: how does Bob handle larger applications, what about CI/CD integration, can it work with COBOL or CL programs.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2E38B8-B0B4-AD41-AC6E-B781F46A9FD3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Footer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15504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, image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 descr="Place imagery here">
            <a:extLst>
              <a:ext uri="{FF2B5EF4-FFF2-40B4-BE49-F238E27FC236}">
                <a16:creationId xmlns:a16="http://schemas.microsoft.com/office/drawing/2014/main" id="{EA7055A2-0B5C-73F2-C2DB-FC7245A7AB38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-1"/>
            <a:ext cx="24387175" cy="12195175"/>
          </a:xfrm>
          <a:solidFill>
            <a:srgbClr val="E0E0E0"/>
          </a:solidFill>
        </p:spPr>
        <p:txBody>
          <a:bodyPr anchor="ctr"/>
          <a:lstStyle>
            <a:lvl1pPr algn="ctr">
              <a:defRPr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Place imagery here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D404A9AD-5866-6BA4-C928-31A5F88EF1E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000" y="12166599"/>
            <a:ext cx="4942455" cy="1074293"/>
          </a:xfrm>
        </p:spPr>
        <p:txBody>
          <a:bodyPr anchor="b"/>
          <a:lstStyle>
            <a:lvl1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D4A8A02-E5FB-018D-1574-2015680C3A0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671501" y="12166600"/>
            <a:ext cx="4947412" cy="1077014"/>
          </a:xfrm>
        </p:spPr>
        <p:txBody>
          <a:bodyPr anchor="b"/>
          <a:lstStyle>
            <a:lvl1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pic>
        <p:nvPicPr>
          <p:cNvPr id="4" name="Picture 3" descr="IBM 8-bar logo">
            <a:extLst>
              <a:ext uri="{FF2B5EF4-FFF2-40B4-BE49-F238E27FC236}">
                <a16:creationId xmlns:a16="http://schemas.microsoft.com/office/drawing/2014/main" id="{09935B61-CCB4-2F0F-6720-2DE3FDE1A05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2373802" y="12577763"/>
            <a:ext cx="1538325" cy="572400"/>
          </a:xfrm>
          <a:prstGeom prst="rect">
            <a:avLst/>
          </a:prstGeom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3F3BE6BB-D7C0-3C9B-44F9-5D564E48D8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00" y="311151"/>
            <a:ext cx="10101072" cy="7308850"/>
          </a:xfrm>
        </p:spPr>
        <p:txBody>
          <a:bodyPr/>
          <a:lstStyle>
            <a:lvl1pPr>
              <a:lnSpc>
                <a:spcPct val="100000"/>
              </a:lnSpc>
              <a:defRPr sz="8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96795180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, cya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 descr="Blue 10 full slide background ">
            <a:extLst>
              <a:ext uri="{FF2B5EF4-FFF2-40B4-BE49-F238E27FC236}">
                <a16:creationId xmlns:a16="http://schemas.microsoft.com/office/drawing/2014/main" id="{8D23798D-A03E-2BC6-136A-14C1E387E723}"/>
              </a:ext>
            </a:extLst>
          </p:cNvPr>
          <p:cNvSpPr/>
          <p:nvPr userDrawn="1"/>
        </p:nvSpPr>
        <p:spPr bwMode="auto">
          <a:xfrm>
            <a:off x="0" y="-1"/>
            <a:ext cx="24387175" cy="12195175"/>
          </a:xfrm>
          <a:prstGeom prst="rect">
            <a:avLst/>
          </a:prstGeom>
          <a:solidFill>
            <a:srgbClr val="E5F6FF"/>
          </a:solidFill>
          <a:ln w="19050">
            <a:noFill/>
            <a:headEnd type="none" w="med" len="med"/>
            <a:tailEnd type="none" w="med" len="med"/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wrap="square" lIns="91440" tIns="91440" rIns="91440" bIns="9144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IBM Plex Sans Light"/>
              <a:buNone/>
              <a:tabLst/>
            </a:pPr>
            <a:endParaRPr kumimoji="0" lang="en-US" sz="14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+mn-lt"/>
            </a:endParaRPr>
          </a:p>
        </p:txBody>
      </p:sp>
      <p:pic>
        <p:nvPicPr>
          <p:cNvPr id="7" name="Picture 6" descr="IBM 8-bar logo">
            <a:extLst>
              <a:ext uri="{FF2B5EF4-FFF2-40B4-BE49-F238E27FC236}">
                <a16:creationId xmlns:a16="http://schemas.microsoft.com/office/drawing/2014/main" id="{B4B109D8-FCAE-74D0-0B39-85BF626C84C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2373802" y="12577763"/>
            <a:ext cx="1538325" cy="572400"/>
          </a:xfrm>
          <a:prstGeom prst="rect">
            <a:avLst/>
          </a:prstGeom>
        </p:spPr>
      </p:pic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A9FACBA3-656A-1C9D-A350-7759736DCC4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000" y="12166599"/>
            <a:ext cx="4942455" cy="1074293"/>
          </a:xfrm>
        </p:spPr>
        <p:txBody>
          <a:bodyPr anchor="b"/>
          <a:lstStyle>
            <a:lvl1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FA47F09F-F9D8-7B01-E53E-EE9451C6A6E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671501" y="12166600"/>
            <a:ext cx="4947412" cy="1077014"/>
          </a:xfrm>
        </p:spPr>
        <p:txBody>
          <a:bodyPr anchor="b"/>
          <a:lstStyle>
            <a:lvl1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B8FFB679-F0FF-1DD1-8243-9D4ADEF388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00" y="311151"/>
            <a:ext cx="10101072" cy="7308850"/>
          </a:xfrm>
        </p:spPr>
        <p:txBody>
          <a:bodyPr/>
          <a:lstStyle>
            <a:lvl1pPr>
              <a:lnSpc>
                <a:spcPct val="100000"/>
              </a:lnSpc>
              <a:defRPr sz="8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8670438"/>
      </p:ext>
    </p:extLst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, plai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IBM 8-bar logo">
            <a:extLst>
              <a:ext uri="{FF2B5EF4-FFF2-40B4-BE49-F238E27FC236}">
                <a16:creationId xmlns:a16="http://schemas.microsoft.com/office/drawing/2014/main" id="{E4F73B63-FCC7-DAFC-5E97-E0D29B2DBF2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2373802" y="12577763"/>
            <a:ext cx="1538325" cy="572400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31EEBBCD-6628-78CD-1209-20B2834A64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00" y="311150"/>
            <a:ext cx="10101072" cy="10356850"/>
          </a:xfrm>
        </p:spPr>
        <p:txBody>
          <a:bodyPr/>
          <a:lstStyle>
            <a:lvl1pPr>
              <a:lnSpc>
                <a:spcPct val="100000"/>
              </a:lnSpc>
              <a:defRPr sz="8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24878651"/>
      </p:ext>
    </p:extLst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, plain, labe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3A2629C-3C99-5809-3D6C-46ACEB922F7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76000" y="12479147"/>
            <a:ext cx="11038445" cy="762000"/>
          </a:xfrm>
        </p:spPr>
        <p:txBody>
          <a:bodyPr anchor="b"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4" name="Picture 3" descr="IBM 8-bar logo">
            <a:extLst>
              <a:ext uri="{FF2B5EF4-FFF2-40B4-BE49-F238E27FC236}">
                <a16:creationId xmlns:a16="http://schemas.microsoft.com/office/drawing/2014/main" id="{81A5AEF9-6465-6773-9724-1305F824537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2373802" y="12577763"/>
            <a:ext cx="1538325" cy="572400"/>
          </a:xfrm>
          <a:prstGeom prst="rect">
            <a:avLst/>
          </a:prstGeom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D0F40089-D6C5-B905-B7FE-24BFF3580F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00" y="311150"/>
            <a:ext cx="10101072" cy="10356850"/>
          </a:xfrm>
        </p:spPr>
        <p:txBody>
          <a:bodyPr/>
          <a:lstStyle>
            <a:lvl1pPr>
              <a:lnSpc>
                <a:spcPct val="100000"/>
              </a:lnSpc>
              <a:defRPr sz="8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7174950"/>
      </p:ext>
    </p:extLst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, imagery, half 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 descr="Place imagery here">
            <a:extLst>
              <a:ext uri="{FF2B5EF4-FFF2-40B4-BE49-F238E27FC236}">
                <a16:creationId xmlns:a16="http://schemas.microsoft.com/office/drawing/2014/main" id="{9CD5B627-E439-376E-A00C-87BAFF059FD8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12763499" y="571499"/>
            <a:ext cx="11043132" cy="12578663"/>
          </a:xfrm>
          <a:solidFill>
            <a:srgbClr val="E0E0E0"/>
          </a:solidFill>
        </p:spPr>
        <p:txBody>
          <a:bodyPr anchor="ctr"/>
          <a:lstStyle>
            <a:lvl1pPr algn="ctr">
              <a:defRPr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Place imagery here</a:t>
            </a:r>
          </a:p>
        </p:txBody>
      </p:sp>
      <p:pic>
        <p:nvPicPr>
          <p:cNvPr id="3" name="Picture 2" descr="IBM 8-bar logo">
            <a:extLst>
              <a:ext uri="{FF2B5EF4-FFF2-40B4-BE49-F238E27FC236}">
                <a16:creationId xmlns:a16="http://schemas.microsoft.com/office/drawing/2014/main" id="{5C99EA1F-50F2-8D44-9784-4C9D5555535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80086" y="12577763"/>
            <a:ext cx="1538325" cy="572400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EC22CE22-4A72-C394-2534-3F9CEE5942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00" y="311150"/>
            <a:ext cx="10101072" cy="10356850"/>
          </a:xfrm>
        </p:spPr>
        <p:txBody>
          <a:bodyPr/>
          <a:lstStyle>
            <a:lvl1pPr>
              <a:lnSpc>
                <a:spcPct val="100000"/>
              </a:lnSpc>
              <a:defRPr sz="8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2614004"/>
      </p:ext>
    </p:extLst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, imagery, half, labe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76E74B7-8F2A-46A5-97C4-76677246CFA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76000" y="576072"/>
            <a:ext cx="10099675" cy="571500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2"/>
                </a:solidFill>
              </a:defRPr>
            </a:lvl1pPr>
            <a:lvl2pPr>
              <a:spcBef>
                <a:spcPts val="0"/>
              </a:spcBef>
              <a:defRPr/>
            </a:lvl2pPr>
            <a:lvl3pPr>
              <a:spcBef>
                <a:spcPts val="0"/>
              </a:spcBef>
              <a:defRPr/>
            </a:lvl3pPr>
            <a:lvl4pPr>
              <a:spcBef>
                <a:spcPts val="0"/>
              </a:spcBef>
              <a:defRPr/>
            </a:lvl4pPr>
            <a:lvl5pPr>
              <a:spcBef>
                <a:spcPts val="0"/>
              </a:spcBef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13A412C-EE28-6248-612D-41BAAD7F00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00" y="1512000"/>
            <a:ext cx="10099675" cy="9147175"/>
          </a:xfrm>
        </p:spPr>
        <p:txBody>
          <a:bodyPr/>
          <a:lstStyle>
            <a:lvl1pPr>
              <a:lnSpc>
                <a:spcPct val="100000"/>
              </a:lnSpc>
              <a:defRPr sz="8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3" name="Picture 2" descr="IBM 8-bar logo">
            <a:extLst>
              <a:ext uri="{FF2B5EF4-FFF2-40B4-BE49-F238E27FC236}">
                <a16:creationId xmlns:a16="http://schemas.microsoft.com/office/drawing/2014/main" id="{0A3BE97F-BB78-DA67-3A9B-B2FBFA0DFC6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80086" y="12577763"/>
            <a:ext cx="1538325" cy="572400"/>
          </a:xfrm>
          <a:prstGeom prst="rect">
            <a:avLst/>
          </a:prstGeom>
        </p:spPr>
      </p:pic>
      <p:sp>
        <p:nvSpPr>
          <p:cNvPr id="6" name="Picture Placeholder 6" descr="Place imagery here">
            <a:extLst>
              <a:ext uri="{FF2B5EF4-FFF2-40B4-BE49-F238E27FC236}">
                <a16:creationId xmlns:a16="http://schemas.microsoft.com/office/drawing/2014/main" id="{54AE768F-E6B1-F789-5E61-E59B3DBA779A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12763499" y="569913"/>
            <a:ext cx="11043132" cy="12580250"/>
          </a:xfrm>
          <a:solidFill>
            <a:srgbClr val="E0E0E0"/>
          </a:solidFill>
        </p:spPr>
        <p:txBody>
          <a:bodyPr anchor="ctr"/>
          <a:lstStyle>
            <a:lvl1pPr algn="ctr">
              <a:defRPr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Place imagery here</a:t>
            </a:r>
          </a:p>
        </p:txBody>
      </p:sp>
    </p:spTree>
    <p:extLst>
      <p:ext uri="{BB962C8B-B14F-4D97-AF65-F5344CB8AC3E}">
        <p14:creationId xmlns:p14="http://schemas.microsoft.com/office/powerpoint/2010/main" val="3340209367"/>
      </p:ext>
    </p:extLst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B36957-63E4-1587-AB6D-C18AE4E04D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00" y="384048"/>
            <a:ext cx="4942078" cy="4210050"/>
          </a:xfrm>
        </p:spPr>
        <p:txBody>
          <a:bodyPr/>
          <a:lstStyle>
            <a:lvl1pPr>
              <a:lnSpc>
                <a:spcPct val="100000"/>
              </a:lnSpc>
              <a:defRPr sz="68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675443B4-0187-FC99-0FDE-8EB191B6CEF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2766675" y="574675"/>
            <a:ext cx="4953000" cy="11617318"/>
          </a:xfrm>
        </p:spPr>
        <p:txBody>
          <a:bodyPr/>
          <a:lstStyle>
            <a:lvl1pPr defTabSz="1161288">
              <a:spcBef>
                <a:spcPts val="0"/>
              </a:spcBef>
              <a:defRPr>
                <a:solidFill>
                  <a:schemeClr val="tx1"/>
                </a:solidFill>
              </a:defRPr>
            </a:lvl1pPr>
            <a:lvl2pPr defTabSz="1161288">
              <a:spcBef>
                <a:spcPts val="0"/>
              </a:spcBef>
              <a:defRPr>
                <a:solidFill>
                  <a:schemeClr val="tx1"/>
                </a:solidFill>
              </a:defRPr>
            </a:lvl2pPr>
            <a:lvl3pPr defTabSz="1161288">
              <a:spcBef>
                <a:spcPts val="0"/>
              </a:spcBef>
              <a:defRPr>
                <a:solidFill>
                  <a:schemeClr val="tx1"/>
                </a:solidFill>
              </a:defRPr>
            </a:lvl3pPr>
            <a:lvl4pPr defTabSz="1161288">
              <a:spcBef>
                <a:spcPts val="0"/>
              </a:spcBef>
              <a:defRPr>
                <a:solidFill>
                  <a:schemeClr val="tx1"/>
                </a:solidFill>
              </a:defRPr>
            </a:lvl4pPr>
            <a:lvl5pPr defTabSz="1161288"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5A647AD3-098B-D1AB-C8D8-463E38402F9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8862676" y="574675"/>
            <a:ext cx="4941888" cy="11620500"/>
          </a:xfrm>
        </p:spPr>
        <p:txBody>
          <a:bodyPr/>
          <a:lstStyle>
            <a:lvl1pPr defTabSz="1161288">
              <a:spcBef>
                <a:spcPts val="0"/>
              </a:spcBef>
              <a:defRPr>
                <a:solidFill>
                  <a:schemeClr val="tx1"/>
                </a:solidFill>
              </a:defRPr>
            </a:lvl1pPr>
            <a:lvl2pPr defTabSz="1161288">
              <a:spcBef>
                <a:spcPts val="0"/>
              </a:spcBef>
              <a:defRPr>
                <a:solidFill>
                  <a:schemeClr val="tx1"/>
                </a:solidFill>
              </a:defRPr>
            </a:lvl2pPr>
            <a:lvl3pPr defTabSz="1161288">
              <a:spcBef>
                <a:spcPts val="0"/>
              </a:spcBef>
              <a:defRPr>
                <a:solidFill>
                  <a:schemeClr val="tx1"/>
                </a:solidFill>
              </a:defRPr>
            </a:lvl3pPr>
            <a:lvl4pPr defTabSz="1161288">
              <a:spcBef>
                <a:spcPts val="0"/>
              </a:spcBef>
              <a:defRPr>
                <a:solidFill>
                  <a:schemeClr val="tx1"/>
                </a:solidFill>
              </a:defRPr>
            </a:lvl4pPr>
            <a:lvl5pPr defTabSz="1161288"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028AA764-A00C-AFFF-7F3F-49A733DCD474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76000" y="12816000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">
            <a:extLst>
              <a:ext uri="{FF2B5EF4-FFF2-40B4-BE49-F238E27FC236}">
                <a16:creationId xmlns:a16="http://schemas.microsoft.com/office/drawing/2014/main" id="{D5D1D2A7-CF30-5698-14FC-F71CB82D5BCC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515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4303940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/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ivi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B36957-63E4-1587-AB6D-C18AE4E04D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00" y="384048"/>
            <a:ext cx="11036491" cy="2663825"/>
          </a:xfrm>
        </p:spPr>
        <p:txBody>
          <a:bodyPr rIns="457200"/>
          <a:lstStyle>
            <a:lvl1pPr>
              <a:lnSpc>
                <a:spcPct val="100000"/>
              </a:lnSpc>
              <a:defRPr sz="68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42F412B5-726F-373A-86F7-2FBA60F14014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76000" y="12816000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6E2B1415-A9D9-645B-4DF0-7D16976DF727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515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2839104"/>
      </p:ext>
    </p:extLst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rge tex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3C7EC0-4BFB-A603-5703-0D692C6269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00" y="309600"/>
            <a:ext cx="17141825" cy="8832850"/>
          </a:xfrm>
        </p:spPr>
        <p:txBody>
          <a:bodyPr/>
          <a:lstStyle>
            <a:lvl1pPr>
              <a:defRPr sz="16800" b="0" i="0">
                <a:solidFill>
                  <a:schemeClr val="tx2"/>
                </a:solidFill>
                <a:latin typeface="IBM Plex Sans ExtLt" panose="020B0303050203000203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B98A3D4B-A3E1-0D38-F80E-1D86FCFA4DAE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76000" y="12816000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3CF46425-C9F2-46CE-AAEE-89D8A19E0F2E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515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1808370"/>
      </p:ext>
    </p:extLst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llout, headlin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B36957-63E4-1587-AB6D-C18AE4E04D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00" y="384048"/>
            <a:ext cx="9909175" cy="4209670"/>
          </a:xfrm>
        </p:spPr>
        <p:txBody>
          <a:bodyPr/>
          <a:lstStyle>
            <a:lvl1pPr>
              <a:lnSpc>
                <a:spcPct val="100000"/>
              </a:lnSpc>
              <a:defRPr sz="68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354631A-4ED7-F527-1CBC-9AF7BE2CB67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2780000" y="384048"/>
            <a:ext cx="11042073" cy="8778494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6800">
                <a:solidFill>
                  <a:schemeClr val="tx2"/>
                </a:solidFill>
              </a:defRPr>
            </a:lvl1pPr>
            <a:lvl2pPr marL="585216" indent="-585216">
              <a:lnSpc>
                <a:spcPct val="100000"/>
              </a:lnSpc>
              <a:spcBef>
                <a:spcPts val="0"/>
              </a:spcBef>
              <a:defRPr sz="6800">
                <a:solidFill>
                  <a:schemeClr val="tx2"/>
                </a:solidFill>
              </a:defRPr>
            </a:lvl2pPr>
            <a:lvl3pPr marL="1097280" indent="-585216">
              <a:lnSpc>
                <a:spcPct val="100000"/>
              </a:lnSpc>
              <a:spcBef>
                <a:spcPts val="0"/>
              </a:spcBef>
              <a:defRPr sz="6800">
                <a:solidFill>
                  <a:schemeClr val="tx2"/>
                </a:solidFill>
              </a:defRPr>
            </a:lvl3pPr>
            <a:lvl4pPr marL="1755648">
              <a:lnSpc>
                <a:spcPct val="100000"/>
              </a:lnSpc>
              <a:spcBef>
                <a:spcPts val="0"/>
              </a:spcBef>
              <a:defRPr sz="6800">
                <a:solidFill>
                  <a:schemeClr val="tx2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6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20FC8337-4A61-6950-CEE5-DDB270D10746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76000" y="12816000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id="{F8F57643-D39B-662E-5D14-6D9BFA200F39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515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2206079"/>
      </p:ext>
    </p:extLst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llout, stand-alon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949EB6B2-A4A6-F162-D0FE-417694FC70FD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76000" y="12816000"/>
            <a:ext cx="49434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4DAC6A96-E5C9-E8BD-2383-926167440939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515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E0CC16BE-B09A-0C84-8A0B-5FE3F85FB19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76000" y="309600"/>
            <a:ext cx="14649450" cy="10356265"/>
          </a:xfrm>
        </p:spPr>
        <p:txBody>
          <a:bodyPr/>
          <a:lstStyle>
            <a:lvl1pPr>
              <a:lnSpc>
                <a:spcPct val="100000"/>
              </a:lnSpc>
              <a:defRPr sz="8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71603199"/>
      </p:ext>
    </p:extLst>
  </p:cSld>
  <p:clrMapOvr>
    <a:masterClrMapping/>
  </p:clrMapOvr>
  <p:transition spd="med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ta, 2 callouts, vertica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D5E03B0-C633-E81D-0D42-3FCCAFD64B0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000" y="576072"/>
            <a:ext cx="7623175" cy="7043928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4200">
                <a:solidFill>
                  <a:schemeClr val="tx1"/>
                </a:solidFill>
              </a:defRPr>
            </a:lvl1pPr>
            <a:lvl2pPr marL="402336" indent="-402336">
              <a:lnSpc>
                <a:spcPct val="100000"/>
              </a:lnSpc>
              <a:spcBef>
                <a:spcPts val="0"/>
              </a:spcBef>
              <a:defRPr sz="4200">
                <a:solidFill>
                  <a:schemeClr val="tx1"/>
                </a:solidFill>
              </a:defRPr>
            </a:lvl2pPr>
            <a:lvl3pPr marL="804672" indent="-402336">
              <a:lnSpc>
                <a:spcPct val="100000"/>
              </a:lnSpc>
              <a:spcBef>
                <a:spcPts val="0"/>
              </a:spcBef>
              <a:defRPr sz="4200">
                <a:solidFill>
                  <a:schemeClr val="tx1"/>
                </a:solidFill>
              </a:defRPr>
            </a:lvl3pPr>
            <a:lvl4pPr marL="1115568" indent="-402336">
              <a:lnSpc>
                <a:spcPct val="100000"/>
              </a:lnSpc>
              <a:spcBef>
                <a:spcPts val="0"/>
              </a:spcBef>
              <a:defRPr sz="4200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4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DB20D7FD-6784-59C5-938D-4728A153F52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76000" y="9628222"/>
            <a:ext cx="11050588" cy="3353065"/>
          </a:xfrm>
        </p:spPr>
        <p:txBody>
          <a:bodyPr anchor="b"/>
          <a:lstStyle>
            <a:lvl1pPr>
              <a:lnSpc>
                <a:spcPct val="90000"/>
              </a:lnSpc>
              <a:spcBef>
                <a:spcPts val="0"/>
              </a:spcBef>
              <a:defRPr sz="25200" b="0" i="0">
                <a:solidFill>
                  <a:schemeClr val="accent1"/>
                </a:solidFill>
                <a:latin typeface="IBM Plex Sans ExtLt" panose="020B0303050203000203" pitchFamily="34" charset="0"/>
              </a:defRPr>
            </a:lvl1pPr>
          </a:lstStyle>
          <a:p>
            <a:r>
              <a:rPr lang="en-US" dirty="0"/>
              <a:t>↗︎00M</a:t>
            </a:r>
          </a:p>
        </p:txBody>
      </p:sp>
      <p:cxnSp>
        <p:nvCxnSpPr>
          <p:cNvPr id="9" name="Straight Connector 8" descr="Vertical column divider">
            <a:extLst>
              <a:ext uri="{FF2B5EF4-FFF2-40B4-BE49-F238E27FC236}">
                <a16:creationId xmlns:a16="http://schemas.microsoft.com/office/drawing/2014/main" id="{1C44518A-7FBB-67DA-E35B-8BC0AAFC6062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12193587" y="569913"/>
            <a:ext cx="0" cy="11625262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A7285B0-4A1E-8885-0C0E-77D0ECA9CAC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780000" y="576072"/>
            <a:ext cx="7620000" cy="7043928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4200">
                <a:solidFill>
                  <a:schemeClr val="tx1"/>
                </a:solidFill>
              </a:defRPr>
            </a:lvl1pPr>
            <a:lvl2pPr marL="402336" indent="-402336">
              <a:lnSpc>
                <a:spcPct val="100000"/>
              </a:lnSpc>
              <a:spcBef>
                <a:spcPts val="0"/>
              </a:spcBef>
              <a:defRPr sz="4200">
                <a:solidFill>
                  <a:schemeClr val="tx1"/>
                </a:solidFill>
              </a:defRPr>
            </a:lvl2pPr>
            <a:lvl3pPr marL="804672" indent="-402336">
              <a:lnSpc>
                <a:spcPct val="100000"/>
              </a:lnSpc>
              <a:spcBef>
                <a:spcPts val="0"/>
              </a:spcBef>
              <a:defRPr sz="4200">
                <a:solidFill>
                  <a:schemeClr val="tx1"/>
                </a:solidFill>
              </a:defRPr>
            </a:lvl3pPr>
            <a:lvl4pPr marL="1115568" indent="-402336">
              <a:lnSpc>
                <a:spcPct val="100000"/>
              </a:lnSpc>
              <a:spcBef>
                <a:spcPts val="0"/>
              </a:spcBef>
              <a:defRPr sz="4200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4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5F395CBF-E65B-9A42-BAE5-C2B2BD9B7BD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2780000" y="9628222"/>
            <a:ext cx="11049000" cy="3354293"/>
          </a:xfrm>
        </p:spPr>
        <p:txBody>
          <a:bodyPr anchor="b"/>
          <a:lstStyle>
            <a:lvl1pPr>
              <a:lnSpc>
                <a:spcPct val="90000"/>
              </a:lnSpc>
              <a:spcBef>
                <a:spcPts val="0"/>
              </a:spcBef>
              <a:defRPr sz="25200" b="0" i="0">
                <a:solidFill>
                  <a:schemeClr val="accent1"/>
                </a:solidFill>
                <a:latin typeface="IBM Plex Sans ExtLt" panose="020B0303050203000203" pitchFamily="34" charset="0"/>
              </a:defRPr>
            </a:lvl1pPr>
          </a:lstStyle>
          <a:p>
            <a:r>
              <a:rPr lang="en-US" dirty="0"/>
              <a:t>+00%</a:t>
            </a:r>
          </a:p>
        </p:txBody>
      </p:sp>
      <p:sp>
        <p:nvSpPr>
          <p:cNvPr id="2" name="Footer Placeholder 3">
            <a:extLst>
              <a:ext uri="{FF2B5EF4-FFF2-40B4-BE49-F238E27FC236}">
                <a16:creationId xmlns:a16="http://schemas.microsoft.com/office/drawing/2014/main" id="{21A64AF3-E67B-E80B-A5D3-6B3533C87F91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76000" y="12816000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28C4F134-9B5D-407C-F525-B2FC25B7B5CD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515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47478196"/>
      </p:ext>
    </p:extLst>
  </p:cSld>
  <p:clrMapOvr>
    <a:masterClrMapping/>
  </p:clrMapOvr>
  <p:transition spd="med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ta, 3 callouts, vertica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26D02D-89A9-0455-FACB-7B6D03346E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72" y="576072"/>
            <a:ext cx="4949825" cy="3284728"/>
          </a:xfrm>
        </p:spPr>
        <p:txBody>
          <a:bodyPr/>
          <a:lstStyle>
            <a:lvl1pPr>
              <a:lnSpc>
                <a:spcPct val="110000"/>
              </a:lnSpc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BBB79390-98CC-5F62-D373-F6646F767DD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667500" y="385200"/>
            <a:ext cx="4951413" cy="1907912"/>
          </a:xfrm>
        </p:spPr>
        <p:txBody>
          <a:bodyPr/>
          <a:lstStyle>
            <a:lvl1pPr>
              <a:lnSpc>
                <a:spcPct val="90000"/>
              </a:lnSpc>
              <a:defRPr sz="13200">
                <a:solidFill>
                  <a:schemeClr val="accent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 dirty="0"/>
              <a:t>00%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DDE7F16-A938-0D17-3BFA-034F142A808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67500" y="2333067"/>
            <a:ext cx="4951413" cy="9862108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2pPr>
            <a:lvl3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3pPr>
            <a:lvl4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3516E6B1-7020-1EA5-CDD4-B1FC6CE2740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2780000" y="385200"/>
            <a:ext cx="4949825" cy="1906588"/>
          </a:xfrm>
        </p:spPr>
        <p:txBody>
          <a:bodyPr/>
          <a:lstStyle>
            <a:lvl1pPr>
              <a:lnSpc>
                <a:spcPct val="90000"/>
              </a:lnSpc>
              <a:defRPr sz="132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00%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F3FD8FB-143C-CB66-123C-0495EB1C33B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2780000" y="2334654"/>
            <a:ext cx="4953000" cy="9862108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2pPr>
            <a:lvl3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3pPr>
            <a:lvl4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AC11D906-6DD0-910D-48BA-0C197C90AA4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8859500" y="385200"/>
            <a:ext cx="4949825" cy="1903413"/>
          </a:xfrm>
        </p:spPr>
        <p:txBody>
          <a:bodyPr/>
          <a:lstStyle>
            <a:lvl1pPr>
              <a:lnSpc>
                <a:spcPct val="90000"/>
              </a:lnSpc>
              <a:defRPr sz="132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00%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BA1063D1-FD79-491C-791B-87858EA0CB8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8859500" y="2333067"/>
            <a:ext cx="4953000" cy="9862108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2pPr>
            <a:lvl3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3pPr>
            <a:lvl4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B7E465D-4B5F-2DAE-57C4-590983308A9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670675" y="12058650"/>
            <a:ext cx="4951413" cy="1143000"/>
          </a:xfrm>
        </p:spPr>
        <p:txBody>
          <a:bodyPr anchor="b"/>
          <a:lstStyle>
            <a:lvl1pPr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146304" indent="-146304"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292608" indent="-146304"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438912" indent="-146304"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856FFD0-F317-D3D7-DE9D-AA1F4AB27EEB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76000" y="12816000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899D670E-69CE-BB86-FB88-291343BDEE2E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515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83368050"/>
      </p:ext>
    </p:extLst>
  </p:cSld>
  <p:clrMapOvr>
    <a:masterClrMapping/>
  </p:clrMapOvr>
  <p:transition spd="med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ta, 2 callouts, horizonta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2C97FE8A-75E3-6FC8-02DD-50E0A4C8C95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667500" y="6594475"/>
            <a:ext cx="11045952" cy="5340096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8400">
                <a:solidFill>
                  <a:schemeClr val="tx1"/>
                </a:solidFill>
              </a:defRPr>
            </a:lvl1pPr>
            <a:lvl2pPr marL="786384" indent="-786384">
              <a:lnSpc>
                <a:spcPct val="100000"/>
              </a:lnSpc>
              <a:spcBef>
                <a:spcPts val="0"/>
              </a:spcBef>
              <a:defRPr sz="8400">
                <a:solidFill>
                  <a:schemeClr val="tx1"/>
                </a:solidFill>
              </a:defRPr>
            </a:lvl2pPr>
            <a:lvl3pPr marL="1499616" indent="-786384">
              <a:lnSpc>
                <a:spcPct val="100000"/>
              </a:lnSpc>
              <a:spcBef>
                <a:spcPts val="0"/>
              </a:spcBef>
              <a:defRPr sz="8400">
                <a:solidFill>
                  <a:schemeClr val="tx1"/>
                </a:solidFill>
              </a:defRPr>
            </a:lvl3pPr>
            <a:lvl4pPr marL="2286000" indent="-786384">
              <a:lnSpc>
                <a:spcPct val="100000"/>
              </a:lnSpc>
              <a:spcBef>
                <a:spcPts val="0"/>
              </a:spcBef>
              <a:defRPr sz="8400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8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4B48808-B77B-7E67-E7EA-BCC945D4D51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6000" y="309600"/>
            <a:ext cx="4949825" cy="5335586"/>
          </a:xfrm>
        </p:spPr>
        <p:txBody>
          <a:bodyPr/>
          <a:lstStyle>
            <a:lvl1pPr>
              <a:lnSpc>
                <a:spcPct val="100000"/>
              </a:lnSpc>
              <a:defRPr sz="84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+000%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8378CF2-9CD6-2749-A489-08A4608D0BD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667500" y="309600"/>
            <a:ext cx="11049000" cy="5335587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8400">
                <a:solidFill>
                  <a:schemeClr val="tx1"/>
                </a:solidFill>
              </a:defRPr>
            </a:lvl1pPr>
            <a:lvl2pPr marL="786384" indent="-786384">
              <a:lnSpc>
                <a:spcPct val="100000"/>
              </a:lnSpc>
              <a:spcBef>
                <a:spcPts val="0"/>
              </a:spcBef>
              <a:defRPr sz="8400">
                <a:solidFill>
                  <a:schemeClr val="tx1"/>
                </a:solidFill>
              </a:defRPr>
            </a:lvl2pPr>
            <a:lvl3pPr marL="1499616" indent="-786384">
              <a:lnSpc>
                <a:spcPct val="100000"/>
              </a:lnSpc>
              <a:spcBef>
                <a:spcPts val="0"/>
              </a:spcBef>
              <a:defRPr sz="8400">
                <a:solidFill>
                  <a:schemeClr val="tx1"/>
                </a:solidFill>
              </a:defRPr>
            </a:lvl3pPr>
            <a:lvl4pPr marL="2286000" indent="-786384">
              <a:lnSpc>
                <a:spcPct val="100000"/>
              </a:lnSpc>
              <a:spcBef>
                <a:spcPts val="0"/>
              </a:spcBef>
              <a:defRPr sz="8400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8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cxnSp>
        <p:nvCxnSpPr>
          <p:cNvPr id="10" name="Straight Connector 9" descr="Horizontal row divider">
            <a:extLst>
              <a:ext uri="{FF2B5EF4-FFF2-40B4-BE49-F238E27FC236}">
                <a16:creationId xmlns:a16="http://schemas.microsoft.com/office/drawing/2014/main" id="{3D81813D-DA09-FCA0-D570-1E2D428C59E9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577850" y="6097732"/>
            <a:ext cx="23234650" cy="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16C1F9D-1D2C-5BDA-E821-35CB4A8708F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76000" y="6594475"/>
            <a:ext cx="4946904" cy="5340096"/>
          </a:xfrm>
        </p:spPr>
        <p:txBody>
          <a:bodyPr/>
          <a:lstStyle>
            <a:lvl1pPr>
              <a:lnSpc>
                <a:spcPct val="100000"/>
              </a:lnSpc>
              <a:defRPr sz="8400">
                <a:solidFill>
                  <a:schemeClr val="accent1"/>
                </a:solidFill>
              </a:defRPr>
            </a:lvl1pPr>
            <a:lvl2pPr>
              <a:lnSpc>
                <a:spcPct val="100000"/>
              </a:lnSpc>
              <a:defRPr sz="8600">
                <a:solidFill>
                  <a:schemeClr val="accent1"/>
                </a:solidFill>
              </a:defRPr>
            </a:lvl2pPr>
            <a:lvl3pPr>
              <a:lnSpc>
                <a:spcPct val="100000"/>
              </a:lnSpc>
              <a:defRPr sz="8600">
                <a:solidFill>
                  <a:schemeClr val="accent1"/>
                </a:solidFill>
              </a:defRPr>
            </a:lvl3pPr>
            <a:lvl4pPr>
              <a:lnSpc>
                <a:spcPct val="100000"/>
              </a:lnSpc>
              <a:defRPr sz="8600">
                <a:solidFill>
                  <a:schemeClr val="accent1"/>
                </a:solidFill>
              </a:defRPr>
            </a:lvl4pPr>
            <a:lvl5pPr>
              <a:lnSpc>
                <a:spcPct val="100000"/>
              </a:lnSpc>
              <a:defRPr sz="860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+000M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B9ABB71-218D-3F6E-E3F7-5348FD395D22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76000" y="12816000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id="{B77BD92D-3A6C-2396-61D4-51D7CC5B1C0A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515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74764434"/>
      </p:ext>
    </p:extLst>
  </p:cSld>
  <p:clrMapOvr>
    <a:masterClrMapping/>
  </p:clrMapOvr>
  <p:transition spd="med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ta, 3 callouts, horizonta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26D02D-89A9-0455-FACB-7B6D03346E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72" y="576072"/>
            <a:ext cx="4949825" cy="3284728"/>
          </a:xfrm>
        </p:spPr>
        <p:txBody>
          <a:bodyPr/>
          <a:lstStyle>
            <a:lvl1pPr>
              <a:lnSpc>
                <a:spcPct val="110000"/>
              </a:lnSpc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BBB79390-98CC-5F62-D373-F6646F767DD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667500" y="384048"/>
            <a:ext cx="4951413" cy="2859087"/>
          </a:xfrm>
        </p:spPr>
        <p:txBody>
          <a:bodyPr/>
          <a:lstStyle>
            <a:lvl1pPr>
              <a:lnSpc>
                <a:spcPct val="90000"/>
              </a:lnSpc>
              <a:defRPr sz="13200">
                <a:solidFill>
                  <a:schemeClr val="accent1"/>
                </a:solidFill>
              </a:defRPr>
            </a:lvl1pPr>
            <a:lvl2pPr marL="0" indent="0">
              <a:buNone/>
              <a:defRPr/>
            </a:lvl2pPr>
          </a:lstStyle>
          <a:p>
            <a:r>
              <a:rPr lang="en-US" dirty="0"/>
              <a:t>00%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DDE7F16-A938-0D17-3BFA-034F142A808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763500" y="572897"/>
            <a:ext cx="7620000" cy="2859087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2pPr>
            <a:lvl3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3pPr>
            <a:lvl4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cxnSp>
        <p:nvCxnSpPr>
          <p:cNvPr id="17" name="Straight Connector 16" descr="Horizontal row divider">
            <a:extLst>
              <a:ext uri="{FF2B5EF4-FFF2-40B4-BE49-F238E27FC236}">
                <a16:creationId xmlns:a16="http://schemas.microsoft.com/office/drawing/2014/main" id="{1103109C-6DA9-8F27-B4B1-EE276442E489}"/>
              </a:ext>
            </a:extLst>
          </p:cNvPr>
          <p:cNvCxnSpPr/>
          <p:nvPr userDrawn="1"/>
        </p:nvCxnSpPr>
        <p:spPr bwMode="auto">
          <a:xfrm>
            <a:off x="6667500" y="4575175"/>
            <a:ext cx="17145000" cy="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3516E6B1-7020-1EA5-CDD4-B1FC6CE2740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667500" y="4957821"/>
            <a:ext cx="4951413" cy="2857506"/>
          </a:xfrm>
        </p:spPr>
        <p:txBody>
          <a:bodyPr/>
          <a:lstStyle>
            <a:lvl1pPr>
              <a:lnSpc>
                <a:spcPct val="90000"/>
              </a:lnSpc>
              <a:defRPr sz="132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00%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F3FD8FB-143C-CB66-123C-0495EB1C33B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2763500" y="5125969"/>
            <a:ext cx="7620000" cy="28575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2pPr>
            <a:lvl3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3pPr>
            <a:lvl4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cxnSp>
        <p:nvCxnSpPr>
          <p:cNvPr id="15" name="Straight Connector 14" descr="Horizontal row divider">
            <a:extLst>
              <a:ext uri="{FF2B5EF4-FFF2-40B4-BE49-F238E27FC236}">
                <a16:creationId xmlns:a16="http://schemas.microsoft.com/office/drawing/2014/main" id="{687931BB-B3EF-829C-B354-B048514D5138}"/>
              </a:ext>
            </a:extLst>
          </p:cNvPr>
          <p:cNvCxnSpPr/>
          <p:nvPr userDrawn="1"/>
        </p:nvCxnSpPr>
        <p:spPr bwMode="auto">
          <a:xfrm>
            <a:off x="6667500" y="9140825"/>
            <a:ext cx="17145000" cy="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AC11D906-6DD0-910D-48BA-0C197C90AA4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667501" y="9526645"/>
            <a:ext cx="4951411" cy="2668530"/>
          </a:xfrm>
        </p:spPr>
        <p:txBody>
          <a:bodyPr/>
          <a:lstStyle>
            <a:lvl1pPr>
              <a:lnSpc>
                <a:spcPct val="90000"/>
              </a:lnSpc>
              <a:defRPr sz="132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00%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BA1063D1-FD79-491C-791B-87858EA0CB8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2763500" y="9670409"/>
            <a:ext cx="7620000" cy="2524766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2pPr>
            <a:lvl3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3pPr>
            <a:lvl4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B7E465D-4B5F-2DAE-57C4-590983308A9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667500" y="12058650"/>
            <a:ext cx="4951413" cy="1143000"/>
          </a:xfrm>
        </p:spPr>
        <p:txBody>
          <a:bodyPr anchor="b"/>
          <a:lstStyle>
            <a:lvl1pPr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lnSpc>
                <a:spcPct val="120000"/>
              </a:lnSpc>
              <a:spcBef>
                <a:spcPts val="0"/>
              </a:spcBef>
              <a:defRPr sz="1600" b="0" i="0"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495C3AC-E4B9-F837-204B-FF01953D40BE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76000" y="12816000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22119C11-B0BD-168C-0C07-D70B259D3906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515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6111609"/>
      </p:ext>
    </p:extLst>
  </p:cSld>
  <p:clrMapOvr>
    <a:masterClrMapping/>
  </p:clrMapOvr>
  <p:transition spd="med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4 columns 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DD740D-848C-40A7-AB96-E7B74E0A80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00" y="576072"/>
            <a:ext cx="4942078" cy="1525588"/>
          </a:xfrm>
        </p:spPr>
        <p:txBody>
          <a:bodyPr/>
          <a:lstStyle>
            <a:lvl1pPr>
              <a:lnSpc>
                <a:spcPct val="110000"/>
              </a:lnSpc>
              <a:defRPr sz="28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C17B282-9F6A-839A-442D-69BC9DF3749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76000" y="3047999"/>
            <a:ext cx="4956175" cy="9153525"/>
          </a:xfrm>
        </p:spPr>
        <p:txBody>
          <a:bodyPr/>
          <a:lstStyle>
            <a:lvl1pPr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18288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36576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54864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9E6C7C8-F097-FDD3-FF97-3FC4133BC68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70675" y="3047999"/>
            <a:ext cx="4951413" cy="9153525"/>
          </a:xfrm>
        </p:spPr>
        <p:txBody>
          <a:bodyPr/>
          <a:lstStyle>
            <a:lvl1pPr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18288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36576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54864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E0B684B-61D6-CF9E-57FC-892D7CEE8D1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2780000" y="3047999"/>
            <a:ext cx="4953000" cy="9153525"/>
          </a:xfrm>
        </p:spPr>
        <p:txBody>
          <a:bodyPr/>
          <a:lstStyle>
            <a:lvl1pPr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18288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36576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54864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1E0D5184-93C0-B658-7967-FBC78C38A51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8862675" y="3047999"/>
            <a:ext cx="4959350" cy="9153525"/>
          </a:xfrm>
        </p:spPr>
        <p:txBody>
          <a:bodyPr/>
          <a:lstStyle>
            <a:lvl1pPr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18288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36576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54864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D830AE7-F6A6-A339-0B24-876A9554C9E3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76000" y="12816000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31A616C3-34A8-1D7A-67C9-8B76F2D30BD0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515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1313497"/>
      </p:ext>
    </p:extLst>
  </p:cSld>
  <p:clrMapOvr>
    <a:masterClrMapping/>
  </p:clrMapOvr>
  <p:transition spd="med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4 columns, short divider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DD740D-848C-40A7-AB96-E7B74E0A80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00" y="576072"/>
            <a:ext cx="4949825" cy="1525588"/>
          </a:xfrm>
        </p:spPr>
        <p:txBody>
          <a:bodyPr/>
          <a:lstStyle>
            <a:lvl1pPr>
              <a:lnSpc>
                <a:spcPct val="110000"/>
              </a:lnSpc>
              <a:defRPr sz="28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792CE3F-FA6A-2FE0-0146-4BFD45CF296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670675" y="576072"/>
            <a:ext cx="4956175" cy="1525587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182880" indent="-182880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365760" indent="-182880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548640" indent="-182880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cxnSp>
        <p:nvCxnSpPr>
          <p:cNvPr id="20" name="Straight Connector 19" descr="Vertical column divider">
            <a:extLst>
              <a:ext uri="{FF2B5EF4-FFF2-40B4-BE49-F238E27FC236}">
                <a16:creationId xmlns:a16="http://schemas.microsoft.com/office/drawing/2014/main" id="{ABAB2974-AD95-0BF2-C41A-265AEF03B4F7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6096000" y="3044825"/>
            <a:ext cx="0" cy="9145472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Straight Connector 20" descr="Vertical column divider">
            <a:extLst>
              <a:ext uri="{FF2B5EF4-FFF2-40B4-BE49-F238E27FC236}">
                <a16:creationId xmlns:a16="http://schemas.microsoft.com/office/drawing/2014/main" id="{CDB8CB8D-C4DB-E357-4948-59CD6A18A9DC}"/>
              </a:ext>
            </a:extLst>
          </p:cNvPr>
          <p:cNvCxnSpPr/>
          <p:nvPr userDrawn="1"/>
        </p:nvCxnSpPr>
        <p:spPr bwMode="auto">
          <a:xfrm>
            <a:off x="12188952" y="3044825"/>
            <a:ext cx="0" cy="915035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Straight Connector 21" descr="Vertical column divider">
            <a:extLst>
              <a:ext uri="{FF2B5EF4-FFF2-40B4-BE49-F238E27FC236}">
                <a16:creationId xmlns:a16="http://schemas.microsoft.com/office/drawing/2014/main" id="{8B5887E5-28C4-AA99-EBD5-E34B88F46F25}"/>
              </a:ext>
            </a:extLst>
          </p:cNvPr>
          <p:cNvCxnSpPr/>
          <p:nvPr userDrawn="1"/>
        </p:nvCxnSpPr>
        <p:spPr bwMode="auto">
          <a:xfrm>
            <a:off x="18288000" y="3044825"/>
            <a:ext cx="0" cy="915035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A5E154F-497D-F356-4526-C17B1B098AC9}"/>
              </a:ext>
            </a:extLst>
          </p:cNvPr>
          <p:cNvSpPr>
            <a:spLocks noGrp="1"/>
          </p:cNvSpPr>
          <p:nvPr userDrawn="1">
            <p:ph type="ftr" sz="quarter" idx="18"/>
          </p:nvPr>
        </p:nvSpPr>
        <p:spPr>
          <a:xfrm>
            <a:off x="576000" y="12816000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A3714515-3CA1-0F75-0503-3208A09DFA76}"/>
              </a:ext>
            </a:extLst>
          </p:cNvPr>
          <p:cNvSpPr txBox="1">
            <a:spLocks noGrp="1"/>
          </p:cNvSpPr>
          <p:nvPr userDrawn="1">
            <p:ph type="sldNum" sz="quarter" idx="4"/>
          </p:nvPr>
        </p:nvSpPr>
        <p:spPr>
          <a:xfrm>
            <a:off x="23541592" y="129515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4B531E36-2064-83A6-3D5A-E40E324F8495}"/>
              </a:ext>
            </a:extLst>
          </p:cNvPr>
          <p:cNvSpPr>
            <a:spLocks noGrp="1"/>
          </p:cNvSpPr>
          <p:nvPr userDrawn="1">
            <p:ph type="body" sz="quarter" idx="11"/>
          </p:nvPr>
        </p:nvSpPr>
        <p:spPr>
          <a:xfrm>
            <a:off x="582422" y="3047999"/>
            <a:ext cx="4956175" cy="9153525"/>
          </a:xfrm>
        </p:spPr>
        <p:txBody>
          <a:bodyPr/>
          <a:lstStyle>
            <a:lvl1pPr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18288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36576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54864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70587680-FBD6-A326-93E3-B3437A4124A3}"/>
              </a:ext>
            </a:extLst>
          </p:cNvPr>
          <p:cNvSpPr>
            <a:spLocks noGrp="1"/>
          </p:cNvSpPr>
          <p:nvPr userDrawn="1">
            <p:ph type="body" sz="quarter" idx="12"/>
          </p:nvPr>
        </p:nvSpPr>
        <p:spPr>
          <a:xfrm>
            <a:off x="6670675" y="3047999"/>
            <a:ext cx="4951413" cy="9153525"/>
          </a:xfrm>
        </p:spPr>
        <p:txBody>
          <a:bodyPr/>
          <a:lstStyle>
            <a:lvl1pPr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18288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36576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54864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3" name="Text Placeholder 8">
            <a:extLst>
              <a:ext uri="{FF2B5EF4-FFF2-40B4-BE49-F238E27FC236}">
                <a16:creationId xmlns:a16="http://schemas.microsoft.com/office/drawing/2014/main" id="{CAE80882-A798-33A6-BF3F-DF9C75646C23}"/>
              </a:ext>
            </a:extLst>
          </p:cNvPr>
          <p:cNvSpPr>
            <a:spLocks noGrp="1"/>
          </p:cNvSpPr>
          <p:nvPr userDrawn="1">
            <p:ph type="body" sz="quarter" idx="13"/>
          </p:nvPr>
        </p:nvSpPr>
        <p:spPr>
          <a:xfrm>
            <a:off x="12780000" y="3047999"/>
            <a:ext cx="4953000" cy="9153525"/>
          </a:xfrm>
        </p:spPr>
        <p:txBody>
          <a:bodyPr/>
          <a:lstStyle>
            <a:lvl1pPr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18288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36576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54864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5" name="Text Placeholder 10">
            <a:extLst>
              <a:ext uri="{FF2B5EF4-FFF2-40B4-BE49-F238E27FC236}">
                <a16:creationId xmlns:a16="http://schemas.microsoft.com/office/drawing/2014/main" id="{1809E051-5EDC-532B-0D86-AA9349AAA053}"/>
              </a:ext>
            </a:extLst>
          </p:cNvPr>
          <p:cNvSpPr>
            <a:spLocks noGrp="1"/>
          </p:cNvSpPr>
          <p:nvPr userDrawn="1">
            <p:ph type="body" sz="quarter" idx="14"/>
          </p:nvPr>
        </p:nvSpPr>
        <p:spPr>
          <a:xfrm>
            <a:off x="18862675" y="3047999"/>
            <a:ext cx="4959350" cy="9153525"/>
          </a:xfrm>
        </p:spPr>
        <p:txBody>
          <a:bodyPr/>
          <a:lstStyle>
            <a:lvl1pPr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18288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36576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54864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3152310234"/>
      </p:ext>
    </p:extLst>
  </p:cSld>
  <p:clrMapOvr>
    <a:masterClrMapping/>
  </p:clrMapOvr>
  <p:transition spd="med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4 columns, dividers, headline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DD740D-848C-40A7-AB96-E7B74E0A80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00" y="576071"/>
            <a:ext cx="4949825" cy="2468753"/>
          </a:xfrm>
        </p:spPr>
        <p:txBody>
          <a:bodyPr/>
          <a:lstStyle>
            <a:lvl1pPr>
              <a:lnSpc>
                <a:spcPct val="110000"/>
              </a:lnSpc>
              <a:defRPr sz="28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792CE3F-FA6A-2FE0-0146-4BFD45CF296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667500" y="576072"/>
            <a:ext cx="4956175" cy="1843037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9E6C7C8-F097-FDD3-FF97-3FC4133BC68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67500" y="3047999"/>
            <a:ext cx="4951413" cy="9156701"/>
          </a:xfrm>
        </p:spPr>
        <p:txBody>
          <a:bodyPr/>
          <a:lstStyle>
            <a:lvl1pPr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18288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36576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54864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793A9C8C-F98C-5899-BE8B-D1A544D66C6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2780000" y="576072"/>
            <a:ext cx="4953000" cy="1843037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E0B684B-61D6-CF9E-57FC-892D7CEE8D1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2780000" y="3048000"/>
            <a:ext cx="4953000" cy="9156700"/>
          </a:xfrm>
        </p:spPr>
        <p:txBody>
          <a:bodyPr/>
          <a:lstStyle>
            <a:lvl1pPr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18288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36576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54864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cxnSp>
        <p:nvCxnSpPr>
          <p:cNvPr id="14" name="Straight Connector 13" descr="Vertical column divider">
            <a:extLst>
              <a:ext uri="{FF2B5EF4-FFF2-40B4-BE49-F238E27FC236}">
                <a16:creationId xmlns:a16="http://schemas.microsoft.com/office/drawing/2014/main" id="{C6EB28FF-C21F-A83D-2D19-2242B76C6B09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6096000" y="570103"/>
            <a:ext cx="0" cy="1162208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Straight Connector 17" descr="Vertical column divider">
            <a:extLst>
              <a:ext uri="{FF2B5EF4-FFF2-40B4-BE49-F238E27FC236}">
                <a16:creationId xmlns:a16="http://schemas.microsoft.com/office/drawing/2014/main" id="{3D7A0E74-695D-C6F5-07CD-01209D58A70A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12188952" y="570103"/>
            <a:ext cx="0" cy="11625072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Straight Connector 18" descr="Vertical column divider">
            <a:extLst>
              <a:ext uri="{FF2B5EF4-FFF2-40B4-BE49-F238E27FC236}">
                <a16:creationId xmlns:a16="http://schemas.microsoft.com/office/drawing/2014/main" id="{19E1AC9A-B000-435B-E4BC-54B09FB7957C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18288000" y="570103"/>
            <a:ext cx="0" cy="1162208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2A62B128-D226-0D9B-89EC-51AFD07F30CF}"/>
              </a:ext>
            </a:extLst>
          </p:cNvPr>
          <p:cNvSpPr>
            <a:spLocks noGrp="1"/>
          </p:cNvSpPr>
          <p:nvPr userDrawn="1">
            <p:ph type="body" sz="quarter" idx="17"/>
          </p:nvPr>
        </p:nvSpPr>
        <p:spPr>
          <a:xfrm>
            <a:off x="18859500" y="576072"/>
            <a:ext cx="4959350" cy="1843037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1E0D5184-93C0-B658-7967-FBC78C38A518}"/>
              </a:ext>
            </a:extLst>
          </p:cNvPr>
          <p:cNvSpPr>
            <a:spLocks noGrp="1"/>
          </p:cNvSpPr>
          <p:nvPr userDrawn="1">
            <p:ph type="body" sz="quarter" idx="14"/>
          </p:nvPr>
        </p:nvSpPr>
        <p:spPr>
          <a:xfrm>
            <a:off x="18859500" y="3048000"/>
            <a:ext cx="4959350" cy="9156700"/>
          </a:xfrm>
        </p:spPr>
        <p:txBody>
          <a:bodyPr/>
          <a:lstStyle>
            <a:lvl1pPr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18288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36576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54864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C3F2C39-1D80-7B1C-F53D-B11D6327AF07}"/>
              </a:ext>
            </a:extLst>
          </p:cNvPr>
          <p:cNvSpPr>
            <a:spLocks noGrp="1"/>
          </p:cNvSpPr>
          <p:nvPr userDrawn="1">
            <p:ph type="ftr" sz="quarter" idx="18"/>
          </p:nvPr>
        </p:nvSpPr>
        <p:spPr>
          <a:xfrm>
            <a:off x="576000" y="12816000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56961C62-D766-8A68-1FA3-BF6BE095543D}"/>
              </a:ext>
            </a:extLst>
          </p:cNvPr>
          <p:cNvSpPr txBox="1">
            <a:spLocks noGrp="1"/>
          </p:cNvSpPr>
          <p:nvPr userDrawn="1">
            <p:ph type="sldNum" sz="quarter" idx="4"/>
          </p:nvPr>
        </p:nvSpPr>
        <p:spPr>
          <a:xfrm>
            <a:off x="23541592" y="129515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9707034"/>
      </p:ext>
    </p:extLst>
  </p:cSld>
  <p:clrMapOvr>
    <a:masterClrMapping/>
  </p:clrMapOvr>
  <p:transition spd="med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4 columns, dividers, pictogram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734332-B5B5-4358-3C72-8B35F374A8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72" y="576072"/>
            <a:ext cx="4949825" cy="2097087"/>
          </a:xfrm>
        </p:spPr>
        <p:txBody>
          <a:bodyPr/>
          <a:lstStyle>
            <a:lvl1pPr>
              <a:lnSpc>
                <a:spcPct val="110000"/>
              </a:lnSpc>
              <a:defRPr sz="2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59C4772-2960-241E-274D-18A4B5568DA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76000" y="3048000"/>
            <a:ext cx="4942078" cy="4578350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36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Picture Placeholder 13" descr="Place pictogram here">
            <a:extLst>
              <a:ext uri="{FF2B5EF4-FFF2-40B4-BE49-F238E27FC236}">
                <a16:creationId xmlns:a16="http://schemas.microsoft.com/office/drawing/2014/main" id="{637C5D5A-A533-DB2D-8BBE-C9DAA013CA01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667500" y="576072"/>
            <a:ext cx="1216152" cy="1216152"/>
          </a:xfrm>
        </p:spPr>
        <p:txBody>
          <a:bodyPr anchor="ctr"/>
          <a:lstStyle>
            <a:lvl1pPr algn="ctr">
              <a:defRPr sz="16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Pictogram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27CF39F-F0FC-7815-2582-A13E0599BC2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70675" y="3047999"/>
            <a:ext cx="4951413" cy="9153525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1pPr>
            <a:lvl2pPr marL="219456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2pPr>
            <a:lvl3pPr marL="438912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3pPr>
            <a:lvl4pPr marL="658368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5" name="Picture Placeholder 13" descr="Place pictogram here">
            <a:extLst>
              <a:ext uri="{FF2B5EF4-FFF2-40B4-BE49-F238E27FC236}">
                <a16:creationId xmlns:a16="http://schemas.microsoft.com/office/drawing/2014/main" id="{81413BEF-DDD1-548F-409B-224DE030B67E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12780000" y="576072"/>
            <a:ext cx="1216152" cy="1216152"/>
          </a:xfrm>
        </p:spPr>
        <p:txBody>
          <a:bodyPr anchor="ctr"/>
          <a:lstStyle>
            <a:lvl1pPr algn="ctr">
              <a:defRPr sz="16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Pictogram</a:t>
            </a:r>
          </a:p>
        </p:txBody>
      </p:sp>
      <p:sp>
        <p:nvSpPr>
          <p:cNvPr id="11" name="Text Placeholder 9">
            <a:extLst>
              <a:ext uri="{FF2B5EF4-FFF2-40B4-BE49-F238E27FC236}">
                <a16:creationId xmlns:a16="http://schemas.microsoft.com/office/drawing/2014/main" id="{68C92137-8AC3-46D8-C9A2-F6F058938B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2780000" y="3047999"/>
            <a:ext cx="4942120" cy="9153524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1pPr>
            <a:lvl2pPr marL="219456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2pPr>
            <a:lvl3pPr marL="438912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3pPr>
            <a:lvl4pPr marL="658368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6" name="Picture Placeholder 13" descr="Place pictogram here">
            <a:extLst>
              <a:ext uri="{FF2B5EF4-FFF2-40B4-BE49-F238E27FC236}">
                <a16:creationId xmlns:a16="http://schemas.microsoft.com/office/drawing/2014/main" id="{B37C3DBB-1177-5FC6-7F7F-E6C5931C9620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18859500" y="576072"/>
            <a:ext cx="1216152" cy="1216152"/>
          </a:xfrm>
        </p:spPr>
        <p:txBody>
          <a:bodyPr anchor="ctr"/>
          <a:lstStyle>
            <a:lvl1pPr algn="ctr">
              <a:defRPr sz="16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Pictogram</a:t>
            </a:r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AC380211-AA5F-2F8D-309F-DC766DF1EF5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8862677" y="3047999"/>
            <a:ext cx="4941886" cy="9153525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1pPr>
            <a:lvl2pPr marL="219456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2pPr>
            <a:lvl3pPr marL="438912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3pPr>
            <a:lvl4pPr marL="658368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8C59ECBB-8567-F0FF-2B81-7CCA543AC3AF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76000" y="12816000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id="{193F0BFF-6925-3869-6436-5F209217E4E7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515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4" name="Straight Connector 3" descr="Vertical column divider">
            <a:extLst>
              <a:ext uri="{FF2B5EF4-FFF2-40B4-BE49-F238E27FC236}">
                <a16:creationId xmlns:a16="http://schemas.microsoft.com/office/drawing/2014/main" id="{3EC1ADC5-863A-1C19-32F5-F71459CCBF15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6096000" y="570103"/>
            <a:ext cx="0" cy="1163142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" name="Straight Connector 5" descr="Vertical column divider">
            <a:extLst>
              <a:ext uri="{FF2B5EF4-FFF2-40B4-BE49-F238E27FC236}">
                <a16:creationId xmlns:a16="http://schemas.microsoft.com/office/drawing/2014/main" id="{72E1DB67-171C-F7FE-B9F6-5778755FF746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12192127" y="570103"/>
            <a:ext cx="0" cy="11625072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" name="Straight Connector 7" descr="Vertical column divider">
            <a:extLst>
              <a:ext uri="{FF2B5EF4-FFF2-40B4-BE49-F238E27FC236}">
                <a16:creationId xmlns:a16="http://schemas.microsoft.com/office/drawing/2014/main" id="{6EF3DAE3-95FD-80AD-F6F4-79B5745FA451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18288000" y="570103"/>
            <a:ext cx="0" cy="1162208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95899409"/>
      </p:ext>
    </p:extLst>
  </p:cSld>
  <p:clrMapOvr>
    <a:masterClrMapping/>
  </p:clrMapOvr>
  <p:transition spd="med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1 wide column, divi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DD740D-848C-40A7-AB96-E7B74E0A80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00" y="384048"/>
            <a:ext cx="4942078" cy="3117978"/>
          </a:xfrm>
        </p:spPr>
        <p:txBody>
          <a:bodyPr/>
          <a:lstStyle>
            <a:lvl1pPr>
              <a:lnSpc>
                <a:spcPct val="100000"/>
              </a:lnSpc>
              <a:defRPr sz="68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792CE3F-FA6A-2FE0-0146-4BFD45CF296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669152" y="384048"/>
            <a:ext cx="4951414" cy="2201269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6800">
                <a:solidFill>
                  <a:schemeClr val="tx2"/>
                </a:solidFill>
              </a:defRPr>
            </a:lvl1pPr>
            <a:lvl2pPr>
              <a:spcBef>
                <a:spcPts val="0"/>
              </a:spcBef>
              <a:defRPr sz="2800"/>
            </a:lvl2pPr>
            <a:lvl3pPr>
              <a:spcBef>
                <a:spcPts val="0"/>
              </a:spcBef>
              <a:defRPr sz="2800"/>
            </a:lvl3pPr>
            <a:lvl4pPr>
              <a:spcBef>
                <a:spcPts val="0"/>
              </a:spcBef>
              <a:defRPr sz="2800"/>
            </a:lvl4pPr>
            <a:lvl5pPr>
              <a:spcBef>
                <a:spcPts val="0"/>
              </a:spcBef>
              <a:defRPr sz="2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9E6C7C8-F097-FDD3-FF97-3FC4133BC68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69153" y="3047999"/>
            <a:ext cx="4951413" cy="9153525"/>
          </a:xfrm>
        </p:spPr>
        <p:txBody>
          <a:bodyPr/>
          <a:lstStyle>
            <a:lvl1pPr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256032" indent="-256032"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512064" indent="-256032"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768096" indent="-256032"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E0B684B-61D6-CF9E-57FC-892D7CEE8D1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2765153" y="3047999"/>
            <a:ext cx="10096500" cy="9153525"/>
          </a:xfrm>
        </p:spPr>
        <p:txBody>
          <a:bodyPr/>
          <a:lstStyle>
            <a:lvl1pPr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256032" indent="-256032"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512064" indent="-256032"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768096" indent="-256032"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FC93AC5E-9451-FF93-87DD-889A48A00DD1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76000" y="12816000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D1F6E83E-BB80-D71A-7819-884C0CD4799E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515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3649678"/>
      </p:ext>
    </p:extLst>
  </p:cSld>
  <p:clrMapOvr>
    <a:masterClrMapping/>
  </p:clrMapOvr>
  <p:transition spd="med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2 wide column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D46C39-902F-3DA0-AAF4-319DA8AE38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00" y="576072"/>
            <a:ext cx="7424927" cy="1906588"/>
          </a:xfrm>
        </p:spPr>
        <p:txBody>
          <a:bodyPr/>
          <a:lstStyle>
            <a:lvl1pPr>
              <a:lnSpc>
                <a:spcPct val="110000"/>
              </a:lnSpc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ABBA43D-8D00-4EDB-B803-D1EEE6CE2CB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76000" y="3047999"/>
            <a:ext cx="10099675" cy="9153524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2pPr>
            <a:lvl3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3pPr>
            <a:lvl4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D32DCE7C-29C5-BC86-B154-7DD0C4F0553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780000" y="3047999"/>
            <a:ext cx="10096500" cy="9153525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2pPr>
            <a:lvl3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3pPr>
            <a:lvl4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C9E836C4-97D9-E198-E7C4-C2E94BADE6BD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76000" y="12816000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A861A72C-9D4B-8178-79CE-382DDE87CD24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515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74945124"/>
      </p:ext>
    </p:extLst>
  </p:cSld>
  <p:clrMapOvr>
    <a:masterClrMapping/>
  </p:clrMapOvr>
  <p:transition spd="med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2 columns, large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4691A7-388D-D543-2C74-58FA1F3BC2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00" y="384048"/>
            <a:ext cx="11036491" cy="4210177"/>
          </a:xfrm>
        </p:spPr>
        <p:txBody>
          <a:bodyPr rIns="457200"/>
          <a:lstStyle>
            <a:lvl1pPr>
              <a:lnSpc>
                <a:spcPct val="100000"/>
              </a:lnSpc>
              <a:defRPr sz="68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DE09569-73DF-2226-A7D7-ABBE84A4704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766675" y="576071"/>
            <a:ext cx="4949825" cy="11619103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9B0D0BB0-9896-0353-D972-26B687C3D8D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8862675" y="576071"/>
            <a:ext cx="4941888" cy="11619103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A8BE2778-A9AA-3756-3479-C4A6DD4F0F00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76000" y="12816000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31D49C41-81F4-5A73-2F6D-EF2D5E383721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515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59821703"/>
      </p:ext>
    </p:extLst>
  </p:cSld>
  <p:clrMapOvr>
    <a:masterClrMapping/>
  </p:clrMapOvr>
  <p:transition spd="med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2 columns, small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4691A7-388D-D543-2C74-58FA1F3BC2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00" y="576072"/>
            <a:ext cx="4942078" cy="3995927"/>
          </a:xfrm>
        </p:spPr>
        <p:txBody>
          <a:bodyPr/>
          <a:lstStyle>
            <a:lvl1pPr>
              <a:lnSpc>
                <a:spcPct val="110000"/>
              </a:lnSpc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DE09569-73DF-2226-A7D7-ABBE84A4704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780000" y="576000"/>
            <a:ext cx="4953000" cy="11622087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9B0D0BB0-9896-0353-D972-26B687C3D8D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8862675" y="576000"/>
            <a:ext cx="4941888" cy="11622087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CB9B0455-A1CF-B58E-3124-86D0B0DD2BB2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76000" y="12816000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964E5562-E403-533D-BEAD-AB50713ED183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515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4956051"/>
      </p:ext>
    </p:extLst>
  </p:cSld>
  <p:clrMapOvr>
    <a:masterClrMapping/>
  </p:clrMapOvr>
  <p:transition spd="med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2 columns, dividers, large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3E75BA-E283-08AE-B230-A89A2245C1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00" y="384048"/>
            <a:ext cx="11039476" cy="4210176"/>
          </a:xfrm>
        </p:spPr>
        <p:txBody>
          <a:bodyPr rIns="457200"/>
          <a:lstStyle>
            <a:lvl1pPr>
              <a:lnSpc>
                <a:spcPct val="100000"/>
              </a:lnSpc>
              <a:defRPr sz="68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9">
            <a:extLst>
              <a:ext uri="{FF2B5EF4-FFF2-40B4-BE49-F238E27FC236}">
                <a16:creationId xmlns:a16="http://schemas.microsoft.com/office/drawing/2014/main" id="{8AF10F27-0178-9C93-8741-F0241501B4B0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2780000" y="576072"/>
            <a:ext cx="4953000" cy="1877761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5898D950-EA52-ABF9-D15D-C6C8FE94649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2780000" y="3047999"/>
            <a:ext cx="4953000" cy="9153525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182880" indent="-182880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365760" indent="-182880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548640" indent="-182880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5" name="Text Placeholder 12">
            <a:extLst>
              <a:ext uri="{FF2B5EF4-FFF2-40B4-BE49-F238E27FC236}">
                <a16:creationId xmlns:a16="http://schemas.microsoft.com/office/drawing/2014/main" id="{17CD3DC6-7946-2D82-C3E4-10BC579C88D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8859500" y="576072"/>
            <a:ext cx="4959350" cy="1877761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A501ADC5-5846-FF23-F5DB-93E8D05863E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8862675" y="3047999"/>
            <a:ext cx="4953000" cy="9153524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182880" indent="-182880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365760" indent="-182880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548640" indent="-182880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C196BE21-C69D-85CB-EE77-49D2E4993A04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>
          <a:xfrm>
            <a:off x="576000" y="12816000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DBB179B0-7DF8-112C-BC38-B65090C6DD68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515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170831"/>
      </p:ext>
    </p:extLst>
  </p:cSld>
  <p:clrMapOvr>
    <a:masterClrMapping/>
  </p:clrMapOvr>
  <p:transition spd="med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2 columns, dividers, small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3E75BA-E283-08AE-B230-A89A2245C1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00" y="576072"/>
            <a:ext cx="4949826" cy="3995927"/>
          </a:xfrm>
        </p:spPr>
        <p:txBody>
          <a:bodyPr rIns="0"/>
          <a:lstStyle>
            <a:lvl1pPr>
              <a:lnSpc>
                <a:spcPct val="110000"/>
              </a:lnSpc>
              <a:defRPr sz="28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9">
            <a:extLst>
              <a:ext uri="{FF2B5EF4-FFF2-40B4-BE49-F238E27FC236}">
                <a16:creationId xmlns:a16="http://schemas.microsoft.com/office/drawing/2014/main" id="{8AF10F27-0178-9C93-8741-F0241501B4B0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2780000" y="576072"/>
            <a:ext cx="4953000" cy="1877761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5898D950-EA52-ABF9-D15D-C6C8FE94649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2780000" y="3047999"/>
            <a:ext cx="4953000" cy="9153525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182880" indent="-182880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365760" indent="-182880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548640" indent="-182880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5" name="Text Placeholder 12">
            <a:extLst>
              <a:ext uri="{FF2B5EF4-FFF2-40B4-BE49-F238E27FC236}">
                <a16:creationId xmlns:a16="http://schemas.microsoft.com/office/drawing/2014/main" id="{17CD3DC6-7946-2D82-C3E4-10BC579C88D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8862675" y="576072"/>
            <a:ext cx="4942078" cy="1877761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A501ADC5-5846-FF23-F5DB-93E8D05863E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8862675" y="3047999"/>
            <a:ext cx="4953000" cy="9153525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182880" indent="-182880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365760" indent="-182880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548640" indent="-182880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12FA1770-E046-DD8F-9F28-19D80D1D67C2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>
          <a:xfrm>
            <a:off x="576000" y="12816000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91ADA982-549A-4D2D-490A-DE5610A50878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515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9240754"/>
      </p:ext>
    </p:extLst>
  </p:cSld>
  <p:clrMapOvr>
    <a:masterClrMapping/>
  </p:clrMapOvr>
  <p:transition spd="med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2 columns, dividers, pictogram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DD740D-848C-40A7-AB96-E7B74E0A80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00" y="384048"/>
            <a:ext cx="4949825" cy="4210177"/>
          </a:xfrm>
        </p:spPr>
        <p:txBody>
          <a:bodyPr/>
          <a:lstStyle>
            <a:lvl1pPr>
              <a:lnSpc>
                <a:spcPct val="100000"/>
              </a:lnSpc>
              <a:defRPr sz="68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792CE3F-FA6A-2FE0-0146-4BFD45CF296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669151" y="384048"/>
            <a:ext cx="4956175" cy="3110583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6800">
                <a:solidFill>
                  <a:schemeClr val="tx2"/>
                </a:solidFill>
              </a:defRPr>
            </a:lvl1pPr>
            <a:lvl2pPr>
              <a:lnSpc>
                <a:spcPct val="90000"/>
              </a:lnSpc>
              <a:spcBef>
                <a:spcPts val="0"/>
              </a:spcBef>
              <a:defRPr sz="2800"/>
            </a:lvl2pPr>
            <a:lvl3pPr>
              <a:lnSpc>
                <a:spcPct val="90000"/>
              </a:lnSpc>
              <a:spcBef>
                <a:spcPts val="0"/>
              </a:spcBef>
              <a:defRPr sz="2800"/>
            </a:lvl3pPr>
            <a:lvl4pPr>
              <a:lnSpc>
                <a:spcPct val="90000"/>
              </a:lnSpc>
              <a:spcBef>
                <a:spcPts val="0"/>
              </a:spcBef>
              <a:defRPr sz="2800"/>
            </a:lvl4pPr>
            <a:lvl5pPr>
              <a:lnSpc>
                <a:spcPct val="90000"/>
              </a:lnSpc>
              <a:spcBef>
                <a:spcPts val="0"/>
              </a:spcBef>
              <a:defRPr sz="2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9E6C7C8-F097-FDD3-FF97-3FC4133BC68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70675" y="3016790"/>
            <a:ext cx="4951413" cy="9188588"/>
          </a:xfrm>
        </p:spPr>
        <p:txBody>
          <a:bodyPr/>
          <a:lstStyle>
            <a:lvl1pPr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256032" indent="-256032"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512064" indent="-256032"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768096" indent="-256032"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5" name="Picture Placeholder 4" descr="Place pictogram here">
            <a:extLst>
              <a:ext uri="{FF2B5EF4-FFF2-40B4-BE49-F238E27FC236}">
                <a16:creationId xmlns:a16="http://schemas.microsoft.com/office/drawing/2014/main" id="{4E8FFEFF-CCD0-A436-418A-5FB8624CCC89}"/>
              </a:ext>
            </a:extLst>
          </p:cNvPr>
          <p:cNvSpPr>
            <a:spLocks noGrp="1" noChangeAspect="1"/>
          </p:cNvSpPr>
          <p:nvPr>
            <p:ph type="pic" sz="quarter" idx="16" hasCustomPrompt="1"/>
          </p:nvPr>
        </p:nvSpPr>
        <p:spPr>
          <a:xfrm>
            <a:off x="12780000" y="576072"/>
            <a:ext cx="1216152" cy="1214462"/>
          </a:xfrm>
        </p:spPr>
        <p:txBody>
          <a:bodyPr anchor="ctr"/>
          <a:lstStyle>
            <a:lvl1pPr algn="ctr">
              <a:defRPr sz="16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Pictogram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E0B684B-61D6-CF9E-57FC-892D7CEE8D1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2780000" y="3047999"/>
            <a:ext cx="4953000" cy="9153525"/>
          </a:xfrm>
        </p:spPr>
        <p:txBody>
          <a:bodyPr/>
          <a:lstStyle>
            <a:lvl1pPr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18288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36576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54864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2" name="Picture Placeholder 11" descr="Place pictogram here">
            <a:extLst>
              <a:ext uri="{FF2B5EF4-FFF2-40B4-BE49-F238E27FC236}">
                <a16:creationId xmlns:a16="http://schemas.microsoft.com/office/drawing/2014/main" id="{484E55D7-CBB2-992D-3E77-5CB7B7CADA9C}"/>
              </a:ext>
            </a:extLst>
          </p:cNvPr>
          <p:cNvSpPr>
            <a:spLocks noGrp="1" noChangeAspect="1"/>
          </p:cNvSpPr>
          <p:nvPr>
            <p:ph type="pic" sz="quarter" idx="17" hasCustomPrompt="1"/>
          </p:nvPr>
        </p:nvSpPr>
        <p:spPr>
          <a:xfrm>
            <a:off x="18859500" y="576072"/>
            <a:ext cx="1217844" cy="1216152"/>
          </a:xfrm>
        </p:spPr>
        <p:txBody>
          <a:bodyPr anchor="ctr"/>
          <a:lstStyle>
            <a:lvl1pPr algn="ctr">
              <a:defRPr sz="16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Pictogram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1E0D5184-93C0-B658-7967-FBC78C38A51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8859500" y="3047999"/>
            <a:ext cx="4959350" cy="9153525"/>
          </a:xfrm>
        </p:spPr>
        <p:txBody>
          <a:bodyPr/>
          <a:lstStyle>
            <a:lvl1pPr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18288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36576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54864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E7E14D98-D346-214C-0437-7A0B4A7F3F06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81024" y="12823285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0" name="Slide Number">
            <a:extLst>
              <a:ext uri="{FF2B5EF4-FFF2-40B4-BE49-F238E27FC236}">
                <a16:creationId xmlns:a16="http://schemas.microsoft.com/office/drawing/2014/main" id="{8CDC5D22-5EFB-A82A-2192-76A569B4B0D5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515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8" name="Straight Connector 7" descr="Vertical column divider">
            <a:extLst>
              <a:ext uri="{FF2B5EF4-FFF2-40B4-BE49-F238E27FC236}">
                <a16:creationId xmlns:a16="http://schemas.microsoft.com/office/drawing/2014/main" id="{75E2B956-D8A8-9075-0842-BD0DAFFD4122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12192127" y="570103"/>
            <a:ext cx="0" cy="11625072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Straight Connector 14" descr="Vertical column divider">
            <a:extLst>
              <a:ext uri="{FF2B5EF4-FFF2-40B4-BE49-F238E27FC236}">
                <a16:creationId xmlns:a16="http://schemas.microsoft.com/office/drawing/2014/main" id="{BE2C4D34-A499-856F-2ED0-C6A511B884A1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18288000" y="570103"/>
            <a:ext cx="0" cy="11625072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33412524"/>
      </p:ext>
    </p:extLst>
  </p:cSld>
  <p:clrMapOvr>
    <a:masterClrMapping/>
  </p:clrMapOvr>
  <p:transition spd="med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, 4 stacked wide, pictogram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12" descr="Place pictogram here">
            <a:extLst>
              <a:ext uri="{FF2B5EF4-FFF2-40B4-BE49-F238E27FC236}">
                <a16:creationId xmlns:a16="http://schemas.microsoft.com/office/drawing/2014/main" id="{30AB5158-BCB8-39EE-DA85-F2CD01699FBB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576072" y="576072"/>
            <a:ext cx="1216152" cy="1216152"/>
          </a:xfrm>
        </p:spPr>
        <p:txBody>
          <a:bodyPr anchor="ctr"/>
          <a:lstStyle>
            <a:lvl1pPr algn="ctr">
              <a:defRPr sz="1600"/>
            </a:lvl1pPr>
          </a:lstStyle>
          <a:p>
            <a:r>
              <a:rPr lang="en-US" dirty="0"/>
              <a:t>Pictogram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31099CB-CB87-D5D5-506D-4B49C08161D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76072" y="2478024"/>
            <a:ext cx="6670675" cy="3048000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4200">
                <a:solidFill>
                  <a:schemeClr val="tx1"/>
                </a:solidFill>
              </a:defRPr>
            </a:lvl1pPr>
            <a:lvl2pPr marL="402336" indent="-402336">
              <a:lnSpc>
                <a:spcPct val="100000"/>
              </a:lnSpc>
              <a:spcBef>
                <a:spcPts val="0"/>
              </a:spcBef>
              <a:defRPr sz="4200">
                <a:solidFill>
                  <a:schemeClr val="tx1"/>
                </a:solidFill>
              </a:defRPr>
            </a:lvl2pPr>
            <a:lvl3pPr marL="804672" indent="-402336">
              <a:lnSpc>
                <a:spcPct val="100000"/>
              </a:lnSpc>
              <a:spcBef>
                <a:spcPts val="0"/>
              </a:spcBef>
              <a:defRPr sz="4200">
                <a:solidFill>
                  <a:schemeClr val="tx1"/>
                </a:solidFill>
              </a:defRPr>
            </a:lvl3pPr>
            <a:lvl4pPr marL="1115568" indent="-402336">
              <a:lnSpc>
                <a:spcPct val="100000"/>
              </a:lnSpc>
              <a:spcBef>
                <a:spcPts val="0"/>
              </a:spcBef>
              <a:defRPr sz="4200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4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5" name="Picture Placeholder 14" descr="Place pictogram here">
            <a:extLst>
              <a:ext uri="{FF2B5EF4-FFF2-40B4-BE49-F238E27FC236}">
                <a16:creationId xmlns:a16="http://schemas.microsoft.com/office/drawing/2014/main" id="{3C3730E5-61EB-7405-CC85-AB04242CDBC4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12780000" y="576072"/>
            <a:ext cx="1216152" cy="1216152"/>
          </a:xfrm>
        </p:spPr>
        <p:txBody>
          <a:bodyPr anchor="ctr"/>
          <a:lstStyle>
            <a:lvl1pPr algn="ctr">
              <a:defRPr sz="1600"/>
            </a:lvl1pPr>
          </a:lstStyle>
          <a:p>
            <a:r>
              <a:rPr lang="en-US" dirty="0"/>
              <a:t>Pictogram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C1DA3C4-E728-0E45-C91D-8EDF4B495FF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780000" y="2476500"/>
            <a:ext cx="6675120" cy="3048000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4200">
                <a:solidFill>
                  <a:schemeClr val="tx1"/>
                </a:solidFill>
              </a:defRPr>
            </a:lvl1pPr>
            <a:lvl2pPr marL="402336" indent="-402336">
              <a:lnSpc>
                <a:spcPct val="100000"/>
              </a:lnSpc>
              <a:spcBef>
                <a:spcPts val="0"/>
              </a:spcBef>
              <a:defRPr sz="4200">
                <a:solidFill>
                  <a:schemeClr val="tx1"/>
                </a:solidFill>
              </a:defRPr>
            </a:lvl2pPr>
            <a:lvl3pPr marL="804672" indent="-402336">
              <a:lnSpc>
                <a:spcPct val="100000"/>
              </a:lnSpc>
              <a:spcBef>
                <a:spcPts val="0"/>
              </a:spcBef>
              <a:defRPr sz="4200">
                <a:solidFill>
                  <a:schemeClr val="tx1"/>
                </a:solidFill>
              </a:defRPr>
            </a:lvl3pPr>
            <a:lvl4pPr marL="1115568" indent="-402336">
              <a:lnSpc>
                <a:spcPct val="100000"/>
              </a:lnSpc>
              <a:spcBef>
                <a:spcPts val="0"/>
              </a:spcBef>
              <a:defRPr sz="4200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4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cxnSp>
        <p:nvCxnSpPr>
          <p:cNvPr id="16" name="Straight Connector 15" descr="Horizontal row divider">
            <a:extLst>
              <a:ext uri="{FF2B5EF4-FFF2-40B4-BE49-F238E27FC236}">
                <a16:creationId xmlns:a16="http://schemas.microsoft.com/office/drawing/2014/main" id="{9C5483A0-0E31-72CE-21C3-6248FAEBC09A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576072" y="6096000"/>
            <a:ext cx="23236428" cy="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" name="Picture Placeholder 16" descr="Place pictogram here">
            <a:extLst>
              <a:ext uri="{FF2B5EF4-FFF2-40B4-BE49-F238E27FC236}">
                <a16:creationId xmlns:a16="http://schemas.microsoft.com/office/drawing/2014/main" id="{62C94928-6A9B-2EA7-301C-71E5F2547C8A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576072" y="6473951"/>
            <a:ext cx="1216152" cy="1216152"/>
          </a:xfrm>
        </p:spPr>
        <p:txBody>
          <a:bodyPr anchor="ctr"/>
          <a:lstStyle>
            <a:lvl1pPr algn="ctr">
              <a:defRPr sz="1600"/>
            </a:lvl1pPr>
          </a:lstStyle>
          <a:p>
            <a:r>
              <a:rPr lang="en-US" dirty="0"/>
              <a:t>Pictogram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B0565063-698E-31B0-B619-B99A9A0B3DB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76072" y="8385048"/>
            <a:ext cx="6670676" cy="3048000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4200">
                <a:solidFill>
                  <a:schemeClr val="tx1"/>
                </a:solidFill>
              </a:defRPr>
            </a:lvl1pPr>
            <a:lvl2pPr marL="402336" indent="-402336">
              <a:lnSpc>
                <a:spcPct val="100000"/>
              </a:lnSpc>
              <a:spcBef>
                <a:spcPts val="0"/>
              </a:spcBef>
              <a:defRPr sz="4200">
                <a:solidFill>
                  <a:schemeClr val="tx1"/>
                </a:solidFill>
              </a:defRPr>
            </a:lvl2pPr>
            <a:lvl3pPr marL="804672" indent="-402336">
              <a:lnSpc>
                <a:spcPct val="100000"/>
              </a:lnSpc>
              <a:spcBef>
                <a:spcPts val="0"/>
              </a:spcBef>
              <a:defRPr sz="4200">
                <a:solidFill>
                  <a:schemeClr val="tx1"/>
                </a:solidFill>
              </a:defRPr>
            </a:lvl3pPr>
            <a:lvl4pPr marL="1115568" indent="-402336">
              <a:lnSpc>
                <a:spcPct val="100000"/>
              </a:lnSpc>
              <a:spcBef>
                <a:spcPts val="0"/>
              </a:spcBef>
              <a:defRPr sz="4200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4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9" name="Picture Placeholder 18" descr="Place pictogram here">
            <a:extLst>
              <a:ext uri="{FF2B5EF4-FFF2-40B4-BE49-F238E27FC236}">
                <a16:creationId xmlns:a16="http://schemas.microsoft.com/office/drawing/2014/main" id="{2E840026-2FAF-826F-DCFD-3FF0082B0823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12780000" y="6477000"/>
            <a:ext cx="1216152" cy="1216152"/>
          </a:xfrm>
        </p:spPr>
        <p:txBody>
          <a:bodyPr anchor="ctr"/>
          <a:lstStyle>
            <a:lvl1pPr algn="ctr">
              <a:defRPr sz="1600"/>
            </a:lvl1pPr>
          </a:lstStyle>
          <a:p>
            <a:r>
              <a:rPr lang="en-US" dirty="0"/>
              <a:t>Pictogram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B4E44FFD-1EB7-1873-F6D1-67DE839EF09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2780000" y="8382000"/>
            <a:ext cx="6675120" cy="3048000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4200">
                <a:solidFill>
                  <a:schemeClr val="tx1"/>
                </a:solidFill>
              </a:defRPr>
            </a:lvl1pPr>
            <a:lvl2pPr marL="402336" indent="-402336">
              <a:lnSpc>
                <a:spcPct val="100000"/>
              </a:lnSpc>
              <a:spcBef>
                <a:spcPts val="0"/>
              </a:spcBef>
              <a:defRPr sz="4200">
                <a:solidFill>
                  <a:schemeClr val="tx1"/>
                </a:solidFill>
              </a:defRPr>
            </a:lvl2pPr>
            <a:lvl3pPr marL="804672" indent="-402336">
              <a:lnSpc>
                <a:spcPct val="100000"/>
              </a:lnSpc>
              <a:spcBef>
                <a:spcPts val="0"/>
              </a:spcBef>
              <a:defRPr sz="4200">
                <a:solidFill>
                  <a:schemeClr val="tx1"/>
                </a:solidFill>
              </a:defRPr>
            </a:lvl3pPr>
            <a:lvl4pPr marL="1115568" indent="-402336">
              <a:lnSpc>
                <a:spcPct val="100000"/>
              </a:lnSpc>
              <a:spcBef>
                <a:spcPts val="0"/>
              </a:spcBef>
              <a:defRPr sz="4200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4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1FC9DA86-6E63-7EF1-DAC1-73040332758F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>
          <a:xfrm>
            <a:off x="576000" y="12816000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BE7CD285-42F9-CF03-AB5C-1DC86205FBC3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515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4" name="Straight Connector 3" descr="Vertical column divider">
            <a:extLst>
              <a:ext uri="{FF2B5EF4-FFF2-40B4-BE49-F238E27FC236}">
                <a16:creationId xmlns:a16="http://schemas.microsoft.com/office/drawing/2014/main" id="{E664AD27-CDB8-1E16-6F0A-1A4FF8BD97F5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12192127" y="570103"/>
            <a:ext cx="0" cy="11625072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80496384"/>
      </p:ext>
    </p:extLst>
  </p:cSld>
  <p:clrMapOvr>
    <a:masterClrMapping/>
  </p:clrMapOvr>
  <p:transition spd="med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, 4 stacked, small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E29EF9E2-1551-8357-22BD-8C43EF5EBE34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576000" y="576072"/>
            <a:ext cx="4961128" cy="462153"/>
          </a:xfrm>
        </p:spPr>
        <p:txBody>
          <a:bodyPr/>
          <a:lstStyle>
            <a:lvl1pPr>
              <a:defRPr sz="28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1DD740D-848C-40A7-AB96-E7B74E0A80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00" y="1524000"/>
            <a:ext cx="4948428" cy="3048000"/>
          </a:xfrm>
        </p:spPr>
        <p:txBody>
          <a:bodyPr/>
          <a:lstStyle>
            <a:lvl1pPr>
              <a:lnSpc>
                <a:spcPct val="110000"/>
              </a:lnSpc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793A9C8C-F98C-5899-BE8B-D1A544D66C6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2780000" y="576073"/>
            <a:ext cx="4953000" cy="4948428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2A62B128-D226-0D9B-89EC-51AFD07F30C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8862675" y="576072"/>
            <a:ext cx="4959350" cy="4948427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5DD5CF1-28D6-74AF-B345-5911CB10D45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2780000" y="6670675"/>
            <a:ext cx="4953000" cy="4948428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67B1C684-915C-90D4-C69F-C24979A42EF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8862675" y="6670675"/>
            <a:ext cx="4953000" cy="4948427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4D288907-977D-2E2D-D334-59684842A637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>
          <a:xfrm>
            <a:off x="576000" y="12816000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299C7C32-4361-2D42-DB76-E3E2316F597E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515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433241"/>
      </p:ext>
    </p:extLst>
  </p:cSld>
  <p:clrMapOvr>
    <a:masterClrMapping/>
  </p:clrMapOvr>
  <p:transition spd="med"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, 4 stacked, large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E29EF9E2-1551-8357-22BD-8C43EF5EBE34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576000" y="576072"/>
            <a:ext cx="4961128" cy="462153"/>
          </a:xfrm>
        </p:spPr>
        <p:txBody>
          <a:bodyPr/>
          <a:lstStyle>
            <a:lvl1pPr>
              <a:defRPr sz="28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793A9C8C-F98C-5899-BE8B-D1A544D66C6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2780000" y="576073"/>
            <a:ext cx="4953000" cy="4948428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2A62B128-D226-0D9B-89EC-51AFD07F30C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8862675" y="576072"/>
            <a:ext cx="4959350" cy="4948427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5DD5CF1-28D6-74AF-B345-5911CB10D45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2780000" y="6670675"/>
            <a:ext cx="4953000" cy="4948428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67B1C684-915C-90D4-C69F-C24979A42EF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8862675" y="6670675"/>
            <a:ext cx="4953000" cy="4948427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4D288907-977D-2E2D-D334-59684842A637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>
          <a:xfrm>
            <a:off x="576000" y="12816000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299C7C32-4361-2D42-DB76-E3E2316F597E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515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8009016F-5759-0B27-8DB2-77BDD79809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00" y="1523872"/>
            <a:ext cx="11044239" cy="4572128"/>
          </a:xfrm>
        </p:spPr>
        <p:txBody>
          <a:bodyPr rIns="457200"/>
          <a:lstStyle>
            <a:lvl1pPr>
              <a:lnSpc>
                <a:spcPct val="110000"/>
              </a:lnSpc>
              <a:defRPr sz="68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92975277"/>
      </p:ext>
    </p:extLst>
  </p:cSld>
  <p:clrMapOvr>
    <a:masterClrMapping/>
  </p:clrMapOvr>
  <p:transition spd="med"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, 4 horizontal, small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2A71C2BF-857E-B291-7D82-5920AF4A527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76072" y="6675882"/>
            <a:ext cx="4949825" cy="5519293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257EC586-7CBB-7AC4-C2FA-85F4BA8AA03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63241" y="6673851"/>
            <a:ext cx="4949825" cy="5521323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A0ABD1EA-F6CD-F56B-B5E1-034EEB64D63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2767760" y="6673851"/>
            <a:ext cx="4949825" cy="5521323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0F2DD97F-E181-3C33-32D8-844B57967D8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8859500" y="6673851"/>
            <a:ext cx="4949825" cy="5521324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EB933E98-EDAA-167B-D822-384AE57CFD41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76000" y="12816000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9CE74F70-DD3B-B787-1122-8CC2F06AD01A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515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7" name="Text Placeholder 6">
            <a:extLst>
              <a:ext uri="{FF2B5EF4-FFF2-40B4-BE49-F238E27FC236}">
                <a16:creationId xmlns:a16="http://schemas.microsoft.com/office/drawing/2014/main" id="{73047254-F916-4821-F269-6EDEB3A3FAD7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576000" y="576072"/>
            <a:ext cx="4942078" cy="3995928"/>
          </a:xfrm>
        </p:spPr>
        <p:txBody>
          <a:bodyPr/>
          <a:lstStyle>
            <a:lvl1pPr>
              <a:defRPr sz="28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954362297"/>
      </p:ext>
    </p:extLst>
  </p:cSld>
  <p:clrMapOvr>
    <a:masterClrMapping/>
  </p:clrMapOvr>
  <p:transition spd="med"/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, 4 horizontal, large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24353C-7670-AC55-CDA3-888971A548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00" y="384048"/>
            <a:ext cx="11036994" cy="4210177"/>
          </a:xfrm>
        </p:spPr>
        <p:txBody>
          <a:bodyPr rIns="457200"/>
          <a:lstStyle>
            <a:lvl1pPr>
              <a:lnSpc>
                <a:spcPct val="100000"/>
              </a:lnSpc>
              <a:defRPr sz="68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A61589D3-5821-F43C-9924-D7FBDD5E84A5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81024" y="12823285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9EA471B4-B30A-F4D7-84E4-C54A4D1ACDB2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515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Text Placeholder 10">
            <a:extLst>
              <a:ext uri="{FF2B5EF4-FFF2-40B4-BE49-F238E27FC236}">
                <a16:creationId xmlns:a16="http://schemas.microsoft.com/office/drawing/2014/main" id="{C5CEBFE7-AD2E-DFE8-B046-3B866828612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76072" y="6675882"/>
            <a:ext cx="4949825" cy="5519293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5" name="Text Placeholder 10">
            <a:extLst>
              <a:ext uri="{FF2B5EF4-FFF2-40B4-BE49-F238E27FC236}">
                <a16:creationId xmlns:a16="http://schemas.microsoft.com/office/drawing/2014/main" id="{42695C8E-740F-09FE-EEF5-F2D3F3F8813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63241" y="6673851"/>
            <a:ext cx="4949825" cy="5521323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7" name="Text Placeholder 10">
            <a:extLst>
              <a:ext uri="{FF2B5EF4-FFF2-40B4-BE49-F238E27FC236}">
                <a16:creationId xmlns:a16="http://schemas.microsoft.com/office/drawing/2014/main" id="{59937119-9484-C422-CDBB-7ACF8FB463E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2767760" y="6673851"/>
            <a:ext cx="4949825" cy="5521323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Text Placeholder 10">
            <a:extLst>
              <a:ext uri="{FF2B5EF4-FFF2-40B4-BE49-F238E27FC236}">
                <a16:creationId xmlns:a16="http://schemas.microsoft.com/office/drawing/2014/main" id="{031FDB97-22F2-B958-137D-E25328D2B01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8859500" y="6673851"/>
            <a:ext cx="4949825" cy="5521324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3457828484"/>
      </p:ext>
    </p:extLst>
  </p:cSld>
  <p:clrMapOvr>
    <a:masterClrMapping/>
  </p:clrMapOvr>
  <p:transition spd="med"/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, 6 stacked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DD740D-848C-40A7-AB96-E7B74E0A80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00" y="576072"/>
            <a:ext cx="4949825" cy="3995928"/>
          </a:xfrm>
        </p:spPr>
        <p:txBody>
          <a:bodyPr/>
          <a:lstStyle>
            <a:lvl1pPr>
              <a:lnSpc>
                <a:spcPct val="110000"/>
              </a:lnSpc>
              <a:defRPr sz="28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9">
            <a:extLst>
              <a:ext uri="{FF2B5EF4-FFF2-40B4-BE49-F238E27FC236}">
                <a16:creationId xmlns:a16="http://schemas.microsoft.com/office/drawing/2014/main" id="{B1D44C30-196F-B4B1-540A-E556579735D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666415" y="576071"/>
            <a:ext cx="4956048" cy="4956048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793A9C8C-F98C-5899-BE8B-D1A544D66C6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2763500" y="576071"/>
            <a:ext cx="4956048" cy="4956048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2A62B128-D226-0D9B-89EC-51AFD07F30C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8859499" y="576071"/>
            <a:ext cx="4946904" cy="4956048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06DFE032-E717-840D-774E-AC6218CA01A8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>
          <a:xfrm>
            <a:off x="581024" y="12823285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id="{219EFD5E-874A-DCAB-55D5-D376C79F2C67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515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Text Placeholder 10">
            <a:extLst>
              <a:ext uri="{FF2B5EF4-FFF2-40B4-BE49-F238E27FC236}">
                <a16:creationId xmlns:a16="http://schemas.microsoft.com/office/drawing/2014/main" id="{0813F20A-BEE4-B8A6-B7C6-A452A39FAD7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66415" y="6673850"/>
            <a:ext cx="4956048" cy="4956048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Text Placeholder 10">
            <a:extLst>
              <a:ext uri="{FF2B5EF4-FFF2-40B4-BE49-F238E27FC236}">
                <a16:creationId xmlns:a16="http://schemas.microsoft.com/office/drawing/2014/main" id="{150973AC-ED14-F5BF-FFA2-3AA73BE9F47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2763500" y="6673850"/>
            <a:ext cx="4956048" cy="4956048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9" name="Text Placeholder 10">
            <a:extLst>
              <a:ext uri="{FF2B5EF4-FFF2-40B4-BE49-F238E27FC236}">
                <a16:creationId xmlns:a16="http://schemas.microsoft.com/office/drawing/2014/main" id="{BE127C12-10BF-D35C-4112-2B9F8948152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8859499" y="6673850"/>
            <a:ext cx="4946904" cy="4956048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3156056091"/>
      </p:ext>
    </p:extLst>
  </p:cSld>
  <p:clrMapOvr>
    <a:masterClrMapping/>
  </p:clrMapOvr>
  <p:transition spd="med"/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, 6 stacked, icon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3A5819-78ED-4475-16CD-65C8A2C5EC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00" y="576072"/>
            <a:ext cx="4949825" cy="3995928"/>
          </a:xfrm>
        </p:spPr>
        <p:txBody>
          <a:bodyPr/>
          <a:lstStyle>
            <a:lvl1pPr>
              <a:lnSpc>
                <a:spcPct val="110000"/>
              </a:lnSpc>
              <a:defRPr sz="28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6" name="Picture Placeholder 15" descr="Place icon here">
            <a:extLst>
              <a:ext uri="{FF2B5EF4-FFF2-40B4-BE49-F238E27FC236}">
                <a16:creationId xmlns:a16="http://schemas.microsoft.com/office/drawing/2014/main" id="{DD1F0C48-79E5-E356-43FC-0FCF2DE89A20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6667500" y="576072"/>
            <a:ext cx="402336" cy="403225"/>
          </a:xfrm>
        </p:spPr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Icon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148C06-F3C6-0E95-A225-29F730DD158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667499" y="1524000"/>
            <a:ext cx="4956048" cy="3999102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1pPr>
            <a:lvl2pPr marL="219456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2pPr>
            <a:lvl3pPr marL="438912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3pPr>
            <a:lvl4pPr marL="658368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7" name="Picture Placeholder 15" descr="Place icon here">
            <a:extLst>
              <a:ext uri="{FF2B5EF4-FFF2-40B4-BE49-F238E27FC236}">
                <a16:creationId xmlns:a16="http://schemas.microsoft.com/office/drawing/2014/main" id="{18E9E323-0756-7849-8F52-19C58A517BD5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12780000" y="576072"/>
            <a:ext cx="402336" cy="403225"/>
          </a:xfrm>
        </p:spPr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Icon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81FD5E03-A007-B728-4616-E05622A43A3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780000" y="1524000"/>
            <a:ext cx="4953000" cy="3999102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1pPr>
            <a:lvl2pPr marL="219456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2pPr>
            <a:lvl3pPr marL="438912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3pPr>
            <a:lvl4pPr marL="658368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8" name="Picture Placeholder 15" descr="Place icon here">
            <a:extLst>
              <a:ext uri="{FF2B5EF4-FFF2-40B4-BE49-F238E27FC236}">
                <a16:creationId xmlns:a16="http://schemas.microsoft.com/office/drawing/2014/main" id="{7C3BFFDB-5499-B3D7-98B2-1ABDA7D5C9DD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18859501" y="576072"/>
            <a:ext cx="402336" cy="403225"/>
          </a:xfrm>
        </p:spPr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Icon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EEC06719-7195-BBE7-0154-56A039A4B38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8859501" y="1523999"/>
            <a:ext cx="4946904" cy="3999099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1pPr>
            <a:lvl2pPr marL="219456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2pPr>
            <a:lvl3pPr marL="438912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3pPr>
            <a:lvl4pPr marL="658368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cxnSp>
        <p:nvCxnSpPr>
          <p:cNvPr id="23" name="Straight Connector 22" descr="Horizontal row divider">
            <a:extLst>
              <a:ext uri="{FF2B5EF4-FFF2-40B4-BE49-F238E27FC236}">
                <a16:creationId xmlns:a16="http://schemas.microsoft.com/office/drawing/2014/main" id="{252CDB94-BA57-B58F-95F0-D406FE34BB40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6096000" y="6096000"/>
            <a:ext cx="17722850" cy="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" name="Picture Placeholder 15" descr="Place icon here">
            <a:extLst>
              <a:ext uri="{FF2B5EF4-FFF2-40B4-BE49-F238E27FC236}">
                <a16:creationId xmlns:a16="http://schemas.microsoft.com/office/drawing/2014/main" id="{C00295A2-8D30-455D-EBB9-FA7A46791936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6667500" y="6694631"/>
            <a:ext cx="402336" cy="403225"/>
          </a:xfrm>
        </p:spPr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Icon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2704E464-B0E0-CDD0-B14B-FA6386285AE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667499" y="7623594"/>
            <a:ext cx="4956048" cy="3998295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1pPr>
            <a:lvl2pPr marL="219456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2pPr>
            <a:lvl3pPr marL="438912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3pPr>
            <a:lvl4pPr marL="658368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0" name="Picture Placeholder 15" descr="Place icon here">
            <a:extLst>
              <a:ext uri="{FF2B5EF4-FFF2-40B4-BE49-F238E27FC236}">
                <a16:creationId xmlns:a16="http://schemas.microsoft.com/office/drawing/2014/main" id="{F30F0F2C-CA19-3A79-4375-EB8A00FA887C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12780000" y="6694631"/>
            <a:ext cx="402336" cy="403225"/>
          </a:xfrm>
        </p:spPr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Icon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E96B64B8-6DA8-8704-DD30-37587B3E682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2780000" y="7623594"/>
            <a:ext cx="4956048" cy="3998291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1pPr>
            <a:lvl2pPr marL="219456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2pPr>
            <a:lvl3pPr marL="438912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3pPr>
            <a:lvl4pPr marL="658368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1" name="Picture Placeholder 15" descr="Place icon here">
            <a:extLst>
              <a:ext uri="{FF2B5EF4-FFF2-40B4-BE49-F238E27FC236}">
                <a16:creationId xmlns:a16="http://schemas.microsoft.com/office/drawing/2014/main" id="{9354D8C6-F61D-3FC1-07F8-FEE730E2D7A8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18859501" y="6694631"/>
            <a:ext cx="402336" cy="403225"/>
          </a:xfrm>
        </p:spPr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Icon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AF965C82-A0A6-A670-C10A-6073DD3549E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8859501" y="7623594"/>
            <a:ext cx="4946904" cy="3998287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1pPr>
            <a:lvl2pPr marL="219456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2pPr>
            <a:lvl3pPr marL="438912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3pPr>
            <a:lvl4pPr marL="658368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56C9A7FC-6BA2-EF1D-18D5-F605D8C7C003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>
          <a:xfrm>
            <a:off x="576000" y="12816000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2" name="Slide Number">
            <a:extLst>
              <a:ext uri="{FF2B5EF4-FFF2-40B4-BE49-F238E27FC236}">
                <a16:creationId xmlns:a16="http://schemas.microsoft.com/office/drawing/2014/main" id="{C0294F07-890E-B2F9-0CAD-1B5AFB7648AB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515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4" name="Straight Connector 3" descr="Vertical column divider">
            <a:extLst>
              <a:ext uri="{FF2B5EF4-FFF2-40B4-BE49-F238E27FC236}">
                <a16:creationId xmlns:a16="http://schemas.microsoft.com/office/drawing/2014/main" id="{0E795639-6102-AB6C-5918-29F86236BFD2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6096000" y="570103"/>
            <a:ext cx="0" cy="1162208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Straight Connector 10" descr="Vertical column divider">
            <a:extLst>
              <a:ext uri="{FF2B5EF4-FFF2-40B4-BE49-F238E27FC236}">
                <a16:creationId xmlns:a16="http://schemas.microsoft.com/office/drawing/2014/main" id="{357E5319-53C7-E291-189E-B5A9A71EC85F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12192127" y="570103"/>
            <a:ext cx="0" cy="11625072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Straight Connector 12" descr="Vertical column divider">
            <a:extLst>
              <a:ext uri="{FF2B5EF4-FFF2-40B4-BE49-F238E27FC236}">
                <a16:creationId xmlns:a16="http://schemas.microsoft.com/office/drawing/2014/main" id="{C5786CF5-FEFB-F111-90C8-4410630FD7A3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18288000" y="570103"/>
            <a:ext cx="0" cy="1162208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54205542"/>
      </p:ext>
    </p:extLst>
  </p:cSld>
  <p:clrMapOvr>
    <a:masterClrMapping/>
  </p:clrMapOvr>
  <p:transition spd="med"/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, 6 stacked, alternate, large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B3E52F-EEA1-D56F-5E7A-C1983151DC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00" y="384048"/>
            <a:ext cx="11039475" cy="3413126"/>
          </a:xfrm>
        </p:spPr>
        <p:txBody>
          <a:bodyPr rIns="457200"/>
          <a:lstStyle>
            <a:lvl1pPr>
              <a:lnSpc>
                <a:spcPct val="100000"/>
              </a:lnSpc>
              <a:defRPr sz="68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6D534223-A15F-A9E6-C7FA-95FFDF117A5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780000" y="576072"/>
            <a:ext cx="4953000" cy="4954587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cxnSp>
        <p:nvCxnSpPr>
          <p:cNvPr id="19" name="Straight Connector 18" descr="Vertical column divider">
            <a:extLst>
              <a:ext uri="{FF2B5EF4-FFF2-40B4-BE49-F238E27FC236}">
                <a16:creationId xmlns:a16="http://schemas.microsoft.com/office/drawing/2014/main" id="{B87B78A1-A315-98D3-1692-18AAAF4C6002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18288000" y="573138"/>
            <a:ext cx="0" cy="11622037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C1675E3B-BB72-1CF2-CC6C-1977AEAF5921}"/>
              </a:ext>
            </a:extLst>
          </p:cNvPr>
          <p:cNvSpPr>
            <a:spLocks noGrp="1"/>
          </p:cNvSpPr>
          <p:nvPr userDrawn="1">
            <p:ph type="body" sz="quarter" idx="13"/>
          </p:nvPr>
        </p:nvSpPr>
        <p:spPr>
          <a:xfrm>
            <a:off x="18862675" y="576072"/>
            <a:ext cx="4953000" cy="4954587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cxnSp>
        <p:nvCxnSpPr>
          <p:cNvPr id="16" name="Straight Connector 15" descr="Horizontal row divider">
            <a:extLst>
              <a:ext uri="{FF2B5EF4-FFF2-40B4-BE49-F238E27FC236}">
                <a16:creationId xmlns:a16="http://schemas.microsoft.com/office/drawing/2014/main" id="{4F455E69-0B51-1D31-E569-651079398D33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576072" y="6096000"/>
            <a:ext cx="23228491" cy="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Straight Connector 17" descr="Vertical column divider">
            <a:extLst>
              <a:ext uri="{FF2B5EF4-FFF2-40B4-BE49-F238E27FC236}">
                <a16:creationId xmlns:a16="http://schemas.microsoft.com/office/drawing/2014/main" id="{54C560F4-CB2D-6B04-588B-57BB4D4E6DC3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6096000" y="6096000"/>
            <a:ext cx="0" cy="6099175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59A0B1DF-AF8B-38B3-B47C-60722DFBF162}"/>
              </a:ext>
            </a:extLst>
          </p:cNvPr>
          <p:cNvSpPr>
            <a:spLocks noGrp="1"/>
          </p:cNvSpPr>
          <p:nvPr userDrawn="1">
            <p:ph type="ftr" sz="quarter" idx="18"/>
          </p:nvPr>
        </p:nvSpPr>
        <p:spPr>
          <a:xfrm>
            <a:off x="576000" y="12816000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EFD38FC2-A92F-D3A8-74D5-CE6E95D9C133}"/>
              </a:ext>
            </a:extLst>
          </p:cNvPr>
          <p:cNvSpPr txBox="1">
            <a:spLocks noGrp="1"/>
          </p:cNvSpPr>
          <p:nvPr userDrawn="1">
            <p:ph type="sldNum" sz="quarter" idx="4"/>
          </p:nvPr>
        </p:nvSpPr>
        <p:spPr>
          <a:xfrm>
            <a:off x="23541592" y="129515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5" name="Straight Connector 4" descr="Vertical column divider">
            <a:extLst>
              <a:ext uri="{FF2B5EF4-FFF2-40B4-BE49-F238E27FC236}">
                <a16:creationId xmlns:a16="http://schemas.microsoft.com/office/drawing/2014/main" id="{A5B6E0FE-2F6F-9D77-9834-2DF9E13E2262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12192127" y="570103"/>
            <a:ext cx="0" cy="11625072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Text Placeholder 10">
            <a:extLst>
              <a:ext uri="{FF2B5EF4-FFF2-40B4-BE49-F238E27FC236}">
                <a16:creationId xmlns:a16="http://schemas.microsoft.com/office/drawing/2014/main" id="{022E65FD-CDEF-1AA2-2521-5B200BF4B6B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76072" y="6675882"/>
            <a:ext cx="4949825" cy="5519293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83C43A7A-FFA5-D00F-7BEB-AA5C5DA6FB8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663241" y="6673851"/>
            <a:ext cx="4949825" cy="5521323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558C27E-CF79-F761-3827-DA392178DC8E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12780000" y="6673851"/>
            <a:ext cx="4949825" cy="5521323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C0BF9C6F-22AC-2FF0-D8C9-37373CDEB3A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8859500" y="6673851"/>
            <a:ext cx="4949825" cy="5521324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784512172"/>
      </p:ext>
    </p:extLst>
  </p:cSld>
  <p:clrMapOvr>
    <a:masterClrMapping/>
  </p:clrMapOvr>
  <p:transition spd="med"/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, 6 stacked, alternate, small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B3E52F-EEA1-D56F-5E7A-C1983151DC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00" y="576072"/>
            <a:ext cx="4949825" cy="3413126"/>
          </a:xfrm>
        </p:spPr>
        <p:txBody>
          <a:bodyPr rIns="0"/>
          <a:lstStyle>
            <a:lvl1pPr>
              <a:lnSpc>
                <a:spcPct val="110000"/>
              </a:lnSpc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6D534223-A15F-A9E6-C7FA-95FFDF117A5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780000" y="576072"/>
            <a:ext cx="4953000" cy="4954587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C1675E3B-BB72-1CF2-CC6C-1977AEAF592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8862675" y="576072"/>
            <a:ext cx="4953000" cy="4954587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7C192388-DAC3-247F-4457-03A65F8CDF36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76000" y="12816000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72D75691-23B7-FADC-4357-CB3662EB3779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515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5" name="Straight Connector 4" descr="Vertical column divider">
            <a:extLst>
              <a:ext uri="{FF2B5EF4-FFF2-40B4-BE49-F238E27FC236}">
                <a16:creationId xmlns:a16="http://schemas.microsoft.com/office/drawing/2014/main" id="{CB17488F-3B5A-CD3F-8D89-787477C1F946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18288000" y="573138"/>
            <a:ext cx="0" cy="11622037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Straight Connector 12" descr="Horizontal row divider">
            <a:extLst>
              <a:ext uri="{FF2B5EF4-FFF2-40B4-BE49-F238E27FC236}">
                <a16:creationId xmlns:a16="http://schemas.microsoft.com/office/drawing/2014/main" id="{7B2108DD-FE3A-F98C-D857-CDFA3DAD9666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576072" y="6096000"/>
            <a:ext cx="23228491" cy="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 descr="Vertical column divider">
            <a:extLst>
              <a:ext uri="{FF2B5EF4-FFF2-40B4-BE49-F238E27FC236}">
                <a16:creationId xmlns:a16="http://schemas.microsoft.com/office/drawing/2014/main" id="{03D0E68D-02AF-474A-3224-FF5108D23382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6096000" y="6083300"/>
            <a:ext cx="0" cy="6111875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Straight Connector 14" descr="Vertical column divider">
            <a:extLst>
              <a:ext uri="{FF2B5EF4-FFF2-40B4-BE49-F238E27FC236}">
                <a16:creationId xmlns:a16="http://schemas.microsoft.com/office/drawing/2014/main" id="{5600EFDE-928F-B419-8585-5582A68373F2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12192127" y="570103"/>
            <a:ext cx="0" cy="11625072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" name="Text Placeholder 10">
            <a:extLst>
              <a:ext uri="{FF2B5EF4-FFF2-40B4-BE49-F238E27FC236}">
                <a16:creationId xmlns:a16="http://schemas.microsoft.com/office/drawing/2014/main" id="{5C1B1885-0510-1907-4EAD-DB9018C133E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76072" y="6675882"/>
            <a:ext cx="4949825" cy="5519293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7" name="Text Placeholder 10">
            <a:extLst>
              <a:ext uri="{FF2B5EF4-FFF2-40B4-BE49-F238E27FC236}">
                <a16:creationId xmlns:a16="http://schemas.microsoft.com/office/drawing/2014/main" id="{5804D2DB-0651-E704-D761-49FB6352B7C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663241" y="6673851"/>
            <a:ext cx="4949825" cy="5521323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8" name="Text Placeholder 10">
            <a:extLst>
              <a:ext uri="{FF2B5EF4-FFF2-40B4-BE49-F238E27FC236}">
                <a16:creationId xmlns:a16="http://schemas.microsoft.com/office/drawing/2014/main" id="{9900EBA3-CCC2-CE83-A620-B68ADAF8371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12780000" y="6673851"/>
            <a:ext cx="4949825" cy="5521323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9" name="Text Placeholder 10">
            <a:extLst>
              <a:ext uri="{FF2B5EF4-FFF2-40B4-BE49-F238E27FC236}">
                <a16:creationId xmlns:a16="http://schemas.microsoft.com/office/drawing/2014/main" id="{FAB4091C-FF62-7BAF-B996-F22392D5E70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8859500" y="6673851"/>
            <a:ext cx="4949825" cy="5521324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171212167"/>
      </p:ext>
    </p:extLst>
  </p:cSld>
  <p:clrMapOvr>
    <a:masterClrMapping/>
  </p:clrMapOvr>
  <p:transition spd="med"/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 or imagery, half, inse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5D0BFE-82FD-94B0-E6D9-A9096777C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00" y="576072"/>
            <a:ext cx="4949825" cy="1525588"/>
          </a:xfrm>
        </p:spPr>
        <p:txBody>
          <a:bodyPr/>
          <a:lstStyle>
            <a:lvl1pPr>
              <a:lnSpc>
                <a:spcPct val="110000"/>
              </a:lnSpc>
              <a:defRPr sz="28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8FE37E5-0FED-B2B2-3150-F02A8956CD3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000" y="3041649"/>
            <a:ext cx="4946904" cy="9153525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88F00625-4E10-D884-2256-56B294B4BA8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670675" y="3041649"/>
            <a:ext cx="4951413" cy="9153525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5" name="Picture Placeholder 10" descr="Place imagery here">
            <a:extLst>
              <a:ext uri="{FF2B5EF4-FFF2-40B4-BE49-F238E27FC236}">
                <a16:creationId xmlns:a16="http://schemas.microsoft.com/office/drawing/2014/main" id="{468A48E8-BE84-7972-AB73-8E31C1C13499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2763500" y="576073"/>
            <a:ext cx="11041253" cy="12571602"/>
          </a:xfrm>
          <a:solidFill>
            <a:srgbClr val="E0E0E0"/>
          </a:solidFill>
        </p:spPr>
        <p:txBody>
          <a:bodyPr anchor="ctr"/>
          <a:lstStyle>
            <a:lvl1pPr algn="ctr">
              <a:defRPr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Place imagery here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765F8DDE-78BD-E2B6-1CAB-2A9EF14E9F71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76000" y="12816000"/>
            <a:ext cx="4956176" cy="381000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4836230"/>
      </p:ext>
    </p:extLst>
  </p:cSld>
  <p:clrMapOvr>
    <a:masterClrMapping/>
  </p:clrMapOvr>
  <p:transition spd="med"/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 or imagery, 3/4, bleed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5D0BFE-82FD-94B0-E6D9-A9096777C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00" y="576072"/>
            <a:ext cx="4949825" cy="1525588"/>
          </a:xfrm>
        </p:spPr>
        <p:txBody>
          <a:bodyPr/>
          <a:lstStyle>
            <a:lvl1pPr>
              <a:lnSpc>
                <a:spcPct val="110000"/>
              </a:lnSpc>
              <a:defRPr sz="28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5EDE688-75EF-DA04-F0B3-24F53FFC6BA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76000" y="3041649"/>
            <a:ext cx="4956175" cy="9153525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2" name="Picture Placeholder 11" descr="Place imagery here">
            <a:extLst>
              <a:ext uri="{FF2B5EF4-FFF2-40B4-BE49-F238E27FC236}">
                <a16:creationId xmlns:a16="http://schemas.microsoft.com/office/drawing/2014/main" id="{DE390102-FDF4-C834-3F45-02B57A70ADB2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096000" y="0"/>
            <a:ext cx="18291175" cy="13716000"/>
          </a:xfrm>
          <a:solidFill>
            <a:srgbClr val="E0E0E0"/>
          </a:solidFill>
        </p:spPr>
        <p:txBody>
          <a:bodyPr anchor="ctr"/>
          <a:lstStyle>
            <a:lvl1pPr algn="ctr">
              <a:defRPr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Place imagery here</a:t>
            </a:r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7B09C899-A6D4-3826-EAB8-A75F78607CE3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76000" y="12816000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id="{BEB46264-65A0-272C-CC19-DCA9B586608B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515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0154425"/>
      </p:ext>
    </p:extLst>
  </p:cSld>
  <p:clrMapOvr>
    <a:masterClrMapping/>
  </p:clrMapOvr>
  <p:transition spd="med"/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 or imagery, 3/4, inse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5D0BFE-82FD-94B0-E6D9-A9096777C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00" y="576072"/>
            <a:ext cx="4949825" cy="1525588"/>
          </a:xfrm>
        </p:spPr>
        <p:txBody>
          <a:bodyPr/>
          <a:lstStyle>
            <a:lvl1pPr>
              <a:lnSpc>
                <a:spcPct val="110000"/>
              </a:lnSpc>
              <a:defRPr sz="28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8FE37E5-0FED-B2B2-3150-F02A8956CD3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000" y="3041649"/>
            <a:ext cx="4956175" cy="9153525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7" name="Picture Placeholder 6" descr="Place imagery here">
            <a:extLst>
              <a:ext uri="{FF2B5EF4-FFF2-40B4-BE49-F238E27FC236}">
                <a16:creationId xmlns:a16="http://schemas.microsoft.com/office/drawing/2014/main" id="{CC70703B-65B6-4B78-8B7C-73857A06C3A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667500" y="571500"/>
            <a:ext cx="17137063" cy="12579350"/>
          </a:xfrm>
          <a:solidFill>
            <a:srgbClr val="E0E0E0"/>
          </a:solidFill>
        </p:spPr>
        <p:txBody>
          <a:bodyPr anchor="ctr"/>
          <a:lstStyle>
            <a:lvl1pPr algn="ctr">
              <a:defRPr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Place imagery here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547D5110-D587-CC11-18F6-FEB7AA2D7851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76000" y="12816000"/>
            <a:ext cx="4956176" cy="381000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7768506"/>
      </p:ext>
    </p:extLst>
  </p:cSld>
  <p:clrMapOvr>
    <a:masterClrMapping/>
  </p:clrMapOvr>
  <p:transition spd="med"/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 or imagery, bleed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 descr="Place imagery here">
            <a:extLst>
              <a:ext uri="{FF2B5EF4-FFF2-40B4-BE49-F238E27FC236}">
                <a16:creationId xmlns:a16="http://schemas.microsoft.com/office/drawing/2014/main" id="{F6679120-DB81-97FD-CD5A-00DC1F5E6658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1" y="0"/>
            <a:ext cx="24387174" cy="13715999"/>
          </a:xfrm>
          <a:solidFill>
            <a:srgbClr val="E0E0E0"/>
          </a:solidFill>
        </p:spPr>
        <p:txBody>
          <a:bodyPr anchor="ctr"/>
          <a:lstStyle>
            <a:lvl1pPr algn="ctr">
              <a:defRPr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Place imagery here</a:t>
            </a:r>
          </a:p>
        </p:txBody>
      </p:sp>
      <p:sp>
        <p:nvSpPr>
          <p:cNvPr id="2" name="Slide Number">
            <a:extLst>
              <a:ext uri="{FF2B5EF4-FFF2-40B4-BE49-F238E27FC236}">
                <a16:creationId xmlns:a16="http://schemas.microsoft.com/office/drawing/2014/main" id="{8A69D316-0792-83BD-3912-71CDE3BB681F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515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66270910"/>
      </p:ext>
    </p:extLst>
  </p:cSld>
  <p:clrMapOvr>
    <a:masterClrMapping/>
  </p:clrMapOvr>
  <p:transition spd="med"/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 or imagery, inse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 descr="Place imagery here">
            <a:extLst>
              <a:ext uri="{FF2B5EF4-FFF2-40B4-BE49-F238E27FC236}">
                <a16:creationId xmlns:a16="http://schemas.microsoft.com/office/drawing/2014/main" id="{34239CCE-9A38-90E1-F860-FF40FBDA2409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577850" y="571500"/>
            <a:ext cx="23226713" cy="12579349"/>
          </a:xfrm>
          <a:solidFill>
            <a:srgbClr val="E0E0E0"/>
          </a:solidFill>
        </p:spPr>
        <p:txBody>
          <a:bodyPr anchor="ctr"/>
          <a:lstStyle>
            <a:lvl1pPr algn="ctr">
              <a:defRPr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Place imagery here</a:t>
            </a:r>
          </a:p>
        </p:txBody>
      </p:sp>
    </p:spTree>
    <p:extLst>
      <p:ext uri="{BB962C8B-B14F-4D97-AF65-F5344CB8AC3E}">
        <p14:creationId xmlns:p14="http://schemas.microsoft.com/office/powerpoint/2010/main" val="7694905"/>
      </p:ext>
    </p:extLst>
  </p:cSld>
  <p:clrMapOvr>
    <a:masterClrMapping/>
  </p:clrMapOvr>
  <p:transition spd="med"/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acts, profiles, contributor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7" descr="Place bio portrait here">
            <a:extLst>
              <a:ext uri="{FF2B5EF4-FFF2-40B4-BE49-F238E27FC236}">
                <a16:creationId xmlns:a16="http://schemas.microsoft.com/office/drawing/2014/main" id="{0B1677E6-5066-100D-29D6-CCAD04C21BCE}"/>
              </a:ext>
            </a:extLst>
          </p:cNvPr>
          <p:cNvSpPr>
            <a:spLocks noGrp="1"/>
          </p:cNvSpPr>
          <p:nvPr>
            <p:ph type="pic" sz="quarter" idx="28" hasCustomPrompt="1"/>
          </p:nvPr>
        </p:nvSpPr>
        <p:spPr>
          <a:xfrm>
            <a:off x="576000" y="3044825"/>
            <a:ext cx="2462402" cy="2476500"/>
          </a:xfrm>
          <a:solidFill>
            <a:srgbClr val="E0E0E0"/>
          </a:solidFill>
        </p:spPr>
        <p:txBody>
          <a:bodyPr anchor="ctr"/>
          <a:lstStyle>
            <a:lvl1pPr algn="ctr">
              <a:defRPr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Place imagery here</a:t>
            </a:r>
          </a:p>
        </p:txBody>
      </p:sp>
      <p:sp>
        <p:nvSpPr>
          <p:cNvPr id="13" name="Picture Placeholder 7" descr="Place bio portrait here">
            <a:extLst>
              <a:ext uri="{FF2B5EF4-FFF2-40B4-BE49-F238E27FC236}">
                <a16:creationId xmlns:a16="http://schemas.microsoft.com/office/drawing/2014/main" id="{3DCE12BA-53E1-8B67-A029-029F1E6F9163}"/>
              </a:ext>
            </a:extLst>
          </p:cNvPr>
          <p:cNvSpPr>
            <a:spLocks noGrp="1"/>
          </p:cNvSpPr>
          <p:nvPr>
            <p:ph type="pic" sz="quarter" idx="30" hasCustomPrompt="1"/>
          </p:nvPr>
        </p:nvSpPr>
        <p:spPr>
          <a:xfrm>
            <a:off x="576000" y="6096000"/>
            <a:ext cx="2462402" cy="2476500"/>
          </a:xfrm>
          <a:solidFill>
            <a:srgbClr val="E0E0E0"/>
          </a:solidFill>
        </p:spPr>
        <p:txBody>
          <a:bodyPr anchor="ctr"/>
          <a:lstStyle>
            <a:lvl1pPr marL="0" marR="0" indent="0" algn="ctr" defTabSz="2438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chemeClr val="accent5"/>
                </a:solidFill>
              </a:defRPr>
            </a:lvl1pPr>
          </a:lstStyle>
          <a:p>
            <a:pPr marL="0" marR="0" lvl="0" indent="0" algn="ctr" defTabSz="2438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Place imagery here</a:t>
            </a:r>
          </a:p>
        </p:txBody>
      </p:sp>
      <p:sp>
        <p:nvSpPr>
          <p:cNvPr id="15" name="Picture Placeholder 7" descr="Place bio portrait here">
            <a:extLst>
              <a:ext uri="{FF2B5EF4-FFF2-40B4-BE49-F238E27FC236}">
                <a16:creationId xmlns:a16="http://schemas.microsoft.com/office/drawing/2014/main" id="{05E149CA-A25F-74EE-93DF-1A877CDE924F}"/>
              </a:ext>
            </a:extLst>
          </p:cNvPr>
          <p:cNvSpPr>
            <a:spLocks noGrp="1"/>
          </p:cNvSpPr>
          <p:nvPr>
            <p:ph type="pic" sz="quarter" idx="32" hasCustomPrompt="1"/>
          </p:nvPr>
        </p:nvSpPr>
        <p:spPr>
          <a:xfrm>
            <a:off x="576000" y="9140825"/>
            <a:ext cx="2462402" cy="2476500"/>
          </a:xfrm>
          <a:solidFill>
            <a:srgbClr val="E0E0E0"/>
          </a:solidFill>
        </p:spPr>
        <p:txBody>
          <a:bodyPr anchor="ctr"/>
          <a:lstStyle>
            <a:lvl1pPr marL="0" marR="0" indent="0" algn="ctr" defTabSz="2438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chemeClr val="accent5"/>
                </a:solidFill>
              </a:defRPr>
            </a:lvl1pPr>
          </a:lstStyle>
          <a:p>
            <a:pPr marL="0" marR="0" lvl="0" indent="0" algn="ctr" defTabSz="2438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Place imagery here</a:t>
            </a:r>
          </a:p>
        </p:txBody>
      </p:sp>
      <p:sp>
        <p:nvSpPr>
          <p:cNvPr id="25" name="Picture Placeholder 7" descr="Place bio portrait here">
            <a:extLst>
              <a:ext uri="{FF2B5EF4-FFF2-40B4-BE49-F238E27FC236}">
                <a16:creationId xmlns:a16="http://schemas.microsoft.com/office/drawing/2014/main" id="{AAC7C1AD-0F8C-4D02-0112-981444AFE98D}"/>
              </a:ext>
            </a:extLst>
          </p:cNvPr>
          <p:cNvSpPr>
            <a:spLocks noGrp="1"/>
          </p:cNvSpPr>
          <p:nvPr>
            <p:ph type="pic" sz="quarter" idx="34" hasCustomPrompt="1"/>
          </p:nvPr>
        </p:nvSpPr>
        <p:spPr>
          <a:xfrm>
            <a:off x="12780000" y="3044825"/>
            <a:ext cx="2459736" cy="2476500"/>
          </a:xfrm>
          <a:solidFill>
            <a:srgbClr val="E0E0E0"/>
          </a:solidFill>
        </p:spPr>
        <p:txBody>
          <a:bodyPr anchor="ctr"/>
          <a:lstStyle>
            <a:lvl1pPr marL="0" marR="0" indent="0" algn="ctr" defTabSz="2438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chemeClr val="accent5"/>
                </a:solidFill>
              </a:defRPr>
            </a:lvl1pPr>
          </a:lstStyle>
          <a:p>
            <a:pPr marL="0" marR="0" lvl="0" indent="0" algn="ctr" defTabSz="2438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Place imagery here</a:t>
            </a:r>
          </a:p>
        </p:txBody>
      </p:sp>
      <p:sp>
        <p:nvSpPr>
          <p:cNvPr id="27" name="Picture Placeholder 7" descr="Place bio portrait here">
            <a:extLst>
              <a:ext uri="{FF2B5EF4-FFF2-40B4-BE49-F238E27FC236}">
                <a16:creationId xmlns:a16="http://schemas.microsoft.com/office/drawing/2014/main" id="{22271FFB-E2D1-459B-4089-A291A1110AE8}"/>
              </a:ext>
            </a:extLst>
          </p:cNvPr>
          <p:cNvSpPr>
            <a:spLocks noGrp="1"/>
          </p:cNvSpPr>
          <p:nvPr>
            <p:ph type="pic" sz="quarter" idx="36" hasCustomPrompt="1"/>
          </p:nvPr>
        </p:nvSpPr>
        <p:spPr>
          <a:xfrm>
            <a:off x="12780000" y="6096000"/>
            <a:ext cx="2459736" cy="2476500"/>
          </a:xfrm>
          <a:solidFill>
            <a:srgbClr val="E0E0E0"/>
          </a:solidFill>
        </p:spPr>
        <p:txBody>
          <a:bodyPr anchor="ctr"/>
          <a:lstStyle>
            <a:lvl1pPr marL="0" marR="0" indent="0" algn="ctr" defTabSz="2438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chemeClr val="accent5"/>
                </a:solidFill>
              </a:defRPr>
            </a:lvl1pPr>
          </a:lstStyle>
          <a:p>
            <a:pPr marL="0" marR="0" lvl="0" indent="0" algn="ctr" defTabSz="2438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Place imagery here</a:t>
            </a:r>
          </a:p>
        </p:txBody>
      </p:sp>
      <p:sp>
        <p:nvSpPr>
          <p:cNvPr id="29" name="Picture Placeholder 7" descr="Place bio portrait here">
            <a:extLst>
              <a:ext uri="{FF2B5EF4-FFF2-40B4-BE49-F238E27FC236}">
                <a16:creationId xmlns:a16="http://schemas.microsoft.com/office/drawing/2014/main" id="{F3C99020-5BF1-8A8C-BDCB-42766A5B9BE5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>
          <a:xfrm>
            <a:off x="12780000" y="9140825"/>
            <a:ext cx="2459736" cy="2476500"/>
          </a:xfrm>
          <a:solidFill>
            <a:srgbClr val="E0E0E0"/>
          </a:solidFill>
        </p:spPr>
        <p:txBody>
          <a:bodyPr anchor="ctr"/>
          <a:lstStyle>
            <a:lvl1pPr marL="0" marR="0" indent="0" algn="ctr" defTabSz="2438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chemeClr val="accent5"/>
                </a:solidFill>
              </a:defRPr>
            </a:lvl1pPr>
          </a:lstStyle>
          <a:p>
            <a:pPr marL="0" marR="0" lvl="0" indent="0" algn="ctr" defTabSz="2438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Place imagery here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75D0BFE-82FD-94B0-E6D9-A9096777C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00" y="576072"/>
            <a:ext cx="4949825" cy="1525588"/>
          </a:xfrm>
        </p:spPr>
        <p:txBody>
          <a:bodyPr/>
          <a:lstStyle>
            <a:lvl1pPr>
              <a:lnSpc>
                <a:spcPct val="110000"/>
              </a:lnSpc>
              <a:defRPr sz="28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8" name="Text Placeholder 9">
            <a:extLst>
              <a:ext uri="{FF2B5EF4-FFF2-40B4-BE49-F238E27FC236}">
                <a16:creationId xmlns:a16="http://schemas.microsoft.com/office/drawing/2014/main" id="{31D025A0-5106-DFB0-90B1-8B366B78913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3429000" y="3044825"/>
            <a:ext cx="5708650" cy="24765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126F49A0-96BE-0B44-B1C8-17D765B10B3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429000" y="6096000"/>
            <a:ext cx="5708650" cy="24765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D4772377-8015-4C99-7ED3-E4475C524D2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429000" y="9140825"/>
            <a:ext cx="5708650" cy="24765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4" name="Text Placeholder 9">
            <a:extLst>
              <a:ext uri="{FF2B5EF4-FFF2-40B4-BE49-F238E27FC236}">
                <a16:creationId xmlns:a16="http://schemas.microsoft.com/office/drawing/2014/main" id="{3E3566C7-C728-77B2-2A34-BBB83D482F56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15617825" y="3044825"/>
            <a:ext cx="5708650" cy="24765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0" name="Text Placeholder 9">
            <a:extLst>
              <a:ext uri="{FF2B5EF4-FFF2-40B4-BE49-F238E27FC236}">
                <a16:creationId xmlns:a16="http://schemas.microsoft.com/office/drawing/2014/main" id="{A52D1EA1-405F-7875-BAB9-B258776E1460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15617825" y="6096000"/>
            <a:ext cx="5708650" cy="24765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2" name="Text Placeholder 9">
            <a:extLst>
              <a:ext uri="{FF2B5EF4-FFF2-40B4-BE49-F238E27FC236}">
                <a16:creationId xmlns:a16="http://schemas.microsoft.com/office/drawing/2014/main" id="{73849969-24A3-113A-C58E-4A4B0FB29BAD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15617825" y="9140825"/>
            <a:ext cx="5708650" cy="24765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7D4D4C25-96EE-FF6D-B301-962CD7A63666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76000" y="12816000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DA0E5B0D-36A0-4281-7D57-C2CC4453113C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515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6719277"/>
      </p:ext>
    </p:extLst>
  </p:cSld>
  <p:clrMapOvr>
    <a:masterClrMapping/>
  </p:clrMapOvr>
  <p:transition spd="med"/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5D0BFE-82FD-94B0-E6D9-A9096777C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00" y="576073"/>
            <a:ext cx="4949825" cy="3995928"/>
          </a:xfrm>
        </p:spPr>
        <p:txBody>
          <a:bodyPr/>
          <a:lstStyle>
            <a:lvl1pPr>
              <a:lnSpc>
                <a:spcPct val="110000"/>
              </a:lnSpc>
              <a:defRPr sz="28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able Placeholder 4">
            <a:extLst>
              <a:ext uri="{FF2B5EF4-FFF2-40B4-BE49-F238E27FC236}">
                <a16:creationId xmlns:a16="http://schemas.microsoft.com/office/drawing/2014/main" id="{B3D8D357-75A1-F4FD-F531-380CF7DE4340}"/>
              </a:ext>
            </a:extLst>
          </p:cNvPr>
          <p:cNvSpPr>
            <a:spLocks noGrp="1"/>
          </p:cNvSpPr>
          <p:nvPr>
            <p:ph type="tbl" sz="quarter" idx="11"/>
          </p:nvPr>
        </p:nvSpPr>
        <p:spPr>
          <a:xfrm>
            <a:off x="6667500" y="576000"/>
            <a:ext cx="17145000" cy="11623675"/>
          </a:xfrm>
        </p:spPr>
        <p:txBody>
          <a:bodyPr anchor="ctr"/>
          <a:lstStyle>
            <a:lvl1pPr algn="ctr"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3694FFFD-5196-625E-C3FC-9AB6BB13FC34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76000" y="12816000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id="{DD2D25A8-2AEC-F554-8D58-47C112486D41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515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229029"/>
      </p:ext>
    </p:extLst>
  </p:cSld>
  <p:clrMapOvr>
    <a:masterClrMapping/>
  </p:clrMapOvr>
  <p:transition spd="med"/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5D0BFE-82FD-94B0-E6D9-A9096777C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00" y="576071"/>
            <a:ext cx="4949825" cy="1527049"/>
          </a:xfrm>
        </p:spPr>
        <p:txBody>
          <a:bodyPr/>
          <a:lstStyle>
            <a:lvl1pPr>
              <a:lnSpc>
                <a:spcPct val="110000"/>
              </a:lnSpc>
              <a:defRPr sz="28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lide Number">
            <a:extLst>
              <a:ext uri="{FF2B5EF4-FFF2-40B4-BE49-F238E27FC236}">
                <a16:creationId xmlns:a16="http://schemas.microsoft.com/office/drawing/2014/main" id="{B0435695-E156-66C6-5CE4-B0F751F125D2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515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BDFFC916-9B64-A7DC-672D-A4AFA1AE968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667500" y="12782487"/>
            <a:ext cx="5524500" cy="425450"/>
          </a:xfrm>
        </p:spPr>
        <p:txBody>
          <a:bodyPr anchor="b" anchorCtr="0"/>
          <a:lstStyle>
            <a:lvl1pPr>
              <a:defRPr sz="1600">
                <a:latin typeface="IBM Plex Sans" panose="020B0503050203000203" pitchFamily="34" charset="0"/>
              </a:defRPr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dirty="0"/>
              <a:t>Source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81A85749-B0F2-6B16-9E7E-1C979593E9E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76000" y="3044825"/>
            <a:ext cx="4943475" cy="9150350"/>
          </a:xfrm>
        </p:spPr>
        <p:txBody>
          <a:bodyPr/>
          <a:lstStyle>
            <a:lvl1pPr>
              <a:defRPr sz="2800">
                <a:latin typeface="+mj-lt"/>
              </a:defRPr>
            </a:lvl1pPr>
            <a:lvl2pPr>
              <a:defRPr sz="2800">
                <a:latin typeface="+mj-lt"/>
              </a:defRPr>
            </a:lvl2pPr>
            <a:lvl3pPr>
              <a:defRPr sz="2800">
                <a:latin typeface="+mj-lt"/>
              </a:defRPr>
            </a:lvl3pPr>
            <a:lvl4pPr>
              <a:defRPr sz="2800">
                <a:latin typeface="+mj-lt"/>
              </a:defRPr>
            </a:lvl4pPr>
            <a:lvl5pPr>
              <a:defRPr sz="2800">
                <a:latin typeface="+mj-lt"/>
              </a:defRPr>
            </a:lvl5pPr>
          </a:lstStyle>
          <a:p>
            <a:pPr>
              <a:lnSpc>
                <a:spcPct val="110000"/>
              </a:lnSpc>
            </a:pPr>
            <a:r>
              <a:rPr lang="en-US" sz="2800" dirty="0">
                <a:latin typeface="IBM Plex Sans Light" panose="020B0403050203000203" pitchFamily="34" charset="0"/>
              </a:rPr>
              <a:t>Lorem ipsum dolor sit </a:t>
            </a:r>
            <a:r>
              <a:rPr lang="en-US" sz="2800" dirty="0" err="1">
                <a:latin typeface="IBM Plex Sans Light" panose="020B0403050203000203" pitchFamily="34" charset="0"/>
              </a:rPr>
              <a:t>amet</a:t>
            </a:r>
            <a:r>
              <a:rPr lang="en-US" sz="2800" dirty="0">
                <a:latin typeface="IBM Plex Sans Light" panose="020B0403050203000203" pitchFamily="34" charset="0"/>
              </a:rPr>
              <a:t> </a:t>
            </a:r>
            <a:r>
              <a:rPr lang="en-US" sz="2800" dirty="0" err="1">
                <a:latin typeface="IBM Plex Sans Light" panose="020B0403050203000203" pitchFamily="34" charset="0"/>
              </a:rPr>
              <a:t>donec</a:t>
            </a:r>
            <a:r>
              <a:rPr lang="en-US" sz="2800" dirty="0">
                <a:latin typeface="IBM Plex Sans Light" panose="020B0403050203000203" pitchFamily="34" charset="0"/>
              </a:rPr>
              <a:t> </a:t>
            </a:r>
            <a:r>
              <a:rPr lang="en-US" sz="2800" dirty="0" err="1">
                <a:latin typeface="IBM Plex Sans Light" panose="020B0403050203000203" pitchFamily="34" charset="0"/>
              </a:rPr>
              <a:t>quam</a:t>
            </a:r>
            <a:r>
              <a:rPr lang="en-US" sz="2800" dirty="0">
                <a:latin typeface="IBM Plex Sans Light" panose="020B0403050203000203" pitchFamily="34" charset="0"/>
              </a:rPr>
              <a:t> </a:t>
            </a:r>
            <a:r>
              <a:rPr lang="en-US" sz="2800" dirty="0" err="1">
                <a:latin typeface="IBM Plex Sans Light" panose="020B0403050203000203" pitchFamily="34" charset="0"/>
              </a:rPr>
              <a:t>felis</a:t>
            </a:r>
            <a:r>
              <a:rPr lang="en-US" sz="2800" dirty="0">
                <a:latin typeface="IBM Plex Sans Light" panose="020B0403050203000203" pitchFamily="34" charset="0"/>
              </a:rPr>
              <a:t> </a:t>
            </a:r>
            <a:r>
              <a:rPr lang="en-US" sz="2800" dirty="0" err="1">
                <a:latin typeface="IBM Plex Sans Light" panose="020B0403050203000203" pitchFamily="34" charset="0"/>
              </a:rPr>
              <a:t>ultricies</a:t>
            </a:r>
            <a:r>
              <a:rPr lang="en-US" sz="2800" dirty="0">
                <a:latin typeface="IBM Plex Sans Light" panose="020B0403050203000203" pitchFamily="34" charset="0"/>
              </a:rPr>
              <a:t> </a:t>
            </a:r>
            <a:r>
              <a:rPr lang="en-US" sz="2800" dirty="0" err="1">
                <a:latin typeface="IBM Plex Sans Light" panose="020B0403050203000203" pitchFamily="34" charset="0"/>
              </a:rPr>
              <a:t>nec</a:t>
            </a:r>
            <a:r>
              <a:rPr lang="en-US" sz="2800" dirty="0">
                <a:latin typeface="IBM Plex Sans Light" panose="020B0403050203000203" pitchFamily="34" charset="0"/>
              </a:rPr>
              <a:t> </a:t>
            </a:r>
            <a:r>
              <a:rPr lang="en-US" sz="2800" dirty="0" err="1">
                <a:latin typeface="IBM Plex Sans Light" panose="020B0403050203000203" pitchFamily="34" charset="0"/>
              </a:rPr>
              <a:t>pellentesque</a:t>
            </a:r>
            <a:r>
              <a:rPr lang="en-US" sz="2800" dirty="0">
                <a:latin typeface="IBM Plex Sans Light" panose="020B0403050203000203" pitchFamily="34" charset="0"/>
              </a:rPr>
              <a:t> </a:t>
            </a:r>
            <a:r>
              <a:rPr lang="en-US" sz="2800" dirty="0" err="1">
                <a:latin typeface="IBM Plex Sans Light" panose="020B0403050203000203" pitchFamily="34" charset="0"/>
              </a:rPr>
              <a:t>eu</a:t>
            </a:r>
            <a:r>
              <a:rPr lang="en-US" sz="2800" dirty="0">
                <a:latin typeface="IBM Plex Sans Light" panose="020B0403050203000203" pitchFamily="34" charset="0"/>
              </a:rPr>
              <a:t> </a:t>
            </a:r>
            <a:r>
              <a:rPr lang="en-US" sz="2800" dirty="0" err="1">
                <a:latin typeface="IBM Plex Sans Light" panose="020B0403050203000203" pitchFamily="34" charset="0"/>
              </a:rPr>
              <a:t>pretium</a:t>
            </a:r>
            <a:r>
              <a:rPr lang="en-US" sz="2800" dirty="0">
                <a:latin typeface="IBM Plex Sans Light" panose="020B0403050203000203" pitchFamily="34" charset="0"/>
              </a:rPr>
              <a:t> </a:t>
            </a:r>
            <a:r>
              <a:rPr lang="en-US" sz="2800" dirty="0" err="1">
                <a:latin typeface="IBM Plex Sans Light" panose="020B0403050203000203" pitchFamily="34" charset="0"/>
              </a:rPr>
              <a:t>quis</a:t>
            </a:r>
            <a:r>
              <a:rPr lang="en-US" sz="2800" dirty="0">
                <a:latin typeface="IBM Plex Sans Light" panose="020B0403050203000203" pitchFamily="34" charset="0"/>
              </a:rPr>
              <a:t> sem. </a:t>
            </a:r>
            <a:r>
              <a:rPr lang="en-US" sz="2800" dirty="0" err="1">
                <a:latin typeface="IBM Plex Sans Light" panose="020B0403050203000203" pitchFamily="34" charset="0"/>
              </a:rPr>
              <a:t>Nulla</a:t>
            </a:r>
            <a:r>
              <a:rPr lang="en-US" sz="2800" dirty="0">
                <a:latin typeface="IBM Plex Sans Light" panose="020B0403050203000203" pitchFamily="34" charset="0"/>
              </a:rPr>
              <a:t> </a:t>
            </a:r>
            <a:r>
              <a:rPr lang="en-US" sz="2800" dirty="0" err="1">
                <a:latin typeface="IBM Plex Sans Light" panose="020B0403050203000203" pitchFamily="34" charset="0"/>
              </a:rPr>
              <a:t>conset</a:t>
            </a:r>
            <a:r>
              <a:rPr lang="en-US" sz="2800" dirty="0">
                <a:latin typeface="IBM Plex Sans Light" panose="020B0403050203000203" pitchFamily="34" charset="0"/>
              </a:rPr>
              <a:t> </a:t>
            </a:r>
            <a:r>
              <a:rPr lang="en-US" sz="2800" dirty="0" err="1">
                <a:latin typeface="IBM Plex Sans Light" panose="020B0403050203000203" pitchFamily="34" charset="0"/>
              </a:rPr>
              <a:t>massa</a:t>
            </a:r>
            <a:r>
              <a:rPr lang="en-US" sz="2800" dirty="0">
                <a:latin typeface="IBM Plex Sans Light" panose="020B0403050203000203" pitchFamily="34" charset="0"/>
              </a:rPr>
              <a:t> </a:t>
            </a:r>
            <a:r>
              <a:rPr lang="en-US" sz="2800" dirty="0" err="1">
                <a:latin typeface="IBM Plex Sans Light" panose="020B0403050203000203" pitchFamily="34" charset="0"/>
              </a:rPr>
              <a:t>quis</a:t>
            </a:r>
            <a:r>
              <a:rPr lang="en-US" sz="2800" dirty="0">
                <a:latin typeface="IBM Plex Sans Light" panose="020B0403050203000203" pitchFamily="34" charset="0"/>
              </a:rPr>
              <a:t> </a:t>
            </a:r>
            <a:r>
              <a:rPr lang="en-US" sz="2800" dirty="0" err="1">
                <a:latin typeface="IBM Plex Sans Light" panose="020B0403050203000203" pitchFamily="34" charset="0"/>
              </a:rPr>
              <a:t>enim</a:t>
            </a:r>
            <a:r>
              <a:rPr lang="en-US" sz="2800" dirty="0">
                <a:latin typeface="IBM Plex Sans Light" panose="020B0403050203000203" pitchFamily="34" charset="0"/>
              </a:rPr>
              <a:t>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71CF978-95F1-0188-4FBB-81AAB884C2C1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76000" y="12816000"/>
            <a:ext cx="4956176" cy="381000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4910353"/>
      </p:ext>
    </p:extLst>
  </p:cSld>
  <p:clrMapOvr>
    <a:masterClrMapping/>
  </p:clrMapOvr>
  <p:transition spd="med"/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gal disclaimer, one colum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BB717A5-5D28-36C3-250F-93E0C68721C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76000" y="384048"/>
            <a:ext cx="4956175" cy="2859087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6800">
                <a:solidFill>
                  <a:schemeClr val="tx2"/>
                </a:solidFill>
              </a:defRPr>
            </a:lvl1pPr>
            <a:lvl2pPr>
              <a:lnSpc>
                <a:spcPct val="100000"/>
              </a:lnSpc>
              <a:spcBef>
                <a:spcPts val="0"/>
              </a:spcBef>
              <a:defRPr sz="6400">
                <a:solidFill>
                  <a:schemeClr val="tx1"/>
                </a:solidFill>
              </a:defRPr>
            </a:lvl2pPr>
            <a:lvl3pPr>
              <a:lnSpc>
                <a:spcPct val="100000"/>
              </a:lnSpc>
              <a:spcBef>
                <a:spcPts val="0"/>
              </a:spcBef>
              <a:defRPr sz="6400">
                <a:solidFill>
                  <a:schemeClr val="tx1"/>
                </a:solidFill>
              </a:defRPr>
            </a:lvl3pPr>
            <a:lvl4pPr>
              <a:lnSpc>
                <a:spcPct val="100000"/>
              </a:lnSpc>
              <a:spcBef>
                <a:spcPts val="0"/>
              </a:spcBef>
              <a:defRPr sz="6400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6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3FF5DC1-E283-8AC5-8620-93647430318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8862675" y="576000"/>
            <a:ext cx="4953000" cy="11625262"/>
          </a:xfrm>
        </p:spPr>
        <p:txBody>
          <a:bodyPr/>
          <a:lstStyle>
            <a:lvl1pPr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146304" indent="-146304"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292608" indent="-146304"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438912" indent="-146304"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r>
              <a:rPr lang="en-US" dirty="0"/>
              <a:t>Copy and paste appropriate legal disclaimer text from one of the three options in the PDF guidance deck, found on pages 22-24. Always use the proper legal disclaimer for your presentation audience.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04A6E1A4-1881-81E9-2BBE-BC4DBFE11A0E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576000" y="12816000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3" name="Slide Number">
            <a:extLst>
              <a:ext uri="{FF2B5EF4-FFF2-40B4-BE49-F238E27FC236}">
                <a16:creationId xmlns:a16="http://schemas.microsoft.com/office/drawing/2014/main" id="{0C628C1A-F2DD-6011-5846-A9A3A6D3BD72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515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6187956"/>
      </p:ext>
    </p:extLst>
  </p:cSld>
  <p:clrMapOvr>
    <a:masterClrMapping/>
  </p:clrMapOvr>
  <p:transition spd="med"/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gal disclaimer, two column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BB717A5-5D28-36C3-250F-93E0C68721C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76000" y="384048"/>
            <a:ext cx="4956175" cy="2859087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6800">
                <a:solidFill>
                  <a:schemeClr val="tx2"/>
                </a:solidFill>
              </a:defRPr>
            </a:lvl1pPr>
            <a:lvl2pPr>
              <a:lnSpc>
                <a:spcPct val="100000"/>
              </a:lnSpc>
              <a:spcBef>
                <a:spcPts val="0"/>
              </a:spcBef>
              <a:defRPr sz="6400">
                <a:solidFill>
                  <a:schemeClr val="tx1"/>
                </a:solidFill>
              </a:defRPr>
            </a:lvl2pPr>
            <a:lvl3pPr>
              <a:lnSpc>
                <a:spcPct val="100000"/>
              </a:lnSpc>
              <a:spcBef>
                <a:spcPts val="0"/>
              </a:spcBef>
              <a:defRPr sz="6400">
                <a:solidFill>
                  <a:schemeClr val="tx1"/>
                </a:solidFill>
              </a:defRPr>
            </a:lvl3pPr>
            <a:lvl4pPr>
              <a:lnSpc>
                <a:spcPct val="100000"/>
              </a:lnSpc>
              <a:spcBef>
                <a:spcPts val="0"/>
              </a:spcBef>
              <a:defRPr sz="6400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6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54E531DA-4051-706E-065B-21A03914153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2780000" y="576000"/>
            <a:ext cx="4953000" cy="11625262"/>
          </a:xfrm>
        </p:spPr>
        <p:txBody>
          <a:bodyPr/>
          <a:lstStyle>
            <a:lvl1pPr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146304" indent="-146304"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292608" indent="-146304"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438912" indent="-146304"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r>
              <a:rPr lang="en-US" dirty="0"/>
              <a:t>Copy and paste appropriate legal disclaimer text from one of the three options in the PDF guidance deck, found on pages 22-24. Always use the proper legal disclaimer for your presentation audience.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3FF5DC1-E283-8AC5-8620-93647430318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8859500" y="576000"/>
            <a:ext cx="4953000" cy="11625262"/>
          </a:xfrm>
        </p:spPr>
        <p:txBody>
          <a:bodyPr/>
          <a:lstStyle>
            <a:lvl1pPr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146304" indent="-146304"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292608" indent="-146304"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438912" indent="-146304"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r>
              <a:rPr lang="en-US" dirty="0"/>
              <a:t>Copy and paste appropriate legal disclaimer text from one of the three options in the PDF guidance deck, found on pages 22-24. Always use the proper legal disclaimer for your presentation audience.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F5CA4A6F-2777-D002-EE9E-92C246A4DA85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76000" y="12816000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3FBFB86A-A7DC-B54C-4EEC-B69E1897903E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515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196161"/>
      </p:ext>
    </p:extLst>
  </p:cSld>
  <p:clrMapOvr>
    <a:masterClrMapping/>
  </p:clrMapOvr>
  <p:transition spd="med"/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5D0BFE-82FD-94B0-E6D9-A9096777C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00" y="576071"/>
            <a:ext cx="4949825" cy="2468753"/>
          </a:xfrm>
        </p:spPr>
        <p:txBody>
          <a:bodyPr/>
          <a:lstStyle>
            <a:lvl1pPr>
              <a:lnSpc>
                <a:spcPct val="110000"/>
              </a:lnSpc>
              <a:defRPr sz="28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559113-A66F-B148-0A73-FD8B5C2B023D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576000" y="12816000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3" name="Slide Number">
            <a:extLst>
              <a:ext uri="{FF2B5EF4-FFF2-40B4-BE49-F238E27FC236}">
                <a16:creationId xmlns:a16="http://schemas.microsoft.com/office/drawing/2014/main" id="{B0435695-E156-66C6-5CE4-B0F751F125D2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515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9605039"/>
      </p:ext>
    </p:extLst>
  </p:cSld>
  <p:clrMapOvr>
    <a:masterClrMapping/>
  </p:clrMapOvr>
  <p:transition spd="med"/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slide, no foot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5D0BFE-82FD-94B0-E6D9-A9096777C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00" y="576071"/>
            <a:ext cx="4949825" cy="2468753"/>
          </a:xfrm>
        </p:spPr>
        <p:txBody>
          <a:bodyPr/>
          <a:lstStyle>
            <a:lvl1pPr>
              <a:lnSpc>
                <a:spcPct val="110000"/>
              </a:lnSpc>
              <a:defRPr sz="28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lide Number">
            <a:extLst>
              <a:ext uri="{FF2B5EF4-FFF2-40B4-BE49-F238E27FC236}">
                <a16:creationId xmlns:a16="http://schemas.microsoft.com/office/drawing/2014/main" id="{B0435695-E156-66C6-5CE4-B0F751F125D2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515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1719226"/>
      </p:ext>
    </p:extLst>
  </p:cSld>
  <p:clrMapOvr>
    <a:masterClrMapping/>
  </p:clrMapOvr>
  <p:transition spd="med"/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IBM 8-bar logo">
            <a:extLst>
              <a:ext uri="{FF2B5EF4-FFF2-40B4-BE49-F238E27FC236}">
                <a16:creationId xmlns:a16="http://schemas.microsoft.com/office/drawing/2014/main" id="{F7060FE5-C047-4041-AB41-F553D2847ED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465371" y="6168460"/>
            <a:ext cx="3456432" cy="13790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5384914"/>
      </p:ext>
    </p:extLst>
  </p:cSld>
  <p:clrMapOvr>
    <a:masterClrMapping/>
  </p:clrMapOvr>
  <p:transition spd="med"/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, image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 descr="Place imagery here">
            <a:extLst>
              <a:ext uri="{FF2B5EF4-FFF2-40B4-BE49-F238E27FC236}">
                <a16:creationId xmlns:a16="http://schemas.microsoft.com/office/drawing/2014/main" id="{EA7055A2-0B5C-73F2-C2DB-FC7245A7AB38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-1"/>
            <a:ext cx="24387175" cy="12195175"/>
          </a:xfrm>
          <a:solidFill>
            <a:srgbClr val="E0E0E0"/>
          </a:solidFill>
        </p:spPr>
        <p:txBody>
          <a:bodyPr anchor="ctr"/>
          <a:lstStyle>
            <a:lvl1pPr algn="ctr">
              <a:defRPr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Place imagery here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D404A9AD-5866-6BA4-C928-31A5F88EF1E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000" y="12166599"/>
            <a:ext cx="4942455" cy="1074293"/>
          </a:xfrm>
        </p:spPr>
        <p:txBody>
          <a:bodyPr anchor="b"/>
          <a:lstStyle>
            <a:lvl1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D4A8A02-E5FB-018D-1574-2015680C3A0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671501" y="12166600"/>
            <a:ext cx="4947412" cy="1077014"/>
          </a:xfrm>
        </p:spPr>
        <p:txBody>
          <a:bodyPr anchor="b"/>
          <a:lstStyle>
            <a:lvl1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pic>
        <p:nvPicPr>
          <p:cNvPr id="4" name="Picture 3" descr="IBM 8-bar logo">
            <a:extLst>
              <a:ext uri="{FF2B5EF4-FFF2-40B4-BE49-F238E27FC236}">
                <a16:creationId xmlns:a16="http://schemas.microsoft.com/office/drawing/2014/main" id="{09935B61-CCB4-2F0F-6720-2DE3FDE1A05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2373802" y="12577763"/>
            <a:ext cx="1538325" cy="572400"/>
          </a:xfrm>
          <a:prstGeom prst="rect">
            <a:avLst/>
          </a:prstGeom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3F3BE6BB-D7C0-3C9B-44F9-5D564E48D8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00" y="311151"/>
            <a:ext cx="10101072" cy="7308850"/>
          </a:xfrm>
        </p:spPr>
        <p:txBody>
          <a:bodyPr/>
          <a:lstStyle>
            <a:lvl1pPr>
              <a:lnSpc>
                <a:spcPct val="100000"/>
              </a:lnSpc>
              <a:defRPr sz="8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7692805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/>
    </p:ext>
  </p:extLs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, cya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 descr="Blue 10 full slide background ">
            <a:extLst>
              <a:ext uri="{FF2B5EF4-FFF2-40B4-BE49-F238E27FC236}">
                <a16:creationId xmlns:a16="http://schemas.microsoft.com/office/drawing/2014/main" id="{8D23798D-A03E-2BC6-136A-14C1E387E723}"/>
              </a:ext>
            </a:extLst>
          </p:cNvPr>
          <p:cNvSpPr/>
          <p:nvPr userDrawn="1"/>
        </p:nvSpPr>
        <p:spPr bwMode="auto">
          <a:xfrm>
            <a:off x="0" y="-1"/>
            <a:ext cx="24387175" cy="12195175"/>
          </a:xfrm>
          <a:prstGeom prst="rect">
            <a:avLst/>
          </a:prstGeom>
          <a:solidFill>
            <a:srgbClr val="E5F6FF"/>
          </a:solidFill>
          <a:ln w="19050">
            <a:noFill/>
            <a:headEnd type="none" w="med" len="med"/>
            <a:tailEnd type="none" w="med" len="med"/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wrap="square" lIns="91440" tIns="91440" rIns="91440" bIns="9144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IBM Plex Sans Light"/>
              <a:buNone/>
              <a:tabLst/>
            </a:pPr>
            <a:endParaRPr kumimoji="0" lang="en-US" sz="14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+mn-lt"/>
            </a:endParaRPr>
          </a:p>
        </p:txBody>
      </p:sp>
      <p:pic>
        <p:nvPicPr>
          <p:cNvPr id="7" name="Picture 6" descr="IBM 8-bar logo">
            <a:extLst>
              <a:ext uri="{FF2B5EF4-FFF2-40B4-BE49-F238E27FC236}">
                <a16:creationId xmlns:a16="http://schemas.microsoft.com/office/drawing/2014/main" id="{B4B109D8-FCAE-74D0-0B39-85BF626C84C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2373802" y="12577763"/>
            <a:ext cx="1538325" cy="572400"/>
          </a:xfrm>
          <a:prstGeom prst="rect">
            <a:avLst/>
          </a:prstGeom>
        </p:spPr>
      </p:pic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A9FACBA3-656A-1C9D-A350-7759736DCC4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000" y="12166599"/>
            <a:ext cx="4942455" cy="1074293"/>
          </a:xfrm>
        </p:spPr>
        <p:txBody>
          <a:bodyPr anchor="b"/>
          <a:lstStyle>
            <a:lvl1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FA47F09F-F9D8-7B01-E53E-EE9451C6A6E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671501" y="12166600"/>
            <a:ext cx="4947412" cy="1077014"/>
          </a:xfrm>
        </p:spPr>
        <p:txBody>
          <a:bodyPr anchor="b"/>
          <a:lstStyle>
            <a:lvl1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B8FFB679-F0FF-1DD1-8243-9D4ADEF388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00" y="311151"/>
            <a:ext cx="10101072" cy="7308850"/>
          </a:xfrm>
        </p:spPr>
        <p:txBody>
          <a:bodyPr/>
          <a:lstStyle>
            <a:lvl1pPr>
              <a:lnSpc>
                <a:spcPct val="100000"/>
              </a:lnSpc>
              <a:defRPr sz="8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78404318"/>
      </p:ext>
    </p:extLst>
  </p:cSld>
  <p:clrMapOvr>
    <a:masterClrMapping/>
  </p:clrMapOvr>
  <p:transition spd="med"/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, plai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IBM 8-bar logo">
            <a:extLst>
              <a:ext uri="{FF2B5EF4-FFF2-40B4-BE49-F238E27FC236}">
                <a16:creationId xmlns:a16="http://schemas.microsoft.com/office/drawing/2014/main" id="{E4F73B63-FCC7-DAFC-5E97-E0D29B2DBF2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2373802" y="12577763"/>
            <a:ext cx="1538325" cy="572400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31EEBBCD-6628-78CD-1209-20B2834A64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00" y="311150"/>
            <a:ext cx="10101072" cy="10356850"/>
          </a:xfrm>
        </p:spPr>
        <p:txBody>
          <a:bodyPr/>
          <a:lstStyle>
            <a:lvl1pPr>
              <a:lnSpc>
                <a:spcPct val="100000"/>
              </a:lnSpc>
              <a:defRPr sz="8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1059034"/>
      </p:ext>
    </p:extLst>
  </p:cSld>
  <p:clrMapOvr>
    <a:masterClrMapping/>
  </p:clrMapOvr>
  <p:transition spd="med"/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, plain, labe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3A2629C-3C99-5809-3D6C-46ACEB922F7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76000" y="12479147"/>
            <a:ext cx="11038445" cy="762000"/>
          </a:xfrm>
        </p:spPr>
        <p:txBody>
          <a:bodyPr anchor="b"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4" name="Picture 3" descr="IBM 8-bar logo">
            <a:extLst>
              <a:ext uri="{FF2B5EF4-FFF2-40B4-BE49-F238E27FC236}">
                <a16:creationId xmlns:a16="http://schemas.microsoft.com/office/drawing/2014/main" id="{81A5AEF9-6465-6773-9724-1305F824537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2373802" y="12577763"/>
            <a:ext cx="1538325" cy="572400"/>
          </a:xfrm>
          <a:prstGeom prst="rect">
            <a:avLst/>
          </a:prstGeom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D0F40089-D6C5-B905-B7FE-24BFF3580F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00" y="311150"/>
            <a:ext cx="10101072" cy="10356850"/>
          </a:xfrm>
        </p:spPr>
        <p:txBody>
          <a:bodyPr/>
          <a:lstStyle>
            <a:lvl1pPr>
              <a:lnSpc>
                <a:spcPct val="100000"/>
              </a:lnSpc>
              <a:defRPr sz="8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4624548"/>
      </p:ext>
    </p:extLst>
  </p:cSld>
  <p:clrMapOvr>
    <a:masterClrMapping/>
  </p:clrMapOvr>
  <p:transition spd="med"/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, imagery, half 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 descr="Place imagery here">
            <a:extLst>
              <a:ext uri="{FF2B5EF4-FFF2-40B4-BE49-F238E27FC236}">
                <a16:creationId xmlns:a16="http://schemas.microsoft.com/office/drawing/2014/main" id="{9CD5B627-E439-376E-A00C-87BAFF059FD8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12763499" y="571499"/>
            <a:ext cx="11043132" cy="12578663"/>
          </a:xfrm>
          <a:solidFill>
            <a:srgbClr val="E0E0E0"/>
          </a:solidFill>
        </p:spPr>
        <p:txBody>
          <a:bodyPr anchor="ctr"/>
          <a:lstStyle>
            <a:lvl1pPr algn="ctr">
              <a:defRPr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Place imagery here</a:t>
            </a:r>
          </a:p>
        </p:txBody>
      </p:sp>
      <p:pic>
        <p:nvPicPr>
          <p:cNvPr id="3" name="Picture 2" descr="IBM 8-bar logo">
            <a:extLst>
              <a:ext uri="{FF2B5EF4-FFF2-40B4-BE49-F238E27FC236}">
                <a16:creationId xmlns:a16="http://schemas.microsoft.com/office/drawing/2014/main" id="{5C99EA1F-50F2-8D44-9784-4C9D5555535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80086" y="12577763"/>
            <a:ext cx="1538325" cy="572400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EC22CE22-4A72-C394-2534-3F9CEE5942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00" y="311150"/>
            <a:ext cx="10101072" cy="10356850"/>
          </a:xfrm>
        </p:spPr>
        <p:txBody>
          <a:bodyPr/>
          <a:lstStyle>
            <a:lvl1pPr>
              <a:lnSpc>
                <a:spcPct val="100000"/>
              </a:lnSpc>
              <a:defRPr sz="8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0496742"/>
      </p:ext>
    </p:extLst>
  </p:cSld>
  <p:clrMapOvr>
    <a:masterClrMapping/>
  </p:clrMapOvr>
  <p:transition spd="med"/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, imagery, half, labe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76E74B7-8F2A-46A5-97C4-76677246CFA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76000" y="576072"/>
            <a:ext cx="10099675" cy="571500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2"/>
                </a:solidFill>
              </a:defRPr>
            </a:lvl1pPr>
            <a:lvl2pPr>
              <a:spcBef>
                <a:spcPts val="0"/>
              </a:spcBef>
              <a:defRPr/>
            </a:lvl2pPr>
            <a:lvl3pPr>
              <a:spcBef>
                <a:spcPts val="0"/>
              </a:spcBef>
              <a:defRPr/>
            </a:lvl3pPr>
            <a:lvl4pPr>
              <a:spcBef>
                <a:spcPts val="0"/>
              </a:spcBef>
              <a:defRPr/>
            </a:lvl4pPr>
            <a:lvl5pPr>
              <a:spcBef>
                <a:spcPts val="0"/>
              </a:spcBef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13A412C-EE28-6248-612D-41BAAD7F00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00" y="1512000"/>
            <a:ext cx="10099675" cy="9147175"/>
          </a:xfrm>
        </p:spPr>
        <p:txBody>
          <a:bodyPr/>
          <a:lstStyle>
            <a:lvl1pPr>
              <a:lnSpc>
                <a:spcPct val="100000"/>
              </a:lnSpc>
              <a:defRPr sz="8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3" name="Picture 2" descr="IBM 8-bar logo">
            <a:extLst>
              <a:ext uri="{FF2B5EF4-FFF2-40B4-BE49-F238E27FC236}">
                <a16:creationId xmlns:a16="http://schemas.microsoft.com/office/drawing/2014/main" id="{0A3BE97F-BB78-DA67-3A9B-B2FBFA0DFC6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80086" y="12577763"/>
            <a:ext cx="1538325" cy="572400"/>
          </a:xfrm>
          <a:prstGeom prst="rect">
            <a:avLst/>
          </a:prstGeom>
        </p:spPr>
      </p:pic>
      <p:sp>
        <p:nvSpPr>
          <p:cNvPr id="6" name="Picture Placeholder 6" descr="Place imagery here">
            <a:extLst>
              <a:ext uri="{FF2B5EF4-FFF2-40B4-BE49-F238E27FC236}">
                <a16:creationId xmlns:a16="http://schemas.microsoft.com/office/drawing/2014/main" id="{54AE768F-E6B1-F789-5E61-E59B3DBA779A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12763499" y="569913"/>
            <a:ext cx="11043132" cy="12580250"/>
          </a:xfrm>
          <a:solidFill>
            <a:srgbClr val="E0E0E0"/>
          </a:solidFill>
        </p:spPr>
        <p:txBody>
          <a:bodyPr anchor="ctr"/>
          <a:lstStyle>
            <a:lvl1pPr algn="ctr">
              <a:defRPr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Place imagery here</a:t>
            </a:r>
          </a:p>
        </p:txBody>
      </p:sp>
    </p:spTree>
    <p:extLst>
      <p:ext uri="{BB962C8B-B14F-4D97-AF65-F5344CB8AC3E}">
        <p14:creationId xmlns:p14="http://schemas.microsoft.com/office/powerpoint/2010/main" val="2386333997"/>
      </p:ext>
    </p:extLst>
  </p:cSld>
  <p:clrMapOvr>
    <a:masterClrMapping/>
  </p:clrMapOvr>
  <p:transition spd="med"/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B36957-63E4-1587-AB6D-C18AE4E04D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00" y="384048"/>
            <a:ext cx="4942078" cy="4210050"/>
          </a:xfrm>
        </p:spPr>
        <p:txBody>
          <a:bodyPr/>
          <a:lstStyle>
            <a:lvl1pPr>
              <a:lnSpc>
                <a:spcPct val="100000"/>
              </a:lnSpc>
              <a:defRPr sz="68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675443B4-0187-FC99-0FDE-8EB191B6CEF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2766675" y="574675"/>
            <a:ext cx="4953000" cy="11617318"/>
          </a:xfrm>
        </p:spPr>
        <p:txBody>
          <a:bodyPr/>
          <a:lstStyle>
            <a:lvl1pPr defTabSz="1161288">
              <a:spcBef>
                <a:spcPts val="0"/>
              </a:spcBef>
              <a:defRPr>
                <a:solidFill>
                  <a:schemeClr val="tx1"/>
                </a:solidFill>
              </a:defRPr>
            </a:lvl1pPr>
            <a:lvl2pPr defTabSz="1161288">
              <a:spcBef>
                <a:spcPts val="0"/>
              </a:spcBef>
              <a:defRPr>
                <a:solidFill>
                  <a:schemeClr val="tx1"/>
                </a:solidFill>
              </a:defRPr>
            </a:lvl2pPr>
            <a:lvl3pPr defTabSz="1161288">
              <a:spcBef>
                <a:spcPts val="0"/>
              </a:spcBef>
              <a:defRPr>
                <a:solidFill>
                  <a:schemeClr val="tx1"/>
                </a:solidFill>
              </a:defRPr>
            </a:lvl3pPr>
            <a:lvl4pPr defTabSz="1161288">
              <a:spcBef>
                <a:spcPts val="0"/>
              </a:spcBef>
              <a:defRPr>
                <a:solidFill>
                  <a:schemeClr val="tx1"/>
                </a:solidFill>
              </a:defRPr>
            </a:lvl4pPr>
            <a:lvl5pPr defTabSz="1161288"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5A647AD3-098B-D1AB-C8D8-463E38402F9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8862676" y="574675"/>
            <a:ext cx="4941888" cy="11620500"/>
          </a:xfrm>
        </p:spPr>
        <p:txBody>
          <a:bodyPr/>
          <a:lstStyle>
            <a:lvl1pPr defTabSz="1161288">
              <a:spcBef>
                <a:spcPts val="0"/>
              </a:spcBef>
              <a:defRPr>
                <a:solidFill>
                  <a:schemeClr val="tx1"/>
                </a:solidFill>
              </a:defRPr>
            </a:lvl1pPr>
            <a:lvl2pPr defTabSz="1161288">
              <a:spcBef>
                <a:spcPts val="0"/>
              </a:spcBef>
              <a:defRPr>
                <a:solidFill>
                  <a:schemeClr val="tx1"/>
                </a:solidFill>
              </a:defRPr>
            </a:lvl2pPr>
            <a:lvl3pPr defTabSz="1161288">
              <a:spcBef>
                <a:spcPts val="0"/>
              </a:spcBef>
              <a:defRPr>
                <a:solidFill>
                  <a:schemeClr val="tx1"/>
                </a:solidFill>
              </a:defRPr>
            </a:lvl3pPr>
            <a:lvl4pPr defTabSz="1161288">
              <a:spcBef>
                <a:spcPts val="0"/>
              </a:spcBef>
              <a:defRPr>
                <a:solidFill>
                  <a:schemeClr val="tx1"/>
                </a:solidFill>
              </a:defRPr>
            </a:lvl4pPr>
            <a:lvl5pPr defTabSz="1161288"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028AA764-A00C-AFFF-7F3F-49A733DCD474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76000" y="12816000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">
            <a:extLst>
              <a:ext uri="{FF2B5EF4-FFF2-40B4-BE49-F238E27FC236}">
                <a16:creationId xmlns:a16="http://schemas.microsoft.com/office/drawing/2014/main" id="{D5D1D2A7-CF30-5698-14FC-F71CB82D5BCC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515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86893033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/>
    </p:ext>
  </p:extLst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ivi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B36957-63E4-1587-AB6D-C18AE4E04D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00" y="384048"/>
            <a:ext cx="11036491" cy="2663825"/>
          </a:xfrm>
        </p:spPr>
        <p:txBody>
          <a:bodyPr rIns="457200"/>
          <a:lstStyle>
            <a:lvl1pPr>
              <a:lnSpc>
                <a:spcPct val="100000"/>
              </a:lnSpc>
              <a:defRPr sz="68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42F412B5-726F-373A-86F7-2FBA60F14014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76000" y="12816000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6E2B1415-A9D9-645B-4DF0-7D16976DF727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515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6704407"/>
      </p:ext>
    </p:extLst>
  </p:cSld>
  <p:clrMapOvr>
    <a:masterClrMapping/>
  </p:clrMapOvr>
  <p:transition spd="med"/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rge tex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3C7EC0-4BFB-A603-5703-0D692C6269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00" y="309600"/>
            <a:ext cx="17141825" cy="8832850"/>
          </a:xfrm>
        </p:spPr>
        <p:txBody>
          <a:bodyPr/>
          <a:lstStyle>
            <a:lvl1pPr>
              <a:defRPr sz="16800" b="0" i="0">
                <a:solidFill>
                  <a:schemeClr val="tx2"/>
                </a:solidFill>
                <a:latin typeface="IBM Plex Sans ExtLt" panose="020B0303050203000203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B98A3D4B-A3E1-0D38-F80E-1D86FCFA4DAE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76000" y="12816000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3CF46425-C9F2-46CE-AAEE-89D8A19E0F2E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515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7568311"/>
      </p:ext>
    </p:extLst>
  </p:cSld>
  <p:clrMapOvr>
    <a:masterClrMapping/>
  </p:clrMapOvr>
  <p:transition spd="med"/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llout, headlin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B36957-63E4-1587-AB6D-C18AE4E04D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00" y="384048"/>
            <a:ext cx="9909175" cy="4209670"/>
          </a:xfrm>
        </p:spPr>
        <p:txBody>
          <a:bodyPr/>
          <a:lstStyle>
            <a:lvl1pPr>
              <a:lnSpc>
                <a:spcPct val="100000"/>
              </a:lnSpc>
              <a:defRPr sz="68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354631A-4ED7-F527-1CBC-9AF7BE2CB67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2780000" y="384048"/>
            <a:ext cx="11042073" cy="8778494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6800">
                <a:solidFill>
                  <a:schemeClr val="tx2"/>
                </a:solidFill>
              </a:defRPr>
            </a:lvl1pPr>
            <a:lvl2pPr marL="585216" indent="-585216">
              <a:lnSpc>
                <a:spcPct val="100000"/>
              </a:lnSpc>
              <a:spcBef>
                <a:spcPts val="0"/>
              </a:spcBef>
              <a:defRPr sz="6800">
                <a:solidFill>
                  <a:schemeClr val="tx2"/>
                </a:solidFill>
              </a:defRPr>
            </a:lvl2pPr>
            <a:lvl3pPr marL="1097280" indent="-585216">
              <a:lnSpc>
                <a:spcPct val="100000"/>
              </a:lnSpc>
              <a:spcBef>
                <a:spcPts val="0"/>
              </a:spcBef>
              <a:defRPr sz="6800">
                <a:solidFill>
                  <a:schemeClr val="tx2"/>
                </a:solidFill>
              </a:defRPr>
            </a:lvl3pPr>
            <a:lvl4pPr marL="1755648">
              <a:lnSpc>
                <a:spcPct val="100000"/>
              </a:lnSpc>
              <a:spcBef>
                <a:spcPts val="0"/>
              </a:spcBef>
              <a:defRPr sz="6800">
                <a:solidFill>
                  <a:schemeClr val="tx2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6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20FC8337-4A61-6950-CEE5-DDB270D10746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76000" y="12816000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id="{F8F57643-D39B-662E-5D14-6D9BFA200F39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515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2799101"/>
      </p:ext>
    </p:extLst>
  </p:cSld>
  <p:clrMapOvr>
    <a:masterClrMapping/>
  </p:clrMapOvr>
  <p:transition spd="med"/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llout, stand-alon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949EB6B2-A4A6-F162-D0FE-417694FC70FD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76000" y="12816000"/>
            <a:ext cx="49434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4DAC6A96-E5C9-E8BD-2383-926167440939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515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E0CC16BE-B09A-0C84-8A0B-5FE3F85FB19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76000" y="309600"/>
            <a:ext cx="14649450" cy="10356265"/>
          </a:xfrm>
        </p:spPr>
        <p:txBody>
          <a:bodyPr/>
          <a:lstStyle>
            <a:lvl1pPr>
              <a:lnSpc>
                <a:spcPct val="100000"/>
              </a:lnSpc>
              <a:defRPr sz="8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50125619"/>
      </p:ext>
    </p:extLst>
  </p:cSld>
  <p:clrMapOvr>
    <a:masterClrMapping/>
  </p:clrMapOvr>
  <p:transition spd="med"/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ta, 2 callouts, vertica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D5E03B0-C633-E81D-0D42-3FCCAFD64B0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000" y="576072"/>
            <a:ext cx="7623175" cy="7043928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4200">
                <a:solidFill>
                  <a:schemeClr val="tx1"/>
                </a:solidFill>
              </a:defRPr>
            </a:lvl1pPr>
            <a:lvl2pPr marL="402336" indent="-402336">
              <a:lnSpc>
                <a:spcPct val="100000"/>
              </a:lnSpc>
              <a:spcBef>
                <a:spcPts val="0"/>
              </a:spcBef>
              <a:defRPr sz="4200">
                <a:solidFill>
                  <a:schemeClr val="tx1"/>
                </a:solidFill>
              </a:defRPr>
            </a:lvl2pPr>
            <a:lvl3pPr marL="804672" indent="-402336">
              <a:lnSpc>
                <a:spcPct val="100000"/>
              </a:lnSpc>
              <a:spcBef>
                <a:spcPts val="0"/>
              </a:spcBef>
              <a:defRPr sz="4200">
                <a:solidFill>
                  <a:schemeClr val="tx1"/>
                </a:solidFill>
              </a:defRPr>
            </a:lvl3pPr>
            <a:lvl4pPr marL="1115568" indent="-402336">
              <a:lnSpc>
                <a:spcPct val="100000"/>
              </a:lnSpc>
              <a:spcBef>
                <a:spcPts val="0"/>
              </a:spcBef>
              <a:defRPr sz="4200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4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DB20D7FD-6784-59C5-938D-4728A153F52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76000" y="9628222"/>
            <a:ext cx="11050588" cy="3353065"/>
          </a:xfrm>
        </p:spPr>
        <p:txBody>
          <a:bodyPr anchor="b"/>
          <a:lstStyle>
            <a:lvl1pPr>
              <a:lnSpc>
                <a:spcPct val="90000"/>
              </a:lnSpc>
              <a:spcBef>
                <a:spcPts val="0"/>
              </a:spcBef>
              <a:defRPr sz="25200" b="0" i="0">
                <a:solidFill>
                  <a:schemeClr val="accent1"/>
                </a:solidFill>
                <a:latin typeface="IBM Plex Sans ExtLt" panose="020B0303050203000203" pitchFamily="34" charset="0"/>
              </a:defRPr>
            </a:lvl1pPr>
          </a:lstStyle>
          <a:p>
            <a:r>
              <a:rPr lang="en-US" dirty="0"/>
              <a:t>↗︎00M</a:t>
            </a:r>
          </a:p>
        </p:txBody>
      </p:sp>
      <p:cxnSp>
        <p:nvCxnSpPr>
          <p:cNvPr id="9" name="Straight Connector 8" descr="Vertical column divider">
            <a:extLst>
              <a:ext uri="{FF2B5EF4-FFF2-40B4-BE49-F238E27FC236}">
                <a16:creationId xmlns:a16="http://schemas.microsoft.com/office/drawing/2014/main" id="{1C44518A-7FBB-67DA-E35B-8BC0AAFC6062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12193587" y="569913"/>
            <a:ext cx="0" cy="11625262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A7285B0-4A1E-8885-0C0E-77D0ECA9CAC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780000" y="576072"/>
            <a:ext cx="7620000" cy="7043928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4200">
                <a:solidFill>
                  <a:schemeClr val="tx1"/>
                </a:solidFill>
              </a:defRPr>
            </a:lvl1pPr>
            <a:lvl2pPr marL="402336" indent="-402336">
              <a:lnSpc>
                <a:spcPct val="100000"/>
              </a:lnSpc>
              <a:spcBef>
                <a:spcPts val="0"/>
              </a:spcBef>
              <a:defRPr sz="4200">
                <a:solidFill>
                  <a:schemeClr val="tx1"/>
                </a:solidFill>
              </a:defRPr>
            </a:lvl2pPr>
            <a:lvl3pPr marL="804672" indent="-402336">
              <a:lnSpc>
                <a:spcPct val="100000"/>
              </a:lnSpc>
              <a:spcBef>
                <a:spcPts val="0"/>
              </a:spcBef>
              <a:defRPr sz="4200">
                <a:solidFill>
                  <a:schemeClr val="tx1"/>
                </a:solidFill>
              </a:defRPr>
            </a:lvl3pPr>
            <a:lvl4pPr marL="1115568" indent="-402336">
              <a:lnSpc>
                <a:spcPct val="100000"/>
              </a:lnSpc>
              <a:spcBef>
                <a:spcPts val="0"/>
              </a:spcBef>
              <a:defRPr sz="4200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4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5F395CBF-E65B-9A42-BAE5-C2B2BD9B7BD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2780000" y="9628222"/>
            <a:ext cx="11049000" cy="3354293"/>
          </a:xfrm>
        </p:spPr>
        <p:txBody>
          <a:bodyPr anchor="b"/>
          <a:lstStyle>
            <a:lvl1pPr>
              <a:lnSpc>
                <a:spcPct val="90000"/>
              </a:lnSpc>
              <a:spcBef>
                <a:spcPts val="0"/>
              </a:spcBef>
              <a:defRPr sz="25200" b="0" i="0">
                <a:solidFill>
                  <a:schemeClr val="accent1"/>
                </a:solidFill>
                <a:latin typeface="IBM Plex Sans ExtLt" panose="020B0303050203000203" pitchFamily="34" charset="0"/>
              </a:defRPr>
            </a:lvl1pPr>
          </a:lstStyle>
          <a:p>
            <a:r>
              <a:rPr lang="en-US" dirty="0"/>
              <a:t>+00%</a:t>
            </a:r>
          </a:p>
        </p:txBody>
      </p:sp>
      <p:sp>
        <p:nvSpPr>
          <p:cNvPr id="2" name="Footer Placeholder 3">
            <a:extLst>
              <a:ext uri="{FF2B5EF4-FFF2-40B4-BE49-F238E27FC236}">
                <a16:creationId xmlns:a16="http://schemas.microsoft.com/office/drawing/2014/main" id="{21A64AF3-E67B-E80B-A5D3-6B3533C87F91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76000" y="12816000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28C4F134-9B5D-407C-F525-B2FC25B7B5CD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515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2747290"/>
      </p:ext>
    </p:extLst>
  </p:cSld>
  <p:clrMapOvr>
    <a:masterClrMapping/>
  </p:clrMapOvr>
  <p:transition spd="med"/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ta, 3 callouts, vertica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26D02D-89A9-0455-FACB-7B6D03346E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72" y="576072"/>
            <a:ext cx="4949825" cy="3284728"/>
          </a:xfrm>
        </p:spPr>
        <p:txBody>
          <a:bodyPr/>
          <a:lstStyle>
            <a:lvl1pPr>
              <a:lnSpc>
                <a:spcPct val="110000"/>
              </a:lnSpc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BBB79390-98CC-5F62-D373-F6646F767DD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667500" y="385200"/>
            <a:ext cx="4951413" cy="1907912"/>
          </a:xfrm>
        </p:spPr>
        <p:txBody>
          <a:bodyPr/>
          <a:lstStyle>
            <a:lvl1pPr>
              <a:lnSpc>
                <a:spcPct val="90000"/>
              </a:lnSpc>
              <a:defRPr sz="13200">
                <a:solidFill>
                  <a:schemeClr val="accent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 dirty="0"/>
              <a:t>00%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DDE7F16-A938-0D17-3BFA-034F142A808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67500" y="2333067"/>
            <a:ext cx="4951413" cy="9862108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2pPr>
            <a:lvl3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3pPr>
            <a:lvl4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3516E6B1-7020-1EA5-CDD4-B1FC6CE2740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2780000" y="385200"/>
            <a:ext cx="4949825" cy="1906588"/>
          </a:xfrm>
        </p:spPr>
        <p:txBody>
          <a:bodyPr/>
          <a:lstStyle>
            <a:lvl1pPr>
              <a:lnSpc>
                <a:spcPct val="90000"/>
              </a:lnSpc>
              <a:defRPr sz="132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00%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F3FD8FB-143C-CB66-123C-0495EB1C33B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2780000" y="2334654"/>
            <a:ext cx="4953000" cy="9862108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2pPr>
            <a:lvl3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3pPr>
            <a:lvl4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AC11D906-6DD0-910D-48BA-0C197C90AA4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8859500" y="385200"/>
            <a:ext cx="4949825" cy="1903413"/>
          </a:xfrm>
        </p:spPr>
        <p:txBody>
          <a:bodyPr/>
          <a:lstStyle>
            <a:lvl1pPr>
              <a:lnSpc>
                <a:spcPct val="90000"/>
              </a:lnSpc>
              <a:defRPr sz="132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00%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BA1063D1-FD79-491C-791B-87858EA0CB8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8859500" y="2333067"/>
            <a:ext cx="4953000" cy="9862108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2pPr>
            <a:lvl3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3pPr>
            <a:lvl4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B7E465D-4B5F-2DAE-57C4-590983308A9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670675" y="12058650"/>
            <a:ext cx="4951413" cy="1143000"/>
          </a:xfrm>
        </p:spPr>
        <p:txBody>
          <a:bodyPr anchor="b"/>
          <a:lstStyle>
            <a:lvl1pPr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146304" indent="-146304"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292608" indent="-146304"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438912" indent="-146304"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856FFD0-F317-D3D7-DE9D-AA1F4AB27EEB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76000" y="12816000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899D670E-69CE-BB86-FB88-291343BDEE2E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515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451390"/>
      </p:ext>
    </p:extLst>
  </p:cSld>
  <p:clrMapOvr>
    <a:masterClrMapping/>
  </p:clrMapOvr>
  <p:transition spd="med"/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ta, 2 callouts, horizonta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2C97FE8A-75E3-6FC8-02DD-50E0A4C8C95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667500" y="6594475"/>
            <a:ext cx="11045952" cy="5340096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8400">
                <a:solidFill>
                  <a:schemeClr val="tx1"/>
                </a:solidFill>
              </a:defRPr>
            </a:lvl1pPr>
            <a:lvl2pPr marL="786384" indent="-786384">
              <a:lnSpc>
                <a:spcPct val="100000"/>
              </a:lnSpc>
              <a:spcBef>
                <a:spcPts val="0"/>
              </a:spcBef>
              <a:defRPr sz="8400">
                <a:solidFill>
                  <a:schemeClr val="tx1"/>
                </a:solidFill>
              </a:defRPr>
            </a:lvl2pPr>
            <a:lvl3pPr marL="1499616" indent="-786384">
              <a:lnSpc>
                <a:spcPct val="100000"/>
              </a:lnSpc>
              <a:spcBef>
                <a:spcPts val="0"/>
              </a:spcBef>
              <a:defRPr sz="8400">
                <a:solidFill>
                  <a:schemeClr val="tx1"/>
                </a:solidFill>
              </a:defRPr>
            </a:lvl3pPr>
            <a:lvl4pPr marL="2286000" indent="-786384">
              <a:lnSpc>
                <a:spcPct val="100000"/>
              </a:lnSpc>
              <a:spcBef>
                <a:spcPts val="0"/>
              </a:spcBef>
              <a:defRPr sz="8400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8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4B48808-B77B-7E67-E7EA-BCC945D4D51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6000" y="309600"/>
            <a:ext cx="4949825" cy="5335586"/>
          </a:xfrm>
        </p:spPr>
        <p:txBody>
          <a:bodyPr/>
          <a:lstStyle>
            <a:lvl1pPr>
              <a:lnSpc>
                <a:spcPct val="100000"/>
              </a:lnSpc>
              <a:defRPr sz="84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+000%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8378CF2-9CD6-2749-A489-08A4608D0BD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667500" y="309600"/>
            <a:ext cx="11049000" cy="5335587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8400">
                <a:solidFill>
                  <a:schemeClr val="tx1"/>
                </a:solidFill>
              </a:defRPr>
            </a:lvl1pPr>
            <a:lvl2pPr marL="786384" indent="-786384">
              <a:lnSpc>
                <a:spcPct val="100000"/>
              </a:lnSpc>
              <a:spcBef>
                <a:spcPts val="0"/>
              </a:spcBef>
              <a:defRPr sz="8400">
                <a:solidFill>
                  <a:schemeClr val="tx1"/>
                </a:solidFill>
              </a:defRPr>
            </a:lvl2pPr>
            <a:lvl3pPr marL="1499616" indent="-786384">
              <a:lnSpc>
                <a:spcPct val="100000"/>
              </a:lnSpc>
              <a:spcBef>
                <a:spcPts val="0"/>
              </a:spcBef>
              <a:defRPr sz="8400">
                <a:solidFill>
                  <a:schemeClr val="tx1"/>
                </a:solidFill>
              </a:defRPr>
            </a:lvl3pPr>
            <a:lvl4pPr marL="2286000" indent="-786384">
              <a:lnSpc>
                <a:spcPct val="100000"/>
              </a:lnSpc>
              <a:spcBef>
                <a:spcPts val="0"/>
              </a:spcBef>
              <a:defRPr sz="8400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8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cxnSp>
        <p:nvCxnSpPr>
          <p:cNvPr id="10" name="Straight Connector 9" descr="Horizontal row divider">
            <a:extLst>
              <a:ext uri="{FF2B5EF4-FFF2-40B4-BE49-F238E27FC236}">
                <a16:creationId xmlns:a16="http://schemas.microsoft.com/office/drawing/2014/main" id="{3D81813D-DA09-FCA0-D570-1E2D428C59E9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577850" y="6097732"/>
            <a:ext cx="23234650" cy="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16C1F9D-1D2C-5BDA-E821-35CB4A8708F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76000" y="6594475"/>
            <a:ext cx="4946904" cy="5340096"/>
          </a:xfrm>
        </p:spPr>
        <p:txBody>
          <a:bodyPr/>
          <a:lstStyle>
            <a:lvl1pPr>
              <a:lnSpc>
                <a:spcPct val="100000"/>
              </a:lnSpc>
              <a:defRPr sz="8400">
                <a:solidFill>
                  <a:schemeClr val="accent1"/>
                </a:solidFill>
              </a:defRPr>
            </a:lvl1pPr>
            <a:lvl2pPr>
              <a:lnSpc>
                <a:spcPct val="100000"/>
              </a:lnSpc>
              <a:defRPr sz="8600">
                <a:solidFill>
                  <a:schemeClr val="accent1"/>
                </a:solidFill>
              </a:defRPr>
            </a:lvl2pPr>
            <a:lvl3pPr>
              <a:lnSpc>
                <a:spcPct val="100000"/>
              </a:lnSpc>
              <a:defRPr sz="8600">
                <a:solidFill>
                  <a:schemeClr val="accent1"/>
                </a:solidFill>
              </a:defRPr>
            </a:lvl3pPr>
            <a:lvl4pPr>
              <a:lnSpc>
                <a:spcPct val="100000"/>
              </a:lnSpc>
              <a:defRPr sz="8600">
                <a:solidFill>
                  <a:schemeClr val="accent1"/>
                </a:solidFill>
              </a:defRPr>
            </a:lvl4pPr>
            <a:lvl5pPr>
              <a:lnSpc>
                <a:spcPct val="100000"/>
              </a:lnSpc>
              <a:defRPr sz="860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+000M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B9ABB71-218D-3F6E-E3F7-5348FD395D22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76000" y="12816000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id="{B77BD92D-3A6C-2396-61D4-51D7CC5B1C0A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515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8831746"/>
      </p:ext>
    </p:extLst>
  </p:cSld>
  <p:clrMapOvr>
    <a:masterClrMapping/>
  </p:clrMapOvr>
  <p:transition spd="med"/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ta, 3 callouts, horizonta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26D02D-89A9-0455-FACB-7B6D03346E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72" y="576072"/>
            <a:ext cx="4949825" cy="3284728"/>
          </a:xfrm>
        </p:spPr>
        <p:txBody>
          <a:bodyPr/>
          <a:lstStyle>
            <a:lvl1pPr>
              <a:lnSpc>
                <a:spcPct val="110000"/>
              </a:lnSpc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BBB79390-98CC-5F62-D373-F6646F767DD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667500" y="384048"/>
            <a:ext cx="4951413" cy="2859087"/>
          </a:xfrm>
        </p:spPr>
        <p:txBody>
          <a:bodyPr/>
          <a:lstStyle>
            <a:lvl1pPr>
              <a:lnSpc>
                <a:spcPct val="90000"/>
              </a:lnSpc>
              <a:defRPr sz="13200">
                <a:solidFill>
                  <a:schemeClr val="accent1"/>
                </a:solidFill>
              </a:defRPr>
            </a:lvl1pPr>
            <a:lvl2pPr marL="0" indent="0">
              <a:buNone/>
              <a:defRPr/>
            </a:lvl2pPr>
          </a:lstStyle>
          <a:p>
            <a:r>
              <a:rPr lang="en-US" dirty="0"/>
              <a:t>00%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DDE7F16-A938-0D17-3BFA-034F142A808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763500" y="572897"/>
            <a:ext cx="7620000" cy="2859087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2pPr>
            <a:lvl3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3pPr>
            <a:lvl4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cxnSp>
        <p:nvCxnSpPr>
          <p:cNvPr id="17" name="Straight Connector 16" descr="Horizontal row divider">
            <a:extLst>
              <a:ext uri="{FF2B5EF4-FFF2-40B4-BE49-F238E27FC236}">
                <a16:creationId xmlns:a16="http://schemas.microsoft.com/office/drawing/2014/main" id="{1103109C-6DA9-8F27-B4B1-EE276442E489}"/>
              </a:ext>
            </a:extLst>
          </p:cNvPr>
          <p:cNvCxnSpPr/>
          <p:nvPr userDrawn="1"/>
        </p:nvCxnSpPr>
        <p:spPr bwMode="auto">
          <a:xfrm>
            <a:off x="6667500" y="4575175"/>
            <a:ext cx="17145000" cy="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3516E6B1-7020-1EA5-CDD4-B1FC6CE2740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667500" y="4957821"/>
            <a:ext cx="4951413" cy="2857506"/>
          </a:xfrm>
        </p:spPr>
        <p:txBody>
          <a:bodyPr/>
          <a:lstStyle>
            <a:lvl1pPr>
              <a:lnSpc>
                <a:spcPct val="90000"/>
              </a:lnSpc>
              <a:defRPr sz="132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00%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F3FD8FB-143C-CB66-123C-0495EB1C33B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2763500" y="5125969"/>
            <a:ext cx="7620000" cy="28575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2pPr>
            <a:lvl3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3pPr>
            <a:lvl4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cxnSp>
        <p:nvCxnSpPr>
          <p:cNvPr id="15" name="Straight Connector 14" descr="Horizontal row divider">
            <a:extLst>
              <a:ext uri="{FF2B5EF4-FFF2-40B4-BE49-F238E27FC236}">
                <a16:creationId xmlns:a16="http://schemas.microsoft.com/office/drawing/2014/main" id="{687931BB-B3EF-829C-B354-B048514D5138}"/>
              </a:ext>
            </a:extLst>
          </p:cNvPr>
          <p:cNvCxnSpPr/>
          <p:nvPr userDrawn="1"/>
        </p:nvCxnSpPr>
        <p:spPr bwMode="auto">
          <a:xfrm>
            <a:off x="6667500" y="9140825"/>
            <a:ext cx="17145000" cy="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AC11D906-6DD0-910D-48BA-0C197C90AA4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667501" y="9526645"/>
            <a:ext cx="4951411" cy="2668530"/>
          </a:xfrm>
        </p:spPr>
        <p:txBody>
          <a:bodyPr/>
          <a:lstStyle>
            <a:lvl1pPr>
              <a:lnSpc>
                <a:spcPct val="90000"/>
              </a:lnSpc>
              <a:defRPr sz="132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00%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BA1063D1-FD79-491C-791B-87858EA0CB8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2763500" y="9670409"/>
            <a:ext cx="7620000" cy="2524766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2pPr>
            <a:lvl3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3pPr>
            <a:lvl4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B7E465D-4B5F-2DAE-57C4-590983308A9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667500" y="12058650"/>
            <a:ext cx="4951413" cy="1143000"/>
          </a:xfrm>
        </p:spPr>
        <p:txBody>
          <a:bodyPr anchor="b"/>
          <a:lstStyle>
            <a:lvl1pPr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lnSpc>
                <a:spcPct val="120000"/>
              </a:lnSpc>
              <a:spcBef>
                <a:spcPts val="0"/>
              </a:spcBef>
              <a:defRPr sz="1600" b="0" i="0"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495C3AC-E4B9-F837-204B-FF01953D40BE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76000" y="12816000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22119C11-B0BD-168C-0C07-D70B259D3906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515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9758054"/>
      </p:ext>
    </p:extLst>
  </p:cSld>
  <p:clrMapOvr>
    <a:masterClrMapping/>
  </p:clrMapOvr>
  <p:transition spd="med"/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4 columns 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DD740D-848C-40A7-AB96-E7B74E0A80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00" y="576072"/>
            <a:ext cx="4942078" cy="1525588"/>
          </a:xfrm>
        </p:spPr>
        <p:txBody>
          <a:bodyPr/>
          <a:lstStyle>
            <a:lvl1pPr>
              <a:lnSpc>
                <a:spcPct val="110000"/>
              </a:lnSpc>
              <a:defRPr sz="28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C17B282-9F6A-839A-442D-69BC9DF3749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76000" y="3047999"/>
            <a:ext cx="4956175" cy="9153525"/>
          </a:xfrm>
        </p:spPr>
        <p:txBody>
          <a:bodyPr/>
          <a:lstStyle>
            <a:lvl1pPr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18288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36576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54864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9E6C7C8-F097-FDD3-FF97-3FC4133BC68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70675" y="3047999"/>
            <a:ext cx="4951413" cy="9153525"/>
          </a:xfrm>
        </p:spPr>
        <p:txBody>
          <a:bodyPr/>
          <a:lstStyle>
            <a:lvl1pPr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18288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36576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54864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E0B684B-61D6-CF9E-57FC-892D7CEE8D1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2780000" y="3047999"/>
            <a:ext cx="4953000" cy="9153525"/>
          </a:xfrm>
        </p:spPr>
        <p:txBody>
          <a:bodyPr/>
          <a:lstStyle>
            <a:lvl1pPr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18288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36576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54864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1E0D5184-93C0-B658-7967-FBC78C38A51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8862675" y="3047999"/>
            <a:ext cx="4959350" cy="9153525"/>
          </a:xfrm>
        </p:spPr>
        <p:txBody>
          <a:bodyPr/>
          <a:lstStyle>
            <a:lvl1pPr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18288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36576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54864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D830AE7-F6A6-A339-0B24-876A9554C9E3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76000" y="12816000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31A616C3-34A8-1D7A-67C9-8B76F2D30BD0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515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22229840"/>
      </p:ext>
    </p:extLst>
  </p:cSld>
  <p:clrMapOvr>
    <a:masterClrMapping/>
  </p:clrMapOvr>
  <p:transition spd="med"/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4 columns, short divider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DD740D-848C-40A7-AB96-E7B74E0A80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00" y="576072"/>
            <a:ext cx="4949825" cy="1525588"/>
          </a:xfrm>
        </p:spPr>
        <p:txBody>
          <a:bodyPr/>
          <a:lstStyle>
            <a:lvl1pPr>
              <a:lnSpc>
                <a:spcPct val="110000"/>
              </a:lnSpc>
              <a:defRPr sz="28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792CE3F-FA6A-2FE0-0146-4BFD45CF296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670675" y="576072"/>
            <a:ext cx="4956175" cy="1525587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182880" indent="-182880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365760" indent="-182880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548640" indent="-182880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cxnSp>
        <p:nvCxnSpPr>
          <p:cNvPr id="20" name="Straight Connector 19" descr="Vertical column divider">
            <a:extLst>
              <a:ext uri="{FF2B5EF4-FFF2-40B4-BE49-F238E27FC236}">
                <a16:creationId xmlns:a16="http://schemas.microsoft.com/office/drawing/2014/main" id="{ABAB2974-AD95-0BF2-C41A-265AEF03B4F7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6096000" y="3044825"/>
            <a:ext cx="0" cy="9145472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Straight Connector 20" descr="Vertical column divider">
            <a:extLst>
              <a:ext uri="{FF2B5EF4-FFF2-40B4-BE49-F238E27FC236}">
                <a16:creationId xmlns:a16="http://schemas.microsoft.com/office/drawing/2014/main" id="{CDB8CB8D-C4DB-E357-4948-59CD6A18A9DC}"/>
              </a:ext>
            </a:extLst>
          </p:cNvPr>
          <p:cNvCxnSpPr/>
          <p:nvPr userDrawn="1"/>
        </p:nvCxnSpPr>
        <p:spPr bwMode="auto">
          <a:xfrm>
            <a:off x="12188952" y="3044825"/>
            <a:ext cx="0" cy="915035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Straight Connector 21" descr="Vertical column divider">
            <a:extLst>
              <a:ext uri="{FF2B5EF4-FFF2-40B4-BE49-F238E27FC236}">
                <a16:creationId xmlns:a16="http://schemas.microsoft.com/office/drawing/2014/main" id="{8B5887E5-28C4-AA99-EBD5-E34B88F46F25}"/>
              </a:ext>
            </a:extLst>
          </p:cNvPr>
          <p:cNvCxnSpPr/>
          <p:nvPr userDrawn="1"/>
        </p:nvCxnSpPr>
        <p:spPr bwMode="auto">
          <a:xfrm>
            <a:off x="18288000" y="3044825"/>
            <a:ext cx="0" cy="915035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A5E154F-497D-F356-4526-C17B1B098AC9}"/>
              </a:ext>
            </a:extLst>
          </p:cNvPr>
          <p:cNvSpPr>
            <a:spLocks noGrp="1"/>
          </p:cNvSpPr>
          <p:nvPr userDrawn="1">
            <p:ph type="ftr" sz="quarter" idx="18"/>
          </p:nvPr>
        </p:nvSpPr>
        <p:spPr>
          <a:xfrm>
            <a:off x="576000" y="12816000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A3714515-3CA1-0F75-0503-3208A09DFA76}"/>
              </a:ext>
            </a:extLst>
          </p:cNvPr>
          <p:cNvSpPr txBox="1">
            <a:spLocks noGrp="1"/>
          </p:cNvSpPr>
          <p:nvPr userDrawn="1">
            <p:ph type="sldNum" sz="quarter" idx="4"/>
          </p:nvPr>
        </p:nvSpPr>
        <p:spPr>
          <a:xfrm>
            <a:off x="23541592" y="129515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4B531E36-2064-83A6-3D5A-E40E324F8495}"/>
              </a:ext>
            </a:extLst>
          </p:cNvPr>
          <p:cNvSpPr>
            <a:spLocks noGrp="1"/>
          </p:cNvSpPr>
          <p:nvPr userDrawn="1">
            <p:ph type="body" sz="quarter" idx="11"/>
          </p:nvPr>
        </p:nvSpPr>
        <p:spPr>
          <a:xfrm>
            <a:off x="582422" y="3047999"/>
            <a:ext cx="4956175" cy="9153525"/>
          </a:xfrm>
        </p:spPr>
        <p:txBody>
          <a:bodyPr/>
          <a:lstStyle>
            <a:lvl1pPr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18288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36576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54864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70587680-FBD6-A326-93E3-B3437A4124A3}"/>
              </a:ext>
            </a:extLst>
          </p:cNvPr>
          <p:cNvSpPr>
            <a:spLocks noGrp="1"/>
          </p:cNvSpPr>
          <p:nvPr userDrawn="1">
            <p:ph type="body" sz="quarter" idx="12"/>
          </p:nvPr>
        </p:nvSpPr>
        <p:spPr>
          <a:xfrm>
            <a:off x="6670675" y="3047999"/>
            <a:ext cx="4951413" cy="9153525"/>
          </a:xfrm>
        </p:spPr>
        <p:txBody>
          <a:bodyPr/>
          <a:lstStyle>
            <a:lvl1pPr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18288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36576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54864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3" name="Text Placeholder 8">
            <a:extLst>
              <a:ext uri="{FF2B5EF4-FFF2-40B4-BE49-F238E27FC236}">
                <a16:creationId xmlns:a16="http://schemas.microsoft.com/office/drawing/2014/main" id="{CAE80882-A798-33A6-BF3F-DF9C75646C23}"/>
              </a:ext>
            </a:extLst>
          </p:cNvPr>
          <p:cNvSpPr>
            <a:spLocks noGrp="1"/>
          </p:cNvSpPr>
          <p:nvPr userDrawn="1">
            <p:ph type="body" sz="quarter" idx="13"/>
          </p:nvPr>
        </p:nvSpPr>
        <p:spPr>
          <a:xfrm>
            <a:off x="12780000" y="3047999"/>
            <a:ext cx="4953000" cy="9153525"/>
          </a:xfrm>
        </p:spPr>
        <p:txBody>
          <a:bodyPr/>
          <a:lstStyle>
            <a:lvl1pPr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18288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36576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54864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5" name="Text Placeholder 10">
            <a:extLst>
              <a:ext uri="{FF2B5EF4-FFF2-40B4-BE49-F238E27FC236}">
                <a16:creationId xmlns:a16="http://schemas.microsoft.com/office/drawing/2014/main" id="{1809E051-5EDC-532B-0D86-AA9349AAA053}"/>
              </a:ext>
            </a:extLst>
          </p:cNvPr>
          <p:cNvSpPr>
            <a:spLocks noGrp="1"/>
          </p:cNvSpPr>
          <p:nvPr userDrawn="1">
            <p:ph type="body" sz="quarter" idx="14"/>
          </p:nvPr>
        </p:nvSpPr>
        <p:spPr>
          <a:xfrm>
            <a:off x="18862675" y="3047999"/>
            <a:ext cx="4959350" cy="9153525"/>
          </a:xfrm>
        </p:spPr>
        <p:txBody>
          <a:bodyPr/>
          <a:lstStyle>
            <a:lvl1pPr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18288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36576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54864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961734683"/>
      </p:ext>
    </p:extLst>
  </p:cSld>
  <p:clrMapOvr>
    <a:masterClrMapping/>
  </p:clrMapOvr>
  <p:transition spd="med"/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4 columns, dividers, headline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DD740D-848C-40A7-AB96-E7B74E0A80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00" y="576071"/>
            <a:ext cx="4949825" cy="2468753"/>
          </a:xfrm>
        </p:spPr>
        <p:txBody>
          <a:bodyPr/>
          <a:lstStyle>
            <a:lvl1pPr>
              <a:lnSpc>
                <a:spcPct val="110000"/>
              </a:lnSpc>
              <a:defRPr sz="28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792CE3F-FA6A-2FE0-0146-4BFD45CF296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667500" y="576072"/>
            <a:ext cx="4956175" cy="1843037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9E6C7C8-F097-FDD3-FF97-3FC4133BC68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67500" y="3047999"/>
            <a:ext cx="4951413" cy="9156701"/>
          </a:xfrm>
        </p:spPr>
        <p:txBody>
          <a:bodyPr/>
          <a:lstStyle>
            <a:lvl1pPr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18288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36576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54864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793A9C8C-F98C-5899-BE8B-D1A544D66C6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2780000" y="576072"/>
            <a:ext cx="4953000" cy="1843037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E0B684B-61D6-CF9E-57FC-892D7CEE8D1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2780000" y="3048000"/>
            <a:ext cx="4953000" cy="9156700"/>
          </a:xfrm>
        </p:spPr>
        <p:txBody>
          <a:bodyPr/>
          <a:lstStyle>
            <a:lvl1pPr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18288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36576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54864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cxnSp>
        <p:nvCxnSpPr>
          <p:cNvPr id="14" name="Straight Connector 13" descr="Vertical column divider">
            <a:extLst>
              <a:ext uri="{FF2B5EF4-FFF2-40B4-BE49-F238E27FC236}">
                <a16:creationId xmlns:a16="http://schemas.microsoft.com/office/drawing/2014/main" id="{C6EB28FF-C21F-A83D-2D19-2242B76C6B09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6096000" y="570103"/>
            <a:ext cx="0" cy="1162208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Straight Connector 17" descr="Vertical column divider">
            <a:extLst>
              <a:ext uri="{FF2B5EF4-FFF2-40B4-BE49-F238E27FC236}">
                <a16:creationId xmlns:a16="http://schemas.microsoft.com/office/drawing/2014/main" id="{3D7A0E74-695D-C6F5-07CD-01209D58A70A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12188952" y="570103"/>
            <a:ext cx="0" cy="11625072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Straight Connector 18" descr="Vertical column divider">
            <a:extLst>
              <a:ext uri="{FF2B5EF4-FFF2-40B4-BE49-F238E27FC236}">
                <a16:creationId xmlns:a16="http://schemas.microsoft.com/office/drawing/2014/main" id="{19E1AC9A-B000-435B-E4BC-54B09FB7957C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18288000" y="570103"/>
            <a:ext cx="0" cy="1162208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2A62B128-D226-0D9B-89EC-51AFD07F30CF}"/>
              </a:ext>
            </a:extLst>
          </p:cNvPr>
          <p:cNvSpPr>
            <a:spLocks noGrp="1"/>
          </p:cNvSpPr>
          <p:nvPr userDrawn="1">
            <p:ph type="body" sz="quarter" idx="17"/>
          </p:nvPr>
        </p:nvSpPr>
        <p:spPr>
          <a:xfrm>
            <a:off x="18859500" y="576072"/>
            <a:ext cx="4959350" cy="1843037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1E0D5184-93C0-B658-7967-FBC78C38A518}"/>
              </a:ext>
            </a:extLst>
          </p:cNvPr>
          <p:cNvSpPr>
            <a:spLocks noGrp="1"/>
          </p:cNvSpPr>
          <p:nvPr userDrawn="1">
            <p:ph type="body" sz="quarter" idx="14"/>
          </p:nvPr>
        </p:nvSpPr>
        <p:spPr>
          <a:xfrm>
            <a:off x="18859500" y="3048000"/>
            <a:ext cx="4959350" cy="9156700"/>
          </a:xfrm>
        </p:spPr>
        <p:txBody>
          <a:bodyPr/>
          <a:lstStyle>
            <a:lvl1pPr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18288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36576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54864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C3F2C39-1D80-7B1C-F53D-B11D6327AF07}"/>
              </a:ext>
            </a:extLst>
          </p:cNvPr>
          <p:cNvSpPr>
            <a:spLocks noGrp="1"/>
          </p:cNvSpPr>
          <p:nvPr userDrawn="1">
            <p:ph type="ftr" sz="quarter" idx="18"/>
          </p:nvPr>
        </p:nvSpPr>
        <p:spPr>
          <a:xfrm>
            <a:off x="576000" y="12816000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56961C62-D766-8A68-1FA3-BF6BE095543D}"/>
              </a:ext>
            </a:extLst>
          </p:cNvPr>
          <p:cNvSpPr txBox="1">
            <a:spLocks noGrp="1"/>
          </p:cNvSpPr>
          <p:nvPr userDrawn="1">
            <p:ph type="sldNum" sz="quarter" idx="4"/>
          </p:nvPr>
        </p:nvSpPr>
        <p:spPr>
          <a:xfrm>
            <a:off x="23541592" y="129515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86405773"/>
      </p:ext>
    </p:extLst>
  </p:cSld>
  <p:clrMapOvr>
    <a:masterClrMapping/>
  </p:clrMapOvr>
  <p:transition spd="med"/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4 columns, dividers, pictogram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734332-B5B5-4358-3C72-8B35F374A8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72" y="576072"/>
            <a:ext cx="4949825" cy="2097087"/>
          </a:xfrm>
        </p:spPr>
        <p:txBody>
          <a:bodyPr/>
          <a:lstStyle>
            <a:lvl1pPr>
              <a:lnSpc>
                <a:spcPct val="110000"/>
              </a:lnSpc>
              <a:defRPr sz="2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59C4772-2960-241E-274D-18A4B5568DA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76000" y="3048000"/>
            <a:ext cx="4942078" cy="4578350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36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Picture Placeholder 13" descr="Place pictogram here">
            <a:extLst>
              <a:ext uri="{FF2B5EF4-FFF2-40B4-BE49-F238E27FC236}">
                <a16:creationId xmlns:a16="http://schemas.microsoft.com/office/drawing/2014/main" id="{637C5D5A-A533-DB2D-8BBE-C9DAA013CA01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667500" y="576072"/>
            <a:ext cx="1216152" cy="1216152"/>
          </a:xfrm>
        </p:spPr>
        <p:txBody>
          <a:bodyPr anchor="ctr"/>
          <a:lstStyle>
            <a:lvl1pPr algn="ctr">
              <a:defRPr sz="16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Pictogram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27CF39F-F0FC-7815-2582-A13E0599BC2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70675" y="3047999"/>
            <a:ext cx="4951413" cy="9153525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1pPr>
            <a:lvl2pPr marL="219456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2pPr>
            <a:lvl3pPr marL="438912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3pPr>
            <a:lvl4pPr marL="658368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5" name="Picture Placeholder 13" descr="Place pictogram here">
            <a:extLst>
              <a:ext uri="{FF2B5EF4-FFF2-40B4-BE49-F238E27FC236}">
                <a16:creationId xmlns:a16="http://schemas.microsoft.com/office/drawing/2014/main" id="{81413BEF-DDD1-548F-409B-224DE030B67E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12780000" y="576072"/>
            <a:ext cx="1216152" cy="1216152"/>
          </a:xfrm>
        </p:spPr>
        <p:txBody>
          <a:bodyPr anchor="ctr"/>
          <a:lstStyle>
            <a:lvl1pPr algn="ctr">
              <a:defRPr sz="16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Pictogram</a:t>
            </a:r>
          </a:p>
        </p:txBody>
      </p:sp>
      <p:sp>
        <p:nvSpPr>
          <p:cNvPr id="11" name="Text Placeholder 9">
            <a:extLst>
              <a:ext uri="{FF2B5EF4-FFF2-40B4-BE49-F238E27FC236}">
                <a16:creationId xmlns:a16="http://schemas.microsoft.com/office/drawing/2014/main" id="{68C92137-8AC3-46D8-C9A2-F6F058938B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2780000" y="3047999"/>
            <a:ext cx="4942120" cy="9153524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1pPr>
            <a:lvl2pPr marL="219456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2pPr>
            <a:lvl3pPr marL="438912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3pPr>
            <a:lvl4pPr marL="658368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6" name="Picture Placeholder 13" descr="Place pictogram here">
            <a:extLst>
              <a:ext uri="{FF2B5EF4-FFF2-40B4-BE49-F238E27FC236}">
                <a16:creationId xmlns:a16="http://schemas.microsoft.com/office/drawing/2014/main" id="{B37C3DBB-1177-5FC6-7F7F-E6C5931C9620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18859500" y="576072"/>
            <a:ext cx="1216152" cy="1216152"/>
          </a:xfrm>
        </p:spPr>
        <p:txBody>
          <a:bodyPr anchor="ctr"/>
          <a:lstStyle>
            <a:lvl1pPr algn="ctr">
              <a:defRPr sz="16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Pictogram</a:t>
            </a:r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AC380211-AA5F-2F8D-309F-DC766DF1EF5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8862677" y="3047999"/>
            <a:ext cx="4941886" cy="9153525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1pPr>
            <a:lvl2pPr marL="219456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2pPr>
            <a:lvl3pPr marL="438912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3pPr>
            <a:lvl4pPr marL="658368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8C59ECBB-8567-F0FF-2B81-7CCA543AC3AF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76000" y="12816000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id="{193F0BFF-6925-3869-6436-5F209217E4E7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515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4" name="Straight Connector 3" descr="Vertical column divider">
            <a:extLst>
              <a:ext uri="{FF2B5EF4-FFF2-40B4-BE49-F238E27FC236}">
                <a16:creationId xmlns:a16="http://schemas.microsoft.com/office/drawing/2014/main" id="{3EC1ADC5-863A-1C19-32F5-F71459CCBF15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6096000" y="570103"/>
            <a:ext cx="0" cy="1163142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" name="Straight Connector 5" descr="Vertical column divider">
            <a:extLst>
              <a:ext uri="{FF2B5EF4-FFF2-40B4-BE49-F238E27FC236}">
                <a16:creationId xmlns:a16="http://schemas.microsoft.com/office/drawing/2014/main" id="{72E1DB67-171C-F7FE-B9F6-5778755FF746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12192127" y="570103"/>
            <a:ext cx="0" cy="11625072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" name="Straight Connector 7" descr="Vertical column divider">
            <a:extLst>
              <a:ext uri="{FF2B5EF4-FFF2-40B4-BE49-F238E27FC236}">
                <a16:creationId xmlns:a16="http://schemas.microsoft.com/office/drawing/2014/main" id="{6EF3DAE3-95FD-80AD-F6F4-79B5745FA451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18288000" y="570103"/>
            <a:ext cx="0" cy="1162208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77501623"/>
      </p:ext>
    </p:extLst>
  </p:cSld>
  <p:clrMapOvr>
    <a:masterClrMapping/>
  </p:clrMapOvr>
  <p:transition spd="med"/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1 wide column, divi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DD740D-848C-40A7-AB96-E7B74E0A80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00" y="384048"/>
            <a:ext cx="4942078" cy="3117978"/>
          </a:xfrm>
        </p:spPr>
        <p:txBody>
          <a:bodyPr/>
          <a:lstStyle>
            <a:lvl1pPr>
              <a:lnSpc>
                <a:spcPct val="100000"/>
              </a:lnSpc>
              <a:defRPr sz="68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792CE3F-FA6A-2FE0-0146-4BFD45CF296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669152" y="384048"/>
            <a:ext cx="4951414" cy="2201269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6800">
                <a:solidFill>
                  <a:schemeClr val="tx2"/>
                </a:solidFill>
              </a:defRPr>
            </a:lvl1pPr>
            <a:lvl2pPr>
              <a:spcBef>
                <a:spcPts val="0"/>
              </a:spcBef>
              <a:defRPr sz="2800"/>
            </a:lvl2pPr>
            <a:lvl3pPr>
              <a:spcBef>
                <a:spcPts val="0"/>
              </a:spcBef>
              <a:defRPr sz="2800"/>
            </a:lvl3pPr>
            <a:lvl4pPr>
              <a:spcBef>
                <a:spcPts val="0"/>
              </a:spcBef>
              <a:defRPr sz="2800"/>
            </a:lvl4pPr>
            <a:lvl5pPr>
              <a:spcBef>
                <a:spcPts val="0"/>
              </a:spcBef>
              <a:defRPr sz="2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9E6C7C8-F097-FDD3-FF97-3FC4133BC68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69153" y="3047999"/>
            <a:ext cx="4951413" cy="9153525"/>
          </a:xfrm>
        </p:spPr>
        <p:txBody>
          <a:bodyPr/>
          <a:lstStyle>
            <a:lvl1pPr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256032" indent="-256032"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512064" indent="-256032"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768096" indent="-256032"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E0B684B-61D6-CF9E-57FC-892D7CEE8D1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2765153" y="3047999"/>
            <a:ext cx="10096500" cy="9153525"/>
          </a:xfrm>
        </p:spPr>
        <p:txBody>
          <a:bodyPr/>
          <a:lstStyle>
            <a:lvl1pPr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256032" indent="-256032"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512064" indent="-256032"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768096" indent="-256032"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FC93AC5E-9451-FF93-87DD-889A48A00DD1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76000" y="12816000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D1F6E83E-BB80-D71A-7819-884C0CD4799E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515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8243855"/>
      </p:ext>
    </p:extLst>
  </p:cSld>
  <p:clrMapOvr>
    <a:masterClrMapping/>
  </p:clrMapOvr>
  <p:transition spd="med"/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2 wide column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D46C39-902F-3DA0-AAF4-319DA8AE38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00" y="576072"/>
            <a:ext cx="7424927" cy="1906588"/>
          </a:xfrm>
        </p:spPr>
        <p:txBody>
          <a:bodyPr/>
          <a:lstStyle>
            <a:lvl1pPr>
              <a:lnSpc>
                <a:spcPct val="110000"/>
              </a:lnSpc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ABBA43D-8D00-4EDB-B803-D1EEE6CE2CB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76000" y="3047999"/>
            <a:ext cx="10099675" cy="9153524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2pPr>
            <a:lvl3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3pPr>
            <a:lvl4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D32DCE7C-29C5-BC86-B154-7DD0C4F0553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780000" y="3047999"/>
            <a:ext cx="10096500" cy="9153525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2pPr>
            <a:lvl3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3pPr>
            <a:lvl4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C9E836C4-97D9-E198-E7C4-C2E94BADE6BD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76000" y="12816000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A861A72C-9D4B-8178-79CE-382DDE87CD24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515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5504149"/>
      </p:ext>
    </p:extLst>
  </p:cSld>
  <p:clrMapOvr>
    <a:masterClrMapping/>
  </p:clrMapOvr>
  <p:transition spd="med"/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2 columns, large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4691A7-388D-D543-2C74-58FA1F3BC2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00" y="384048"/>
            <a:ext cx="11036491" cy="4210177"/>
          </a:xfrm>
        </p:spPr>
        <p:txBody>
          <a:bodyPr rIns="457200"/>
          <a:lstStyle>
            <a:lvl1pPr>
              <a:lnSpc>
                <a:spcPct val="100000"/>
              </a:lnSpc>
              <a:defRPr sz="68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DE09569-73DF-2226-A7D7-ABBE84A4704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766675" y="576071"/>
            <a:ext cx="4949825" cy="11619103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9B0D0BB0-9896-0353-D972-26B687C3D8D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8862675" y="576071"/>
            <a:ext cx="4941888" cy="11619103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A8BE2778-A9AA-3756-3479-C4A6DD4F0F00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76000" y="12816000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31D49C41-81F4-5A73-2F6D-EF2D5E383721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515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9876056"/>
      </p:ext>
    </p:extLst>
  </p:cSld>
  <p:clrMapOvr>
    <a:masterClrMapping/>
  </p:clrMapOvr>
  <p:transition spd="med"/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2 columns, small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4691A7-388D-D543-2C74-58FA1F3BC2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00" y="576072"/>
            <a:ext cx="4942078" cy="3995927"/>
          </a:xfrm>
        </p:spPr>
        <p:txBody>
          <a:bodyPr/>
          <a:lstStyle>
            <a:lvl1pPr>
              <a:lnSpc>
                <a:spcPct val="110000"/>
              </a:lnSpc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DE09569-73DF-2226-A7D7-ABBE84A4704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780000" y="576000"/>
            <a:ext cx="4953000" cy="11622087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9B0D0BB0-9896-0353-D972-26B687C3D8D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8862675" y="576000"/>
            <a:ext cx="4941888" cy="11622087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CB9B0455-A1CF-B58E-3124-86D0B0DD2BB2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76000" y="12816000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964E5562-E403-533D-BEAD-AB50713ED183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515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2280082"/>
      </p:ext>
    </p:extLst>
  </p:cSld>
  <p:clrMapOvr>
    <a:masterClrMapping/>
  </p:clrMapOvr>
  <p:transition spd="med"/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2 columns, dividers, large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3E75BA-E283-08AE-B230-A89A2245C1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00" y="384048"/>
            <a:ext cx="11039476" cy="4210176"/>
          </a:xfrm>
        </p:spPr>
        <p:txBody>
          <a:bodyPr rIns="457200"/>
          <a:lstStyle>
            <a:lvl1pPr>
              <a:lnSpc>
                <a:spcPct val="100000"/>
              </a:lnSpc>
              <a:defRPr sz="68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9">
            <a:extLst>
              <a:ext uri="{FF2B5EF4-FFF2-40B4-BE49-F238E27FC236}">
                <a16:creationId xmlns:a16="http://schemas.microsoft.com/office/drawing/2014/main" id="{8AF10F27-0178-9C93-8741-F0241501B4B0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2780000" y="576072"/>
            <a:ext cx="4953000" cy="1877761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5898D950-EA52-ABF9-D15D-C6C8FE94649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2780000" y="3047999"/>
            <a:ext cx="4953000" cy="9153525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182880" indent="-182880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365760" indent="-182880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548640" indent="-182880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5" name="Text Placeholder 12">
            <a:extLst>
              <a:ext uri="{FF2B5EF4-FFF2-40B4-BE49-F238E27FC236}">
                <a16:creationId xmlns:a16="http://schemas.microsoft.com/office/drawing/2014/main" id="{17CD3DC6-7946-2D82-C3E4-10BC579C88D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8859500" y="576072"/>
            <a:ext cx="4959350" cy="1877761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A501ADC5-5846-FF23-F5DB-93E8D05863E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8862675" y="3047999"/>
            <a:ext cx="4953000" cy="9153524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182880" indent="-182880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365760" indent="-182880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548640" indent="-182880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C196BE21-C69D-85CB-EE77-49D2E4993A04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>
          <a:xfrm>
            <a:off x="576000" y="12816000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DBB179B0-7DF8-112C-BC38-B65090C6DD68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515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89454014"/>
      </p:ext>
    </p:extLst>
  </p:cSld>
  <p:clrMapOvr>
    <a:masterClrMapping/>
  </p:clrMapOvr>
  <p:transition spd="med"/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2 columns, dividers, small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3E75BA-E283-08AE-B230-A89A2245C1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00" y="576072"/>
            <a:ext cx="4949826" cy="3995927"/>
          </a:xfrm>
        </p:spPr>
        <p:txBody>
          <a:bodyPr rIns="0"/>
          <a:lstStyle>
            <a:lvl1pPr>
              <a:lnSpc>
                <a:spcPct val="110000"/>
              </a:lnSpc>
              <a:defRPr sz="28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9">
            <a:extLst>
              <a:ext uri="{FF2B5EF4-FFF2-40B4-BE49-F238E27FC236}">
                <a16:creationId xmlns:a16="http://schemas.microsoft.com/office/drawing/2014/main" id="{8AF10F27-0178-9C93-8741-F0241501B4B0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2780000" y="576072"/>
            <a:ext cx="4953000" cy="1877761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5898D950-EA52-ABF9-D15D-C6C8FE94649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2780000" y="3047999"/>
            <a:ext cx="4953000" cy="9153525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182880" indent="-182880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365760" indent="-182880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548640" indent="-182880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5" name="Text Placeholder 12">
            <a:extLst>
              <a:ext uri="{FF2B5EF4-FFF2-40B4-BE49-F238E27FC236}">
                <a16:creationId xmlns:a16="http://schemas.microsoft.com/office/drawing/2014/main" id="{17CD3DC6-7946-2D82-C3E4-10BC579C88D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8862675" y="576072"/>
            <a:ext cx="4942078" cy="1877761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A501ADC5-5846-FF23-F5DB-93E8D05863E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8862675" y="3047999"/>
            <a:ext cx="4953000" cy="9153525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182880" indent="-182880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365760" indent="-182880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548640" indent="-182880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12FA1770-E046-DD8F-9F28-19D80D1D67C2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>
          <a:xfrm>
            <a:off x="576000" y="12816000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91ADA982-549A-4D2D-490A-DE5610A50878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515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0234234"/>
      </p:ext>
    </p:extLst>
  </p:cSld>
  <p:clrMapOvr>
    <a:masterClrMapping/>
  </p:clrMapOvr>
  <p:transition spd="med"/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2 columns, dividers, pictogram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DD740D-848C-40A7-AB96-E7B74E0A80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00" y="384048"/>
            <a:ext cx="4949825" cy="4210177"/>
          </a:xfrm>
        </p:spPr>
        <p:txBody>
          <a:bodyPr/>
          <a:lstStyle>
            <a:lvl1pPr>
              <a:lnSpc>
                <a:spcPct val="100000"/>
              </a:lnSpc>
              <a:defRPr sz="68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792CE3F-FA6A-2FE0-0146-4BFD45CF296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669151" y="384048"/>
            <a:ext cx="4956175" cy="3110583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6800">
                <a:solidFill>
                  <a:schemeClr val="tx2"/>
                </a:solidFill>
              </a:defRPr>
            </a:lvl1pPr>
            <a:lvl2pPr>
              <a:lnSpc>
                <a:spcPct val="90000"/>
              </a:lnSpc>
              <a:spcBef>
                <a:spcPts val="0"/>
              </a:spcBef>
              <a:defRPr sz="2800"/>
            </a:lvl2pPr>
            <a:lvl3pPr>
              <a:lnSpc>
                <a:spcPct val="90000"/>
              </a:lnSpc>
              <a:spcBef>
                <a:spcPts val="0"/>
              </a:spcBef>
              <a:defRPr sz="2800"/>
            </a:lvl3pPr>
            <a:lvl4pPr>
              <a:lnSpc>
                <a:spcPct val="90000"/>
              </a:lnSpc>
              <a:spcBef>
                <a:spcPts val="0"/>
              </a:spcBef>
              <a:defRPr sz="2800"/>
            </a:lvl4pPr>
            <a:lvl5pPr>
              <a:lnSpc>
                <a:spcPct val="90000"/>
              </a:lnSpc>
              <a:spcBef>
                <a:spcPts val="0"/>
              </a:spcBef>
              <a:defRPr sz="2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9E6C7C8-F097-FDD3-FF97-3FC4133BC68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70675" y="3016790"/>
            <a:ext cx="4951413" cy="9188588"/>
          </a:xfrm>
        </p:spPr>
        <p:txBody>
          <a:bodyPr/>
          <a:lstStyle>
            <a:lvl1pPr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256032" indent="-256032"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512064" indent="-256032"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768096" indent="-256032"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5" name="Picture Placeholder 4" descr="Place pictogram here">
            <a:extLst>
              <a:ext uri="{FF2B5EF4-FFF2-40B4-BE49-F238E27FC236}">
                <a16:creationId xmlns:a16="http://schemas.microsoft.com/office/drawing/2014/main" id="{4E8FFEFF-CCD0-A436-418A-5FB8624CCC89}"/>
              </a:ext>
            </a:extLst>
          </p:cNvPr>
          <p:cNvSpPr>
            <a:spLocks noGrp="1" noChangeAspect="1"/>
          </p:cNvSpPr>
          <p:nvPr>
            <p:ph type="pic" sz="quarter" idx="16" hasCustomPrompt="1"/>
          </p:nvPr>
        </p:nvSpPr>
        <p:spPr>
          <a:xfrm>
            <a:off x="12780000" y="576072"/>
            <a:ext cx="1216152" cy="1214462"/>
          </a:xfrm>
        </p:spPr>
        <p:txBody>
          <a:bodyPr anchor="ctr"/>
          <a:lstStyle>
            <a:lvl1pPr algn="ctr">
              <a:defRPr sz="16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Pictogram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E0B684B-61D6-CF9E-57FC-892D7CEE8D1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2780000" y="3047999"/>
            <a:ext cx="4953000" cy="9153525"/>
          </a:xfrm>
        </p:spPr>
        <p:txBody>
          <a:bodyPr/>
          <a:lstStyle>
            <a:lvl1pPr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18288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36576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54864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2" name="Picture Placeholder 11" descr="Place pictogram here">
            <a:extLst>
              <a:ext uri="{FF2B5EF4-FFF2-40B4-BE49-F238E27FC236}">
                <a16:creationId xmlns:a16="http://schemas.microsoft.com/office/drawing/2014/main" id="{484E55D7-CBB2-992D-3E77-5CB7B7CADA9C}"/>
              </a:ext>
            </a:extLst>
          </p:cNvPr>
          <p:cNvSpPr>
            <a:spLocks noGrp="1" noChangeAspect="1"/>
          </p:cNvSpPr>
          <p:nvPr>
            <p:ph type="pic" sz="quarter" idx="17" hasCustomPrompt="1"/>
          </p:nvPr>
        </p:nvSpPr>
        <p:spPr>
          <a:xfrm>
            <a:off x="18859500" y="576072"/>
            <a:ext cx="1217844" cy="1216152"/>
          </a:xfrm>
        </p:spPr>
        <p:txBody>
          <a:bodyPr anchor="ctr"/>
          <a:lstStyle>
            <a:lvl1pPr algn="ctr">
              <a:defRPr sz="16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Pictogram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1E0D5184-93C0-B658-7967-FBC78C38A51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8859500" y="3047999"/>
            <a:ext cx="4959350" cy="9153525"/>
          </a:xfrm>
        </p:spPr>
        <p:txBody>
          <a:bodyPr/>
          <a:lstStyle>
            <a:lvl1pPr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18288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36576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54864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E7E14D98-D346-214C-0437-7A0B4A7F3F06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81024" y="12823285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0" name="Slide Number">
            <a:extLst>
              <a:ext uri="{FF2B5EF4-FFF2-40B4-BE49-F238E27FC236}">
                <a16:creationId xmlns:a16="http://schemas.microsoft.com/office/drawing/2014/main" id="{8CDC5D22-5EFB-A82A-2192-76A569B4B0D5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515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8" name="Straight Connector 7" descr="Vertical column divider">
            <a:extLst>
              <a:ext uri="{FF2B5EF4-FFF2-40B4-BE49-F238E27FC236}">
                <a16:creationId xmlns:a16="http://schemas.microsoft.com/office/drawing/2014/main" id="{75E2B956-D8A8-9075-0842-BD0DAFFD4122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12192127" y="570103"/>
            <a:ext cx="0" cy="11625072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Straight Connector 14" descr="Vertical column divider">
            <a:extLst>
              <a:ext uri="{FF2B5EF4-FFF2-40B4-BE49-F238E27FC236}">
                <a16:creationId xmlns:a16="http://schemas.microsoft.com/office/drawing/2014/main" id="{BE2C4D34-A499-856F-2ED0-C6A511B884A1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18288000" y="570103"/>
            <a:ext cx="0" cy="11625072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77764030"/>
      </p:ext>
    </p:extLst>
  </p:cSld>
  <p:clrMapOvr>
    <a:masterClrMapping/>
  </p:clrMapOvr>
  <p:transition spd="med"/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, 4 stacked wide, pictogram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12" descr="Place pictogram here">
            <a:extLst>
              <a:ext uri="{FF2B5EF4-FFF2-40B4-BE49-F238E27FC236}">
                <a16:creationId xmlns:a16="http://schemas.microsoft.com/office/drawing/2014/main" id="{30AB5158-BCB8-39EE-DA85-F2CD01699FBB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576072" y="576072"/>
            <a:ext cx="1216152" cy="1216152"/>
          </a:xfrm>
        </p:spPr>
        <p:txBody>
          <a:bodyPr anchor="ctr"/>
          <a:lstStyle>
            <a:lvl1pPr algn="ctr">
              <a:defRPr sz="1600"/>
            </a:lvl1pPr>
          </a:lstStyle>
          <a:p>
            <a:r>
              <a:rPr lang="en-US" dirty="0"/>
              <a:t>Pictogram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31099CB-CB87-D5D5-506D-4B49C08161D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76072" y="2478024"/>
            <a:ext cx="6670675" cy="3048000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4200">
                <a:solidFill>
                  <a:schemeClr val="tx1"/>
                </a:solidFill>
              </a:defRPr>
            </a:lvl1pPr>
            <a:lvl2pPr marL="402336" indent="-402336">
              <a:lnSpc>
                <a:spcPct val="100000"/>
              </a:lnSpc>
              <a:spcBef>
                <a:spcPts val="0"/>
              </a:spcBef>
              <a:defRPr sz="4200">
                <a:solidFill>
                  <a:schemeClr val="tx1"/>
                </a:solidFill>
              </a:defRPr>
            </a:lvl2pPr>
            <a:lvl3pPr marL="804672" indent="-402336">
              <a:lnSpc>
                <a:spcPct val="100000"/>
              </a:lnSpc>
              <a:spcBef>
                <a:spcPts val="0"/>
              </a:spcBef>
              <a:defRPr sz="4200">
                <a:solidFill>
                  <a:schemeClr val="tx1"/>
                </a:solidFill>
              </a:defRPr>
            </a:lvl3pPr>
            <a:lvl4pPr marL="1115568" indent="-402336">
              <a:lnSpc>
                <a:spcPct val="100000"/>
              </a:lnSpc>
              <a:spcBef>
                <a:spcPts val="0"/>
              </a:spcBef>
              <a:defRPr sz="4200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4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5" name="Picture Placeholder 14" descr="Place pictogram here">
            <a:extLst>
              <a:ext uri="{FF2B5EF4-FFF2-40B4-BE49-F238E27FC236}">
                <a16:creationId xmlns:a16="http://schemas.microsoft.com/office/drawing/2014/main" id="{3C3730E5-61EB-7405-CC85-AB04242CDBC4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12780000" y="576072"/>
            <a:ext cx="1216152" cy="1216152"/>
          </a:xfrm>
        </p:spPr>
        <p:txBody>
          <a:bodyPr anchor="ctr"/>
          <a:lstStyle>
            <a:lvl1pPr algn="ctr">
              <a:defRPr sz="1600"/>
            </a:lvl1pPr>
          </a:lstStyle>
          <a:p>
            <a:r>
              <a:rPr lang="en-US" dirty="0"/>
              <a:t>Pictogram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C1DA3C4-E728-0E45-C91D-8EDF4B495FF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780000" y="2476500"/>
            <a:ext cx="6675120" cy="3048000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4200">
                <a:solidFill>
                  <a:schemeClr val="tx1"/>
                </a:solidFill>
              </a:defRPr>
            </a:lvl1pPr>
            <a:lvl2pPr marL="402336" indent="-402336">
              <a:lnSpc>
                <a:spcPct val="100000"/>
              </a:lnSpc>
              <a:spcBef>
                <a:spcPts val="0"/>
              </a:spcBef>
              <a:defRPr sz="4200">
                <a:solidFill>
                  <a:schemeClr val="tx1"/>
                </a:solidFill>
              </a:defRPr>
            </a:lvl2pPr>
            <a:lvl3pPr marL="804672" indent="-402336">
              <a:lnSpc>
                <a:spcPct val="100000"/>
              </a:lnSpc>
              <a:spcBef>
                <a:spcPts val="0"/>
              </a:spcBef>
              <a:defRPr sz="4200">
                <a:solidFill>
                  <a:schemeClr val="tx1"/>
                </a:solidFill>
              </a:defRPr>
            </a:lvl3pPr>
            <a:lvl4pPr marL="1115568" indent="-402336">
              <a:lnSpc>
                <a:spcPct val="100000"/>
              </a:lnSpc>
              <a:spcBef>
                <a:spcPts val="0"/>
              </a:spcBef>
              <a:defRPr sz="4200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4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cxnSp>
        <p:nvCxnSpPr>
          <p:cNvPr id="16" name="Straight Connector 15" descr="Horizontal row divider">
            <a:extLst>
              <a:ext uri="{FF2B5EF4-FFF2-40B4-BE49-F238E27FC236}">
                <a16:creationId xmlns:a16="http://schemas.microsoft.com/office/drawing/2014/main" id="{9C5483A0-0E31-72CE-21C3-6248FAEBC09A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576072" y="6096000"/>
            <a:ext cx="23236428" cy="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" name="Picture Placeholder 16" descr="Place pictogram here">
            <a:extLst>
              <a:ext uri="{FF2B5EF4-FFF2-40B4-BE49-F238E27FC236}">
                <a16:creationId xmlns:a16="http://schemas.microsoft.com/office/drawing/2014/main" id="{62C94928-6A9B-2EA7-301C-71E5F2547C8A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576072" y="6473951"/>
            <a:ext cx="1216152" cy="1216152"/>
          </a:xfrm>
        </p:spPr>
        <p:txBody>
          <a:bodyPr anchor="ctr"/>
          <a:lstStyle>
            <a:lvl1pPr algn="ctr">
              <a:defRPr sz="1600"/>
            </a:lvl1pPr>
          </a:lstStyle>
          <a:p>
            <a:r>
              <a:rPr lang="en-US" dirty="0"/>
              <a:t>Pictogram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B0565063-698E-31B0-B619-B99A9A0B3DB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76072" y="8385048"/>
            <a:ext cx="6670676" cy="3048000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4200">
                <a:solidFill>
                  <a:schemeClr val="tx1"/>
                </a:solidFill>
              </a:defRPr>
            </a:lvl1pPr>
            <a:lvl2pPr marL="402336" indent="-402336">
              <a:lnSpc>
                <a:spcPct val="100000"/>
              </a:lnSpc>
              <a:spcBef>
                <a:spcPts val="0"/>
              </a:spcBef>
              <a:defRPr sz="4200">
                <a:solidFill>
                  <a:schemeClr val="tx1"/>
                </a:solidFill>
              </a:defRPr>
            </a:lvl2pPr>
            <a:lvl3pPr marL="804672" indent="-402336">
              <a:lnSpc>
                <a:spcPct val="100000"/>
              </a:lnSpc>
              <a:spcBef>
                <a:spcPts val="0"/>
              </a:spcBef>
              <a:defRPr sz="4200">
                <a:solidFill>
                  <a:schemeClr val="tx1"/>
                </a:solidFill>
              </a:defRPr>
            </a:lvl3pPr>
            <a:lvl4pPr marL="1115568" indent="-402336">
              <a:lnSpc>
                <a:spcPct val="100000"/>
              </a:lnSpc>
              <a:spcBef>
                <a:spcPts val="0"/>
              </a:spcBef>
              <a:defRPr sz="4200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4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9" name="Picture Placeholder 18" descr="Place pictogram here">
            <a:extLst>
              <a:ext uri="{FF2B5EF4-FFF2-40B4-BE49-F238E27FC236}">
                <a16:creationId xmlns:a16="http://schemas.microsoft.com/office/drawing/2014/main" id="{2E840026-2FAF-826F-DCFD-3FF0082B0823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12780000" y="6477000"/>
            <a:ext cx="1216152" cy="1216152"/>
          </a:xfrm>
        </p:spPr>
        <p:txBody>
          <a:bodyPr anchor="ctr"/>
          <a:lstStyle>
            <a:lvl1pPr algn="ctr">
              <a:defRPr sz="1600"/>
            </a:lvl1pPr>
          </a:lstStyle>
          <a:p>
            <a:r>
              <a:rPr lang="en-US" dirty="0"/>
              <a:t>Pictogram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B4E44FFD-1EB7-1873-F6D1-67DE839EF09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2780000" y="8382000"/>
            <a:ext cx="6675120" cy="3048000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4200">
                <a:solidFill>
                  <a:schemeClr val="tx1"/>
                </a:solidFill>
              </a:defRPr>
            </a:lvl1pPr>
            <a:lvl2pPr marL="402336" indent="-402336">
              <a:lnSpc>
                <a:spcPct val="100000"/>
              </a:lnSpc>
              <a:spcBef>
                <a:spcPts val="0"/>
              </a:spcBef>
              <a:defRPr sz="4200">
                <a:solidFill>
                  <a:schemeClr val="tx1"/>
                </a:solidFill>
              </a:defRPr>
            </a:lvl2pPr>
            <a:lvl3pPr marL="804672" indent="-402336">
              <a:lnSpc>
                <a:spcPct val="100000"/>
              </a:lnSpc>
              <a:spcBef>
                <a:spcPts val="0"/>
              </a:spcBef>
              <a:defRPr sz="4200">
                <a:solidFill>
                  <a:schemeClr val="tx1"/>
                </a:solidFill>
              </a:defRPr>
            </a:lvl3pPr>
            <a:lvl4pPr marL="1115568" indent="-402336">
              <a:lnSpc>
                <a:spcPct val="100000"/>
              </a:lnSpc>
              <a:spcBef>
                <a:spcPts val="0"/>
              </a:spcBef>
              <a:defRPr sz="4200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4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1FC9DA86-6E63-7EF1-DAC1-73040332758F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>
          <a:xfrm>
            <a:off x="576000" y="12816000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BE7CD285-42F9-CF03-AB5C-1DC86205FBC3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515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4" name="Straight Connector 3" descr="Vertical column divider">
            <a:extLst>
              <a:ext uri="{FF2B5EF4-FFF2-40B4-BE49-F238E27FC236}">
                <a16:creationId xmlns:a16="http://schemas.microsoft.com/office/drawing/2014/main" id="{E664AD27-CDB8-1E16-6F0A-1A4FF8BD97F5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12192127" y="570103"/>
            <a:ext cx="0" cy="11625072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3392750"/>
      </p:ext>
    </p:extLst>
  </p:cSld>
  <p:clrMapOvr>
    <a:masterClrMapping/>
  </p:clrMapOvr>
  <p:transition spd="med"/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, 4 stacked, small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E29EF9E2-1551-8357-22BD-8C43EF5EBE34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576000" y="576072"/>
            <a:ext cx="4961128" cy="462153"/>
          </a:xfrm>
        </p:spPr>
        <p:txBody>
          <a:bodyPr/>
          <a:lstStyle>
            <a:lvl1pPr>
              <a:defRPr sz="28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1DD740D-848C-40A7-AB96-E7B74E0A80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00" y="1524000"/>
            <a:ext cx="4948428" cy="3048000"/>
          </a:xfrm>
        </p:spPr>
        <p:txBody>
          <a:bodyPr/>
          <a:lstStyle>
            <a:lvl1pPr>
              <a:lnSpc>
                <a:spcPct val="110000"/>
              </a:lnSpc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793A9C8C-F98C-5899-BE8B-D1A544D66C6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2780000" y="576073"/>
            <a:ext cx="4953000" cy="4948428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2A62B128-D226-0D9B-89EC-51AFD07F30C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8862675" y="576072"/>
            <a:ext cx="4959350" cy="4948427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5DD5CF1-28D6-74AF-B345-5911CB10D45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2780000" y="6670675"/>
            <a:ext cx="4953000" cy="4948428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67B1C684-915C-90D4-C69F-C24979A42EF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8862675" y="6670675"/>
            <a:ext cx="4953000" cy="4948427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4D288907-977D-2E2D-D334-59684842A637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>
          <a:xfrm>
            <a:off x="576000" y="12816000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299C7C32-4361-2D42-DB76-E3E2316F597E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515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46937438"/>
      </p:ext>
    </p:extLst>
  </p:cSld>
  <p:clrMapOvr>
    <a:masterClrMapping/>
  </p:clrMapOvr>
  <p:transition spd="med"/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, 4 stacked, large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E29EF9E2-1551-8357-22BD-8C43EF5EBE34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576000" y="576072"/>
            <a:ext cx="4961128" cy="462153"/>
          </a:xfrm>
        </p:spPr>
        <p:txBody>
          <a:bodyPr/>
          <a:lstStyle>
            <a:lvl1pPr>
              <a:defRPr sz="28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793A9C8C-F98C-5899-BE8B-D1A544D66C6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2780000" y="576073"/>
            <a:ext cx="4953000" cy="4948428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2A62B128-D226-0D9B-89EC-51AFD07F30C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8862675" y="576072"/>
            <a:ext cx="4959350" cy="4948427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5DD5CF1-28D6-74AF-B345-5911CB10D45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2780000" y="6670675"/>
            <a:ext cx="4953000" cy="4948428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67B1C684-915C-90D4-C69F-C24979A42EF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8862675" y="6670675"/>
            <a:ext cx="4953000" cy="4948427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4D288907-977D-2E2D-D334-59684842A637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>
          <a:xfrm>
            <a:off x="576000" y="12816000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299C7C32-4361-2D42-DB76-E3E2316F597E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515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8009016F-5759-0B27-8DB2-77BDD79809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00" y="1523872"/>
            <a:ext cx="11044239" cy="4572128"/>
          </a:xfrm>
        </p:spPr>
        <p:txBody>
          <a:bodyPr rIns="457200"/>
          <a:lstStyle>
            <a:lvl1pPr>
              <a:lnSpc>
                <a:spcPct val="110000"/>
              </a:lnSpc>
              <a:defRPr sz="68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0530616"/>
      </p:ext>
    </p:extLst>
  </p:cSld>
  <p:clrMapOvr>
    <a:masterClrMapping/>
  </p:clrMapOvr>
  <p:transition spd="med"/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, 4 horizontal, small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2A71C2BF-857E-B291-7D82-5920AF4A527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76072" y="6675882"/>
            <a:ext cx="4949825" cy="5519293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257EC586-7CBB-7AC4-C2FA-85F4BA8AA03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63241" y="6673851"/>
            <a:ext cx="4949825" cy="5521323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A0ABD1EA-F6CD-F56B-B5E1-034EEB64D63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2767760" y="6673851"/>
            <a:ext cx="4949825" cy="5521323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0F2DD97F-E181-3C33-32D8-844B57967D8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8859500" y="6673851"/>
            <a:ext cx="4949825" cy="5521324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EB933E98-EDAA-167B-D822-384AE57CFD41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76000" y="12816000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9CE74F70-DD3B-B787-1122-8CC2F06AD01A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515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7" name="Text Placeholder 6">
            <a:extLst>
              <a:ext uri="{FF2B5EF4-FFF2-40B4-BE49-F238E27FC236}">
                <a16:creationId xmlns:a16="http://schemas.microsoft.com/office/drawing/2014/main" id="{73047254-F916-4821-F269-6EDEB3A3FAD7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576000" y="576072"/>
            <a:ext cx="4942078" cy="3995928"/>
          </a:xfrm>
        </p:spPr>
        <p:txBody>
          <a:bodyPr/>
          <a:lstStyle>
            <a:lvl1pPr>
              <a:defRPr sz="28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16127428"/>
      </p:ext>
    </p:extLst>
  </p:cSld>
  <p:clrMapOvr>
    <a:masterClrMapping/>
  </p:clrMapOvr>
  <p:transition spd="med"/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, 4 horizontal, large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24353C-7670-AC55-CDA3-888971A548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00" y="384048"/>
            <a:ext cx="11036994" cy="4210177"/>
          </a:xfrm>
        </p:spPr>
        <p:txBody>
          <a:bodyPr rIns="457200"/>
          <a:lstStyle>
            <a:lvl1pPr>
              <a:lnSpc>
                <a:spcPct val="100000"/>
              </a:lnSpc>
              <a:defRPr sz="68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A61589D3-5821-F43C-9924-D7FBDD5E84A5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81024" y="12823285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9EA471B4-B30A-F4D7-84E4-C54A4D1ACDB2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515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Text Placeholder 10">
            <a:extLst>
              <a:ext uri="{FF2B5EF4-FFF2-40B4-BE49-F238E27FC236}">
                <a16:creationId xmlns:a16="http://schemas.microsoft.com/office/drawing/2014/main" id="{C5CEBFE7-AD2E-DFE8-B046-3B866828612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76072" y="6675882"/>
            <a:ext cx="4949825" cy="5519293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5" name="Text Placeholder 10">
            <a:extLst>
              <a:ext uri="{FF2B5EF4-FFF2-40B4-BE49-F238E27FC236}">
                <a16:creationId xmlns:a16="http://schemas.microsoft.com/office/drawing/2014/main" id="{42695C8E-740F-09FE-EEF5-F2D3F3F8813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63241" y="6673851"/>
            <a:ext cx="4949825" cy="5521323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7" name="Text Placeholder 10">
            <a:extLst>
              <a:ext uri="{FF2B5EF4-FFF2-40B4-BE49-F238E27FC236}">
                <a16:creationId xmlns:a16="http://schemas.microsoft.com/office/drawing/2014/main" id="{59937119-9484-C422-CDBB-7ACF8FB463E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2767760" y="6673851"/>
            <a:ext cx="4949825" cy="5521323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Text Placeholder 10">
            <a:extLst>
              <a:ext uri="{FF2B5EF4-FFF2-40B4-BE49-F238E27FC236}">
                <a16:creationId xmlns:a16="http://schemas.microsoft.com/office/drawing/2014/main" id="{031FDB97-22F2-B958-137D-E25328D2B01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8859500" y="6673851"/>
            <a:ext cx="4949825" cy="5521324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2271185708"/>
      </p:ext>
    </p:extLst>
  </p:cSld>
  <p:clrMapOvr>
    <a:masterClrMapping/>
  </p:clrMapOvr>
  <p:transition spd="med"/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, 6 stacked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DD740D-848C-40A7-AB96-E7B74E0A80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00" y="576072"/>
            <a:ext cx="4949825" cy="3995928"/>
          </a:xfrm>
        </p:spPr>
        <p:txBody>
          <a:bodyPr/>
          <a:lstStyle>
            <a:lvl1pPr>
              <a:lnSpc>
                <a:spcPct val="110000"/>
              </a:lnSpc>
              <a:defRPr sz="28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9">
            <a:extLst>
              <a:ext uri="{FF2B5EF4-FFF2-40B4-BE49-F238E27FC236}">
                <a16:creationId xmlns:a16="http://schemas.microsoft.com/office/drawing/2014/main" id="{B1D44C30-196F-B4B1-540A-E556579735D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666415" y="576071"/>
            <a:ext cx="4956048" cy="4956048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793A9C8C-F98C-5899-BE8B-D1A544D66C6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2763500" y="576071"/>
            <a:ext cx="4956048" cy="4956048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2A62B128-D226-0D9B-89EC-51AFD07F30C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8859499" y="576071"/>
            <a:ext cx="4946904" cy="4956048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06DFE032-E717-840D-774E-AC6218CA01A8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>
          <a:xfrm>
            <a:off x="581024" y="12823285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id="{219EFD5E-874A-DCAB-55D5-D376C79F2C67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515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Text Placeholder 10">
            <a:extLst>
              <a:ext uri="{FF2B5EF4-FFF2-40B4-BE49-F238E27FC236}">
                <a16:creationId xmlns:a16="http://schemas.microsoft.com/office/drawing/2014/main" id="{0813F20A-BEE4-B8A6-B7C6-A452A39FAD7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66415" y="6673850"/>
            <a:ext cx="4956048" cy="4956048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Text Placeholder 10">
            <a:extLst>
              <a:ext uri="{FF2B5EF4-FFF2-40B4-BE49-F238E27FC236}">
                <a16:creationId xmlns:a16="http://schemas.microsoft.com/office/drawing/2014/main" id="{150973AC-ED14-F5BF-FFA2-3AA73BE9F47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2763500" y="6673850"/>
            <a:ext cx="4956048" cy="4956048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9" name="Text Placeholder 10">
            <a:extLst>
              <a:ext uri="{FF2B5EF4-FFF2-40B4-BE49-F238E27FC236}">
                <a16:creationId xmlns:a16="http://schemas.microsoft.com/office/drawing/2014/main" id="{BE127C12-10BF-D35C-4112-2B9F8948152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8859499" y="6673850"/>
            <a:ext cx="4946904" cy="4956048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512789690"/>
      </p:ext>
    </p:extLst>
  </p:cSld>
  <p:clrMapOvr>
    <a:masterClrMapping/>
  </p:clrMapOvr>
  <p:transition spd="med"/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, 6 stacked, icon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3A5819-78ED-4475-16CD-65C8A2C5EC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00" y="576072"/>
            <a:ext cx="4949825" cy="3995928"/>
          </a:xfrm>
        </p:spPr>
        <p:txBody>
          <a:bodyPr/>
          <a:lstStyle>
            <a:lvl1pPr>
              <a:lnSpc>
                <a:spcPct val="110000"/>
              </a:lnSpc>
              <a:defRPr sz="28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6" name="Picture Placeholder 15" descr="Place icon here">
            <a:extLst>
              <a:ext uri="{FF2B5EF4-FFF2-40B4-BE49-F238E27FC236}">
                <a16:creationId xmlns:a16="http://schemas.microsoft.com/office/drawing/2014/main" id="{DD1F0C48-79E5-E356-43FC-0FCF2DE89A20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6667500" y="576072"/>
            <a:ext cx="402336" cy="403225"/>
          </a:xfrm>
        </p:spPr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Icon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148C06-F3C6-0E95-A225-29F730DD158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667499" y="1524000"/>
            <a:ext cx="4956048" cy="3999102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1pPr>
            <a:lvl2pPr marL="219456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2pPr>
            <a:lvl3pPr marL="438912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3pPr>
            <a:lvl4pPr marL="658368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7" name="Picture Placeholder 15" descr="Place icon here">
            <a:extLst>
              <a:ext uri="{FF2B5EF4-FFF2-40B4-BE49-F238E27FC236}">
                <a16:creationId xmlns:a16="http://schemas.microsoft.com/office/drawing/2014/main" id="{18E9E323-0756-7849-8F52-19C58A517BD5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12780000" y="576072"/>
            <a:ext cx="402336" cy="403225"/>
          </a:xfrm>
        </p:spPr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Icon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81FD5E03-A007-B728-4616-E05622A43A3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780000" y="1524000"/>
            <a:ext cx="4953000" cy="3999102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1pPr>
            <a:lvl2pPr marL="219456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2pPr>
            <a:lvl3pPr marL="438912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3pPr>
            <a:lvl4pPr marL="658368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8" name="Picture Placeholder 15" descr="Place icon here">
            <a:extLst>
              <a:ext uri="{FF2B5EF4-FFF2-40B4-BE49-F238E27FC236}">
                <a16:creationId xmlns:a16="http://schemas.microsoft.com/office/drawing/2014/main" id="{7C3BFFDB-5499-B3D7-98B2-1ABDA7D5C9DD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18859501" y="576072"/>
            <a:ext cx="402336" cy="403225"/>
          </a:xfrm>
        </p:spPr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Icon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EEC06719-7195-BBE7-0154-56A039A4B38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8859501" y="1523999"/>
            <a:ext cx="4946904" cy="3999099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1pPr>
            <a:lvl2pPr marL="219456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2pPr>
            <a:lvl3pPr marL="438912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3pPr>
            <a:lvl4pPr marL="658368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cxnSp>
        <p:nvCxnSpPr>
          <p:cNvPr id="23" name="Straight Connector 22" descr="Horizontal row divider">
            <a:extLst>
              <a:ext uri="{FF2B5EF4-FFF2-40B4-BE49-F238E27FC236}">
                <a16:creationId xmlns:a16="http://schemas.microsoft.com/office/drawing/2014/main" id="{252CDB94-BA57-B58F-95F0-D406FE34BB40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6096000" y="6096000"/>
            <a:ext cx="17722850" cy="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" name="Picture Placeholder 15" descr="Place icon here">
            <a:extLst>
              <a:ext uri="{FF2B5EF4-FFF2-40B4-BE49-F238E27FC236}">
                <a16:creationId xmlns:a16="http://schemas.microsoft.com/office/drawing/2014/main" id="{C00295A2-8D30-455D-EBB9-FA7A46791936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6667500" y="6694631"/>
            <a:ext cx="402336" cy="403225"/>
          </a:xfrm>
        </p:spPr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Icon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2704E464-B0E0-CDD0-B14B-FA6386285AE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667499" y="7623594"/>
            <a:ext cx="4956048" cy="3998295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1pPr>
            <a:lvl2pPr marL="219456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2pPr>
            <a:lvl3pPr marL="438912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3pPr>
            <a:lvl4pPr marL="658368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0" name="Picture Placeholder 15" descr="Place icon here">
            <a:extLst>
              <a:ext uri="{FF2B5EF4-FFF2-40B4-BE49-F238E27FC236}">
                <a16:creationId xmlns:a16="http://schemas.microsoft.com/office/drawing/2014/main" id="{F30F0F2C-CA19-3A79-4375-EB8A00FA887C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12780000" y="6694631"/>
            <a:ext cx="402336" cy="403225"/>
          </a:xfrm>
        </p:spPr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Icon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E96B64B8-6DA8-8704-DD30-37587B3E682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2780000" y="7623594"/>
            <a:ext cx="4956048" cy="3998291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1pPr>
            <a:lvl2pPr marL="219456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2pPr>
            <a:lvl3pPr marL="438912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3pPr>
            <a:lvl4pPr marL="658368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1" name="Picture Placeholder 15" descr="Place icon here">
            <a:extLst>
              <a:ext uri="{FF2B5EF4-FFF2-40B4-BE49-F238E27FC236}">
                <a16:creationId xmlns:a16="http://schemas.microsoft.com/office/drawing/2014/main" id="{9354D8C6-F61D-3FC1-07F8-FEE730E2D7A8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18859501" y="6694631"/>
            <a:ext cx="402336" cy="403225"/>
          </a:xfrm>
        </p:spPr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Icon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AF965C82-A0A6-A670-C10A-6073DD3549E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8859501" y="7623594"/>
            <a:ext cx="4946904" cy="3998287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1pPr>
            <a:lvl2pPr marL="219456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2pPr>
            <a:lvl3pPr marL="438912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3pPr>
            <a:lvl4pPr marL="658368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56C9A7FC-6BA2-EF1D-18D5-F605D8C7C003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>
          <a:xfrm>
            <a:off x="576000" y="12816000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2" name="Slide Number">
            <a:extLst>
              <a:ext uri="{FF2B5EF4-FFF2-40B4-BE49-F238E27FC236}">
                <a16:creationId xmlns:a16="http://schemas.microsoft.com/office/drawing/2014/main" id="{C0294F07-890E-B2F9-0CAD-1B5AFB7648AB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515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4" name="Straight Connector 3" descr="Vertical column divider">
            <a:extLst>
              <a:ext uri="{FF2B5EF4-FFF2-40B4-BE49-F238E27FC236}">
                <a16:creationId xmlns:a16="http://schemas.microsoft.com/office/drawing/2014/main" id="{0E795639-6102-AB6C-5918-29F86236BFD2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6096000" y="570103"/>
            <a:ext cx="0" cy="1162208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Straight Connector 10" descr="Vertical column divider">
            <a:extLst>
              <a:ext uri="{FF2B5EF4-FFF2-40B4-BE49-F238E27FC236}">
                <a16:creationId xmlns:a16="http://schemas.microsoft.com/office/drawing/2014/main" id="{357E5319-53C7-E291-189E-B5A9A71EC85F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12192127" y="570103"/>
            <a:ext cx="0" cy="11625072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Straight Connector 12" descr="Vertical column divider">
            <a:extLst>
              <a:ext uri="{FF2B5EF4-FFF2-40B4-BE49-F238E27FC236}">
                <a16:creationId xmlns:a16="http://schemas.microsoft.com/office/drawing/2014/main" id="{C5786CF5-FEFB-F111-90C8-4410630FD7A3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18288000" y="570103"/>
            <a:ext cx="0" cy="1162208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00380761"/>
      </p:ext>
    </p:extLst>
  </p:cSld>
  <p:clrMapOvr>
    <a:masterClrMapping/>
  </p:clrMapOvr>
  <p:transition spd="med"/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, 6 stacked, alternate, large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B3E52F-EEA1-D56F-5E7A-C1983151DC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00" y="384048"/>
            <a:ext cx="11039475" cy="3413126"/>
          </a:xfrm>
        </p:spPr>
        <p:txBody>
          <a:bodyPr rIns="457200"/>
          <a:lstStyle>
            <a:lvl1pPr>
              <a:lnSpc>
                <a:spcPct val="100000"/>
              </a:lnSpc>
              <a:defRPr sz="68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6D534223-A15F-A9E6-C7FA-95FFDF117A5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780000" y="576072"/>
            <a:ext cx="4953000" cy="4954587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cxnSp>
        <p:nvCxnSpPr>
          <p:cNvPr id="19" name="Straight Connector 18" descr="Vertical column divider">
            <a:extLst>
              <a:ext uri="{FF2B5EF4-FFF2-40B4-BE49-F238E27FC236}">
                <a16:creationId xmlns:a16="http://schemas.microsoft.com/office/drawing/2014/main" id="{B87B78A1-A315-98D3-1692-18AAAF4C6002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18288000" y="573138"/>
            <a:ext cx="0" cy="11622037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C1675E3B-BB72-1CF2-CC6C-1977AEAF5921}"/>
              </a:ext>
            </a:extLst>
          </p:cNvPr>
          <p:cNvSpPr>
            <a:spLocks noGrp="1"/>
          </p:cNvSpPr>
          <p:nvPr userDrawn="1">
            <p:ph type="body" sz="quarter" idx="13"/>
          </p:nvPr>
        </p:nvSpPr>
        <p:spPr>
          <a:xfrm>
            <a:off x="18862675" y="576072"/>
            <a:ext cx="4953000" cy="4954587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cxnSp>
        <p:nvCxnSpPr>
          <p:cNvPr id="16" name="Straight Connector 15" descr="Horizontal row divider">
            <a:extLst>
              <a:ext uri="{FF2B5EF4-FFF2-40B4-BE49-F238E27FC236}">
                <a16:creationId xmlns:a16="http://schemas.microsoft.com/office/drawing/2014/main" id="{4F455E69-0B51-1D31-E569-651079398D33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576072" y="6096000"/>
            <a:ext cx="23228491" cy="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Straight Connector 17" descr="Vertical column divider">
            <a:extLst>
              <a:ext uri="{FF2B5EF4-FFF2-40B4-BE49-F238E27FC236}">
                <a16:creationId xmlns:a16="http://schemas.microsoft.com/office/drawing/2014/main" id="{54C560F4-CB2D-6B04-588B-57BB4D4E6DC3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6096000" y="6096000"/>
            <a:ext cx="0" cy="6099175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59A0B1DF-AF8B-38B3-B47C-60722DFBF162}"/>
              </a:ext>
            </a:extLst>
          </p:cNvPr>
          <p:cNvSpPr>
            <a:spLocks noGrp="1"/>
          </p:cNvSpPr>
          <p:nvPr userDrawn="1">
            <p:ph type="ftr" sz="quarter" idx="18"/>
          </p:nvPr>
        </p:nvSpPr>
        <p:spPr>
          <a:xfrm>
            <a:off x="576000" y="12816000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EFD38FC2-A92F-D3A8-74D5-CE6E95D9C133}"/>
              </a:ext>
            </a:extLst>
          </p:cNvPr>
          <p:cNvSpPr txBox="1">
            <a:spLocks noGrp="1"/>
          </p:cNvSpPr>
          <p:nvPr userDrawn="1">
            <p:ph type="sldNum" sz="quarter" idx="4"/>
          </p:nvPr>
        </p:nvSpPr>
        <p:spPr>
          <a:xfrm>
            <a:off x="23541592" y="129515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5" name="Straight Connector 4" descr="Vertical column divider">
            <a:extLst>
              <a:ext uri="{FF2B5EF4-FFF2-40B4-BE49-F238E27FC236}">
                <a16:creationId xmlns:a16="http://schemas.microsoft.com/office/drawing/2014/main" id="{A5B6E0FE-2F6F-9D77-9834-2DF9E13E2262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12192127" y="570103"/>
            <a:ext cx="0" cy="11625072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Text Placeholder 10">
            <a:extLst>
              <a:ext uri="{FF2B5EF4-FFF2-40B4-BE49-F238E27FC236}">
                <a16:creationId xmlns:a16="http://schemas.microsoft.com/office/drawing/2014/main" id="{022E65FD-CDEF-1AA2-2521-5B200BF4B6B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76072" y="6675882"/>
            <a:ext cx="4949825" cy="5519293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83C43A7A-FFA5-D00F-7BEB-AA5C5DA6FB8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663241" y="6673851"/>
            <a:ext cx="4949825" cy="5521323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558C27E-CF79-F761-3827-DA392178DC8E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12780000" y="6673851"/>
            <a:ext cx="4949825" cy="5521323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C0BF9C6F-22AC-2FF0-D8C9-37373CDEB3A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8859500" y="6673851"/>
            <a:ext cx="4949825" cy="5521324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1134311152"/>
      </p:ext>
    </p:extLst>
  </p:cSld>
  <p:clrMapOvr>
    <a:masterClrMapping/>
  </p:clrMapOvr>
  <p:transition spd="med"/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, 6 stacked, alternate, small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B3E52F-EEA1-D56F-5E7A-C1983151DC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00" y="576072"/>
            <a:ext cx="4949825" cy="3413126"/>
          </a:xfrm>
        </p:spPr>
        <p:txBody>
          <a:bodyPr rIns="0"/>
          <a:lstStyle>
            <a:lvl1pPr>
              <a:lnSpc>
                <a:spcPct val="110000"/>
              </a:lnSpc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6D534223-A15F-A9E6-C7FA-95FFDF117A5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780000" y="576072"/>
            <a:ext cx="4953000" cy="4954587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C1675E3B-BB72-1CF2-CC6C-1977AEAF592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8862675" y="576072"/>
            <a:ext cx="4953000" cy="4954587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7C192388-DAC3-247F-4457-03A65F8CDF36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76000" y="12816000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72D75691-23B7-FADC-4357-CB3662EB3779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515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5" name="Straight Connector 4" descr="Vertical column divider">
            <a:extLst>
              <a:ext uri="{FF2B5EF4-FFF2-40B4-BE49-F238E27FC236}">
                <a16:creationId xmlns:a16="http://schemas.microsoft.com/office/drawing/2014/main" id="{CB17488F-3B5A-CD3F-8D89-787477C1F946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18288000" y="573138"/>
            <a:ext cx="0" cy="11622037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Straight Connector 12" descr="Horizontal row divider">
            <a:extLst>
              <a:ext uri="{FF2B5EF4-FFF2-40B4-BE49-F238E27FC236}">
                <a16:creationId xmlns:a16="http://schemas.microsoft.com/office/drawing/2014/main" id="{7B2108DD-FE3A-F98C-D857-CDFA3DAD9666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576072" y="6096000"/>
            <a:ext cx="23228491" cy="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 descr="Vertical column divider">
            <a:extLst>
              <a:ext uri="{FF2B5EF4-FFF2-40B4-BE49-F238E27FC236}">
                <a16:creationId xmlns:a16="http://schemas.microsoft.com/office/drawing/2014/main" id="{03D0E68D-02AF-474A-3224-FF5108D23382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6096000" y="6083300"/>
            <a:ext cx="0" cy="6111875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Straight Connector 14" descr="Vertical column divider">
            <a:extLst>
              <a:ext uri="{FF2B5EF4-FFF2-40B4-BE49-F238E27FC236}">
                <a16:creationId xmlns:a16="http://schemas.microsoft.com/office/drawing/2014/main" id="{5600EFDE-928F-B419-8585-5582A68373F2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12192127" y="570103"/>
            <a:ext cx="0" cy="11625072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" name="Text Placeholder 10">
            <a:extLst>
              <a:ext uri="{FF2B5EF4-FFF2-40B4-BE49-F238E27FC236}">
                <a16:creationId xmlns:a16="http://schemas.microsoft.com/office/drawing/2014/main" id="{5C1B1885-0510-1907-4EAD-DB9018C133E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76072" y="6675882"/>
            <a:ext cx="4949825" cy="5519293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7" name="Text Placeholder 10">
            <a:extLst>
              <a:ext uri="{FF2B5EF4-FFF2-40B4-BE49-F238E27FC236}">
                <a16:creationId xmlns:a16="http://schemas.microsoft.com/office/drawing/2014/main" id="{5804D2DB-0651-E704-D761-49FB6352B7C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663241" y="6673851"/>
            <a:ext cx="4949825" cy="5521323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8" name="Text Placeholder 10">
            <a:extLst>
              <a:ext uri="{FF2B5EF4-FFF2-40B4-BE49-F238E27FC236}">
                <a16:creationId xmlns:a16="http://schemas.microsoft.com/office/drawing/2014/main" id="{9900EBA3-CCC2-CE83-A620-B68ADAF8371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12780000" y="6673851"/>
            <a:ext cx="4949825" cy="5521323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9" name="Text Placeholder 10">
            <a:extLst>
              <a:ext uri="{FF2B5EF4-FFF2-40B4-BE49-F238E27FC236}">
                <a16:creationId xmlns:a16="http://schemas.microsoft.com/office/drawing/2014/main" id="{FAB4091C-FF62-7BAF-B996-F22392D5E70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8859500" y="6673851"/>
            <a:ext cx="4949825" cy="5521324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3196183163"/>
      </p:ext>
    </p:extLst>
  </p:cSld>
  <p:clrMapOvr>
    <a:masterClrMapping/>
  </p:clrMapOvr>
  <p:transition spd="med"/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 or imagery, half, inse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5D0BFE-82FD-94B0-E6D9-A9096777C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00" y="576072"/>
            <a:ext cx="4949825" cy="1525588"/>
          </a:xfrm>
        </p:spPr>
        <p:txBody>
          <a:bodyPr/>
          <a:lstStyle>
            <a:lvl1pPr>
              <a:lnSpc>
                <a:spcPct val="110000"/>
              </a:lnSpc>
              <a:defRPr sz="28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8FE37E5-0FED-B2B2-3150-F02A8956CD3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000" y="3041649"/>
            <a:ext cx="4946904" cy="9153525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88F00625-4E10-D884-2256-56B294B4BA8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670675" y="3041649"/>
            <a:ext cx="4951413" cy="9153525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5" name="Picture Placeholder 10" descr="Place imagery here">
            <a:extLst>
              <a:ext uri="{FF2B5EF4-FFF2-40B4-BE49-F238E27FC236}">
                <a16:creationId xmlns:a16="http://schemas.microsoft.com/office/drawing/2014/main" id="{468A48E8-BE84-7972-AB73-8E31C1C13499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2763500" y="576073"/>
            <a:ext cx="11041253" cy="12571602"/>
          </a:xfrm>
          <a:solidFill>
            <a:srgbClr val="E0E0E0"/>
          </a:solidFill>
        </p:spPr>
        <p:txBody>
          <a:bodyPr anchor="ctr"/>
          <a:lstStyle>
            <a:lvl1pPr algn="ctr">
              <a:defRPr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Place imagery here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765F8DDE-78BD-E2B6-1CAB-2A9EF14E9F71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76000" y="12816000"/>
            <a:ext cx="4956176" cy="381000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0137005"/>
      </p:ext>
    </p:extLst>
  </p:cSld>
  <p:clrMapOvr>
    <a:masterClrMapping/>
  </p:clrMapOvr>
  <p:transition spd="med"/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 or imagery, 3/4, bleed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5D0BFE-82FD-94B0-E6D9-A9096777C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00" y="576072"/>
            <a:ext cx="4949825" cy="1525588"/>
          </a:xfrm>
        </p:spPr>
        <p:txBody>
          <a:bodyPr/>
          <a:lstStyle>
            <a:lvl1pPr>
              <a:lnSpc>
                <a:spcPct val="110000"/>
              </a:lnSpc>
              <a:defRPr sz="28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5EDE688-75EF-DA04-F0B3-24F53FFC6BA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76000" y="3041649"/>
            <a:ext cx="4956175" cy="9153525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2" name="Picture Placeholder 11" descr="Place imagery here">
            <a:extLst>
              <a:ext uri="{FF2B5EF4-FFF2-40B4-BE49-F238E27FC236}">
                <a16:creationId xmlns:a16="http://schemas.microsoft.com/office/drawing/2014/main" id="{DE390102-FDF4-C834-3F45-02B57A70ADB2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096000" y="0"/>
            <a:ext cx="18291175" cy="13716000"/>
          </a:xfrm>
          <a:solidFill>
            <a:srgbClr val="E0E0E0"/>
          </a:solidFill>
        </p:spPr>
        <p:txBody>
          <a:bodyPr anchor="ctr"/>
          <a:lstStyle>
            <a:lvl1pPr algn="ctr">
              <a:defRPr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Place imagery here</a:t>
            </a:r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7B09C899-A6D4-3826-EAB8-A75F78607CE3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76000" y="12816000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id="{BEB46264-65A0-272C-CC19-DCA9B586608B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515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8694845"/>
      </p:ext>
    </p:extLst>
  </p:cSld>
  <p:clrMapOvr>
    <a:masterClrMapping/>
  </p:clrMapOvr>
  <p:transition spd="med"/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 or imagery, 3/4, inse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5D0BFE-82FD-94B0-E6D9-A9096777C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00" y="576072"/>
            <a:ext cx="4949825" cy="1525588"/>
          </a:xfrm>
        </p:spPr>
        <p:txBody>
          <a:bodyPr/>
          <a:lstStyle>
            <a:lvl1pPr>
              <a:lnSpc>
                <a:spcPct val="110000"/>
              </a:lnSpc>
              <a:defRPr sz="28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8FE37E5-0FED-B2B2-3150-F02A8956CD3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000" y="3041649"/>
            <a:ext cx="4956175" cy="9153525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7" name="Picture Placeholder 6" descr="Place imagery here">
            <a:extLst>
              <a:ext uri="{FF2B5EF4-FFF2-40B4-BE49-F238E27FC236}">
                <a16:creationId xmlns:a16="http://schemas.microsoft.com/office/drawing/2014/main" id="{CC70703B-65B6-4B78-8B7C-73857A06C3A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667500" y="571500"/>
            <a:ext cx="17137063" cy="12579350"/>
          </a:xfrm>
          <a:solidFill>
            <a:srgbClr val="E0E0E0"/>
          </a:solidFill>
        </p:spPr>
        <p:txBody>
          <a:bodyPr anchor="ctr"/>
          <a:lstStyle>
            <a:lvl1pPr algn="ctr">
              <a:defRPr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Place imagery here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547D5110-D587-CC11-18F6-FEB7AA2D7851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76000" y="12816000"/>
            <a:ext cx="4956176" cy="381000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8661964"/>
      </p:ext>
    </p:extLst>
  </p:cSld>
  <p:clrMapOvr>
    <a:masterClrMapping/>
  </p:clrMapOvr>
  <p:transition spd="med"/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 or imagery, bleed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 descr="Place imagery here">
            <a:extLst>
              <a:ext uri="{FF2B5EF4-FFF2-40B4-BE49-F238E27FC236}">
                <a16:creationId xmlns:a16="http://schemas.microsoft.com/office/drawing/2014/main" id="{F6679120-DB81-97FD-CD5A-00DC1F5E6658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1" y="0"/>
            <a:ext cx="24387174" cy="13715999"/>
          </a:xfrm>
          <a:solidFill>
            <a:srgbClr val="E0E0E0"/>
          </a:solidFill>
        </p:spPr>
        <p:txBody>
          <a:bodyPr anchor="ctr"/>
          <a:lstStyle>
            <a:lvl1pPr algn="ctr">
              <a:defRPr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Place imagery here</a:t>
            </a:r>
          </a:p>
        </p:txBody>
      </p:sp>
      <p:sp>
        <p:nvSpPr>
          <p:cNvPr id="2" name="Slide Number">
            <a:extLst>
              <a:ext uri="{FF2B5EF4-FFF2-40B4-BE49-F238E27FC236}">
                <a16:creationId xmlns:a16="http://schemas.microsoft.com/office/drawing/2014/main" id="{8A69D316-0792-83BD-3912-71CDE3BB681F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515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7927507"/>
      </p:ext>
    </p:extLst>
  </p:cSld>
  <p:clrMapOvr>
    <a:masterClrMapping/>
  </p:clrMapOvr>
  <p:transition spd="med"/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 or imagery, inse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 descr="Place imagery here">
            <a:extLst>
              <a:ext uri="{FF2B5EF4-FFF2-40B4-BE49-F238E27FC236}">
                <a16:creationId xmlns:a16="http://schemas.microsoft.com/office/drawing/2014/main" id="{34239CCE-9A38-90E1-F860-FF40FBDA2409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577850" y="571500"/>
            <a:ext cx="23226713" cy="12579349"/>
          </a:xfrm>
          <a:solidFill>
            <a:srgbClr val="E0E0E0"/>
          </a:solidFill>
        </p:spPr>
        <p:txBody>
          <a:bodyPr anchor="ctr"/>
          <a:lstStyle>
            <a:lvl1pPr algn="ctr">
              <a:defRPr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Place imagery here</a:t>
            </a:r>
          </a:p>
        </p:txBody>
      </p:sp>
    </p:spTree>
    <p:extLst>
      <p:ext uri="{BB962C8B-B14F-4D97-AF65-F5344CB8AC3E}">
        <p14:creationId xmlns:p14="http://schemas.microsoft.com/office/powerpoint/2010/main" val="992387368"/>
      </p:ext>
    </p:extLst>
  </p:cSld>
  <p:clrMapOvr>
    <a:masterClrMapping/>
  </p:clrMapOvr>
  <p:transition spd="med"/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acts, profiles, contributor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7" descr="Place bio portrait here">
            <a:extLst>
              <a:ext uri="{FF2B5EF4-FFF2-40B4-BE49-F238E27FC236}">
                <a16:creationId xmlns:a16="http://schemas.microsoft.com/office/drawing/2014/main" id="{0B1677E6-5066-100D-29D6-CCAD04C21BCE}"/>
              </a:ext>
            </a:extLst>
          </p:cNvPr>
          <p:cNvSpPr>
            <a:spLocks noGrp="1"/>
          </p:cNvSpPr>
          <p:nvPr>
            <p:ph type="pic" sz="quarter" idx="28" hasCustomPrompt="1"/>
          </p:nvPr>
        </p:nvSpPr>
        <p:spPr>
          <a:xfrm>
            <a:off x="576000" y="3044825"/>
            <a:ext cx="2462402" cy="2476500"/>
          </a:xfrm>
          <a:solidFill>
            <a:srgbClr val="E0E0E0"/>
          </a:solidFill>
        </p:spPr>
        <p:txBody>
          <a:bodyPr anchor="ctr"/>
          <a:lstStyle>
            <a:lvl1pPr algn="ctr">
              <a:defRPr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Place imagery here</a:t>
            </a:r>
          </a:p>
        </p:txBody>
      </p:sp>
      <p:sp>
        <p:nvSpPr>
          <p:cNvPr id="13" name="Picture Placeholder 7" descr="Place bio portrait here">
            <a:extLst>
              <a:ext uri="{FF2B5EF4-FFF2-40B4-BE49-F238E27FC236}">
                <a16:creationId xmlns:a16="http://schemas.microsoft.com/office/drawing/2014/main" id="{3DCE12BA-53E1-8B67-A029-029F1E6F9163}"/>
              </a:ext>
            </a:extLst>
          </p:cNvPr>
          <p:cNvSpPr>
            <a:spLocks noGrp="1"/>
          </p:cNvSpPr>
          <p:nvPr>
            <p:ph type="pic" sz="quarter" idx="30" hasCustomPrompt="1"/>
          </p:nvPr>
        </p:nvSpPr>
        <p:spPr>
          <a:xfrm>
            <a:off x="576000" y="6096000"/>
            <a:ext cx="2462402" cy="2476500"/>
          </a:xfrm>
          <a:solidFill>
            <a:srgbClr val="E0E0E0"/>
          </a:solidFill>
        </p:spPr>
        <p:txBody>
          <a:bodyPr anchor="ctr"/>
          <a:lstStyle>
            <a:lvl1pPr marL="0" marR="0" indent="0" algn="ctr" defTabSz="2438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chemeClr val="accent5"/>
                </a:solidFill>
              </a:defRPr>
            </a:lvl1pPr>
          </a:lstStyle>
          <a:p>
            <a:pPr marL="0" marR="0" lvl="0" indent="0" algn="ctr" defTabSz="2438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Place imagery here</a:t>
            </a:r>
          </a:p>
        </p:txBody>
      </p:sp>
      <p:sp>
        <p:nvSpPr>
          <p:cNvPr id="15" name="Picture Placeholder 7" descr="Place bio portrait here">
            <a:extLst>
              <a:ext uri="{FF2B5EF4-FFF2-40B4-BE49-F238E27FC236}">
                <a16:creationId xmlns:a16="http://schemas.microsoft.com/office/drawing/2014/main" id="{05E149CA-A25F-74EE-93DF-1A877CDE924F}"/>
              </a:ext>
            </a:extLst>
          </p:cNvPr>
          <p:cNvSpPr>
            <a:spLocks noGrp="1"/>
          </p:cNvSpPr>
          <p:nvPr>
            <p:ph type="pic" sz="quarter" idx="32" hasCustomPrompt="1"/>
          </p:nvPr>
        </p:nvSpPr>
        <p:spPr>
          <a:xfrm>
            <a:off x="576000" y="9140825"/>
            <a:ext cx="2462402" cy="2476500"/>
          </a:xfrm>
          <a:solidFill>
            <a:srgbClr val="E0E0E0"/>
          </a:solidFill>
        </p:spPr>
        <p:txBody>
          <a:bodyPr anchor="ctr"/>
          <a:lstStyle>
            <a:lvl1pPr marL="0" marR="0" indent="0" algn="ctr" defTabSz="2438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chemeClr val="accent5"/>
                </a:solidFill>
              </a:defRPr>
            </a:lvl1pPr>
          </a:lstStyle>
          <a:p>
            <a:pPr marL="0" marR="0" lvl="0" indent="0" algn="ctr" defTabSz="2438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Place imagery here</a:t>
            </a:r>
          </a:p>
        </p:txBody>
      </p:sp>
      <p:sp>
        <p:nvSpPr>
          <p:cNvPr id="25" name="Picture Placeholder 7" descr="Place bio portrait here">
            <a:extLst>
              <a:ext uri="{FF2B5EF4-FFF2-40B4-BE49-F238E27FC236}">
                <a16:creationId xmlns:a16="http://schemas.microsoft.com/office/drawing/2014/main" id="{AAC7C1AD-0F8C-4D02-0112-981444AFE98D}"/>
              </a:ext>
            </a:extLst>
          </p:cNvPr>
          <p:cNvSpPr>
            <a:spLocks noGrp="1"/>
          </p:cNvSpPr>
          <p:nvPr>
            <p:ph type="pic" sz="quarter" idx="34" hasCustomPrompt="1"/>
          </p:nvPr>
        </p:nvSpPr>
        <p:spPr>
          <a:xfrm>
            <a:off x="12780000" y="3044825"/>
            <a:ext cx="2459736" cy="2476500"/>
          </a:xfrm>
          <a:solidFill>
            <a:srgbClr val="E0E0E0"/>
          </a:solidFill>
        </p:spPr>
        <p:txBody>
          <a:bodyPr anchor="ctr"/>
          <a:lstStyle>
            <a:lvl1pPr marL="0" marR="0" indent="0" algn="ctr" defTabSz="2438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chemeClr val="accent5"/>
                </a:solidFill>
              </a:defRPr>
            </a:lvl1pPr>
          </a:lstStyle>
          <a:p>
            <a:pPr marL="0" marR="0" lvl="0" indent="0" algn="ctr" defTabSz="2438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Place imagery here</a:t>
            </a:r>
          </a:p>
        </p:txBody>
      </p:sp>
      <p:sp>
        <p:nvSpPr>
          <p:cNvPr id="27" name="Picture Placeholder 7" descr="Place bio portrait here">
            <a:extLst>
              <a:ext uri="{FF2B5EF4-FFF2-40B4-BE49-F238E27FC236}">
                <a16:creationId xmlns:a16="http://schemas.microsoft.com/office/drawing/2014/main" id="{22271FFB-E2D1-459B-4089-A291A1110AE8}"/>
              </a:ext>
            </a:extLst>
          </p:cNvPr>
          <p:cNvSpPr>
            <a:spLocks noGrp="1"/>
          </p:cNvSpPr>
          <p:nvPr>
            <p:ph type="pic" sz="quarter" idx="36" hasCustomPrompt="1"/>
          </p:nvPr>
        </p:nvSpPr>
        <p:spPr>
          <a:xfrm>
            <a:off x="12780000" y="6096000"/>
            <a:ext cx="2459736" cy="2476500"/>
          </a:xfrm>
          <a:solidFill>
            <a:srgbClr val="E0E0E0"/>
          </a:solidFill>
        </p:spPr>
        <p:txBody>
          <a:bodyPr anchor="ctr"/>
          <a:lstStyle>
            <a:lvl1pPr marL="0" marR="0" indent="0" algn="ctr" defTabSz="2438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chemeClr val="accent5"/>
                </a:solidFill>
              </a:defRPr>
            </a:lvl1pPr>
          </a:lstStyle>
          <a:p>
            <a:pPr marL="0" marR="0" lvl="0" indent="0" algn="ctr" defTabSz="2438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Place imagery here</a:t>
            </a:r>
          </a:p>
        </p:txBody>
      </p:sp>
      <p:sp>
        <p:nvSpPr>
          <p:cNvPr id="29" name="Picture Placeholder 7" descr="Place bio portrait here">
            <a:extLst>
              <a:ext uri="{FF2B5EF4-FFF2-40B4-BE49-F238E27FC236}">
                <a16:creationId xmlns:a16="http://schemas.microsoft.com/office/drawing/2014/main" id="{F3C99020-5BF1-8A8C-BDCB-42766A5B9BE5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>
          <a:xfrm>
            <a:off x="12780000" y="9140825"/>
            <a:ext cx="2459736" cy="2476500"/>
          </a:xfrm>
          <a:solidFill>
            <a:srgbClr val="E0E0E0"/>
          </a:solidFill>
        </p:spPr>
        <p:txBody>
          <a:bodyPr anchor="ctr"/>
          <a:lstStyle>
            <a:lvl1pPr marL="0" marR="0" indent="0" algn="ctr" defTabSz="2438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chemeClr val="accent5"/>
                </a:solidFill>
              </a:defRPr>
            </a:lvl1pPr>
          </a:lstStyle>
          <a:p>
            <a:pPr marL="0" marR="0" lvl="0" indent="0" algn="ctr" defTabSz="2438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Place imagery here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75D0BFE-82FD-94B0-E6D9-A9096777C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00" y="576072"/>
            <a:ext cx="4949825" cy="1525588"/>
          </a:xfrm>
        </p:spPr>
        <p:txBody>
          <a:bodyPr/>
          <a:lstStyle>
            <a:lvl1pPr>
              <a:lnSpc>
                <a:spcPct val="110000"/>
              </a:lnSpc>
              <a:defRPr sz="28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8" name="Text Placeholder 9">
            <a:extLst>
              <a:ext uri="{FF2B5EF4-FFF2-40B4-BE49-F238E27FC236}">
                <a16:creationId xmlns:a16="http://schemas.microsoft.com/office/drawing/2014/main" id="{31D025A0-5106-DFB0-90B1-8B366B78913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3429000" y="3044825"/>
            <a:ext cx="5708650" cy="24765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126F49A0-96BE-0B44-B1C8-17D765B10B3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429000" y="6096000"/>
            <a:ext cx="5708650" cy="24765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D4772377-8015-4C99-7ED3-E4475C524D2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429000" y="9140825"/>
            <a:ext cx="5708650" cy="24765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4" name="Text Placeholder 9">
            <a:extLst>
              <a:ext uri="{FF2B5EF4-FFF2-40B4-BE49-F238E27FC236}">
                <a16:creationId xmlns:a16="http://schemas.microsoft.com/office/drawing/2014/main" id="{3E3566C7-C728-77B2-2A34-BBB83D482F56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15617825" y="3044825"/>
            <a:ext cx="5708650" cy="24765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0" name="Text Placeholder 9">
            <a:extLst>
              <a:ext uri="{FF2B5EF4-FFF2-40B4-BE49-F238E27FC236}">
                <a16:creationId xmlns:a16="http://schemas.microsoft.com/office/drawing/2014/main" id="{A52D1EA1-405F-7875-BAB9-B258776E1460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15617825" y="6096000"/>
            <a:ext cx="5708650" cy="24765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2" name="Text Placeholder 9">
            <a:extLst>
              <a:ext uri="{FF2B5EF4-FFF2-40B4-BE49-F238E27FC236}">
                <a16:creationId xmlns:a16="http://schemas.microsoft.com/office/drawing/2014/main" id="{73849969-24A3-113A-C58E-4A4B0FB29BAD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15617825" y="9140825"/>
            <a:ext cx="5708650" cy="24765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7D4D4C25-96EE-FF6D-B301-962CD7A63666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76000" y="12816000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DA0E5B0D-36A0-4281-7D57-C2CC4453113C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515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3562025"/>
      </p:ext>
    </p:extLst>
  </p:cSld>
  <p:clrMapOvr>
    <a:masterClrMapping/>
  </p:clrMapOvr>
  <p:transition spd="med"/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5D0BFE-82FD-94B0-E6D9-A9096777C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00" y="576073"/>
            <a:ext cx="4949825" cy="3995928"/>
          </a:xfrm>
        </p:spPr>
        <p:txBody>
          <a:bodyPr/>
          <a:lstStyle>
            <a:lvl1pPr>
              <a:lnSpc>
                <a:spcPct val="110000"/>
              </a:lnSpc>
              <a:defRPr sz="28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able Placeholder 4">
            <a:extLst>
              <a:ext uri="{FF2B5EF4-FFF2-40B4-BE49-F238E27FC236}">
                <a16:creationId xmlns:a16="http://schemas.microsoft.com/office/drawing/2014/main" id="{B3D8D357-75A1-F4FD-F531-380CF7DE4340}"/>
              </a:ext>
            </a:extLst>
          </p:cNvPr>
          <p:cNvSpPr>
            <a:spLocks noGrp="1"/>
          </p:cNvSpPr>
          <p:nvPr>
            <p:ph type="tbl" sz="quarter" idx="11"/>
          </p:nvPr>
        </p:nvSpPr>
        <p:spPr>
          <a:xfrm>
            <a:off x="6667500" y="576000"/>
            <a:ext cx="17145000" cy="11623675"/>
          </a:xfrm>
        </p:spPr>
        <p:txBody>
          <a:bodyPr anchor="ctr"/>
          <a:lstStyle>
            <a:lvl1pPr algn="ctr"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3694FFFD-5196-625E-C3FC-9AB6BB13FC34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76000" y="12816000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id="{DD2D25A8-2AEC-F554-8D58-47C112486D41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515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34909214"/>
      </p:ext>
    </p:extLst>
  </p:cSld>
  <p:clrMapOvr>
    <a:masterClrMapping/>
  </p:clrMapOvr>
  <p:transition spd="med"/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5D0BFE-82FD-94B0-E6D9-A9096777C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00" y="576071"/>
            <a:ext cx="4949825" cy="1527049"/>
          </a:xfrm>
        </p:spPr>
        <p:txBody>
          <a:bodyPr/>
          <a:lstStyle>
            <a:lvl1pPr>
              <a:lnSpc>
                <a:spcPct val="110000"/>
              </a:lnSpc>
              <a:defRPr sz="28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lide Number">
            <a:extLst>
              <a:ext uri="{FF2B5EF4-FFF2-40B4-BE49-F238E27FC236}">
                <a16:creationId xmlns:a16="http://schemas.microsoft.com/office/drawing/2014/main" id="{B0435695-E156-66C6-5CE4-B0F751F125D2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515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BDFFC916-9B64-A7DC-672D-A4AFA1AE968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667500" y="12782487"/>
            <a:ext cx="5524500" cy="425450"/>
          </a:xfrm>
        </p:spPr>
        <p:txBody>
          <a:bodyPr anchor="b" anchorCtr="0"/>
          <a:lstStyle>
            <a:lvl1pPr>
              <a:defRPr sz="1600">
                <a:latin typeface="IBM Plex Sans" panose="020B0503050203000203" pitchFamily="34" charset="0"/>
              </a:defRPr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dirty="0"/>
              <a:t>Source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81A85749-B0F2-6B16-9E7E-1C979593E9E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76000" y="3044825"/>
            <a:ext cx="4943475" cy="9150350"/>
          </a:xfrm>
        </p:spPr>
        <p:txBody>
          <a:bodyPr/>
          <a:lstStyle>
            <a:lvl1pPr>
              <a:defRPr sz="2800">
                <a:latin typeface="+mj-lt"/>
              </a:defRPr>
            </a:lvl1pPr>
            <a:lvl2pPr>
              <a:defRPr sz="2800">
                <a:latin typeface="+mj-lt"/>
              </a:defRPr>
            </a:lvl2pPr>
            <a:lvl3pPr>
              <a:defRPr sz="2800">
                <a:latin typeface="+mj-lt"/>
              </a:defRPr>
            </a:lvl3pPr>
            <a:lvl4pPr>
              <a:defRPr sz="2800">
                <a:latin typeface="+mj-lt"/>
              </a:defRPr>
            </a:lvl4pPr>
            <a:lvl5pPr>
              <a:defRPr sz="2800">
                <a:latin typeface="+mj-lt"/>
              </a:defRPr>
            </a:lvl5pPr>
          </a:lstStyle>
          <a:p>
            <a:pPr>
              <a:lnSpc>
                <a:spcPct val="110000"/>
              </a:lnSpc>
            </a:pPr>
            <a:r>
              <a:rPr lang="en-US" sz="2800" dirty="0">
                <a:latin typeface="IBM Plex Sans Light" panose="020B0403050203000203" pitchFamily="34" charset="0"/>
              </a:rPr>
              <a:t>Lorem ipsum dolor sit </a:t>
            </a:r>
            <a:r>
              <a:rPr lang="en-US" sz="2800" dirty="0" err="1">
                <a:latin typeface="IBM Plex Sans Light" panose="020B0403050203000203" pitchFamily="34" charset="0"/>
              </a:rPr>
              <a:t>amet</a:t>
            </a:r>
            <a:r>
              <a:rPr lang="en-US" sz="2800" dirty="0">
                <a:latin typeface="IBM Plex Sans Light" panose="020B0403050203000203" pitchFamily="34" charset="0"/>
              </a:rPr>
              <a:t> </a:t>
            </a:r>
            <a:r>
              <a:rPr lang="en-US" sz="2800" dirty="0" err="1">
                <a:latin typeface="IBM Plex Sans Light" panose="020B0403050203000203" pitchFamily="34" charset="0"/>
              </a:rPr>
              <a:t>donec</a:t>
            </a:r>
            <a:r>
              <a:rPr lang="en-US" sz="2800" dirty="0">
                <a:latin typeface="IBM Plex Sans Light" panose="020B0403050203000203" pitchFamily="34" charset="0"/>
              </a:rPr>
              <a:t> </a:t>
            </a:r>
            <a:r>
              <a:rPr lang="en-US" sz="2800" dirty="0" err="1">
                <a:latin typeface="IBM Plex Sans Light" panose="020B0403050203000203" pitchFamily="34" charset="0"/>
              </a:rPr>
              <a:t>quam</a:t>
            </a:r>
            <a:r>
              <a:rPr lang="en-US" sz="2800" dirty="0">
                <a:latin typeface="IBM Plex Sans Light" panose="020B0403050203000203" pitchFamily="34" charset="0"/>
              </a:rPr>
              <a:t> </a:t>
            </a:r>
            <a:r>
              <a:rPr lang="en-US" sz="2800" dirty="0" err="1">
                <a:latin typeface="IBM Plex Sans Light" panose="020B0403050203000203" pitchFamily="34" charset="0"/>
              </a:rPr>
              <a:t>felis</a:t>
            </a:r>
            <a:r>
              <a:rPr lang="en-US" sz="2800" dirty="0">
                <a:latin typeface="IBM Plex Sans Light" panose="020B0403050203000203" pitchFamily="34" charset="0"/>
              </a:rPr>
              <a:t> </a:t>
            </a:r>
            <a:r>
              <a:rPr lang="en-US" sz="2800" dirty="0" err="1">
                <a:latin typeface="IBM Plex Sans Light" panose="020B0403050203000203" pitchFamily="34" charset="0"/>
              </a:rPr>
              <a:t>ultricies</a:t>
            </a:r>
            <a:r>
              <a:rPr lang="en-US" sz="2800" dirty="0">
                <a:latin typeface="IBM Plex Sans Light" panose="020B0403050203000203" pitchFamily="34" charset="0"/>
              </a:rPr>
              <a:t> </a:t>
            </a:r>
            <a:r>
              <a:rPr lang="en-US" sz="2800" dirty="0" err="1">
                <a:latin typeface="IBM Plex Sans Light" panose="020B0403050203000203" pitchFamily="34" charset="0"/>
              </a:rPr>
              <a:t>nec</a:t>
            </a:r>
            <a:r>
              <a:rPr lang="en-US" sz="2800" dirty="0">
                <a:latin typeface="IBM Plex Sans Light" panose="020B0403050203000203" pitchFamily="34" charset="0"/>
              </a:rPr>
              <a:t> </a:t>
            </a:r>
            <a:r>
              <a:rPr lang="en-US" sz="2800" dirty="0" err="1">
                <a:latin typeface="IBM Plex Sans Light" panose="020B0403050203000203" pitchFamily="34" charset="0"/>
              </a:rPr>
              <a:t>pellentesque</a:t>
            </a:r>
            <a:r>
              <a:rPr lang="en-US" sz="2800" dirty="0">
                <a:latin typeface="IBM Plex Sans Light" panose="020B0403050203000203" pitchFamily="34" charset="0"/>
              </a:rPr>
              <a:t> </a:t>
            </a:r>
            <a:r>
              <a:rPr lang="en-US" sz="2800" dirty="0" err="1">
                <a:latin typeface="IBM Plex Sans Light" panose="020B0403050203000203" pitchFamily="34" charset="0"/>
              </a:rPr>
              <a:t>eu</a:t>
            </a:r>
            <a:r>
              <a:rPr lang="en-US" sz="2800" dirty="0">
                <a:latin typeface="IBM Plex Sans Light" panose="020B0403050203000203" pitchFamily="34" charset="0"/>
              </a:rPr>
              <a:t> </a:t>
            </a:r>
            <a:r>
              <a:rPr lang="en-US" sz="2800" dirty="0" err="1">
                <a:latin typeface="IBM Plex Sans Light" panose="020B0403050203000203" pitchFamily="34" charset="0"/>
              </a:rPr>
              <a:t>pretium</a:t>
            </a:r>
            <a:r>
              <a:rPr lang="en-US" sz="2800" dirty="0">
                <a:latin typeface="IBM Plex Sans Light" panose="020B0403050203000203" pitchFamily="34" charset="0"/>
              </a:rPr>
              <a:t> </a:t>
            </a:r>
            <a:r>
              <a:rPr lang="en-US" sz="2800" dirty="0" err="1">
                <a:latin typeface="IBM Plex Sans Light" panose="020B0403050203000203" pitchFamily="34" charset="0"/>
              </a:rPr>
              <a:t>quis</a:t>
            </a:r>
            <a:r>
              <a:rPr lang="en-US" sz="2800" dirty="0">
                <a:latin typeface="IBM Plex Sans Light" panose="020B0403050203000203" pitchFamily="34" charset="0"/>
              </a:rPr>
              <a:t> sem. </a:t>
            </a:r>
            <a:r>
              <a:rPr lang="en-US" sz="2800" dirty="0" err="1">
                <a:latin typeface="IBM Plex Sans Light" panose="020B0403050203000203" pitchFamily="34" charset="0"/>
              </a:rPr>
              <a:t>Nulla</a:t>
            </a:r>
            <a:r>
              <a:rPr lang="en-US" sz="2800" dirty="0">
                <a:latin typeface="IBM Plex Sans Light" panose="020B0403050203000203" pitchFamily="34" charset="0"/>
              </a:rPr>
              <a:t> </a:t>
            </a:r>
            <a:r>
              <a:rPr lang="en-US" sz="2800" dirty="0" err="1">
                <a:latin typeface="IBM Plex Sans Light" panose="020B0403050203000203" pitchFamily="34" charset="0"/>
              </a:rPr>
              <a:t>conset</a:t>
            </a:r>
            <a:r>
              <a:rPr lang="en-US" sz="2800" dirty="0">
                <a:latin typeface="IBM Plex Sans Light" panose="020B0403050203000203" pitchFamily="34" charset="0"/>
              </a:rPr>
              <a:t> </a:t>
            </a:r>
            <a:r>
              <a:rPr lang="en-US" sz="2800" dirty="0" err="1">
                <a:latin typeface="IBM Plex Sans Light" panose="020B0403050203000203" pitchFamily="34" charset="0"/>
              </a:rPr>
              <a:t>massa</a:t>
            </a:r>
            <a:r>
              <a:rPr lang="en-US" sz="2800" dirty="0">
                <a:latin typeface="IBM Plex Sans Light" panose="020B0403050203000203" pitchFamily="34" charset="0"/>
              </a:rPr>
              <a:t> </a:t>
            </a:r>
            <a:r>
              <a:rPr lang="en-US" sz="2800" dirty="0" err="1">
                <a:latin typeface="IBM Plex Sans Light" panose="020B0403050203000203" pitchFamily="34" charset="0"/>
              </a:rPr>
              <a:t>quis</a:t>
            </a:r>
            <a:r>
              <a:rPr lang="en-US" sz="2800" dirty="0">
                <a:latin typeface="IBM Plex Sans Light" panose="020B0403050203000203" pitchFamily="34" charset="0"/>
              </a:rPr>
              <a:t> </a:t>
            </a:r>
            <a:r>
              <a:rPr lang="en-US" sz="2800" dirty="0" err="1">
                <a:latin typeface="IBM Plex Sans Light" panose="020B0403050203000203" pitchFamily="34" charset="0"/>
              </a:rPr>
              <a:t>enim</a:t>
            </a:r>
            <a:r>
              <a:rPr lang="en-US" sz="2800" dirty="0">
                <a:latin typeface="IBM Plex Sans Light" panose="020B0403050203000203" pitchFamily="34" charset="0"/>
              </a:rPr>
              <a:t>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71CF978-95F1-0188-4FBB-81AAB884C2C1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76000" y="12816000"/>
            <a:ext cx="4956176" cy="381000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8910452"/>
      </p:ext>
    </p:extLst>
  </p:cSld>
  <p:clrMapOvr>
    <a:masterClrMapping/>
  </p:clrMapOvr>
  <p:transition spd="med"/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gal disclaimer, one colum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BB717A5-5D28-36C3-250F-93E0C68721C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76000" y="384048"/>
            <a:ext cx="4956175" cy="2859087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6800">
                <a:solidFill>
                  <a:schemeClr val="tx2"/>
                </a:solidFill>
              </a:defRPr>
            </a:lvl1pPr>
            <a:lvl2pPr>
              <a:lnSpc>
                <a:spcPct val="100000"/>
              </a:lnSpc>
              <a:spcBef>
                <a:spcPts val="0"/>
              </a:spcBef>
              <a:defRPr sz="6400">
                <a:solidFill>
                  <a:schemeClr val="tx1"/>
                </a:solidFill>
              </a:defRPr>
            </a:lvl2pPr>
            <a:lvl3pPr>
              <a:lnSpc>
                <a:spcPct val="100000"/>
              </a:lnSpc>
              <a:spcBef>
                <a:spcPts val="0"/>
              </a:spcBef>
              <a:defRPr sz="6400">
                <a:solidFill>
                  <a:schemeClr val="tx1"/>
                </a:solidFill>
              </a:defRPr>
            </a:lvl3pPr>
            <a:lvl4pPr>
              <a:lnSpc>
                <a:spcPct val="100000"/>
              </a:lnSpc>
              <a:spcBef>
                <a:spcPts val="0"/>
              </a:spcBef>
              <a:defRPr sz="6400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6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3FF5DC1-E283-8AC5-8620-93647430318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8862675" y="576000"/>
            <a:ext cx="4953000" cy="11625262"/>
          </a:xfrm>
        </p:spPr>
        <p:txBody>
          <a:bodyPr/>
          <a:lstStyle>
            <a:lvl1pPr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146304" indent="-146304"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292608" indent="-146304"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438912" indent="-146304"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r>
              <a:rPr lang="en-US" dirty="0"/>
              <a:t>Copy and paste appropriate legal disclaimer text from one of the three options in the PDF guidance deck, found on pages 22-24. Always use the proper legal disclaimer for your presentation audience.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04A6E1A4-1881-81E9-2BBE-BC4DBFE11A0E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576000" y="12816000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3" name="Slide Number">
            <a:extLst>
              <a:ext uri="{FF2B5EF4-FFF2-40B4-BE49-F238E27FC236}">
                <a16:creationId xmlns:a16="http://schemas.microsoft.com/office/drawing/2014/main" id="{0C628C1A-F2DD-6011-5846-A9A3A6D3BD72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515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23245323"/>
      </p:ext>
    </p:extLst>
  </p:cSld>
  <p:clrMapOvr>
    <a:masterClrMapping/>
  </p:clrMapOvr>
  <p:transition spd="med"/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gal disclaimer, two column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BB717A5-5D28-36C3-250F-93E0C68721C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76000" y="384048"/>
            <a:ext cx="4956175" cy="2859087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6800">
                <a:solidFill>
                  <a:schemeClr val="tx2"/>
                </a:solidFill>
              </a:defRPr>
            </a:lvl1pPr>
            <a:lvl2pPr>
              <a:lnSpc>
                <a:spcPct val="100000"/>
              </a:lnSpc>
              <a:spcBef>
                <a:spcPts val="0"/>
              </a:spcBef>
              <a:defRPr sz="6400">
                <a:solidFill>
                  <a:schemeClr val="tx1"/>
                </a:solidFill>
              </a:defRPr>
            </a:lvl2pPr>
            <a:lvl3pPr>
              <a:lnSpc>
                <a:spcPct val="100000"/>
              </a:lnSpc>
              <a:spcBef>
                <a:spcPts val="0"/>
              </a:spcBef>
              <a:defRPr sz="6400">
                <a:solidFill>
                  <a:schemeClr val="tx1"/>
                </a:solidFill>
              </a:defRPr>
            </a:lvl3pPr>
            <a:lvl4pPr>
              <a:lnSpc>
                <a:spcPct val="100000"/>
              </a:lnSpc>
              <a:spcBef>
                <a:spcPts val="0"/>
              </a:spcBef>
              <a:defRPr sz="6400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6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54E531DA-4051-706E-065B-21A03914153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2780000" y="576000"/>
            <a:ext cx="4953000" cy="11625262"/>
          </a:xfrm>
        </p:spPr>
        <p:txBody>
          <a:bodyPr/>
          <a:lstStyle>
            <a:lvl1pPr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146304" indent="-146304"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292608" indent="-146304"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438912" indent="-146304"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r>
              <a:rPr lang="en-US" dirty="0"/>
              <a:t>Copy and paste appropriate legal disclaimer text from one of the three options in the PDF guidance deck, found on pages 22-24. Always use the proper legal disclaimer for your presentation audience.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3FF5DC1-E283-8AC5-8620-93647430318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8859500" y="576000"/>
            <a:ext cx="4953000" cy="11625262"/>
          </a:xfrm>
        </p:spPr>
        <p:txBody>
          <a:bodyPr/>
          <a:lstStyle>
            <a:lvl1pPr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146304" indent="-146304"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292608" indent="-146304"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438912" indent="-146304"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r>
              <a:rPr lang="en-US" dirty="0"/>
              <a:t>Copy and paste appropriate legal disclaimer text from one of the three options in the PDF guidance deck, found on pages 22-24. Always use the proper legal disclaimer for your presentation audience.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F5CA4A6F-2777-D002-EE9E-92C246A4DA85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76000" y="12816000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3FBFB86A-A7DC-B54C-4EEC-B69E1897903E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515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0353345"/>
      </p:ext>
    </p:extLst>
  </p:cSld>
  <p:clrMapOvr>
    <a:masterClrMapping/>
  </p:clrMapOvr>
  <p:transition spd="med"/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5D0BFE-82FD-94B0-E6D9-A9096777C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00" y="576071"/>
            <a:ext cx="4949825" cy="2468753"/>
          </a:xfrm>
        </p:spPr>
        <p:txBody>
          <a:bodyPr/>
          <a:lstStyle>
            <a:lvl1pPr>
              <a:lnSpc>
                <a:spcPct val="110000"/>
              </a:lnSpc>
              <a:defRPr sz="28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559113-A66F-B148-0A73-FD8B5C2B023D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576000" y="12816000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3" name="Slide Number">
            <a:extLst>
              <a:ext uri="{FF2B5EF4-FFF2-40B4-BE49-F238E27FC236}">
                <a16:creationId xmlns:a16="http://schemas.microsoft.com/office/drawing/2014/main" id="{B0435695-E156-66C6-5CE4-B0F751F125D2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515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9840158"/>
      </p:ext>
    </p:extLst>
  </p:cSld>
  <p:clrMapOvr>
    <a:masterClrMapping/>
  </p:clrMapOvr>
  <p:transition spd="med"/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slide, no foot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5D0BFE-82FD-94B0-E6D9-A9096777C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00" y="576071"/>
            <a:ext cx="4949825" cy="2468753"/>
          </a:xfrm>
        </p:spPr>
        <p:txBody>
          <a:bodyPr/>
          <a:lstStyle>
            <a:lvl1pPr>
              <a:lnSpc>
                <a:spcPct val="110000"/>
              </a:lnSpc>
              <a:defRPr sz="28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lide Number">
            <a:extLst>
              <a:ext uri="{FF2B5EF4-FFF2-40B4-BE49-F238E27FC236}">
                <a16:creationId xmlns:a16="http://schemas.microsoft.com/office/drawing/2014/main" id="{B0435695-E156-66C6-5CE4-B0F751F125D2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515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07263738"/>
      </p:ext>
    </p:extLst>
  </p:cSld>
  <p:clrMapOvr>
    <a:masterClrMapping/>
  </p:clrMapOvr>
  <p:transition spd="med"/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IBM 8-bar logo">
            <a:extLst>
              <a:ext uri="{FF2B5EF4-FFF2-40B4-BE49-F238E27FC236}">
                <a16:creationId xmlns:a16="http://schemas.microsoft.com/office/drawing/2014/main" id="{F7060FE5-C047-4041-AB41-F553D2847ED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465371" y="6168460"/>
            <a:ext cx="3456432" cy="13790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5720000"/>
      </p:ext>
    </p:extLst>
  </p:cSld>
  <p:clrMapOvr>
    <a:masterClrMapping/>
  </p:clrMapOvr>
  <p:transition spd="med"/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732179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/Relationships>
</file>

<file path=ppt/slideMasters/_rels/slideMaster2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61.xml"/><Relationship Id="rId18" Type="http://schemas.openxmlformats.org/officeDocument/2006/relationships/slideLayout" Target="../slideLayouts/slideLayout66.xml"/><Relationship Id="rId26" Type="http://schemas.openxmlformats.org/officeDocument/2006/relationships/slideLayout" Target="../slideLayouts/slideLayout74.xml"/><Relationship Id="rId39" Type="http://schemas.openxmlformats.org/officeDocument/2006/relationships/slideLayout" Target="../slideLayouts/slideLayout87.xml"/><Relationship Id="rId21" Type="http://schemas.openxmlformats.org/officeDocument/2006/relationships/slideLayout" Target="../slideLayouts/slideLayout69.xml"/><Relationship Id="rId34" Type="http://schemas.openxmlformats.org/officeDocument/2006/relationships/slideLayout" Target="../slideLayouts/slideLayout82.xml"/><Relationship Id="rId42" Type="http://schemas.openxmlformats.org/officeDocument/2006/relationships/slideLayout" Target="../slideLayouts/slideLayout90.xml"/><Relationship Id="rId47" Type="http://schemas.openxmlformats.org/officeDocument/2006/relationships/slideLayout" Target="../slideLayouts/slideLayout95.xml"/><Relationship Id="rId50" Type="http://schemas.openxmlformats.org/officeDocument/2006/relationships/theme" Target="../theme/theme2.xml"/><Relationship Id="rId7" Type="http://schemas.openxmlformats.org/officeDocument/2006/relationships/slideLayout" Target="../slideLayouts/slideLayout55.xml"/><Relationship Id="rId2" Type="http://schemas.openxmlformats.org/officeDocument/2006/relationships/slideLayout" Target="../slideLayouts/slideLayout50.xml"/><Relationship Id="rId16" Type="http://schemas.openxmlformats.org/officeDocument/2006/relationships/slideLayout" Target="../slideLayouts/slideLayout64.xml"/><Relationship Id="rId29" Type="http://schemas.openxmlformats.org/officeDocument/2006/relationships/slideLayout" Target="../slideLayouts/slideLayout77.xml"/><Relationship Id="rId11" Type="http://schemas.openxmlformats.org/officeDocument/2006/relationships/slideLayout" Target="../slideLayouts/slideLayout59.xml"/><Relationship Id="rId24" Type="http://schemas.openxmlformats.org/officeDocument/2006/relationships/slideLayout" Target="../slideLayouts/slideLayout72.xml"/><Relationship Id="rId32" Type="http://schemas.openxmlformats.org/officeDocument/2006/relationships/slideLayout" Target="../slideLayouts/slideLayout80.xml"/><Relationship Id="rId37" Type="http://schemas.openxmlformats.org/officeDocument/2006/relationships/slideLayout" Target="../slideLayouts/slideLayout85.xml"/><Relationship Id="rId40" Type="http://schemas.openxmlformats.org/officeDocument/2006/relationships/slideLayout" Target="../slideLayouts/slideLayout88.xml"/><Relationship Id="rId45" Type="http://schemas.openxmlformats.org/officeDocument/2006/relationships/slideLayout" Target="../slideLayouts/slideLayout93.xml"/><Relationship Id="rId5" Type="http://schemas.openxmlformats.org/officeDocument/2006/relationships/slideLayout" Target="../slideLayouts/slideLayout53.xml"/><Relationship Id="rId15" Type="http://schemas.openxmlformats.org/officeDocument/2006/relationships/slideLayout" Target="../slideLayouts/slideLayout63.xml"/><Relationship Id="rId23" Type="http://schemas.openxmlformats.org/officeDocument/2006/relationships/slideLayout" Target="../slideLayouts/slideLayout71.xml"/><Relationship Id="rId28" Type="http://schemas.openxmlformats.org/officeDocument/2006/relationships/slideLayout" Target="../slideLayouts/slideLayout76.xml"/><Relationship Id="rId36" Type="http://schemas.openxmlformats.org/officeDocument/2006/relationships/slideLayout" Target="../slideLayouts/slideLayout84.xml"/><Relationship Id="rId49" Type="http://schemas.openxmlformats.org/officeDocument/2006/relationships/slideLayout" Target="../slideLayouts/slideLayout97.xml"/><Relationship Id="rId10" Type="http://schemas.openxmlformats.org/officeDocument/2006/relationships/slideLayout" Target="../slideLayouts/slideLayout58.xml"/><Relationship Id="rId19" Type="http://schemas.openxmlformats.org/officeDocument/2006/relationships/slideLayout" Target="../slideLayouts/slideLayout67.xml"/><Relationship Id="rId31" Type="http://schemas.openxmlformats.org/officeDocument/2006/relationships/slideLayout" Target="../slideLayouts/slideLayout79.xml"/><Relationship Id="rId44" Type="http://schemas.openxmlformats.org/officeDocument/2006/relationships/slideLayout" Target="../slideLayouts/slideLayout92.xml"/><Relationship Id="rId4" Type="http://schemas.openxmlformats.org/officeDocument/2006/relationships/slideLayout" Target="../slideLayouts/slideLayout52.xml"/><Relationship Id="rId9" Type="http://schemas.openxmlformats.org/officeDocument/2006/relationships/slideLayout" Target="../slideLayouts/slideLayout57.xml"/><Relationship Id="rId14" Type="http://schemas.openxmlformats.org/officeDocument/2006/relationships/slideLayout" Target="../slideLayouts/slideLayout62.xml"/><Relationship Id="rId22" Type="http://schemas.openxmlformats.org/officeDocument/2006/relationships/slideLayout" Target="../slideLayouts/slideLayout70.xml"/><Relationship Id="rId27" Type="http://schemas.openxmlformats.org/officeDocument/2006/relationships/slideLayout" Target="../slideLayouts/slideLayout75.xml"/><Relationship Id="rId30" Type="http://schemas.openxmlformats.org/officeDocument/2006/relationships/slideLayout" Target="../slideLayouts/slideLayout78.xml"/><Relationship Id="rId35" Type="http://schemas.openxmlformats.org/officeDocument/2006/relationships/slideLayout" Target="../slideLayouts/slideLayout83.xml"/><Relationship Id="rId43" Type="http://schemas.openxmlformats.org/officeDocument/2006/relationships/slideLayout" Target="../slideLayouts/slideLayout91.xml"/><Relationship Id="rId48" Type="http://schemas.openxmlformats.org/officeDocument/2006/relationships/slideLayout" Target="../slideLayouts/slideLayout96.xml"/><Relationship Id="rId8" Type="http://schemas.openxmlformats.org/officeDocument/2006/relationships/slideLayout" Target="../slideLayouts/slideLayout56.xml"/><Relationship Id="rId3" Type="http://schemas.openxmlformats.org/officeDocument/2006/relationships/slideLayout" Target="../slideLayouts/slideLayout51.xml"/><Relationship Id="rId12" Type="http://schemas.openxmlformats.org/officeDocument/2006/relationships/slideLayout" Target="../slideLayouts/slideLayout60.xml"/><Relationship Id="rId17" Type="http://schemas.openxmlformats.org/officeDocument/2006/relationships/slideLayout" Target="../slideLayouts/slideLayout65.xml"/><Relationship Id="rId25" Type="http://schemas.openxmlformats.org/officeDocument/2006/relationships/slideLayout" Target="../slideLayouts/slideLayout73.xml"/><Relationship Id="rId33" Type="http://schemas.openxmlformats.org/officeDocument/2006/relationships/slideLayout" Target="../slideLayouts/slideLayout81.xml"/><Relationship Id="rId38" Type="http://schemas.openxmlformats.org/officeDocument/2006/relationships/slideLayout" Target="../slideLayouts/slideLayout86.xml"/><Relationship Id="rId46" Type="http://schemas.openxmlformats.org/officeDocument/2006/relationships/slideLayout" Target="../slideLayouts/slideLayout94.xml"/><Relationship Id="rId20" Type="http://schemas.openxmlformats.org/officeDocument/2006/relationships/slideLayout" Target="../slideLayouts/slideLayout68.xml"/><Relationship Id="rId41" Type="http://schemas.openxmlformats.org/officeDocument/2006/relationships/slideLayout" Target="../slideLayouts/slideLayout89.xml"/><Relationship Id="rId1" Type="http://schemas.openxmlformats.org/officeDocument/2006/relationships/slideLayout" Target="../slideLayouts/slideLayout49.xml"/><Relationship Id="rId6" Type="http://schemas.openxmlformats.org/officeDocument/2006/relationships/slideLayout" Target="../slideLayouts/slideLayout5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23541592" y="12951714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b" anchorCtr="0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8" name="Title Text"/>
          <p:cNvSpPr txBox="1">
            <a:spLocks noGrp="1"/>
          </p:cNvSpPr>
          <p:nvPr>
            <p:ph type="title"/>
          </p:nvPr>
        </p:nvSpPr>
        <p:spPr>
          <a:xfrm>
            <a:off x="576072" y="576072"/>
            <a:ext cx="22590125" cy="24687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/>
          <a:lstStyle/>
          <a:p>
            <a:r>
              <a:rPr dirty="0"/>
              <a:t>Title Text</a:t>
            </a:r>
          </a:p>
        </p:txBody>
      </p:sp>
      <p:sp>
        <p:nvSpPr>
          <p:cNvPr id="49" name="Body Level One…"/>
          <p:cNvSpPr txBox="1">
            <a:spLocks noGrp="1"/>
          </p:cNvSpPr>
          <p:nvPr>
            <p:ph type="body" idx="1"/>
          </p:nvPr>
        </p:nvSpPr>
        <p:spPr>
          <a:xfrm>
            <a:off x="574675" y="3327399"/>
            <a:ext cx="22590125" cy="88677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/>
          <a:lstStyle/>
          <a:p>
            <a:r>
              <a:rPr dirty="0"/>
              <a:t>Body Level One</a:t>
            </a:r>
          </a:p>
          <a:p>
            <a:pPr lvl="1"/>
            <a:r>
              <a:rPr dirty="0"/>
              <a:t>Body Level Two</a:t>
            </a:r>
          </a:p>
          <a:p>
            <a:pPr lvl="2"/>
            <a:r>
              <a:rPr dirty="0"/>
              <a:t>Body Level Three</a:t>
            </a:r>
          </a:p>
          <a:p>
            <a:pPr lvl="3"/>
            <a:r>
              <a:rPr dirty="0"/>
              <a:t>Body Level Four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9EB465A-FE7F-6B71-D716-1673174BBF5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76000" y="12823285"/>
            <a:ext cx="4956176" cy="38100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</a:lstStyle>
          <a:p>
            <a:r>
              <a:rPr lang="en-US" dirty="0"/>
              <a:t>Footer text (optional)</a:t>
            </a:r>
          </a:p>
        </p:txBody>
      </p:sp>
    </p:spTree>
    <p:extLst>
      <p:ext uri="{BB962C8B-B14F-4D97-AF65-F5344CB8AC3E}">
        <p14:creationId xmlns:p14="http://schemas.microsoft.com/office/powerpoint/2010/main" val="366903126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944" r:id="rId1"/>
    <p:sldLayoutId id="2147483945" r:id="rId2"/>
    <p:sldLayoutId id="2147483904" r:id="rId3"/>
    <p:sldLayoutId id="2147483905" r:id="rId4"/>
    <p:sldLayoutId id="2147483901" r:id="rId5"/>
    <p:sldLayoutId id="2147483692" r:id="rId6"/>
    <p:sldLayoutId id="2147483906" r:id="rId7"/>
    <p:sldLayoutId id="2147483907" r:id="rId8"/>
    <p:sldLayoutId id="2147483910" r:id="rId9"/>
    <p:sldLayoutId id="2147483908" r:id="rId10"/>
    <p:sldLayoutId id="2147483909" r:id="rId11"/>
    <p:sldLayoutId id="2147483912" r:id="rId12"/>
    <p:sldLayoutId id="2147483914" r:id="rId13"/>
    <p:sldLayoutId id="2147483915" r:id="rId14"/>
    <p:sldLayoutId id="2147483913" r:id="rId15"/>
    <p:sldLayoutId id="2147483917" r:id="rId16"/>
    <p:sldLayoutId id="2147483942" r:id="rId17"/>
    <p:sldLayoutId id="2147483919" r:id="rId18"/>
    <p:sldLayoutId id="2147483929" r:id="rId19"/>
    <p:sldLayoutId id="2147483920" r:id="rId20"/>
    <p:sldLayoutId id="2147483930" r:id="rId21"/>
    <p:sldLayoutId id="2147483928" r:id="rId22"/>
    <p:sldLayoutId id="2147483948" r:id="rId23"/>
    <p:sldLayoutId id="2147483927" r:id="rId24"/>
    <p:sldLayoutId id="2147483950" r:id="rId25"/>
    <p:sldLayoutId id="2147483921" r:id="rId26"/>
    <p:sldLayoutId id="2147483916" r:id="rId27"/>
    <p:sldLayoutId id="2147483922" r:id="rId28"/>
    <p:sldLayoutId id="2147483965" r:id="rId29"/>
    <p:sldLayoutId id="2147483956" r:id="rId30"/>
    <p:sldLayoutId id="2147483923" r:id="rId31"/>
    <p:sldLayoutId id="2147483924" r:id="rId32"/>
    <p:sldLayoutId id="2147483926" r:id="rId33"/>
    <p:sldLayoutId id="2147483925" r:id="rId34"/>
    <p:sldLayoutId id="2147483959" r:id="rId35"/>
    <p:sldLayoutId id="2147483937" r:id="rId36"/>
    <p:sldLayoutId id="2147483932" r:id="rId37"/>
    <p:sldLayoutId id="2147483934" r:id="rId38"/>
    <p:sldLayoutId id="2147483935" r:id="rId39"/>
    <p:sldLayoutId id="2147483936" r:id="rId40"/>
    <p:sldLayoutId id="2147483938" r:id="rId41"/>
    <p:sldLayoutId id="2147483939" r:id="rId42"/>
    <p:sldLayoutId id="2147483964" r:id="rId43"/>
    <p:sldLayoutId id="2147483940" r:id="rId44"/>
    <p:sldLayoutId id="2147483960" r:id="rId45"/>
    <p:sldLayoutId id="2147483943" r:id="rId46"/>
    <p:sldLayoutId id="2147483963" r:id="rId47"/>
    <p:sldLayoutId id="2147483941" r:id="rId48"/>
  </p:sldLayoutIdLst>
  <p:transition spd="med"/>
  <p:hf hdr="0" dt="0"/>
  <p:txStyles>
    <p:titleStyle>
      <a:lvl1pPr marL="0" marR="0" indent="0" algn="l" defTabSz="2438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400" b="0" i="0" u="none" strike="noStrike" cap="none" spc="0" baseline="0">
          <a:solidFill>
            <a:schemeClr val="tx2"/>
          </a:solidFill>
          <a:uFillTx/>
          <a:latin typeface="+mj-lt"/>
          <a:ea typeface="+mj-ea"/>
          <a:cs typeface="+mj-cs"/>
          <a:sym typeface="IBM Plex Sans Light"/>
        </a:defRPr>
      </a:lvl1pPr>
      <a:lvl2pPr marL="0" marR="0" indent="0" algn="l" defTabSz="2438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2pPr>
      <a:lvl3pPr marL="0" marR="0" indent="0" algn="l" defTabSz="2438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3pPr>
      <a:lvl4pPr marL="0" marR="0" indent="0" algn="l" defTabSz="2438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4pPr>
      <a:lvl5pPr marL="0" marR="0" indent="0" algn="l" defTabSz="2438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5pPr>
      <a:lvl6pPr marL="0" marR="0" indent="362568" algn="l" defTabSz="2438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6pPr>
      <a:lvl7pPr marL="0" marR="0" indent="725139" algn="l" defTabSz="2438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7pPr>
      <a:lvl8pPr marL="0" marR="0" indent="1087706" algn="l" defTabSz="2438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8pPr>
      <a:lvl9pPr marL="0" marR="0" indent="1450276" algn="l" defTabSz="2438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9pPr>
    </p:titleStyle>
    <p:bodyStyle>
      <a:lvl1pPr marL="0" marR="0" indent="0" algn="l" defTabSz="2438400" rtl="0" eaLnBrk="1" latinLnBrk="0" hangingPunct="1">
        <a:lnSpc>
          <a:spcPct val="11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600" b="0" i="0" u="none" strike="noStrike" cap="none" spc="0" baseline="0">
          <a:solidFill>
            <a:schemeClr val="tx1"/>
          </a:solidFill>
          <a:uFillTx/>
          <a:latin typeface="+mj-lt"/>
          <a:ea typeface="+mj-ea"/>
          <a:cs typeface="+mj-cs"/>
          <a:sym typeface="IBM Plex Sans Light"/>
        </a:defRPr>
      </a:lvl1pPr>
      <a:lvl2pPr marL="329184" marR="0" indent="-329184" algn="l" defTabSz="2438400" rtl="0" eaLnBrk="1" latinLnBrk="0" hangingPunct="1">
        <a:lnSpc>
          <a:spcPct val="110000"/>
        </a:lnSpc>
        <a:spcBef>
          <a:spcPts val="0"/>
        </a:spcBef>
        <a:spcAft>
          <a:spcPts val="0"/>
        </a:spcAft>
        <a:buClrTx/>
        <a:buSzPct val="100000"/>
        <a:buFontTx/>
        <a:buChar char="–"/>
        <a:tabLst/>
        <a:defRPr sz="3600" b="0" i="0" u="none" strike="noStrike" cap="none" spc="0" baseline="0">
          <a:solidFill>
            <a:schemeClr val="tx1"/>
          </a:solidFill>
          <a:uFillTx/>
          <a:latin typeface="+mj-lt"/>
          <a:ea typeface="+mj-ea"/>
          <a:cs typeface="+mj-cs"/>
          <a:sym typeface="IBM Plex Sans Light"/>
        </a:defRPr>
      </a:lvl2pPr>
      <a:lvl3pPr marL="658368" marR="0" indent="-329184" algn="l" defTabSz="2438400" rtl="0" eaLnBrk="1" latinLnBrk="0" hangingPunct="1">
        <a:lnSpc>
          <a:spcPct val="110000"/>
        </a:lnSpc>
        <a:spcBef>
          <a:spcPts val="0"/>
        </a:spcBef>
        <a:spcAft>
          <a:spcPts val="0"/>
        </a:spcAft>
        <a:buClrTx/>
        <a:buSzPct val="100000"/>
        <a:buFontTx/>
        <a:buChar char="•"/>
        <a:tabLst/>
        <a:defRPr sz="3600" b="0" i="0" u="none" strike="noStrike" cap="none" spc="0" baseline="0">
          <a:solidFill>
            <a:schemeClr val="tx1"/>
          </a:solidFill>
          <a:uFillTx/>
          <a:latin typeface="+mj-lt"/>
          <a:ea typeface="+mj-ea"/>
          <a:cs typeface="+mj-cs"/>
          <a:sym typeface="IBM Plex Sans Light"/>
        </a:defRPr>
      </a:lvl3pPr>
      <a:lvl4pPr marL="987552" marR="0" indent="-329184" algn="l" defTabSz="2438400" rtl="0" eaLnBrk="1" latinLnBrk="0" hangingPunct="1">
        <a:lnSpc>
          <a:spcPct val="110000"/>
        </a:lnSpc>
        <a:spcBef>
          <a:spcPts val="0"/>
        </a:spcBef>
        <a:spcAft>
          <a:spcPts val="0"/>
        </a:spcAft>
        <a:buClrTx/>
        <a:buSzPct val="100000"/>
        <a:buFontTx/>
        <a:buChar char="–"/>
        <a:tabLst/>
        <a:defRPr sz="3600" b="0" i="0" u="none" strike="noStrike" cap="none" spc="0" baseline="0">
          <a:solidFill>
            <a:schemeClr val="tx1"/>
          </a:solidFill>
          <a:uFillTx/>
          <a:latin typeface="+mj-lt"/>
          <a:ea typeface="+mj-ea"/>
          <a:cs typeface="+mj-cs"/>
          <a:sym typeface="IBM Plex Sans Light"/>
        </a:defRPr>
      </a:lvl4pPr>
      <a:lvl5pPr marL="1143000" marR="0" indent="-457200" algn="l" defTabSz="2438400" rtl="0" eaLnBrk="1" latinLnBrk="0" hangingPunct="1">
        <a:lnSpc>
          <a:spcPct val="110000"/>
        </a:lnSpc>
        <a:spcBef>
          <a:spcPts val="2900"/>
        </a:spcBef>
        <a:spcAft>
          <a:spcPts val="0"/>
        </a:spcAft>
        <a:buClrTx/>
        <a:buSzPct val="100000"/>
        <a:buFont typeface="IBM Plex Sans" panose="020B0604020202020204" pitchFamily="34" charset="0"/>
        <a:buChar char="•"/>
        <a:tabLst/>
        <a:defRPr sz="36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5pPr>
      <a:lvl6pPr marL="1843060" marR="0" indent="-389009" algn="l" defTabSz="2438400" rtl="0" eaLnBrk="1" latinLnBrk="0" hangingPunct="1">
        <a:lnSpc>
          <a:spcPct val="100000"/>
        </a:lnSpc>
        <a:spcBef>
          <a:spcPts val="2900"/>
        </a:spcBef>
        <a:spcAft>
          <a:spcPts val="0"/>
        </a:spcAft>
        <a:buClrTx/>
        <a:buSzPct val="100000"/>
        <a:buFontTx/>
        <a:buChar char="»"/>
        <a:tabLst/>
        <a:defRPr sz="36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6pPr>
      <a:lvl7pPr marL="2205631" marR="0" indent="-389009" algn="l" defTabSz="2438400" rtl="0" eaLnBrk="1" latinLnBrk="0" hangingPunct="1">
        <a:lnSpc>
          <a:spcPct val="100000"/>
        </a:lnSpc>
        <a:spcBef>
          <a:spcPts val="2900"/>
        </a:spcBef>
        <a:spcAft>
          <a:spcPts val="0"/>
        </a:spcAft>
        <a:buClrTx/>
        <a:buSzPct val="100000"/>
        <a:buFontTx/>
        <a:buChar char="»"/>
        <a:tabLst/>
        <a:defRPr sz="36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7pPr>
      <a:lvl8pPr marL="2568200" marR="0" indent="-389009" algn="l" defTabSz="2438400" rtl="0" eaLnBrk="1" latinLnBrk="0" hangingPunct="1">
        <a:lnSpc>
          <a:spcPct val="100000"/>
        </a:lnSpc>
        <a:spcBef>
          <a:spcPts val="2900"/>
        </a:spcBef>
        <a:spcAft>
          <a:spcPts val="0"/>
        </a:spcAft>
        <a:buClrTx/>
        <a:buSzPct val="100000"/>
        <a:buFontTx/>
        <a:buChar char="»"/>
        <a:tabLst/>
        <a:defRPr sz="36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8pPr>
      <a:lvl9pPr marL="2930769" marR="0" indent="-389009" algn="l" defTabSz="2438400" rtl="0" eaLnBrk="1" latinLnBrk="0" hangingPunct="1">
        <a:lnSpc>
          <a:spcPct val="100000"/>
        </a:lnSpc>
        <a:spcBef>
          <a:spcPts val="2900"/>
        </a:spcBef>
        <a:spcAft>
          <a:spcPts val="0"/>
        </a:spcAft>
        <a:buClrTx/>
        <a:buSzPct val="100000"/>
        <a:buFontTx/>
        <a:buChar char="»"/>
        <a:tabLst/>
        <a:defRPr sz="36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9pPr>
    </p:bodyStyle>
    <p:otherStyle>
      <a:lvl1pPr marL="0" marR="0" indent="0" algn="r" defTabSz="1829287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BM Plex Sans"/>
        </a:defRPr>
      </a:lvl1pPr>
      <a:lvl2pPr marL="0" marR="0" indent="342991" algn="r" defTabSz="1829287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BM Plex Sans"/>
        </a:defRPr>
      </a:lvl2pPr>
      <a:lvl3pPr marL="0" marR="0" indent="685982" algn="r" defTabSz="1829287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BM Plex Sans"/>
        </a:defRPr>
      </a:lvl3pPr>
      <a:lvl4pPr marL="0" marR="0" indent="1028974" algn="r" defTabSz="1829287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BM Plex Sans"/>
        </a:defRPr>
      </a:lvl4pPr>
      <a:lvl5pPr marL="0" marR="0" indent="1371965" algn="r" defTabSz="1829287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BM Plex Sans"/>
        </a:defRPr>
      </a:lvl5pPr>
      <a:lvl6pPr marL="0" marR="0" indent="1714956" algn="r" defTabSz="1829287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BM Plex Sans"/>
        </a:defRPr>
      </a:lvl6pPr>
      <a:lvl7pPr marL="0" marR="0" indent="2057948" algn="r" defTabSz="1829287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BM Plex Sans"/>
        </a:defRPr>
      </a:lvl7pPr>
      <a:lvl8pPr marL="0" marR="0" indent="2400940" algn="r" defTabSz="1829287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BM Plex Sans"/>
        </a:defRPr>
      </a:lvl8pPr>
      <a:lvl9pPr marL="0" marR="0" indent="2743931" algn="r" defTabSz="1829287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BM Plex Sans"/>
        </a:defRPr>
      </a:lvl9pPr>
    </p:otherStyle>
  </p:txStyles>
  <p:extLst>
    <p:ext uri="{27BBF7A9-308A-43DC-89C8-2F10F3537804}">
      <p15:sldGuideLst xmlns:p15="http://schemas.microsoft.com/office/powerpoint/2012/main">
        <p15:guide id="3" pos="364">
          <p15:clr>
            <a:srgbClr val="EE5396"/>
          </p15:clr>
        </p15:guide>
        <p15:guide id="4" pos="3840">
          <p15:clr>
            <a:srgbClr val="0F62FE"/>
          </p15:clr>
        </p15:guide>
        <p15:guide id="5" pos="1916">
          <p15:clr>
            <a:srgbClr val="EE5396"/>
          </p15:clr>
        </p15:guide>
        <p15:guide id="6" pos="5756">
          <p15:clr>
            <a:srgbClr val="EE5396"/>
          </p15:clr>
        </p15:guide>
        <p15:guide id="7" pos="7319">
          <p15:clr>
            <a:srgbClr val="EE5396"/>
          </p15:clr>
        </p15:guide>
        <p15:guide id="8" pos="8040">
          <p15:clr>
            <a:srgbClr val="EE5396"/>
          </p15:clr>
        </p15:guide>
        <p15:guide id="9" pos="4200">
          <p15:clr>
            <a:srgbClr val="EE5396"/>
          </p15:clr>
        </p15:guide>
        <p15:guide id="10" pos="3480">
          <p15:clr>
            <a:srgbClr val="EE5396"/>
          </p15:clr>
        </p15:guide>
        <p15:guide id="11" pos="9594">
          <p15:clr>
            <a:srgbClr val="EE5396"/>
          </p15:clr>
        </p15:guide>
        <p15:guide id="13" pos="11160">
          <p15:clr>
            <a:srgbClr val="EE5396"/>
          </p15:clr>
        </p15:guide>
        <p15:guide id="14" pos="11880">
          <p15:clr>
            <a:srgbClr val="EE5396"/>
          </p15:clr>
        </p15:guide>
        <p15:guide id="15" pos="13440">
          <p15:clr>
            <a:srgbClr val="EE5396"/>
          </p15:clr>
        </p15:guide>
        <p15:guide id="16" pos="14995">
          <p15:clr>
            <a:srgbClr val="EE5396"/>
          </p15:clr>
        </p15:guide>
        <p15:guide id="19" orient="horz" pos="3840" userDrawn="1">
          <p15:clr>
            <a:srgbClr val="EE5396"/>
          </p15:clr>
        </p15:guide>
        <p15:guide id="20" orient="horz" pos="958" userDrawn="1">
          <p15:clr>
            <a:srgbClr val="EE5396"/>
          </p15:clr>
        </p15:guide>
        <p15:guide id="25" orient="horz" pos="7682" userDrawn="1">
          <p15:clr>
            <a:srgbClr val="EE5396"/>
          </p15:clr>
        </p15:guide>
        <p15:guide id="26" pos="7680">
          <p15:clr>
            <a:srgbClr val="0F62FE"/>
          </p15:clr>
        </p15:guide>
        <p15:guide id="27" pos="11520">
          <p15:clr>
            <a:srgbClr val="0F62FE"/>
          </p15:clr>
        </p15:guide>
        <p15:guide id="30" orient="horz" pos="1918" userDrawn="1">
          <p15:clr>
            <a:srgbClr val="EE5396"/>
          </p15:clr>
        </p15:guide>
        <p15:guide id="32" orient="horz" pos="6720" userDrawn="1">
          <p15:clr>
            <a:srgbClr val="EE5396"/>
          </p15:clr>
        </p15:guide>
        <p15:guide id="33" orient="horz" pos="2880" userDrawn="1">
          <p15:clr>
            <a:srgbClr val="EE5396"/>
          </p15:clr>
        </p15:guide>
        <p15:guide id="34" orient="horz" pos="4800" userDrawn="1">
          <p15:clr>
            <a:srgbClr val="EE5396"/>
          </p15:clr>
        </p15:guide>
        <p15:guide id="35" orient="horz" pos="5758" userDrawn="1">
          <p15:clr>
            <a:srgbClr val="EE5396"/>
          </p15:clr>
        </p15:guide>
        <p15:guide id="36" orient="horz" pos="8284" userDrawn="1">
          <p15:clr>
            <a:srgbClr val="9FCC3B"/>
          </p15:clr>
        </p15:guide>
        <p15:guide id="37" orient="horz" pos="360" userDrawn="1">
          <p15:clr>
            <a:srgbClr val="9FCC3B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23541592" y="12951714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b" anchorCtr="0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8" name="Title Text"/>
          <p:cNvSpPr txBox="1">
            <a:spLocks noGrp="1"/>
          </p:cNvSpPr>
          <p:nvPr>
            <p:ph type="title"/>
          </p:nvPr>
        </p:nvSpPr>
        <p:spPr>
          <a:xfrm>
            <a:off x="576072" y="576072"/>
            <a:ext cx="22590125" cy="24687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/>
          <a:lstStyle/>
          <a:p>
            <a:r>
              <a:rPr dirty="0"/>
              <a:t>Title Text</a:t>
            </a:r>
          </a:p>
        </p:txBody>
      </p:sp>
      <p:sp>
        <p:nvSpPr>
          <p:cNvPr id="49" name="Body Level One…"/>
          <p:cNvSpPr txBox="1">
            <a:spLocks noGrp="1"/>
          </p:cNvSpPr>
          <p:nvPr>
            <p:ph type="body" idx="1"/>
          </p:nvPr>
        </p:nvSpPr>
        <p:spPr>
          <a:xfrm>
            <a:off x="574675" y="3327399"/>
            <a:ext cx="22590125" cy="88677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/>
          <a:lstStyle/>
          <a:p>
            <a:r>
              <a:rPr dirty="0"/>
              <a:t>Body Level One</a:t>
            </a:r>
          </a:p>
          <a:p>
            <a:pPr lvl="1"/>
            <a:r>
              <a:rPr dirty="0"/>
              <a:t>Body Level Two</a:t>
            </a:r>
          </a:p>
          <a:p>
            <a:pPr lvl="2"/>
            <a:r>
              <a:rPr dirty="0"/>
              <a:t>Body Level Three</a:t>
            </a:r>
          </a:p>
          <a:p>
            <a:pPr lvl="3"/>
            <a:r>
              <a:rPr dirty="0"/>
              <a:t>Body Level Four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9EB465A-FE7F-6B71-D716-1673174BBF5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76000" y="12823285"/>
            <a:ext cx="4956176" cy="38100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</a:lstStyle>
          <a:p>
            <a:r>
              <a:rPr lang="en-US" dirty="0"/>
              <a:t>Footer text (optional)</a:t>
            </a:r>
          </a:p>
        </p:txBody>
      </p:sp>
    </p:spTree>
    <p:extLst>
      <p:ext uri="{BB962C8B-B14F-4D97-AF65-F5344CB8AC3E}">
        <p14:creationId xmlns:p14="http://schemas.microsoft.com/office/powerpoint/2010/main" val="174695948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967" r:id="rId1"/>
    <p:sldLayoutId id="2147483968" r:id="rId2"/>
    <p:sldLayoutId id="2147483969" r:id="rId3"/>
    <p:sldLayoutId id="2147483970" r:id="rId4"/>
    <p:sldLayoutId id="2147483971" r:id="rId5"/>
    <p:sldLayoutId id="2147483972" r:id="rId6"/>
    <p:sldLayoutId id="2147483973" r:id="rId7"/>
    <p:sldLayoutId id="2147483974" r:id="rId8"/>
    <p:sldLayoutId id="2147483975" r:id="rId9"/>
    <p:sldLayoutId id="2147483976" r:id="rId10"/>
    <p:sldLayoutId id="2147483977" r:id="rId11"/>
    <p:sldLayoutId id="2147483978" r:id="rId12"/>
    <p:sldLayoutId id="2147483979" r:id="rId13"/>
    <p:sldLayoutId id="2147483980" r:id="rId14"/>
    <p:sldLayoutId id="2147483981" r:id="rId15"/>
    <p:sldLayoutId id="2147483982" r:id="rId16"/>
    <p:sldLayoutId id="2147483983" r:id="rId17"/>
    <p:sldLayoutId id="2147483984" r:id="rId18"/>
    <p:sldLayoutId id="2147483985" r:id="rId19"/>
    <p:sldLayoutId id="2147483986" r:id="rId20"/>
    <p:sldLayoutId id="2147483987" r:id="rId21"/>
    <p:sldLayoutId id="2147483988" r:id="rId22"/>
    <p:sldLayoutId id="2147483989" r:id="rId23"/>
    <p:sldLayoutId id="2147483990" r:id="rId24"/>
    <p:sldLayoutId id="2147483991" r:id="rId25"/>
    <p:sldLayoutId id="2147483992" r:id="rId26"/>
    <p:sldLayoutId id="2147483993" r:id="rId27"/>
    <p:sldLayoutId id="2147483994" r:id="rId28"/>
    <p:sldLayoutId id="2147483995" r:id="rId29"/>
    <p:sldLayoutId id="2147483996" r:id="rId30"/>
    <p:sldLayoutId id="2147483997" r:id="rId31"/>
    <p:sldLayoutId id="2147483998" r:id="rId32"/>
    <p:sldLayoutId id="2147483999" r:id="rId33"/>
    <p:sldLayoutId id="2147484000" r:id="rId34"/>
    <p:sldLayoutId id="2147484001" r:id="rId35"/>
    <p:sldLayoutId id="2147484002" r:id="rId36"/>
    <p:sldLayoutId id="2147484003" r:id="rId37"/>
    <p:sldLayoutId id="2147484004" r:id="rId38"/>
    <p:sldLayoutId id="2147484005" r:id="rId39"/>
    <p:sldLayoutId id="2147484006" r:id="rId40"/>
    <p:sldLayoutId id="2147484007" r:id="rId41"/>
    <p:sldLayoutId id="2147484008" r:id="rId42"/>
    <p:sldLayoutId id="2147484009" r:id="rId43"/>
    <p:sldLayoutId id="2147484010" r:id="rId44"/>
    <p:sldLayoutId id="2147484011" r:id="rId45"/>
    <p:sldLayoutId id="2147484012" r:id="rId46"/>
    <p:sldLayoutId id="2147484013" r:id="rId47"/>
    <p:sldLayoutId id="2147484014" r:id="rId48"/>
    <p:sldLayoutId id="2147484015" r:id="rId49"/>
  </p:sldLayoutIdLst>
  <p:transition spd="med"/>
  <p:hf hdr="0" dt="0"/>
  <p:txStyles>
    <p:titleStyle>
      <a:lvl1pPr marL="0" marR="0" indent="0" algn="l" defTabSz="2438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400" b="0" i="0" u="none" strike="noStrike" cap="none" spc="0" baseline="0">
          <a:solidFill>
            <a:schemeClr val="tx2"/>
          </a:solidFill>
          <a:uFillTx/>
          <a:latin typeface="+mj-lt"/>
          <a:ea typeface="+mj-ea"/>
          <a:cs typeface="+mj-cs"/>
          <a:sym typeface="IBM Plex Sans Light"/>
        </a:defRPr>
      </a:lvl1pPr>
      <a:lvl2pPr marL="0" marR="0" indent="0" algn="l" defTabSz="2438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2pPr>
      <a:lvl3pPr marL="0" marR="0" indent="0" algn="l" defTabSz="2438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3pPr>
      <a:lvl4pPr marL="0" marR="0" indent="0" algn="l" defTabSz="2438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4pPr>
      <a:lvl5pPr marL="0" marR="0" indent="0" algn="l" defTabSz="2438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5pPr>
      <a:lvl6pPr marL="0" marR="0" indent="362568" algn="l" defTabSz="2438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6pPr>
      <a:lvl7pPr marL="0" marR="0" indent="725139" algn="l" defTabSz="2438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7pPr>
      <a:lvl8pPr marL="0" marR="0" indent="1087706" algn="l" defTabSz="2438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8pPr>
      <a:lvl9pPr marL="0" marR="0" indent="1450276" algn="l" defTabSz="2438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9pPr>
    </p:titleStyle>
    <p:bodyStyle>
      <a:lvl1pPr marL="0" marR="0" indent="0" algn="l" defTabSz="2438400" rtl="0" eaLnBrk="1" latinLnBrk="0" hangingPunct="1">
        <a:lnSpc>
          <a:spcPct val="11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600" b="0" i="0" u="none" strike="noStrike" cap="none" spc="0" baseline="0">
          <a:solidFill>
            <a:schemeClr val="tx1"/>
          </a:solidFill>
          <a:uFillTx/>
          <a:latin typeface="+mj-lt"/>
          <a:ea typeface="+mj-ea"/>
          <a:cs typeface="+mj-cs"/>
          <a:sym typeface="IBM Plex Sans Light"/>
        </a:defRPr>
      </a:lvl1pPr>
      <a:lvl2pPr marL="329184" marR="0" indent="-329184" algn="l" defTabSz="2438400" rtl="0" eaLnBrk="1" latinLnBrk="0" hangingPunct="1">
        <a:lnSpc>
          <a:spcPct val="110000"/>
        </a:lnSpc>
        <a:spcBef>
          <a:spcPts val="0"/>
        </a:spcBef>
        <a:spcAft>
          <a:spcPts val="0"/>
        </a:spcAft>
        <a:buClrTx/>
        <a:buSzPct val="100000"/>
        <a:buFontTx/>
        <a:buChar char="–"/>
        <a:tabLst/>
        <a:defRPr sz="3600" b="0" i="0" u="none" strike="noStrike" cap="none" spc="0" baseline="0">
          <a:solidFill>
            <a:schemeClr val="tx1"/>
          </a:solidFill>
          <a:uFillTx/>
          <a:latin typeface="+mj-lt"/>
          <a:ea typeface="+mj-ea"/>
          <a:cs typeface="+mj-cs"/>
          <a:sym typeface="IBM Plex Sans Light"/>
        </a:defRPr>
      </a:lvl2pPr>
      <a:lvl3pPr marL="658368" marR="0" indent="-329184" algn="l" defTabSz="2438400" rtl="0" eaLnBrk="1" latinLnBrk="0" hangingPunct="1">
        <a:lnSpc>
          <a:spcPct val="110000"/>
        </a:lnSpc>
        <a:spcBef>
          <a:spcPts val="0"/>
        </a:spcBef>
        <a:spcAft>
          <a:spcPts val="0"/>
        </a:spcAft>
        <a:buClrTx/>
        <a:buSzPct val="100000"/>
        <a:buFontTx/>
        <a:buChar char="•"/>
        <a:tabLst/>
        <a:defRPr sz="3600" b="0" i="0" u="none" strike="noStrike" cap="none" spc="0" baseline="0">
          <a:solidFill>
            <a:schemeClr val="tx1"/>
          </a:solidFill>
          <a:uFillTx/>
          <a:latin typeface="+mj-lt"/>
          <a:ea typeface="+mj-ea"/>
          <a:cs typeface="+mj-cs"/>
          <a:sym typeface="IBM Plex Sans Light"/>
        </a:defRPr>
      </a:lvl3pPr>
      <a:lvl4pPr marL="987552" marR="0" indent="-329184" algn="l" defTabSz="2438400" rtl="0" eaLnBrk="1" latinLnBrk="0" hangingPunct="1">
        <a:lnSpc>
          <a:spcPct val="110000"/>
        </a:lnSpc>
        <a:spcBef>
          <a:spcPts val="0"/>
        </a:spcBef>
        <a:spcAft>
          <a:spcPts val="0"/>
        </a:spcAft>
        <a:buClrTx/>
        <a:buSzPct val="100000"/>
        <a:buFontTx/>
        <a:buChar char="–"/>
        <a:tabLst/>
        <a:defRPr sz="3600" b="0" i="0" u="none" strike="noStrike" cap="none" spc="0" baseline="0">
          <a:solidFill>
            <a:schemeClr val="tx1"/>
          </a:solidFill>
          <a:uFillTx/>
          <a:latin typeface="+mj-lt"/>
          <a:ea typeface="+mj-ea"/>
          <a:cs typeface="+mj-cs"/>
          <a:sym typeface="IBM Plex Sans Light"/>
        </a:defRPr>
      </a:lvl4pPr>
      <a:lvl5pPr marL="1143000" marR="0" indent="-457200" algn="l" defTabSz="2438400" rtl="0" eaLnBrk="1" latinLnBrk="0" hangingPunct="1">
        <a:lnSpc>
          <a:spcPct val="110000"/>
        </a:lnSpc>
        <a:spcBef>
          <a:spcPts val="2900"/>
        </a:spcBef>
        <a:spcAft>
          <a:spcPts val="0"/>
        </a:spcAft>
        <a:buClrTx/>
        <a:buSzPct val="100000"/>
        <a:buFont typeface="IBM Plex Sans" panose="020B0604020202020204" pitchFamily="34" charset="0"/>
        <a:buChar char="•"/>
        <a:tabLst/>
        <a:defRPr sz="36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5pPr>
      <a:lvl6pPr marL="1843060" marR="0" indent="-389009" algn="l" defTabSz="2438400" rtl="0" eaLnBrk="1" latinLnBrk="0" hangingPunct="1">
        <a:lnSpc>
          <a:spcPct val="100000"/>
        </a:lnSpc>
        <a:spcBef>
          <a:spcPts val="2900"/>
        </a:spcBef>
        <a:spcAft>
          <a:spcPts val="0"/>
        </a:spcAft>
        <a:buClrTx/>
        <a:buSzPct val="100000"/>
        <a:buFontTx/>
        <a:buChar char="»"/>
        <a:tabLst/>
        <a:defRPr sz="36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6pPr>
      <a:lvl7pPr marL="2205631" marR="0" indent="-389009" algn="l" defTabSz="2438400" rtl="0" eaLnBrk="1" latinLnBrk="0" hangingPunct="1">
        <a:lnSpc>
          <a:spcPct val="100000"/>
        </a:lnSpc>
        <a:spcBef>
          <a:spcPts val="2900"/>
        </a:spcBef>
        <a:spcAft>
          <a:spcPts val="0"/>
        </a:spcAft>
        <a:buClrTx/>
        <a:buSzPct val="100000"/>
        <a:buFontTx/>
        <a:buChar char="»"/>
        <a:tabLst/>
        <a:defRPr sz="36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7pPr>
      <a:lvl8pPr marL="2568200" marR="0" indent="-389009" algn="l" defTabSz="2438400" rtl="0" eaLnBrk="1" latinLnBrk="0" hangingPunct="1">
        <a:lnSpc>
          <a:spcPct val="100000"/>
        </a:lnSpc>
        <a:spcBef>
          <a:spcPts val="2900"/>
        </a:spcBef>
        <a:spcAft>
          <a:spcPts val="0"/>
        </a:spcAft>
        <a:buClrTx/>
        <a:buSzPct val="100000"/>
        <a:buFontTx/>
        <a:buChar char="»"/>
        <a:tabLst/>
        <a:defRPr sz="36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8pPr>
      <a:lvl9pPr marL="2930769" marR="0" indent="-389009" algn="l" defTabSz="2438400" rtl="0" eaLnBrk="1" latinLnBrk="0" hangingPunct="1">
        <a:lnSpc>
          <a:spcPct val="100000"/>
        </a:lnSpc>
        <a:spcBef>
          <a:spcPts val="2900"/>
        </a:spcBef>
        <a:spcAft>
          <a:spcPts val="0"/>
        </a:spcAft>
        <a:buClrTx/>
        <a:buSzPct val="100000"/>
        <a:buFontTx/>
        <a:buChar char="»"/>
        <a:tabLst/>
        <a:defRPr sz="36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9pPr>
    </p:bodyStyle>
    <p:otherStyle>
      <a:lvl1pPr marL="0" marR="0" indent="0" algn="r" defTabSz="1829287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BM Plex Sans"/>
        </a:defRPr>
      </a:lvl1pPr>
      <a:lvl2pPr marL="0" marR="0" indent="342991" algn="r" defTabSz="1829287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BM Plex Sans"/>
        </a:defRPr>
      </a:lvl2pPr>
      <a:lvl3pPr marL="0" marR="0" indent="685982" algn="r" defTabSz="1829287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BM Plex Sans"/>
        </a:defRPr>
      </a:lvl3pPr>
      <a:lvl4pPr marL="0" marR="0" indent="1028974" algn="r" defTabSz="1829287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BM Plex Sans"/>
        </a:defRPr>
      </a:lvl4pPr>
      <a:lvl5pPr marL="0" marR="0" indent="1371965" algn="r" defTabSz="1829287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BM Plex Sans"/>
        </a:defRPr>
      </a:lvl5pPr>
      <a:lvl6pPr marL="0" marR="0" indent="1714956" algn="r" defTabSz="1829287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BM Plex Sans"/>
        </a:defRPr>
      </a:lvl6pPr>
      <a:lvl7pPr marL="0" marR="0" indent="2057948" algn="r" defTabSz="1829287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BM Plex Sans"/>
        </a:defRPr>
      </a:lvl7pPr>
      <a:lvl8pPr marL="0" marR="0" indent="2400940" algn="r" defTabSz="1829287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BM Plex Sans"/>
        </a:defRPr>
      </a:lvl8pPr>
      <a:lvl9pPr marL="0" marR="0" indent="2743931" algn="r" defTabSz="1829287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BM Plex Sans"/>
        </a:defRPr>
      </a:lvl9pPr>
    </p:otherStyle>
  </p:txStyles>
  <p:extLst>
    <p:ext uri="{27BBF7A9-308A-43DC-89C8-2F10F3537804}">
      <p15:sldGuideLst xmlns:p15="http://schemas.microsoft.com/office/powerpoint/2012/main">
        <p15:guide id="3" pos="364">
          <p15:clr>
            <a:srgbClr val="EE5396"/>
          </p15:clr>
        </p15:guide>
        <p15:guide id="4" pos="3840">
          <p15:clr>
            <a:srgbClr val="0F62FE"/>
          </p15:clr>
        </p15:guide>
        <p15:guide id="5" pos="1916">
          <p15:clr>
            <a:srgbClr val="EE5396"/>
          </p15:clr>
        </p15:guide>
        <p15:guide id="6" pos="5756">
          <p15:clr>
            <a:srgbClr val="EE5396"/>
          </p15:clr>
        </p15:guide>
        <p15:guide id="7" pos="7319">
          <p15:clr>
            <a:srgbClr val="EE5396"/>
          </p15:clr>
        </p15:guide>
        <p15:guide id="8" pos="8040">
          <p15:clr>
            <a:srgbClr val="EE5396"/>
          </p15:clr>
        </p15:guide>
        <p15:guide id="9" pos="4200">
          <p15:clr>
            <a:srgbClr val="EE5396"/>
          </p15:clr>
        </p15:guide>
        <p15:guide id="10" pos="3480">
          <p15:clr>
            <a:srgbClr val="EE5396"/>
          </p15:clr>
        </p15:guide>
        <p15:guide id="11" pos="9594">
          <p15:clr>
            <a:srgbClr val="EE5396"/>
          </p15:clr>
        </p15:guide>
        <p15:guide id="13" pos="11160">
          <p15:clr>
            <a:srgbClr val="EE5396"/>
          </p15:clr>
        </p15:guide>
        <p15:guide id="14" pos="11880">
          <p15:clr>
            <a:srgbClr val="EE5396"/>
          </p15:clr>
        </p15:guide>
        <p15:guide id="15" pos="13440">
          <p15:clr>
            <a:srgbClr val="EE5396"/>
          </p15:clr>
        </p15:guide>
        <p15:guide id="16" pos="14995">
          <p15:clr>
            <a:srgbClr val="EE5396"/>
          </p15:clr>
        </p15:guide>
        <p15:guide id="19" orient="horz" pos="3840">
          <p15:clr>
            <a:srgbClr val="EE5396"/>
          </p15:clr>
        </p15:guide>
        <p15:guide id="20" orient="horz" pos="958">
          <p15:clr>
            <a:srgbClr val="EE5396"/>
          </p15:clr>
        </p15:guide>
        <p15:guide id="25" orient="horz" pos="7682">
          <p15:clr>
            <a:srgbClr val="EE5396"/>
          </p15:clr>
        </p15:guide>
        <p15:guide id="26" pos="7680">
          <p15:clr>
            <a:srgbClr val="0F62FE"/>
          </p15:clr>
        </p15:guide>
        <p15:guide id="27" pos="11520">
          <p15:clr>
            <a:srgbClr val="0F62FE"/>
          </p15:clr>
        </p15:guide>
        <p15:guide id="30" orient="horz" pos="1918">
          <p15:clr>
            <a:srgbClr val="EE5396"/>
          </p15:clr>
        </p15:guide>
        <p15:guide id="32" orient="horz" pos="6720">
          <p15:clr>
            <a:srgbClr val="EE5396"/>
          </p15:clr>
        </p15:guide>
        <p15:guide id="33" orient="horz" pos="2880">
          <p15:clr>
            <a:srgbClr val="EE5396"/>
          </p15:clr>
        </p15:guide>
        <p15:guide id="34" orient="horz" pos="4800">
          <p15:clr>
            <a:srgbClr val="EE5396"/>
          </p15:clr>
        </p15:guide>
        <p15:guide id="35" orient="horz" pos="5758">
          <p15:clr>
            <a:srgbClr val="EE5396"/>
          </p15:clr>
        </p15:guide>
        <p15:guide id="36" orient="horz" pos="8284">
          <p15:clr>
            <a:srgbClr val="9FCC3B"/>
          </p15:clr>
        </p15:guide>
        <p15:guide id="37" orient="horz" pos="360">
          <p15:clr>
            <a:srgbClr val="9FCC3B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6.xml"/><Relationship Id="rId5" Type="http://schemas.openxmlformats.org/officeDocument/2006/relationships/image" Target="../media/image6.svg"/><Relationship Id="rId4" Type="http://schemas.openxmlformats.org/officeDocument/2006/relationships/image" Target="../media/image5.sv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svg"/><Relationship Id="rId1" Type="http://schemas.openxmlformats.org/officeDocument/2006/relationships/slideLayout" Target="../slideLayouts/slideLayout1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svg"/><Relationship Id="rId1" Type="http://schemas.openxmlformats.org/officeDocument/2006/relationships/slideLayout" Target="../slideLayouts/slideLayout1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0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71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8A82598-73D6-2D5F-BCBA-B7081CE173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A0FAB3AD-3D34-16BB-C5AC-A35256769696}"/>
              </a:ext>
            </a:extLst>
          </p:cNvPr>
          <p:cNvSpPr/>
          <p:nvPr/>
        </p:nvSpPr>
        <p:spPr bwMode="auto">
          <a:xfrm>
            <a:off x="0" y="0"/>
            <a:ext cx="14046200" cy="11888343"/>
          </a:xfrm>
          <a:prstGeom prst="rect">
            <a:avLst/>
          </a:prstGeom>
          <a:solidFill>
            <a:schemeClr val="tx1">
              <a:alpha val="84758"/>
            </a:schemeClr>
          </a:solidFill>
          <a:ln w="19050">
            <a:noFill/>
            <a:headEnd type="none" w="med" len="med"/>
            <a:tailEnd type="none" w="med" len="med"/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wrap="square" lIns="91440" tIns="91440" rIns="91440" bIns="9144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IBM Plex Sans Light"/>
              <a:buNone/>
              <a:tabLst/>
            </a:pPr>
            <a:endParaRPr kumimoji="0" 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1EC3A2-02FC-8AC1-4AF7-37D5F2E080B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13160" y="9624061"/>
            <a:ext cx="7310700" cy="1648144"/>
          </a:xfrm>
        </p:spPr>
        <p:txBody>
          <a:bodyPr/>
          <a:lstStyle/>
          <a:p>
            <a:r>
              <a:rPr lang="en-US" b="1" dirty="0">
                <a:solidFill>
                  <a:schemeClr val="bg1"/>
                </a:solidFill>
              </a:rPr>
              <a:t>IBM Bob Premium Package for </a:t>
            </a:r>
            <a:r>
              <a:rPr lang="en-US" b="1" dirty="0" err="1">
                <a:solidFill>
                  <a:schemeClr val="bg1"/>
                </a:solidFill>
              </a:rPr>
              <a:t>i</a:t>
            </a:r>
            <a:endParaRPr lang="en-US" b="1" dirty="0">
              <a:solidFill>
                <a:schemeClr val="bg1"/>
              </a:solidFill>
            </a:endParaRPr>
          </a:p>
          <a:p>
            <a:r>
              <a:rPr lang="en-US" i="1" dirty="0">
                <a:solidFill>
                  <a:schemeClr val="bg1"/>
                </a:solidFill>
              </a:rPr>
              <a:t>A </a:t>
            </a:r>
            <a:r>
              <a:rPr lang="en-US" i="1" dirty="0" err="1">
                <a:solidFill>
                  <a:schemeClr val="bg1"/>
                </a:solidFill>
              </a:rPr>
              <a:t>Bobathon</a:t>
            </a:r>
            <a:r>
              <a:rPr lang="en-US" i="1" dirty="0">
                <a:solidFill>
                  <a:schemeClr val="bg1"/>
                </a:solidFill>
              </a:rPr>
              <a:t> using the SAMCO application</a:t>
            </a:r>
            <a:br>
              <a:rPr lang="en-US" i="1" dirty="0">
                <a:solidFill>
                  <a:schemeClr val="bg1"/>
                </a:solidFill>
              </a:rPr>
            </a:br>
            <a:endParaRPr lang="en-US" i="1" dirty="0">
              <a:solidFill>
                <a:schemeClr val="bg1"/>
              </a:solidFill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ACF5E8D-4AB4-475C-2479-D6355446FE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492" y="912114"/>
            <a:ext cx="12444527" cy="2686049"/>
          </a:xfrm>
        </p:spPr>
        <p:txBody>
          <a:bodyPr lIns="0" tIns="0" rIns="0" bIns="0" anchor="t"/>
          <a:lstStyle/>
          <a:p>
            <a:r>
              <a:rPr lang="en-US" b="1" dirty="0">
                <a:solidFill>
                  <a:schemeClr val="bg1"/>
                </a:solidFill>
              </a:rPr>
              <a:t>Modernize Your IBM </a:t>
            </a:r>
            <a:r>
              <a:rPr lang="en-US" b="1" dirty="0" err="1">
                <a:solidFill>
                  <a:schemeClr val="bg1"/>
                </a:solidFill>
              </a:rPr>
              <a:t>i</a:t>
            </a:r>
            <a:r>
              <a:rPr lang="en-US" b="1" dirty="0">
                <a:solidFill>
                  <a:schemeClr val="bg1"/>
                </a:solidFill>
              </a:rPr>
              <a:t> Application with AI</a:t>
            </a:r>
          </a:p>
        </p:txBody>
      </p:sp>
      <p:pic>
        <p:nvPicPr>
          <p:cNvPr id="16" name="Picture 15" descr="Official Honda Autos USA | Honda">
            <a:extLst>
              <a:ext uri="{FF2B5EF4-FFF2-40B4-BE49-F238E27FC236}">
                <a16:creationId xmlns:a16="http://schemas.microsoft.com/office/drawing/2014/main" id="{6A3CB9ED-86DC-AC56-C8C5-FE85CBF3B7A2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/>
          </a:blip>
          <a:srcRect b="13870"/>
          <a:stretch>
            <a:fillRect/>
          </a:stretch>
        </p:blipFill>
        <p:spPr>
          <a:xfrm>
            <a:off x="14046200" y="0"/>
            <a:ext cx="10340975" cy="118883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9370913"/>
      </p:ext>
    </p:extLst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82A9FA-1260-3471-2E75-9A53DB979A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B67FD5-062E-1B00-43B8-A458E2AD72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00" y="384048"/>
            <a:ext cx="11036491" cy="1011615"/>
          </a:xfrm>
        </p:spPr>
        <p:txBody>
          <a:bodyPr/>
          <a:lstStyle/>
          <a:p>
            <a:r>
              <a:rPr lang="en-US" dirty="0"/>
              <a:t>Meet </a:t>
            </a:r>
            <a:r>
              <a:rPr lang="en-US" dirty="0">
                <a:solidFill>
                  <a:schemeClr val="accent1"/>
                </a:solidFill>
              </a:rPr>
              <a:t>SAMCO</a:t>
            </a:r>
            <a:br>
              <a:rPr lang="en-US" dirty="0"/>
            </a:br>
            <a:br>
              <a:rPr lang="en-US" dirty="0"/>
            </a:b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E4DC2E-C4B0-1312-B3B5-46E385F6CB6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705191" y="645300"/>
            <a:ext cx="4949825" cy="12781013"/>
          </a:xfrm>
        </p:spPr>
        <p:txBody>
          <a:bodyPr/>
          <a:lstStyle/>
          <a:p>
            <a:r>
              <a:rPr lang="en-US" b="1" dirty="0"/>
              <a:t>What It Manages</a:t>
            </a:r>
          </a:p>
          <a:p>
            <a:endParaRPr lang="en-US" b="1" dirty="0"/>
          </a:p>
          <a:p>
            <a:r>
              <a:rPr lang="en-US" i="1" dirty="0"/>
              <a:t>Articles [Products]</a:t>
            </a:r>
          </a:p>
          <a:p>
            <a:r>
              <a:rPr lang="en-US" dirty="0"/>
              <a:t>Descriptions, prices, stock levels, VAT rates, soft-delete logic</a:t>
            </a:r>
            <a:br>
              <a:rPr lang="en-US" dirty="0"/>
            </a:br>
            <a:endParaRPr lang="en-US" dirty="0"/>
          </a:p>
          <a:p>
            <a:r>
              <a:rPr lang="en-US" i="1" dirty="0"/>
              <a:t>Customers</a:t>
            </a:r>
          </a:p>
          <a:p>
            <a:r>
              <a:rPr lang="en-US" dirty="0"/>
              <a:t>Customer database, order history</a:t>
            </a:r>
          </a:p>
          <a:p>
            <a:endParaRPr lang="en-US" dirty="0"/>
          </a:p>
          <a:p>
            <a:r>
              <a:rPr lang="en-US" i="1" dirty="0"/>
              <a:t>Orders</a:t>
            </a:r>
          </a:p>
          <a:p>
            <a:r>
              <a:rPr lang="en-US" dirty="0"/>
              <a:t>Line items, VAT totals, stock updated on confirmation</a:t>
            </a:r>
          </a:p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0EE71CD-8CFD-3AAA-90B9-E835DBEBAA5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8458891" y="645300"/>
            <a:ext cx="4941888" cy="12781013"/>
          </a:xfrm>
        </p:spPr>
        <p:txBody>
          <a:bodyPr/>
          <a:lstStyle/>
          <a:p>
            <a:r>
              <a:rPr lang="en-US" b="1" dirty="0"/>
              <a:t>What It Looks Like Today</a:t>
            </a:r>
          </a:p>
          <a:p>
            <a:endParaRPr lang="en-US" b="1" dirty="0"/>
          </a:p>
          <a:p>
            <a:r>
              <a:rPr lang="en-US" i="1" dirty="0"/>
              <a:t>Green Screen [5250 Terminal]</a:t>
            </a:r>
          </a:p>
          <a:p>
            <a:r>
              <a:rPr lang="en-US" dirty="0"/>
              <a:t>No mouse, no browner, only navigate with function keys</a:t>
            </a:r>
            <a:br>
              <a:rPr lang="en-US" dirty="0"/>
            </a:br>
            <a:endParaRPr lang="en-US" dirty="0"/>
          </a:p>
          <a:p>
            <a:r>
              <a:rPr lang="en-US" i="1" dirty="0"/>
              <a:t>Fixed-format RPG</a:t>
            </a:r>
          </a:p>
          <a:p>
            <a:r>
              <a:rPr lang="en-US" dirty="0"/>
              <a:t>Code written in the 1990s, every line in exact column positions, similar to filling in a spreadsheet</a:t>
            </a:r>
          </a:p>
          <a:p>
            <a:endParaRPr lang="en-US" dirty="0"/>
          </a:p>
          <a:p>
            <a:r>
              <a:rPr lang="en-US" i="1" dirty="0"/>
              <a:t>DDS Database Files</a:t>
            </a:r>
          </a:p>
          <a:p>
            <a:r>
              <a:rPr lang="en-US" dirty="0"/>
              <a:t>No SQL, constraints, nor rules</a:t>
            </a:r>
          </a:p>
          <a:p>
            <a:endParaRPr lang="en-US" dirty="0"/>
          </a:p>
          <a:p>
            <a:r>
              <a:rPr lang="en-US" i="1" dirty="0"/>
              <a:t>No Documentation</a:t>
            </a:r>
          </a:p>
          <a:p>
            <a:r>
              <a:rPr lang="en-US" dirty="0"/>
              <a:t>No automated texts, difficult to know how it fits altogether</a:t>
            </a:r>
          </a:p>
          <a:p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F66DE69F-26D3-1AE4-3CA7-8479358D7406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76000" y="12816000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2">
            <a:extLst>
              <a:ext uri="{FF2B5EF4-FFF2-40B4-BE49-F238E27FC236}">
                <a16:creationId xmlns:a16="http://schemas.microsoft.com/office/drawing/2014/main" id="{48CE6129-F359-DF27-4011-F86D75F76FF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3541592" y="12951538"/>
            <a:ext cx="270908" cy="246221"/>
          </a:xfrm>
        </p:spPr>
        <p:txBody>
          <a:bodyPr/>
          <a:lstStyle/>
          <a:p>
            <a:fld id="{86CB4B4D-7CA3-9044-876B-883B54F8677D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4CF30FE-1EF0-C5D0-112B-3CC131A0D746}"/>
              </a:ext>
            </a:extLst>
          </p:cNvPr>
          <p:cNvSpPr txBox="1"/>
          <p:nvPr/>
        </p:nvSpPr>
        <p:spPr>
          <a:xfrm>
            <a:off x="576000" y="1699952"/>
            <a:ext cx="9747095" cy="1938992"/>
          </a:xfrm>
          <a:prstGeom prst="rect">
            <a:avLst/>
          </a:prstGeom>
          <a:noFill/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>
            <a:spAutoFit/>
          </a:bodyPr>
          <a:lstStyle/>
          <a:p>
            <a:r>
              <a:rPr lang="en-US" sz="2800" dirty="0"/>
              <a:t>A fictional wholesale distribution company. Buys products from suppliers. Sells products to customers. Has been running the same IBM </a:t>
            </a:r>
            <a:r>
              <a:rPr lang="en-US" sz="2800" dirty="0" err="1"/>
              <a:t>i</a:t>
            </a:r>
            <a:r>
              <a:rPr lang="en-US" sz="2800" dirty="0"/>
              <a:t> system for over 20 years.</a:t>
            </a:r>
            <a:br>
              <a:rPr lang="en-US" sz="6800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8230203"/>
      </p:ext>
    </p:extLst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3E90F1-B24C-5C58-15CE-4707AAB0AF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9E0D4D-AB02-02DA-740F-48DE96294588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576000" y="12816000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F144EC4-3712-2DAC-FE5D-94F1BF5F450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3541592" y="12951538"/>
            <a:ext cx="270908" cy="246221"/>
          </a:xfrm>
        </p:spPr>
        <p:txBody>
          <a:bodyPr/>
          <a:lstStyle/>
          <a:p>
            <a:fld id="{86CB4B4D-7CA3-9044-876B-883B54F8677D}" type="slidenum">
              <a:rPr lang="en-US" smtClean="0"/>
              <a:pPr/>
              <a:t>3</a:t>
            </a:fld>
            <a:endParaRPr lang="en-US" dirty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A2CAC87-69BB-B05C-D9E0-4D3FB5EB9B41}"/>
              </a:ext>
            </a:extLst>
          </p:cNvPr>
          <p:cNvGrpSpPr/>
          <p:nvPr/>
        </p:nvGrpSpPr>
        <p:grpSpPr>
          <a:xfrm>
            <a:off x="3690086" y="4508973"/>
            <a:ext cx="4956048" cy="4947030"/>
            <a:chOff x="3954779" y="4508973"/>
            <a:chExt cx="4956048" cy="4947030"/>
          </a:xfrm>
        </p:grpSpPr>
        <p:pic>
          <p:nvPicPr>
            <p:cNvPr id="5" name="Picture Placeholder 30" descr="Concept, Blue 60 UI icon">
              <a:extLst>
                <a:ext uri="{FF2B5EF4-FFF2-40B4-BE49-F238E27FC236}">
                  <a16:creationId xmlns:a16="http://schemas.microsoft.com/office/drawing/2014/main" id="{A163BD40-9AF4-AF4C-12DB-5F5F603C3EB6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 l="197" r="197"/>
            <a:stretch/>
          </p:blipFill>
          <p:spPr>
            <a:xfrm>
              <a:off x="3954780" y="4508973"/>
              <a:ext cx="402336" cy="403225"/>
            </a:xfrm>
            <a:prstGeom prst="rect">
              <a:avLst/>
            </a:prstGeom>
          </p:spPr>
        </p:pic>
        <p:sp>
          <p:nvSpPr>
            <p:cNvPr id="6" name="Text Placeholder 3">
              <a:extLst>
                <a:ext uri="{FF2B5EF4-FFF2-40B4-BE49-F238E27FC236}">
                  <a16:creationId xmlns:a16="http://schemas.microsoft.com/office/drawing/2014/main" id="{51730042-008A-1BCA-E404-B19938D6524F}"/>
                </a:ext>
              </a:extLst>
            </p:cNvPr>
            <p:cNvSpPr txBox="1">
              <a:spLocks/>
            </p:cNvSpPr>
            <p:nvPr/>
          </p:nvSpPr>
          <p:spPr>
            <a:xfrm>
              <a:off x="3954779" y="5456901"/>
              <a:ext cx="4956048" cy="3999102"/>
            </a:xfrm>
            <a:prstGeom prst="rect">
              <a:avLst/>
            </a:prstGeom>
          </p:spPr>
          <p:txBody>
            <a:bodyPr/>
            <a:lstStyle>
              <a:lvl1pPr marL="0" marR="0" indent="0" algn="l" defTabSz="2438400" rtl="0" eaLnBrk="1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3600" b="0" i="0" u="none" strike="noStrike" cap="none" spc="0" baseline="0">
                  <a:solidFill>
                    <a:schemeClr val="tx1"/>
                  </a:solidFill>
                  <a:uFillTx/>
                  <a:latin typeface="+mj-lt"/>
                  <a:ea typeface="+mj-ea"/>
                  <a:cs typeface="+mj-cs"/>
                  <a:sym typeface="IBM Plex Sans Light"/>
                </a:defRPr>
              </a:lvl1pPr>
              <a:lvl2pPr marL="329184" marR="0" indent="-329184" algn="l" defTabSz="2438400" rtl="0" eaLnBrk="1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Tx/>
                <a:buSzPct val="100000"/>
                <a:buFontTx/>
                <a:buChar char="–"/>
                <a:tabLst/>
                <a:defRPr sz="3600" b="0" i="0" u="none" strike="noStrike" cap="none" spc="0" baseline="0">
                  <a:solidFill>
                    <a:schemeClr val="tx1"/>
                  </a:solidFill>
                  <a:uFillTx/>
                  <a:latin typeface="+mj-lt"/>
                  <a:ea typeface="+mj-ea"/>
                  <a:cs typeface="+mj-cs"/>
                  <a:sym typeface="IBM Plex Sans Light"/>
                </a:defRPr>
              </a:lvl2pPr>
              <a:lvl3pPr marL="658368" marR="0" indent="-329184" algn="l" defTabSz="2438400" rtl="0" eaLnBrk="1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Tx/>
                <a:buSzPct val="100000"/>
                <a:buFontTx/>
                <a:buChar char="•"/>
                <a:tabLst/>
                <a:defRPr sz="3600" b="0" i="0" u="none" strike="noStrike" cap="none" spc="0" baseline="0">
                  <a:solidFill>
                    <a:schemeClr val="tx1"/>
                  </a:solidFill>
                  <a:uFillTx/>
                  <a:latin typeface="+mj-lt"/>
                  <a:ea typeface="+mj-ea"/>
                  <a:cs typeface="+mj-cs"/>
                  <a:sym typeface="IBM Plex Sans Light"/>
                </a:defRPr>
              </a:lvl3pPr>
              <a:lvl4pPr marL="987552" marR="0" indent="-329184" algn="l" defTabSz="2438400" rtl="0" eaLnBrk="1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Tx/>
                <a:buSzPct val="100000"/>
                <a:buFontTx/>
                <a:buChar char="–"/>
                <a:tabLst/>
                <a:defRPr sz="3600" b="0" i="0" u="none" strike="noStrike" cap="none" spc="0" baseline="0">
                  <a:solidFill>
                    <a:schemeClr val="tx1"/>
                  </a:solidFill>
                  <a:uFillTx/>
                  <a:latin typeface="+mj-lt"/>
                  <a:ea typeface="+mj-ea"/>
                  <a:cs typeface="+mj-cs"/>
                  <a:sym typeface="IBM Plex Sans Light"/>
                </a:defRPr>
              </a:lvl4pPr>
              <a:lvl5pPr marL="1143000" marR="0" indent="-457200" algn="l" defTabSz="2438400" rtl="0" eaLnBrk="1" latinLnBrk="0" hangingPunct="1">
                <a:lnSpc>
                  <a:spcPct val="110000"/>
                </a:lnSpc>
                <a:spcBef>
                  <a:spcPts val="2900"/>
                </a:spcBef>
                <a:spcAft>
                  <a:spcPts val="0"/>
                </a:spcAft>
                <a:buClrTx/>
                <a:buSzPct val="100000"/>
                <a:buFont typeface="IBM Plex Sans" panose="020B0604020202020204" pitchFamily="34" charset="0"/>
                <a:buChar char="•"/>
                <a:tabLst/>
                <a:defRPr sz="3600" b="0" i="0" u="none" strike="noStrike" cap="none" spc="0" baseline="0">
                  <a:solidFill>
                    <a:srgbClr val="000000"/>
                  </a:solidFill>
                  <a:uFillTx/>
                  <a:latin typeface="+mj-lt"/>
                  <a:ea typeface="+mj-ea"/>
                  <a:cs typeface="+mj-cs"/>
                  <a:sym typeface="IBM Plex Sans Light"/>
                </a:defRPr>
              </a:lvl5pPr>
              <a:lvl6pPr marL="1843060" marR="0" indent="-389009" algn="l" defTabSz="2438400" rtl="0" eaLnBrk="1" latinLnBrk="0" hangingPunct="1">
                <a:lnSpc>
                  <a:spcPct val="100000"/>
                </a:lnSpc>
                <a:spcBef>
                  <a:spcPts val="2900"/>
                </a:spcBef>
                <a:spcAft>
                  <a:spcPts val="0"/>
                </a:spcAft>
                <a:buClrTx/>
                <a:buSzPct val="100000"/>
                <a:buFontTx/>
                <a:buChar char="»"/>
                <a:tabLst/>
                <a:defRPr sz="3600" b="0" i="0" u="none" strike="noStrike" cap="none" spc="0" baseline="0">
                  <a:solidFill>
                    <a:srgbClr val="000000"/>
                  </a:solidFill>
                  <a:uFillTx/>
                  <a:latin typeface="+mj-lt"/>
                  <a:ea typeface="+mj-ea"/>
                  <a:cs typeface="+mj-cs"/>
                  <a:sym typeface="IBM Plex Sans Light"/>
                </a:defRPr>
              </a:lvl6pPr>
              <a:lvl7pPr marL="2205631" marR="0" indent="-389009" algn="l" defTabSz="2438400" rtl="0" eaLnBrk="1" latinLnBrk="0" hangingPunct="1">
                <a:lnSpc>
                  <a:spcPct val="100000"/>
                </a:lnSpc>
                <a:spcBef>
                  <a:spcPts val="2900"/>
                </a:spcBef>
                <a:spcAft>
                  <a:spcPts val="0"/>
                </a:spcAft>
                <a:buClrTx/>
                <a:buSzPct val="100000"/>
                <a:buFontTx/>
                <a:buChar char="»"/>
                <a:tabLst/>
                <a:defRPr sz="3600" b="0" i="0" u="none" strike="noStrike" cap="none" spc="0" baseline="0">
                  <a:solidFill>
                    <a:srgbClr val="000000"/>
                  </a:solidFill>
                  <a:uFillTx/>
                  <a:latin typeface="+mj-lt"/>
                  <a:ea typeface="+mj-ea"/>
                  <a:cs typeface="+mj-cs"/>
                  <a:sym typeface="IBM Plex Sans Light"/>
                </a:defRPr>
              </a:lvl7pPr>
              <a:lvl8pPr marL="2568200" marR="0" indent="-389009" algn="l" defTabSz="2438400" rtl="0" eaLnBrk="1" latinLnBrk="0" hangingPunct="1">
                <a:lnSpc>
                  <a:spcPct val="100000"/>
                </a:lnSpc>
                <a:spcBef>
                  <a:spcPts val="2900"/>
                </a:spcBef>
                <a:spcAft>
                  <a:spcPts val="0"/>
                </a:spcAft>
                <a:buClrTx/>
                <a:buSzPct val="100000"/>
                <a:buFontTx/>
                <a:buChar char="»"/>
                <a:tabLst/>
                <a:defRPr sz="3600" b="0" i="0" u="none" strike="noStrike" cap="none" spc="0" baseline="0">
                  <a:solidFill>
                    <a:srgbClr val="000000"/>
                  </a:solidFill>
                  <a:uFillTx/>
                  <a:latin typeface="+mj-lt"/>
                  <a:ea typeface="+mj-ea"/>
                  <a:cs typeface="+mj-cs"/>
                  <a:sym typeface="IBM Plex Sans Light"/>
                </a:defRPr>
              </a:lvl8pPr>
              <a:lvl9pPr marL="2930769" marR="0" indent="-389009" algn="l" defTabSz="2438400" rtl="0" eaLnBrk="1" latinLnBrk="0" hangingPunct="1">
                <a:lnSpc>
                  <a:spcPct val="100000"/>
                </a:lnSpc>
                <a:spcBef>
                  <a:spcPts val="2900"/>
                </a:spcBef>
                <a:spcAft>
                  <a:spcPts val="0"/>
                </a:spcAft>
                <a:buClrTx/>
                <a:buSzPct val="100000"/>
                <a:buFontTx/>
                <a:buChar char="»"/>
                <a:tabLst/>
                <a:defRPr sz="3600" b="0" i="0" u="none" strike="noStrike" cap="none" spc="0" baseline="0">
                  <a:solidFill>
                    <a:srgbClr val="000000"/>
                  </a:solidFill>
                  <a:uFillTx/>
                  <a:latin typeface="+mj-lt"/>
                  <a:ea typeface="+mj-ea"/>
                  <a:cs typeface="+mj-cs"/>
                  <a:sym typeface="IBM Plex Sans Light"/>
                </a:defRPr>
              </a:lvl9pPr>
            </a:lstStyle>
            <a:p>
              <a:r>
                <a:rPr lang="en-US" sz="2400" kern="0" dirty="0">
                  <a:latin typeface="IBM Plex Sans Medm" panose="020B0503050203000203" pitchFamily="34" charset="0"/>
                </a:rPr>
                <a:t>1. Understand</a:t>
              </a:r>
              <a:br>
                <a:rPr lang="en-US" sz="2400" kern="0" dirty="0"/>
              </a:br>
              <a:r>
                <a:rPr lang="en-US" sz="2400" kern="0" dirty="0"/>
                <a:t>Lab 101 — Document SAMCO</a:t>
              </a:r>
              <a:br>
                <a:rPr lang="en-US" sz="2400" kern="0" dirty="0"/>
              </a:br>
              <a:endParaRPr lang="en-US" sz="2400" kern="0" dirty="0"/>
            </a:p>
            <a:p>
              <a:r>
                <a:rPr lang="en-US" sz="2400" kern="0" dirty="0"/>
                <a:t>Bob reads 20 years of legacy code and generates the documentation from scratch.   </a:t>
              </a:r>
            </a:p>
            <a:p>
              <a:endParaRPr lang="en-US" sz="2400" kern="0" dirty="0"/>
            </a:p>
            <a:p>
              <a:r>
                <a:rPr lang="en-US" sz="2400" i="1" kern="0" dirty="0"/>
                <a:t>~20 minutes</a:t>
              </a:r>
            </a:p>
            <a:p>
              <a:endParaRPr lang="en-US" sz="2400" kern="0" dirty="0"/>
            </a:p>
            <a:p>
              <a:endParaRPr lang="en-US" sz="2400" kern="0" dirty="0"/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DF5E06F0-0F5B-020D-9F5F-12E2CC70A714}"/>
              </a:ext>
            </a:extLst>
          </p:cNvPr>
          <p:cNvGrpSpPr/>
          <p:nvPr/>
        </p:nvGrpSpPr>
        <p:grpSpPr>
          <a:xfrm>
            <a:off x="15954277" y="4508973"/>
            <a:ext cx="4946904" cy="4947026"/>
            <a:chOff x="16146781" y="4508973"/>
            <a:chExt cx="4946904" cy="4947026"/>
          </a:xfrm>
        </p:grpSpPr>
        <p:pic>
          <p:nvPicPr>
            <p:cNvPr id="8" name="Picture Placeholder 36" descr="Improve relevance, Blue 60 UI icon">
              <a:extLst>
                <a:ext uri="{FF2B5EF4-FFF2-40B4-BE49-F238E27FC236}">
                  <a16:creationId xmlns:a16="http://schemas.microsoft.com/office/drawing/2014/main" id="{A26183E3-2BCE-5497-2993-B5430F8F46A8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 l="197" r="197"/>
            <a:stretch/>
          </p:blipFill>
          <p:spPr>
            <a:xfrm>
              <a:off x="16146781" y="4508973"/>
              <a:ext cx="402336" cy="403225"/>
            </a:xfrm>
            <a:prstGeom prst="rect">
              <a:avLst/>
            </a:prstGeom>
          </p:spPr>
        </p:pic>
        <p:sp>
          <p:nvSpPr>
            <p:cNvPr id="9" name="Text Placeholder 5">
              <a:extLst>
                <a:ext uri="{FF2B5EF4-FFF2-40B4-BE49-F238E27FC236}">
                  <a16:creationId xmlns:a16="http://schemas.microsoft.com/office/drawing/2014/main" id="{ACA67135-FBD8-3DC1-E47B-4B3C350AFB51}"/>
                </a:ext>
              </a:extLst>
            </p:cNvPr>
            <p:cNvSpPr txBox="1">
              <a:spLocks/>
            </p:cNvSpPr>
            <p:nvPr/>
          </p:nvSpPr>
          <p:spPr>
            <a:xfrm>
              <a:off x="16146781" y="5456900"/>
              <a:ext cx="4946904" cy="3999099"/>
            </a:xfrm>
            <a:prstGeom prst="rect">
              <a:avLst/>
            </a:prstGeom>
          </p:spPr>
          <p:txBody>
            <a:bodyPr/>
            <a:lstStyle>
              <a:lvl1pPr marL="0" marR="0" indent="0" algn="l" defTabSz="2438400" rtl="0" eaLnBrk="1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3600" b="0" i="0" u="none" strike="noStrike" cap="none" spc="0" baseline="0">
                  <a:solidFill>
                    <a:schemeClr val="tx1"/>
                  </a:solidFill>
                  <a:uFillTx/>
                  <a:latin typeface="+mj-lt"/>
                  <a:ea typeface="+mj-ea"/>
                  <a:cs typeface="+mj-cs"/>
                  <a:sym typeface="IBM Plex Sans Light"/>
                </a:defRPr>
              </a:lvl1pPr>
              <a:lvl2pPr marL="329184" marR="0" indent="-329184" algn="l" defTabSz="2438400" rtl="0" eaLnBrk="1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Tx/>
                <a:buSzPct val="100000"/>
                <a:buFontTx/>
                <a:buChar char="–"/>
                <a:tabLst/>
                <a:defRPr sz="3600" b="0" i="0" u="none" strike="noStrike" cap="none" spc="0" baseline="0">
                  <a:solidFill>
                    <a:schemeClr val="tx1"/>
                  </a:solidFill>
                  <a:uFillTx/>
                  <a:latin typeface="+mj-lt"/>
                  <a:ea typeface="+mj-ea"/>
                  <a:cs typeface="+mj-cs"/>
                  <a:sym typeface="IBM Plex Sans Light"/>
                </a:defRPr>
              </a:lvl2pPr>
              <a:lvl3pPr marL="658368" marR="0" indent="-329184" algn="l" defTabSz="2438400" rtl="0" eaLnBrk="1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Tx/>
                <a:buSzPct val="100000"/>
                <a:buFontTx/>
                <a:buChar char="•"/>
                <a:tabLst/>
                <a:defRPr sz="3600" b="0" i="0" u="none" strike="noStrike" cap="none" spc="0" baseline="0">
                  <a:solidFill>
                    <a:schemeClr val="tx1"/>
                  </a:solidFill>
                  <a:uFillTx/>
                  <a:latin typeface="+mj-lt"/>
                  <a:ea typeface="+mj-ea"/>
                  <a:cs typeface="+mj-cs"/>
                  <a:sym typeface="IBM Plex Sans Light"/>
                </a:defRPr>
              </a:lvl3pPr>
              <a:lvl4pPr marL="987552" marR="0" indent="-329184" algn="l" defTabSz="2438400" rtl="0" eaLnBrk="1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Tx/>
                <a:buSzPct val="100000"/>
                <a:buFontTx/>
                <a:buChar char="–"/>
                <a:tabLst/>
                <a:defRPr sz="3600" b="0" i="0" u="none" strike="noStrike" cap="none" spc="0" baseline="0">
                  <a:solidFill>
                    <a:schemeClr val="tx1"/>
                  </a:solidFill>
                  <a:uFillTx/>
                  <a:latin typeface="+mj-lt"/>
                  <a:ea typeface="+mj-ea"/>
                  <a:cs typeface="+mj-cs"/>
                  <a:sym typeface="IBM Plex Sans Light"/>
                </a:defRPr>
              </a:lvl4pPr>
              <a:lvl5pPr marL="1143000" marR="0" indent="-457200" algn="l" defTabSz="2438400" rtl="0" eaLnBrk="1" latinLnBrk="0" hangingPunct="1">
                <a:lnSpc>
                  <a:spcPct val="110000"/>
                </a:lnSpc>
                <a:spcBef>
                  <a:spcPts val="2900"/>
                </a:spcBef>
                <a:spcAft>
                  <a:spcPts val="0"/>
                </a:spcAft>
                <a:buClrTx/>
                <a:buSzPct val="100000"/>
                <a:buFont typeface="IBM Plex Sans" panose="020B0604020202020204" pitchFamily="34" charset="0"/>
                <a:buChar char="•"/>
                <a:tabLst/>
                <a:defRPr sz="3600" b="0" i="0" u="none" strike="noStrike" cap="none" spc="0" baseline="0">
                  <a:solidFill>
                    <a:srgbClr val="000000"/>
                  </a:solidFill>
                  <a:uFillTx/>
                  <a:latin typeface="+mj-lt"/>
                  <a:ea typeface="+mj-ea"/>
                  <a:cs typeface="+mj-cs"/>
                  <a:sym typeface="IBM Plex Sans Light"/>
                </a:defRPr>
              </a:lvl5pPr>
              <a:lvl6pPr marL="1843060" marR="0" indent="-389009" algn="l" defTabSz="2438400" rtl="0" eaLnBrk="1" latinLnBrk="0" hangingPunct="1">
                <a:lnSpc>
                  <a:spcPct val="100000"/>
                </a:lnSpc>
                <a:spcBef>
                  <a:spcPts val="2900"/>
                </a:spcBef>
                <a:spcAft>
                  <a:spcPts val="0"/>
                </a:spcAft>
                <a:buClrTx/>
                <a:buSzPct val="100000"/>
                <a:buFontTx/>
                <a:buChar char="»"/>
                <a:tabLst/>
                <a:defRPr sz="3600" b="0" i="0" u="none" strike="noStrike" cap="none" spc="0" baseline="0">
                  <a:solidFill>
                    <a:srgbClr val="000000"/>
                  </a:solidFill>
                  <a:uFillTx/>
                  <a:latin typeface="+mj-lt"/>
                  <a:ea typeface="+mj-ea"/>
                  <a:cs typeface="+mj-cs"/>
                  <a:sym typeface="IBM Plex Sans Light"/>
                </a:defRPr>
              </a:lvl6pPr>
              <a:lvl7pPr marL="2205631" marR="0" indent="-389009" algn="l" defTabSz="2438400" rtl="0" eaLnBrk="1" latinLnBrk="0" hangingPunct="1">
                <a:lnSpc>
                  <a:spcPct val="100000"/>
                </a:lnSpc>
                <a:spcBef>
                  <a:spcPts val="2900"/>
                </a:spcBef>
                <a:spcAft>
                  <a:spcPts val="0"/>
                </a:spcAft>
                <a:buClrTx/>
                <a:buSzPct val="100000"/>
                <a:buFontTx/>
                <a:buChar char="»"/>
                <a:tabLst/>
                <a:defRPr sz="3600" b="0" i="0" u="none" strike="noStrike" cap="none" spc="0" baseline="0">
                  <a:solidFill>
                    <a:srgbClr val="000000"/>
                  </a:solidFill>
                  <a:uFillTx/>
                  <a:latin typeface="+mj-lt"/>
                  <a:ea typeface="+mj-ea"/>
                  <a:cs typeface="+mj-cs"/>
                  <a:sym typeface="IBM Plex Sans Light"/>
                </a:defRPr>
              </a:lvl7pPr>
              <a:lvl8pPr marL="2568200" marR="0" indent="-389009" algn="l" defTabSz="2438400" rtl="0" eaLnBrk="1" latinLnBrk="0" hangingPunct="1">
                <a:lnSpc>
                  <a:spcPct val="100000"/>
                </a:lnSpc>
                <a:spcBef>
                  <a:spcPts val="2900"/>
                </a:spcBef>
                <a:spcAft>
                  <a:spcPts val="0"/>
                </a:spcAft>
                <a:buClrTx/>
                <a:buSzPct val="100000"/>
                <a:buFontTx/>
                <a:buChar char="»"/>
                <a:tabLst/>
                <a:defRPr sz="3600" b="0" i="0" u="none" strike="noStrike" cap="none" spc="0" baseline="0">
                  <a:solidFill>
                    <a:srgbClr val="000000"/>
                  </a:solidFill>
                  <a:uFillTx/>
                  <a:latin typeface="+mj-lt"/>
                  <a:ea typeface="+mj-ea"/>
                  <a:cs typeface="+mj-cs"/>
                  <a:sym typeface="IBM Plex Sans Light"/>
                </a:defRPr>
              </a:lvl8pPr>
              <a:lvl9pPr marL="2930769" marR="0" indent="-389009" algn="l" defTabSz="2438400" rtl="0" eaLnBrk="1" latinLnBrk="0" hangingPunct="1">
                <a:lnSpc>
                  <a:spcPct val="100000"/>
                </a:lnSpc>
                <a:spcBef>
                  <a:spcPts val="2900"/>
                </a:spcBef>
                <a:spcAft>
                  <a:spcPts val="0"/>
                </a:spcAft>
                <a:buClrTx/>
                <a:buSzPct val="100000"/>
                <a:buFontTx/>
                <a:buChar char="»"/>
                <a:tabLst/>
                <a:defRPr sz="3600" b="0" i="0" u="none" strike="noStrike" cap="none" spc="0" baseline="0">
                  <a:solidFill>
                    <a:srgbClr val="000000"/>
                  </a:solidFill>
                  <a:uFillTx/>
                  <a:latin typeface="+mj-lt"/>
                  <a:ea typeface="+mj-ea"/>
                  <a:cs typeface="+mj-cs"/>
                  <a:sym typeface="IBM Plex Sans Light"/>
                </a:defRPr>
              </a:lvl9pPr>
            </a:lstStyle>
            <a:p>
              <a:r>
                <a:rPr lang="en-US" sz="2400" kern="0" dirty="0">
                  <a:latin typeface="IBM Plex Sans Medm" panose="020B0503050203000203" pitchFamily="34" charset="0"/>
                </a:rPr>
                <a:t>3. Safely Change</a:t>
              </a:r>
              <a:br>
                <a:rPr lang="en-US" sz="2400" kern="0" dirty="0"/>
              </a:br>
              <a:r>
                <a:rPr lang="en-US" sz="2400" kern="0" dirty="0"/>
                <a:t>Lab 105 — Safely Change a Field</a:t>
              </a:r>
              <a:br>
                <a:rPr lang="en-US" sz="2400" kern="0" dirty="0"/>
              </a:br>
              <a:endParaRPr lang="en-US" sz="2400" kern="0" dirty="0"/>
            </a:p>
            <a:p>
              <a:r>
                <a:rPr lang="en-US" sz="2400" kern="0" dirty="0"/>
                <a:t>Bob analyzes the impact, then updates the database, screen, and program.</a:t>
              </a:r>
            </a:p>
            <a:p>
              <a:endParaRPr lang="en-US" sz="2400" kern="0" dirty="0"/>
            </a:p>
            <a:p>
              <a:r>
                <a:rPr lang="en-US" sz="2400" i="1" kern="0" dirty="0"/>
                <a:t>~35 minutes</a:t>
              </a:r>
            </a:p>
            <a:p>
              <a:endParaRPr lang="en-US" sz="2400" kern="0" dirty="0"/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C6CA44CE-5FFA-EA37-A37C-B628C89E736B}"/>
              </a:ext>
            </a:extLst>
          </p:cNvPr>
          <p:cNvGrpSpPr/>
          <p:nvPr/>
        </p:nvGrpSpPr>
        <p:grpSpPr>
          <a:xfrm>
            <a:off x="9694085" y="4508973"/>
            <a:ext cx="5201011" cy="4947026"/>
            <a:chOff x="10030967" y="4508973"/>
            <a:chExt cx="5201011" cy="4947026"/>
          </a:xfrm>
        </p:grpSpPr>
        <p:pic>
          <p:nvPicPr>
            <p:cNvPr id="10" name="Picture Placeholder 38" descr="Hybrid networking, Blue 60 UI icon">
              <a:extLst>
                <a:ext uri="{FF2B5EF4-FFF2-40B4-BE49-F238E27FC236}">
                  <a16:creationId xmlns:a16="http://schemas.microsoft.com/office/drawing/2014/main" id="{A7BCB8EF-A3DC-220C-344B-1054085896B2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rcRect l="197" r="197"/>
            <a:stretch/>
          </p:blipFill>
          <p:spPr>
            <a:xfrm>
              <a:off x="10030968" y="4508973"/>
              <a:ext cx="402336" cy="403225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</p:pic>
        <p:sp>
          <p:nvSpPr>
            <p:cNvPr id="11" name="Text Placeholder 3">
              <a:extLst>
                <a:ext uri="{FF2B5EF4-FFF2-40B4-BE49-F238E27FC236}">
                  <a16:creationId xmlns:a16="http://schemas.microsoft.com/office/drawing/2014/main" id="{66DA027E-D59C-4BDB-71BA-7A47116C2383}"/>
                </a:ext>
              </a:extLst>
            </p:cNvPr>
            <p:cNvSpPr txBox="1">
              <a:spLocks/>
            </p:cNvSpPr>
            <p:nvPr/>
          </p:nvSpPr>
          <p:spPr>
            <a:xfrm>
              <a:off x="10030967" y="5456897"/>
              <a:ext cx="5201011" cy="3999102"/>
            </a:xfrm>
            <a:prstGeom prst="rect">
              <a:avLst/>
            </a:prstGeom>
          </p:spPr>
          <p:txBody>
            <a:bodyPr/>
            <a:lstStyle>
              <a:lvl1pPr marL="0" marR="0" indent="0" algn="l" defTabSz="2438400" rtl="0" eaLnBrk="1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3600" b="0" i="0" u="none" strike="noStrike" cap="none" spc="0" baseline="0">
                  <a:solidFill>
                    <a:schemeClr val="tx1"/>
                  </a:solidFill>
                  <a:uFillTx/>
                  <a:latin typeface="+mj-lt"/>
                  <a:ea typeface="+mj-ea"/>
                  <a:cs typeface="+mj-cs"/>
                  <a:sym typeface="IBM Plex Sans Light"/>
                </a:defRPr>
              </a:lvl1pPr>
              <a:lvl2pPr marL="329184" marR="0" indent="-329184" algn="l" defTabSz="2438400" rtl="0" eaLnBrk="1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Tx/>
                <a:buSzPct val="100000"/>
                <a:buFontTx/>
                <a:buChar char="–"/>
                <a:tabLst/>
                <a:defRPr sz="3600" b="0" i="0" u="none" strike="noStrike" cap="none" spc="0" baseline="0">
                  <a:solidFill>
                    <a:schemeClr val="tx1"/>
                  </a:solidFill>
                  <a:uFillTx/>
                  <a:latin typeface="+mj-lt"/>
                  <a:ea typeface="+mj-ea"/>
                  <a:cs typeface="+mj-cs"/>
                  <a:sym typeface="IBM Plex Sans Light"/>
                </a:defRPr>
              </a:lvl2pPr>
              <a:lvl3pPr marL="658368" marR="0" indent="-329184" algn="l" defTabSz="2438400" rtl="0" eaLnBrk="1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Tx/>
                <a:buSzPct val="100000"/>
                <a:buFontTx/>
                <a:buChar char="•"/>
                <a:tabLst/>
                <a:defRPr sz="3600" b="0" i="0" u="none" strike="noStrike" cap="none" spc="0" baseline="0">
                  <a:solidFill>
                    <a:schemeClr val="tx1"/>
                  </a:solidFill>
                  <a:uFillTx/>
                  <a:latin typeface="+mj-lt"/>
                  <a:ea typeface="+mj-ea"/>
                  <a:cs typeface="+mj-cs"/>
                  <a:sym typeface="IBM Plex Sans Light"/>
                </a:defRPr>
              </a:lvl3pPr>
              <a:lvl4pPr marL="987552" marR="0" indent="-329184" algn="l" defTabSz="2438400" rtl="0" eaLnBrk="1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Tx/>
                <a:buSzPct val="100000"/>
                <a:buFontTx/>
                <a:buChar char="–"/>
                <a:tabLst/>
                <a:defRPr sz="3600" b="0" i="0" u="none" strike="noStrike" cap="none" spc="0" baseline="0">
                  <a:solidFill>
                    <a:schemeClr val="tx1"/>
                  </a:solidFill>
                  <a:uFillTx/>
                  <a:latin typeface="+mj-lt"/>
                  <a:ea typeface="+mj-ea"/>
                  <a:cs typeface="+mj-cs"/>
                  <a:sym typeface="IBM Plex Sans Light"/>
                </a:defRPr>
              </a:lvl4pPr>
              <a:lvl5pPr marL="1143000" marR="0" indent="-457200" algn="l" defTabSz="2438400" rtl="0" eaLnBrk="1" latinLnBrk="0" hangingPunct="1">
                <a:lnSpc>
                  <a:spcPct val="110000"/>
                </a:lnSpc>
                <a:spcBef>
                  <a:spcPts val="2900"/>
                </a:spcBef>
                <a:spcAft>
                  <a:spcPts val="0"/>
                </a:spcAft>
                <a:buClrTx/>
                <a:buSzPct val="100000"/>
                <a:buFont typeface="IBM Plex Sans" panose="020B0604020202020204" pitchFamily="34" charset="0"/>
                <a:buChar char="•"/>
                <a:tabLst/>
                <a:defRPr sz="3600" b="0" i="0" u="none" strike="noStrike" cap="none" spc="0" baseline="0">
                  <a:solidFill>
                    <a:srgbClr val="000000"/>
                  </a:solidFill>
                  <a:uFillTx/>
                  <a:latin typeface="+mj-lt"/>
                  <a:ea typeface="+mj-ea"/>
                  <a:cs typeface="+mj-cs"/>
                  <a:sym typeface="IBM Plex Sans Light"/>
                </a:defRPr>
              </a:lvl5pPr>
              <a:lvl6pPr marL="1843060" marR="0" indent="-389009" algn="l" defTabSz="2438400" rtl="0" eaLnBrk="1" latinLnBrk="0" hangingPunct="1">
                <a:lnSpc>
                  <a:spcPct val="100000"/>
                </a:lnSpc>
                <a:spcBef>
                  <a:spcPts val="2900"/>
                </a:spcBef>
                <a:spcAft>
                  <a:spcPts val="0"/>
                </a:spcAft>
                <a:buClrTx/>
                <a:buSzPct val="100000"/>
                <a:buFontTx/>
                <a:buChar char="»"/>
                <a:tabLst/>
                <a:defRPr sz="3600" b="0" i="0" u="none" strike="noStrike" cap="none" spc="0" baseline="0">
                  <a:solidFill>
                    <a:srgbClr val="000000"/>
                  </a:solidFill>
                  <a:uFillTx/>
                  <a:latin typeface="+mj-lt"/>
                  <a:ea typeface="+mj-ea"/>
                  <a:cs typeface="+mj-cs"/>
                  <a:sym typeface="IBM Plex Sans Light"/>
                </a:defRPr>
              </a:lvl6pPr>
              <a:lvl7pPr marL="2205631" marR="0" indent="-389009" algn="l" defTabSz="2438400" rtl="0" eaLnBrk="1" latinLnBrk="0" hangingPunct="1">
                <a:lnSpc>
                  <a:spcPct val="100000"/>
                </a:lnSpc>
                <a:spcBef>
                  <a:spcPts val="2900"/>
                </a:spcBef>
                <a:spcAft>
                  <a:spcPts val="0"/>
                </a:spcAft>
                <a:buClrTx/>
                <a:buSzPct val="100000"/>
                <a:buFontTx/>
                <a:buChar char="»"/>
                <a:tabLst/>
                <a:defRPr sz="3600" b="0" i="0" u="none" strike="noStrike" cap="none" spc="0" baseline="0">
                  <a:solidFill>
                    <a:srgbClr val="000000"/>
                  </a:solidFill>
                  <a:uFillTx/>
                  <a:latin typeface="+mj-lt"/>
                  <a:ea typeface="+mj-ea"/>
                  <a:cs typeface="+mj-cs"/>
                  <a:sym typeface="IBM Plex Sans Light"/>
                </a:defRPr>
              </a:lvl7pPr>
              <a:lvl8pPr marL="2568200" marR="0" indent="-389009" algn="l" defTabSz="2438400" rtl="0" eaLnBrk="1" latinLnBrk="0" hangingPunct="1">
                <a:lnSpc>
                  <a:spcPct val="100000"/>
                </a:lnSpc>
                <a:spcBef>
                  <a:spcPts val="2900"/>
                </a:spcBef>
                <a:spcAft>
                  <a:spcPts val="0"/>
                </a:spcAft>
                <a:buClrTx/>
                <a:buSzPct val="100000"/>
                <a:buFontTx/>
                <a:buChar char="»"/>
                <a:tabLst/>
                <a:defRPr sz="3600" b="0" i="0" u="none" strike="noStrike" cap="none" spc="0" baseline="0">
                  <a:solidFill>
                    <a:srgbClr val="000000"/>
                  </a:solidFill>
                  <a:uFillTx/>
                  <a:latin typeface="+mj-lt"/>
                  <a:ea typeface="+mj-ea"/>
                  <a:cs typeface="+mj-cs"/>
                  <a:sym typeface="IBM Plex Sans Light"/>
                </a:defRPr>
              </a:lvl8pPr>
              <a:lvl9pPr marL="2930769" marR="0" indent="-389009" algn="l" defTabSz="2438400" rtl="0" eaLnBrk="1" latinLnBrk="0" hangingPunct="1">
                <a:lnSpc>
                  <a:spcPct val="100000"/>
                </a:lnSpc>
                <a:spcBef>
                  <a:spcPts val="2900"/>
                </a:spcBef>
                <a:spcAft>
                  <a:spcPts val="0"/>
                </a:spcAft>
                <a:buClrTx/>
                <a:buSzPct val="100000"/>
                <a:buFontTx/>
                <a:buChar char="»"/>
                <a:tabLst/>
                <a:defRPr sz="3600" b="0" i="0" u="none" strike="noStrike" cap="none" spc="0" baseline="0">
                  <a:solidFill>
                    <a:srgbClr val="000000"/>
                  </a:solidFill>
                  <a:uFillTx/>
                  <a:latin typeface="+mj-lt"/>
                  <a:ea typeface="+mj-ea"/>
                  <a:cs typeface="+mj-cs"/>
                  <a:sym typeface="IBM Plex Sans Light"/>
                </a:defRPr>
              </a:lvl9pPr>
            </a:lstStyle>
            <a:p>
              <a:r>
                <a:rPr lang="en-US" sz="2400" kern="0" dirty="0">
                  <a:latin typeface="IBM Plex Sans Medm" panose="020B0503050203000203" pitchFamily="34" charset="0"/>
                </a:rPr>
                <a:t>2. Modernize</a:t>
              </a:r>
              <a:br>
                <a:rPr lang="en-US" sz="2400" kern="0" dirty="0"/>
              </a:br>
              <a:r>
                <a:rPr lang="en-US" sz="2400" kern="0" dirty="0"/>
                <a:t>Lab 102 — Modernize the RPG Code</a:t>
              </a:r>
              <a:br>
                <a:rPr lang="en-US" sz="2400" kern="0" dirty="0"/>
              </a:br>
              <a:endParaRPr lang="en-US" sz="2400" kern="0" dirty="0"/>
            </a:p>
            <a:p>
              <a:r>
                <a:rPr lang="en-US" sz="2400" kern="0" dirty="0"/>
                <a:t>Bob converts old column-based RPG to modern free-format and compiles.</a:t>
              </a:r>
            </a:p>
            <a:p>
              <a:endParaRPr lang="en-US" sz="2400" kern="0" dirty="0"/>
            </a:p>
            <a:p>
              <a:endParaRPr lang="en-US" sz="2400" kern="0" dirty="0"/>
            </a:p>
            <a:p>
              <a:r>
                <a:rPr lang="en-US" sz="2400" i="1" kern="0" dirty="0"/>
                <a:t>~20 minutes</a:t>
              </a:r>
            </a:p>
            <a:p>
              <a:endParaRPr lang="en-US" sz="2400" kern="0" dirty="0"/>
            </a:p>
            <a:p>
              <a:endParaRPr lang="en-US" sz="2400" kern="0" dirty="0"/>
            </a:p>
          </p:txBody>
        </p:sp>
      </p:grpSp>
      <p:sp>
        <p:nvSpPr>
          <p:cNvPr id="14" name="Title 1">
            <a:extLst>
              <a:ext uri="{FF2B5EF4-FFF2-40B4-BE49-F238E27FC236}">
                <a16:creationId xmlns:a16="http://schemas.microsoft.com/office/drawing/2014/main" id="{F4C75CAD-0A3B-1829-C37D-3E449B29227F}"/>
              </a:ext>
            </a:extLst>
          </p:cNvPr>
          <p:cNvSpPr txBox="1">
            <a:spLocks/>
          </p:cNvSpPr>
          <p:nvPr/>
        </p:nvSpPr>
        <p:spPr>
          <a:xfrm>
            <a:off x="576001" y="384049"/>
            <a:ext cx="8600084" cy="211852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/>
          <a:lstStyle>
            <a:lvl1pPr marL="0" marR="0" indent="0" algn="l" defTabSz="2438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 b="0" i="0" u="none" strike="noStrike" cap="none" spc="0" baseline="0">
                <a:solidFill>
                  <a:schemeClr val="tx2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1pPr>
            <a:lvl2pPr marL="0" marR="0" indent="0" algn="l" defTabSz="2438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2pPr>
            <a:lvl3pPr marL="0" marR="0" indent="0" algn="l" defTabSz="2438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3pPr>
            <a:lvl4pPr marL="0" marR="0" indent="0" algn="l" defTabSz="2438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4pPr>
            <a:lvl5pPr marL="0" marR="0" indent="0" algn="l" defTabSz="2438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5pPr>
            <a:lvl6pPr marL="0" marR="0" indent="362568" algn="l" defTabSz="2438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6pPr>
            <a:lvl7pPr marL="0" marR="0" indent="725139" algn="l" defTabSz="2438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7pPr>
            <a:lvl8pPr marL="0" marR="0" indent="1087706" algn="l" defTabSz="2438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8pPr>
            <a:lvl9pPr marL="0" marR="0" indent="1450276" algn="l" defTabSz="2438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9pPr>
          </a:lstStyle>
          <a:p>
            <a:r>
              <a:rPr lang="en-US" sz="6800" kern="0" dirty="0"/>
              <a:t>The Story Today</a:t>
            </a:r>
          </a:p>
        </p:txBody>
      </p:sp>
    </p:spTree>
    <p:extLst>
      <p:ext uri="{BB962C8B-B14F-4D97-AF65-F5344CB8AC3E}">
        <p14:creationId xmlns:p14="http://schemas.microsoft.com/office/powerpoint/2010/main" val="2976341428"/>
      </p:ext>
    </p:extLst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D3E67B-3FF3-B9B8-E90A-FB63154B34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6E490290-C939-FC64-0C2D-17DCD12353B3}"/>
              </a:ext>
            </a:extLst>
          </p:cNvPr>
          <p:cNvSpPr/>
          <p:nvPr/>
        </p:nvSpPr>
        <p:spPr bwMode="auto">
          <a:xfrm>
            <a:off x="6253531" y="8803758"/>
            <a:ext cx="17883960" cy="793220"/>
          </a:xfrm>
          <a:prstGeom prst="rect">
            <a:avLst/>
          </a:prstGeom>
          <a:solidFill>
            <a:schemeClr val="bg1"/>
          </a:solidFill>
          <a:ln w="19050">
            <a:noFill/>
            <a:headEnd type="none" w="med" len="med"/>
            <a:tailEnd type="none" w="med" len="med"/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wrap="square" lIns="182880" tIns="182880" rIns="182880" bIns="18288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18288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IBM Plex Sans Light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FC02CD9-AFA3-5BA2-BF29-83FABD8014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72" y="576072"/>
            <a:ext cx="7731209" cy="3284728"/>
          </a:xfrm>
        </p:spPr>
        <p:txBody>
          <a:bodyPr lIns="0" tIns="0" rIns="0" bIns="0" anchor="t"/>
          <a:lstStyle/>
          <a:p>
            <a:r>
              <a:rPr lang="en-US" sz="2400" dirty="0">
                <a:solidFill>
                  <a:schemeClr val="accent1"/>
                </a:solidFill>
                <a:latin typeface="IBM Plex Sans Light"/>
              </a:rPr>
              <a:t>LAB 101</a:t>
            </a:r>
            <a:br>
              <a:rPr lang="en-US" dirty="0"/>
            </a:br>
            <a:r>
              <a:rPr lang="en-US" sz="6600" dirty="0"/>
              <a:t>What does </a:t>
            </a:r>
            <a:br>
              <a:rPr lang="en-US" sz="6600" dirty="0"/>
            </a:br>
            <a:r>
              <a:rPr lang="en-US" sz="6600" dirty="0"/>
              <a:t>the app do?</a:t>
            </a:r>
          </a:p>
        </p:txBody>
      </p:sp>
      <p:sp>
        <p:nvSpPr>
          <p:cNvPr id="10" name="Tag">
            <a:extLst>
              <a:ext uri="{FF2B5EF4-FFF2-40B4-BE49-F238E27FC236}">
                <a16:creationId xmlns:a16="http://schemas.microsoft.com/office/drawing/2014/main" id="{D77E64E5-0FC8-1652-A173-ABCFA8FC1D3D}"/>
              </a:ext>
            </a:extLst>
          </p:cNvPr>
          <p:cNvSpPr txBox="1"/>
          <p:nvPr/>
        </p:nvSpPr>
        <p:spPr>
          <a:xfrm>
            <a:off x="577585" y="3243289"/>
            <a:ext cx="4949180" cy="831240"/>
          </a:xfrm>
          <a:prstGeom prst="rect">
            <a:avLst/>
          </a:prstGeom>
        </p:spPr>
        <p:txBody>
          <a:bodyPr lIns="91440" tIns="45720" rIns="91440" bIns="45720" anchor="t"/>
          <a:lstStyle/>
          <a:p>
            <a:pPr marL="0" marR="0" lvl="0" indent="0" algn="l" defTabSz="1829379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0F62FE">
                    <a:lumMod val="60000"/>
                    <a:lumOff val="40000"/>
                  </a:srgbClr>
                </a:solidFill>
                <a:effectLst/>
                <a:uLnTx/>
                <a:uFillTx/>
                <a:latin typeface="IBM Plex Sans Light"/>
                <a:ea typeface="Calibri"/>
              </a:rPr>
              <a:t>Mode: Ask</a:t>
            </a:r>
            <a:endParaRPr lang="en-US" dirty="0">
              <a:cs typeface="+mn-cs"/>
            </a:endParaRPr>
          </a:p>
        </p:txBody>
      </p:sp>
      <p:sp>
        <p:nvSpPr>
          <p:cNvPr id="19" name="Text Placeholder 3">
            <a:extLst>
              <a:ext uri="{FF2B5EF4-FFF2-40B4-BE49-F238E27FC236}">
                <a16:creationId xmlns:a16="http://schemas.microsoft.com/office/drawing/2014/main" id="{DCBE5F74-31BC-260C-B416-FD1F6F269885}"/>
              </a:ext>
            </a:extLst>
          </p:cNvPr>
          <p:cNvSpPr txBox="1">
            <a:spLocks/>
          </p:cNvSpPr>
          <p:nvPr/>
        </p:nvSpPr>
        <p:spPr>
          <a:xfrm>
            <a:off x="9049084" y="4914349"/>
            <a:ext cx="15066159" cy="3780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0" tIns="0" rIns="0" bIns="0" anchor="t"/>
          <a:lstStyle>
            <a:lvl1pPr marL="0" marR="0" indent="0" algn="l" defTabSz="1218956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 u="none" strike="noStrike" cap="none" spc="0" baseline="0">
                <a:solidFill>
                  <a:schemeClr val="tx1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1pPr>
            <a:lvl2pPr marL="164559" marR="0" indent="-164559" algn="l" defTabSz="1218956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–"/>
              <a:tabLst/>
              <a:defRPr sz="1800" b="0" i="0" u="none" strike="noStrike" cap="none" spc="0" baseline="0">
                <a:solidFill>
                  <a:schemeClr val="tx1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2pPr>
            <a:lvl3pPr marL="329118" marR="0" indent="-164559" algn="l" defTabSz="1218956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 sz="1800" b="0" i="0" u="none" strike="noStrike" cap="none" spc="0" baseline="0">
                <a:solidFill>
                  <a:schemeClr val="tx1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3pPr>
            <a:lvl4pPr marL="493677" marR="0" indent="-164559" algn="l" defTabSz="1218956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–"/>
              <a:tabLst/>
              <a:defRPr sz="1800" b="0" i="0" u="none" strike="noStrike" cap="none" spc="0" baseline="0">
                <a:solidFill>
                  <a:schemeClr val="tx1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4pPr>
            <a:lvl5pPr marL="571386" marR="0" indent="-228554" algn="l" defTabSz="1218956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IBM Plex Sans" panose="020B0604020202020204" pitchFamily="34" charset="0"/>
              <a:buChar char="•"/>
              <a:tabLst/>
              <a:defRPr sz="1800" b="0" i="0" u="none" strike="noStrike" cap="none" spc="0" baseline="0">
                <a:solidFill>
                  <a:schemeClr val="tx1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5pPr>
            <a:lvl6pPr marL="921346" marR="0" indent="-194466" algn="l" defTabSz="1218956" rtl="0" eaLnBrk="1" latinLnBrk="0" hangingPunct="1">
              <a:lnSpc>
                <a:spcPct val="100000"/>
              </a:lnSpc>
              <a:spcBef>
                <a:spcPts val="1450"/>
              </a:spcBef>
              <a:spcAft>
                <a:spcPts val="0"/>
              </a:spcAft>
              <a:buClrTx/>
              <a:buSzPct val="100000"/>
              <a:buFontTx/>
              <a:buChar char="»"/>
              <a:tabLst/>
              <a:defRPr sz="18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6pPr>
            <a:lvl7pPr marL="1102595" marR="0" indent="-194466" algn="l" defTabSz="1218956" rtl="0" eaLnBrk="1" latinLnBrk="0" hangingPunct="1">
              <a:lnSpc>
                <a:spcPct val="100000"/>
              </a:lnSpc>
              <a:spcBef>
                <a:spcPts val="1450"/>
              </a:spcBef>
              <a:spcAft>
                <a:spcPts val="0"/>
              </a:spcAft>
              <a:buClrTx/>
              <a:buSzPct val="100000"/>
              <a:buFontTx/>
              <a:buChar char="»"/>
              <a:tabLst/>
              <a:defRPr sz="18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7pPr>
            <a:lvl8pPr marL="1283843" marR="0" indent="-194466" algn="l" defTabSz="1218956" rtl="0" eaLnBrk="1" latinLnBrk="0" hangingPunct="1">
              <a:lnSpc>
                <a:spcPct val="100000"/>
              </a:lnSpc>
              <a:spcBef>
                <a:spcPts val="1450"/>
              </a:spcBef>
              <a:spcAft>
                <a:spcPts val="0"/>
              </a:spcAft>
              <a:buClrTx/>
              <a:buSzPct val="100000"/>
              <a:buFontTx/>
              <a:buChar char="»"/>
              <a:tabLst/>
              <a:defRPr sz="18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8pPr>
            <a:lvl9pPr marL="1465091" marR="0" indent="-194466" algn="l" defTabSz="1218956" rtl="0" eaLnBrk="1" latinLnBrk="0" hangingPunct="1">
              <a:lnSpc>
                <a:spcPct val="100000"/>
              </a:lnSpc>
              <a:spcBef>
                <a:spcPts val="1450"/>
              </a:spcBef>
              <a:spcAft>
                <a:spcPts val="0"/>
              </a:spcAft>
              <a:buClrTx/>
              <a:buSzPct val="100000"/>
              <a:buFontTx/>
              <a:buChar char="»"/>
              <a:tabLst/>
              <a:defRPr sz="18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9pPr>
          </a:lstStyle>
          <a:p>
            <a:pPr marL="0" marR="0" lvl="0" indent="0" algn="l" defTabSz="12189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F62FE"/>
                </a:solidFill>
                <a:effectLst/>
                <a:uLnTx/>
                <a:uFillTx/>
                <a:latin typeface="IBM Plex Sans Light" panose="020B0403050203000203" pitchFamily="34" charset="0"/>
                <a:ea typeface="Calibri"/>
                <a:cs typeface="+mj-cs"/>
                <a:sym typeface="IBM Plex Sans Light"/>
              </a:rPr>
              <a:t>WHAT BOB DOES IN THIS LAB</a:t>
            </a:r>
            <a:endParaRPr lang="en-US" sz="3200" b="0" i="0" u="none" strike="noStrike" kern="0" cap="none" spc="0" normalizeH="0" baseline="0" noProof="0" dirty="0">
              <a:ln>
                <a:noFill/>
              </a:ln>
              <a:solidFill>
                <a:srgbClr val="000000">
                  <a:lumMod val="75000"/>
                  <a:lumOff val="25000"/>
                </a:srgbClr>
              </a:solidFill>
              <a:effectLst/>
              <a:uLnTx/>
              <a:uFillTx/>
              <a:latin typeface="IBM Plex Sans Light" panose="020B0403050203000203" pitchFamily="34" charset="0"/>
              <a:ea typeface="Calibri"/>
            </a:endParaRPr>
          </a:p>
        </p:txBody>
      </p:sp>
      <p:sp>
        <p:nvSpPr>
          <p:cNvPr id="20" name="Text Placeholder 3">
            <a:extLst>
              <a:ext uri="{FF2B5EF4-FFF2-40B4-BE49-F238E27FC236}">
                <a16:creationId xmlns:a16="http://schemas.microsoft.com/office/drawing/2014/main" id="{A08F352A-CD1B-C046-F921-1C02D8513F3D}"/>
              </a:ext>
            </a:extLst>
          </p:cNvPr>
          <p:cNvSpPr txBox="1">
            <a:spLocks/>
          </p:cNvSpPr>
          <p:nvPr/>
        </p:nvSpPr>
        <p:spPr>
          <a:xfrm>
            <a:off x="9093585" y="9596978"/>
            <a:ext cx="15043906" cy="18409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0" tIns="0" rIns="0" bIns="0"/>
          <a:lstStyle>
            <a:lvl1pPr marL="0" marR="0" indent="0" algn="l" defTabSz="1218956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 u="none" strike="noStrike" cap="none" spc="0" baseline="0">
                <a:solidFill>
                  <a:schemeClr val="tx1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1pPr>
            <a:lvl2pPr marL="164559" marR="0" indent="-164559" algn="l" defTabSz="1218956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–"/>
              <a:tabLst/>
              <a:defRPr sz="1800" b="0" i="0" u="none" strike="noStrike" cap="none" spc="0" baseline="0">
                <a:solidFill>
                  <a:schemeClr val="tx1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2pPr>
            <a:lvl3pPr marL="329118" marR="0" indent="-164559" algn="l" defTabSz="1218956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 sz="1800" b="0" i="0" u="none" strike="noStrike" cap="none" spc="0" baseline="0">
                <a:solidFill>
                  <a:schemeClr val="tx1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3pPr>
            <a:lvl4pPr marL="493677" marR="0" indent="-164559" algn="l" defTabSz="1218956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–"/>
              <a:tabLst/>
              <a:defRPr sz="1800" b="0" i="0" u="none" strike="noStrike" cap="none" spc="0" baseline="0">
                <a:solidFill>
                  <a:schemeClr val="tx1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4pPr>
            <a:lvl5pPr marL="571386" marR="0" indent="-228554" algn="l" defTabSz="1218956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IBM Plex Sans" panose="020B0604020202020204" pitchFamily="34" charset="0"/>
              <a:buChar char="•"/>
              <a:tabLst/>
              <a:defRPr sz="1800" b="0" i="0" u="none" strike="noStrike" cap="none" spc="0" baseline="0">
                <a:solidFill>
                  <a:schemeClr val="tx1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5pPr>
            <a:lvl6pPr marL="921346" marR="0" indent="-194466" algn="l" defTabSz="1218956" rtl="0" eaLnBrk="1" latinLnBrk="0" hangingPunct="1">
              <a:lnSpc>
                <a:spcPct val="100000"/>
              </a:lnSpc>
              <a:spcBef>
                <a:spcPts val="1450"/>
              </a:spcBef>
              <a:spcAft>
                <a:spcPts val="0"/>
              </a:spcAft>
              <a:buClrTx/>
              <a:buSzPct val="100000"/>
              <a:buFontTx/>
              <a:buChar char="»"/>
              <a:tabLst/>
              <a:defRPr sz="18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6pPr>
            <a:lvl7pPr marL="1102595" marR="0" indent="-194466" algn="l" defTabSz="1218956" rtl="0" eaLnBrk="1" latinLnBrk="0" hangingPunct="1">
              <a:lnSpc>
                <a:spcPct val="100000"/>
              </a:lnSpc>
              <a:spcBef>
                <a:spcPts val="1450"/>
              </a:spcBef>
              <a:spcAft>
                <a:spcPts val="0"/>
              </a:spcAft>
              <a:buClrTx/>
              <a:buSzPct val="100000"/>
              <a:buFontTx/>
              <a:buChar char="»"/>
              <a:tabLst/>
              <a:defRPr sz="18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7pPr>
            <a:lvl8pPr marL="1283843" marR="0" indent="-194466" algn="l" defTabSz="1218956" rtl="0" eaLnBrk="1" latinLnBrk="0" hangingPunct="1">
              <a:lnSpc>
                <a:spcPct val="100000"/>
              </a:lnSpc>
              <a:spcBef>
                <a:spcPts val="1450"/>
              </a:spcBef>
              <a:spcAft>
                <a:spcPts val="0"/>
              </a:spcAft>
              <a:buClrTx/>
              <a:buSzPct val="100000"/>
              <a:buFontTx/>
              <a:buChar char="»"/>
              <a:tabLst/>
              <a:defRPr sz="18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8pPr>
            <a:lvl9pPr marL="1465091" marR="0" indent="-194466" algn="l" defTabSz="1218956" rtl="0" eaLnBrk="1" latinLnBrk="0" hangingPunct="1">
              <a:lnSpc>
                <a:spcPct val="100000"/>
              </a:lnSpc>
              <a:spcBef>
                <a:spcPts val="1450"/>
              </a:spcBef>
              <a:spcAft>
                <a:spcPts val="0"/>
              </a:spcAft>
              <a:buClrTx/>
              <a:buSzPct val="100000"/>
              <a:buFontTx/>
              <a:buChar char="»"/>
              <a:tabLst/>
              <a:defRPr sz="18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9pPr>
          </a:lstStyle>
          <a:p>
            <a:pPr marL="0" marR="0" lvl="0" indent="0" algn="l" defTabSz="1218956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F62FE"/>
                </a:solidFill>
                <a:effectLst/>
                <a:uLnTx/>
                <a:uFillTx/>
                <a:latin typeface="IBM Plex Sans Light" panose="020B0403050203000203" pitchFamily="34" charset="0"/>
                <a:ea typeface="Calibri"/>
                <a:cs typeface="+mj-cs"/>
                <a:sym typeface="IBM Plex Sans Light"/>
              </a:rPr>
              <a:t>WHAT YOU SEE</a:t>
            </a:r>
          </a:p>
          <a:p>
            <a:pPr marL="0" marR="0" lvl="0" indent="0" algn="l" defTabSz="1218956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0" cap="none" spc="0" normalizeH="0" baseline="0" noProof="0" dirty="0">
              <a:ln>
                <a:noFill/>
              </a:ln>
              <a:solidFill>
                <a:srgbClr val="0F62FE"/>
              </a:solidFill>
              <a:effectLst/>
              <a:uLnTx/>
              <a:uFillTx/>
              <a:latin typeface="IBM Plex Sans Light" panose="020B0403050203000203" pitchFamily="34" charset="0"/>
              <a:ea typeface="Calibri"/>
              <a:cs typeface="+mj-cs"/>
              <a:sym typeface="IBM Plex Sans Light"/>
            </a:endParaRPr>
          </a:p>
          <a:p>
            <a:pPr marL="0" marR="0" lvl="0" indent="0" algn="l" defTabSz="1218956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IBM Plex Sans Light" panose="020B0403050203000203" pitchFamily="34" charset="0"/>
                <a:ea typeface="Calibri"/>
                <a:cs typeface="+mj-cs"/>
                <a:sym typeface="IBM Plex Sans Light"/>
              </a:rPr>
              <a:t>A complete docs/folder built from scratch in minutes. Mermaid diagrams of the database schema rendered live in chat. Bob explains 20-year-old RPG in plain English.</a:t>
            </a:r>
          </a:p>
          <a:p>
            <a:pPr marL="0" marR="0" lvl="0" indent="0" algn="l" defTabSz="1218956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75000"/>
                  <a:lumOff val="25000"/>
                </a:srgbClr>
              </a:solidFill>
              <a:effectLst/>
              <a:uLnTx/>
              <a:uFillTx/>
              <a:latin typeface="IBM Plex Sans Light" panose="020B0403050203000203" pitchFamily="34" charset="0"/>
              <a:ea typeface="Calibri"/>
              <a:cs typeface="+mj-cs"/>
              <a:sym typeface="IBM Plex Sans Light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DB31B3F-EBA6-31DE-3D38-59A7D7456BE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9049082" y="1215815"/>
            <a:ext cx="14760506" cy="2858714"/>
          </a:xfrm>
        </p:spPr>
        <p:txBody>
          <a:bodyPr/>
          <a:lstStyle/>
          <a:p>
            <a:r>
              <a:rPr lang="en-US" sz="2000" dirty="0">
                <a:solidFill>
                  <a:schemeClr val="accent1"/>
                </a:solidFill>
                <a:latin typeface="IBM Plex Sans Light" panose="020B0403050203000203" pitchFamily="34" charset="0"/>
                <a:ea typeface="Calibri"/>
              </a:rPr>
              <a:t>THE PROBLEM</a:t>
            </a:r>
          </a:p>
          <a:p>
            <a:endParaRPr lang="en-US" sz="1400" dirty="0">
              <a:solidFill>
                <a:schemeClr val="accent1"/>
              </a:solidFill>
              <a:latin typeface="IBM Plex Sans Light" panose="020B0403050203000203" pitchFamily="34" charset="0"/>
              <a:ea typeface="Calibri"/>
            </a:endParaRPr>
          </a:p>
          <a:p>
            <a:r>
              <a:rPr lang="en-US" sz="3200" dirty="0">
                <a:solidFill>
                  <a:schemeClr val="tx1">
                    <a:lumMod val="75000"/>
                    <a:lumOff val="25000"/>
                  </a:schemeClr>
                </a:solidFill>
                <a:latin typeface="IBM Plex Sans Light" panose="020B0403050203000203" pitchFamily="34" charset="0"/>
                <a:ea typeface="Calibri"/>
              </a:rPr>
              <a:t>Nobody on the team knows what this 20-year-old code actually does. There is no documentation. The original developer left years ago. Every change is made by guessing.</a:t>
            </a:r>
          </a:p>
          <a:p>
            <a:endParaRPr lang="en-US" sz="3200" dirty="0">
              <a:solidFill>
                <a:schemeClr val="tx1">
                  <a:lumMod val="75000"/>
                  <a:lumOff val="25000"/>
                </a:schemeClr>
              </a:solidFill>
              <a:latin typeface="IBM Plex Sans Light" panose="020B0403050203000203" pitchFamily="34" charset="0"/>
              <a:ea typeface="Calibri"/>
            </a:endParaRP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3D1D5B4D-9458-F9CE-22E4-931CE96D800F}"/>
              </a:ext>
            </a:extLst>
          </p:cNvPr>
          <p:cNvCxnSpPr/>
          <p:nvPr/>
        </p:nvCxnSpPr>
        <p:spPr bwMode="auto">
          <a:xfrm>
            <a:off x="6668218" y="9334537"/>
            <a:ext cx="17141370" cy="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" name="Rectangle 4">
            <a:extLst>
              <a:ext uri="{FF2B5EF4-FFF2-40B4-BE49-F238E27FC236}">
                <a16:creationId xmlns:a16="http://schemas.microsoft.com/office/drawing/2014/main" id="{D0B97031-A136-67E4-9CB3-34F21C1EA911}"/>
              </a:ext>
            </a:extLst>
          </p:cNvPr>
          <p:cNvSpPr/>
          <p:nvPr/>
        </p:nvSpPr>
        <p:spPr bwMode="auto">
          <a:xfrm>
            <a:off x="6385004" y="4242727"/>
            <a:ext cx="2427472" cy="7232881"/>
          </a:xfrm>
          <a:prstGeom prst="rect">
            <a:avLst/>
          </a:prstGeom>
          <a:solidFill>
            <a:schemeClr val="bg1"/>
          </a:solidFill>
          <a:ln w="19050">
            <a:noFill/>
            <a:headEnd type="none" w="med" len="med"/>
            <a:tailEnd type="none" w="med" len="med"/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wrap="square" lIns="91440" tIns="91440" rIns="91440" bIns="9144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IBM Plex Sans Light"/>
              <a:buNone/>
              <a:tabLst/>
            </a:pPr>
            <a:endParaRPr kumimoji="0" lang="en-US" sz="14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+mn-lt"/>
            </a:endParaRPr>
          </a:p>
        </p:txBody>
      </p:sp>
      <p:sp>
        <p:nvSpPr>
          <p:cNvPr id="12" name="Tag">
            <a:extLst>
              <a:ext uri="{FF2B5EF4-FFF2-40B4-BE49-F238E27FC236}">
                <a16:creationId xmlns:a16="http://schemas.microsoft.com/office/drawing/2014/main" id="{AE1E6C43-742C-E49F-C003-87261F9F388C}"/>
              </a:ext>
            </a:extLst>
          </p:cNvPr>
          <p:cNvSpPr txBox="1"/>
          <p:nvPr/>
        </p:nvSpPr>
        <p:spPr>
          <a:xfrm>
            <a:off x="577227" y="4889654"/>
            <a:ext cx="4949180" cy="831240"/>
          </a:xfrm>
          <a:prstGeom prst="rect">
            <a:avLst/>
          </a:prstGeom>
        </p:spPr>
        <p:txBody>
          <a:bodyPr lIns="91440" tIns="45720" rIns="91440" bIns="45720" anchor="t"/>
          <a:lstStyle/>
          <a:p>
            <a:pPr>
              <a:lnSpc>
                <a:spcPct val="200000"/>
              </a:lnSpc>
              <a:defRPr/>
            </a:pPr>
            <a:r>
              <a:rPr lang="en-US" sz="2200" dirty="0">
                <a:solidFill>
                  <a:srgbClr val="0F62FE">
                    <a:lumMod val="60000"/>
                    <a:lumOff val="40000"/>
                  </a:srgbClr>
                </a:solidFill>
                <a:latin typeface="IBM Plex Sans Light"/>
                <a:ea typeface="Calibri"/>
              </a:rPr>
              <a:t>Read only, nothing gets changed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D340B66C-501E-F827-265C-FC89FF32CB71}"/>
              </a:ext>
            </a:extLst>
          </p:cNvPr>
          <p:cNvSpPr txBox="1">
            <a:spLocks/>
          </p:cNvSpPr>
          <p:nvPr/>
        </p:nvSpPr>
        <p:spPr>
          <a:xfrm>
            <a:off x="9047880" y="5325938"/>
            <a:ext cx="15043908" cy="347781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0" tIns="0" rIns="0" bIns="0" anchor="t"/>
          <a:lstStyle>
            <a:lvl1pPr marL="0" marR="0" indent="0" algn="l" defTabSz="1218956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 u="none" strike="noStrike" cap="none" spc="0" baseline="0">
                <a:solidFill>
                  <a:schemeClr val="tx1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1pPr>
            <a:lvl2pPr marL="164559" marR="0" indent="-164559" algn="l" defTabSz="1218956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–"/>
              <a:tabLst/>
              <a:defRPr sz="1800" b="0" i="0" u="none" strike="noStrike" cap="none" spc="0" baseline="0">
                <a:solidFill>
                  <a:schemeClr val="tx1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2pPr>
            <a:lvl3pPr marL="329118" marR="0" indent="-164559" algn="l" defTabSz="1218956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 sz="1800" b="0" i="0" u="none" strike="noStrike" cap="none" spc="0" baseline="0">
                <a:solidFill>
                  <a:schemeClr val="tx1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3pPr>
            <a:lvl4pPr marL="493677" marR="0" indent="-164559" algn="l" defTabSz="1218956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–"/>
              <a:tabLst/>
              <a:defRPr sz="1800" b="0" i="0" u="none" strike="noStrike" cap="none" spc="0" baseline="0">
                <a:solidFill>
                  <a:schemeClr val="tx1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4pPr>
            <a:lvl5pPr marL="571386" marR="0" indent="-228554" algn="l" defTabSz="1218956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IBM Plex Sans" panose="020B0604020202020204" pitchFamily="34" charset="0"/>
              <a:buChar char="•"/>
              <a:tabLst/>
              <a:defRPr sz="1800" b="0" i="0" u="none" strike="noStrike" cap="none" spc="0" baseline="0">
                <a:solidFill>
                  <a:schemeClr val="tx1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5pPr>
            <a:lvl6pPr marL="921346" marR="0" indent="-194466" algn="l" defTabSz="1218956" rtl="0" eaLnBrk="1" latinLnBrk="0" hangingPunct="1">
              <a:lnSpc>
                <a:spcPct val="100000"/>
              </a:lnSpc>
              <a:spcBef>
                <a:spcPts val="1450"/>
              </a:spcBef>
              <a:spcAft>
                <a:spcPts val="0"/>
              </a:spcAft>
              <a:buClrTx/>
              <a:buSzPct val="100000"/>
              <a:buFontTx/>
              <a:buChar char="»"/>
              <a:tabLst/>
              <a:defRPr sz="18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6pPr>
            <a:lvl7pPr marL="1102595" marR="0" indent="-194466" algn="l" defTabSz="1218956" rtl="0" eaLnBrk="1" latinLnBrk="0" hangingPunct="1">
              <a:lnSpc>
                <a:spcPct val="100000"/>
              </a:lnSpc>
              <a:spcBef>
                <a:spcPts val="1450"/>
              </a:spcBef>
              <a:spcAft>
                <a:spcPts val="0"/>
              </a:spcAft>
              <a:buClrTx/>
              <a:buSzPct val="100000"/>
              <a:buFontTx/>
              <a:buChar char="»"/>
              <a:tabLst/>
              <a:defRPr sz="18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7pPr>
            <a:lvl8pPr marL="1283843" marR="0" indent="-194466" algn="l" defTabSz="1218956" rtl="0" eaLnBrk="1" latinLnBrk="0" hangingPunct="1">
              <a:lnSpc>
                <a:spcPct val="100000"/>
              </a:lnSpc>
              <a:spcBef>
                <a:spcPts val="1450"/>
              </a:spcBef>
              <a:spcAft>
                <a:spcPts val="0"/>
              </a:spcAft>
              <a:buClrTx/>
              <a:buSzPct val="100000"/>
              <a:buFontTx/>
              <a:buChar char="»"/>
              <a:tabLst/>
              <a:defRPr sz="18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8pPr>
            <a:lvl9pPr marL="1465091" marR="0" indent="-194466" algn="l" defTabSz="1218956" rtl="0" eaLnBrk="1" latinLnBrk="0" hangingPunct="1">
              <a:lnSpc>
                <a:spcPct val="100000"/>
              </a:lnSpc>
              <a:spcBef>
                <a:spcPts val="1450"/>
              </a:spcBef>
              <a:spcAft>
                <a:spcPts val="0"/>
              </a:spcAft>
              <a:buClrTx/>
              <a:buSzPct val="100000"/>
              <a:buFontTx/>
              <a:buChar char="»"/>
              <a:tabLst/>
              <a:defRPr sz="18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9pPr>
          </a:lstStyle>
          <a:p>
            <a:pPr marL="0" marR="0" lvl="0" indent="0" algn="l" defTabSz="1218956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IBM Plex Sans Light"/>
                <a:ea typeface="Calibri"/>
                <a:sym typeface="IBM Plex Sans Light"/>
              </a:rPr>
              <a:t>1.  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IBM Plex Sans Light"/>
                <a:ea typeface="Calibri"/>
                <a:sym typeface="IBM Plex Sans Light"/>
              </a:rPr>
              <a:t>Lists all source files in your library  (Bob uses </a:t>
            </a:r>
            <a:r>
              <a:rPr kumimoji="0" lang="en-US" sz="280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IBM Plex Mono Light" panose="020B0409050203000203" pitchFamily="49" charset="77"/>
                <a:ea typeface="Calibri"/>
                <a:sym typeface="IBM Plex Sans Light"/>
              </a:rPr>
              <a:t>search_qsys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IBM Plex Sans Light"/>
                <a:ea typeface="Calibri"/>
                <a:sym typeface="IBM Plex Sans Light"/>
              </a:rPr>
              <a:t>)</a:t>
            </a:r>
          </a:p>
          <a:p>
            <a:pPr marL="0" marR="0" lvl="0" indent="0" algn="l" defTabSz="1218956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IBM Plex Sans Light"/>
                <a:ea typeface="Calibri"/>
                <a:sym typeface="IBM Plex Sans Light"/>
              </a:rPr>
              <a:t>2.  </a:t>
            </a:r>
            <a:r>
              <a:rPr lang="en-US" sz="2800" dirty="0">
                <a:latin typeface="IBM Plex Sans Light"/>
              </a:rPr>
              <a:t>Reads ART200 and writes a full technical document explaining how it works</a:t>
            </a:r>
          </a:p>
          <a:p>
            <a:pPr marL="0" marR="0" lvl="0" indent="0" algn="l" defTabSz="1218956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IBM Plex Sans Light"/>
                <a:ea typeface="Calibri"/>
                <a:sym typeface="IBM Plex Sans Light"/>
              </a:rPr>
              <a:t>3.  </a:t>
            </a:r>
            <a:r>
              <a:rPr lang="en-US" sz="2800" dirty="0">
                <a:latin typeface="IBM Plex Sans Light"/>
              </a:rPr>
              <a:t>Reads multiple programs and writes a plain-English business document</a:t>
            </a:r>
          </a:p>
          <a:p>
            <a:pPr marL="0" marR="0" lvl="0" indent="0" algn="l" defTabSz="1218956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IBM Plex Sans Light"/>
                <a:ea typeface="Calibri"/>
                <a:sym typeface="IBM Plex Sans Light"/>
              </a:rPr>
              <a:t>4.  </a:t>
            </a:r>
            <a:r>
              <a:rPr lang="en-US" sz="2800" dirty="0">
                <a:latin typeface="IBM Plex Sans Light"/>
              </a:rPr>
              <a:t>Runs the Business Rules Extraction workflow on ART300</a:t>
            </a:r>
          </a:p>
          <a:p>
            <a:pPr marL="0" marR="0" lvl="0" indent="0" algn="l" defTabSz="1218956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800" dirty="0">
                <a:solidFill>
                  <a:schemeClr val="accent1"/>
                </a:solidFill>
                <a:latin typeface="IBM Plex Sans Light"/>
              </a:rPr>
              <a:t>5.  </a:t>
            </a:r>
            <a:r>
              <a:rPr lang="en-US" sz="2800" dirty="0">
                <a:latin typeface="IBM Plex Sans Light"/>
              </a:rPr>
              <a:t>Generates an architecture diagram and a live database ERD  </a:t>
            </a:r>
            <a:r>
              <a:rPr lang="en-US" sz="2800" dirty="0">
                <a:latin typeface="IBM Plex Mono Light" panose="020B0409050203000203" pitchFamily="49" charset="77"/>
              </a:rPr>
              <a:t>(/</a:t>
            </a:r>
            <a:r>
              <a:rPr lang="en-US" sz="2800" dirty="0" err="1">
                <a:latin typeface="IBM Plex Mono Light" panose="020B0409050203000203" pitchFamily="49" charset="77"/>
              </a:rPr>
              <a:t>erd</a:t>
            </a:r>
            <a:r>
              <a:rPr lang="en-US" sz="2800" dirty="0">
                <a:latin typeface="IBM Plex Mono Light" panose="020B0409050203000203" pitchFamily="49" charset="77"/>
              </a:rPr>
              <a:t> </a:t>
            </a:r>
            <a:r>
              <a:rPr lang="en-US" sz="2800" dirty="0" err="1">
                <a:latin typeface="IBM Plex Mono Light" panose="020B0409050203000203" pitchFamily="49" charset="77"/>
              </a:rPr>
              <a:t>SAMCOn</a:t>
            </a:r>
            <a:r>
              <a:rPr lang="en-US" sz="2800" dirty="0">
                <a:latin typeface="IBM Plex Mono Light" panose="020B0409050203000203" pitchFamily="49" charset="77"/>
              </a:rPr>
              <a:t>)</a:t>
            </a:r>
          </a:p>
        </p:txBody>
      </p:sp>
      <p:pic>
        <p:nvPicPr>
          <p:cNvPr id="16" name="Graphic 15" descr="Clock with solid fill">
            <a:extLst>
              <a:ext uri="{FF2B5EF4-FFF2-40B4-BE49-F238E27FC236}">
                <a16:creationId xmlns:a16="http://schemas.microsoft.com/office/drawing/2014/main" id="{CC140B0C-1D00-4BA9-58B9-3C2C0A42B0D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76072" y="4350061"/>
            <a:ext cx="320763" cy="300405"/>
          </a:xfrm>
          <a:prstGeom prst="rect">
            <a:avLst/>
          </a:prstGeom>
        </p:spPr>
      </p:pic>
      <p:sp>
        <p:nvSpPr>
          <p:cNvPr id="17" name="Tag">
            <a:extLst>
              <a:ext uri="{FF2B5EF4-FFF2-40B4-BE49-F238E27FC236}">
                <a16:creationId xmlns:a16="http://schemas.microsoft.com/office/drawing/2014/main" id="{D1AD6BEF-07FA-DFD9-DF46-2C18D3D5BE57}"/>
              </a:ext>
            </a:extLst>
          </p:cNvPr>
          <p:cNvSpPr txBox="1"/>
          <p:nvPr/>
        </p:nvSpPr>
        <p:spPr>
          <a:xfrm>
            <a:off x="896835" y="4059556"/>
            <a:ext cx="4982556" cy="831239"/>
          </a:xfrm>
          <a:prstGeom prst="rect">
            <a:avLst/>
          </a:prstGeom>
        </p:spPr>
        <p:txBody>
          <a:bodyPr lIns="91440" tIns="45720" rIns="91440" bIns="45720" anchor="t"/>
          <a:lstStyle/>
          <a:p>
            <a:pPr marL="0" marR="0" lvl="0" indent="0" algn="l" defTabSz="1829379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0F62FE">
                    <a:lumMod val="60000"/>
                    <a:lumOff val="40000"/>
                  </a:srgbClr>
                </a:solidFill>
                <a:effectLst/>
                <a:uLnTx/>
                <a:uFillTx/>
                <a:latin typeface="IBM Plex Sans Light" panose="020B0403050203000203" pitchFamily="34" charset="0"/>
                <a:ea typeface="Calibri"/>
                <a:cs typeface="+mn-cs"/>
              </a:rPr>
              <a:t>~20 min</a:t>
            </a:r>
          </a:p>
        </p:txBody>
      </p:sp>
    </p:spTree>
    <p:extLst>
      <p:ext uri="{BB962C8B-B14F-4D97-AF65-F5344CB8AC3E}">
        <p14:creationId xmlns:p14="http://schemas.microsoft.com/office/powerpoint/2010/main" val="1391028870"/>
      </p:ext>
    </p:extLst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14253F-F97E-20C8-A1B2-59F3729297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7441C36E-B4D1-176C-C029-6887B6FF27C9}"/>
              </a:ext>
            </a:extLst>
          </p:cNvPr>
          <p:cNvSpPr/>
          <p:nvPr/>
        </p:nvSpPr>
        <p:spPr bwMode="auto">
          <a:xfrm>
            <a:off x="6253531" y="8803758"/>
            <a:ext cx="17883960" cy="793220"/>
          </a:xfrm>
          <a:prstGeom prst="rect">
            <a:avLst/>
          </a:prstGeom>
          <a:solidFill>
            <a:schemeClr val="bg1"/>
          </a:solidFill>
          <a:ln w="19050">
            <a:noFill/>
            <a:headEnd type="none" w="med" len="med"/>
            <a:tailEnd type="none" w="med" len="med"/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wrap="square" lIns="182880" tIns="182880" rIns="182880" bIns="18288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18288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IBM Plex Sans Light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F08CBFB-1E5E-1752-EE45-9D18D0CFA5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72" y="576072"/>
            <a:ext cx="7731209" cy="3284728"/>
          </a:xfrm>
        </p:spPr>
        <p:txBody>
          <a:bodyPr lIns="0" tIns="0" rIns="0" bIns="0" anchor="t"/>
          <a:lstStyle/>
          <a:p>
            <a:r>
              <a:rPr lang="en-US" sz="2400" dirty="0">
                <a:solidFill>
                  <a:schemeClr val="accent1"/>
                </a:solidFill>
                <a:latin typeface="IBM Plex Sans Light"/>
              </a:rPr>
              <a:t>LAB 102</a:t>
            </a:r>
            <a:br>
              <a:rPr lang="en-US" dirty="0"/>
            </a:br>
            <a:r>
              <a:rPr lang="en-US" sz="6600" dirty="0"/>
              <a:t>Convert Legacy </a:t>
            </a:r>
            <a:br>
              <a:rPr lang="en-US" sz="6600" dirty="0"/>
            </a:br>
            <a:r>
              <a:rPr lang="en-US" sz="6600" dirty="0"/>
              <a:t>RPG to Modern Free-Format</a:t>
            </a:r>
          </a:p>
        </p:txBody>
      </p:sp>
      <p:sp>
        <p:nvSpPr>
          <p:cNvPr id="10" name="Tag">
            <a:extLst>
              <a:ext uri="{FF2B5EF4-FFF2-40B4-BE49-F238E27FC236}">
                <a16:creationId xmlns:a16="http://schemas.microsoft.com/office/drawing/2014/main" id="{22926913-E211-4A87-B7CD-8A69F2328567}"/>
              </a:ext>
            </a:extLst>
          </p:cNvPr>
          <p:cNvSpPr txBox="1"/>
          <p:nvPr/>
        </p:nvSpPr>
        <p:spPr>
          <a:xfrm>
            <a:off x="577585" y="4494521"/>
            <a:ext cx="4949180" cy="831240"/>
          </a:xfrm>
          <a:prstGeom prst="rect">
            <a:avLst/>
          </a:prstGeom>
        </p:spPr>
        <p:txBody>
          <a:bodyPr lIns="91440" tIns="45720" rIns="91440" bIns="45720" anchor="t"/>
          <a:lstStyle/>
          <a:p>
            <a:pPr marL="0" marR="0" lvl="0" indent="0" algn="l" defTabSz="1829379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0F62FE">
                    <a:lumMod val="60000"/>
                    <a:lumOff val="40000"/>
                  </a:srgbClr>
                </a:solidFill>
                <a:effectLst/>
                <a:uLnTx/>
                <a:uFillTx/>
                <a:latin typeface="IBM Plex Sans Light"/>
                <a:ea typeface="Calibri"/>
              </a:rPr>
              <a:t>Mode: IBM </a:t>
            </a:r>
            <a:r>
              <a:rPr kumimoji="0" lang="en-US" sz="2200" b="0" i="0" u="none" strike="noStrike" kern="1200" cap="none" spc="0" normalizeH="0" baseline="0" noProof="0" dirty="0" err="1">
                <a:ln>
                  <a:noFill/>
                </a:ln>
                <a:solidFill>
                  <a:srgbClr val="0F62FE">
                    <a:lumMod val="60000"/>
                    <a:lumOff val="40000"/>
                  </a:srgbClr>
                </a:solidFill>
                <a:effectLst/>
                <a:uLnTx/>
                <a:uFillTx/>
                <a:latin typeface="IBM Plex Sans Light"/>
                <a:ea typeface="Calibri"/>
              </a:rPr>
              <a:t>i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0F62FE">
                    <a:lumMod val="60000"/>
                    <a:lumOff val="40000"/>
                  </a:srgbClr>
                </a:solidFill>
                <a:effectLst/>
                <a:uLnTx/>
                <a:uFillTx/>
                <a:latin typeface="IBM Plex Sans Light"/>
                <a:ea typeface="Calibri"/>
              </a:rPr>
              <a:t> </a:t>
            </a:r>
            <a:r>
              <a:rPr lang="en-US" sz="2200" dirty="0">
                <a:solidFill>
                  <a:srgbClr val="0F62FE">
                    <a:lumMod val="60000"/>
                    <a:lumOff val="40000"/>
                  </a:srgbClr>
                </a:solidFill>
                <a:latin typeface="IBM Plex Sans Light"/>
                <a:ea typeface="Calibri"/>
              </a:rPr>
              <a:t>Developer</a:t>
            </a:r>
            <a:endParaRPr lang="en-US" dirty="0">
              <a:cs typeface="+mn-cs"/>
            </a:endParaRPr>
          </a:p>
        </p:txBody>
      </p:sp>
      <p:sp>
        <p:nvSpPr>
          <p:cNvPr id="19" name="Text Placeholder 3">
            <a:extLst>
              <a:ext uri="{FF2B5EF4-FFF2-40B4-BE49-F238E27FC236}">
                <a16:creationId xmlns:a16="http://schemas.microsoft.com/office/drawing/2014/main" id="{2557DD01-1B32-62FC-DBB8-8F6182B508E2}"/>
              </a:ext>
            </a:extLst>
          </p:cNvPr>
          <p:cNvSpPr txBox="1">
            <a:spLocks/>
          </p:cNvSpPr>
          <p:nvPr/>
        </p:nvSpPr>
        <p:spPr>
          <a:xfrm>
            <a:off x="9049084" y="4914349"/>
            <a:ext cx="15066159" cy="3780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0" tIns="0" rIns="0" bIns="0" anchor="t"/>
          <a:lstStyle>
            <a:lvl1pPr marL="0" marR="0" indent="0" algn="l" defTabSz="1218956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 u="none" strike="noStrike" cap="none" spc="0" baseline="0">
                <a:solidFill>
                  <a:schemeClr val="tx1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1pPr>
            <a:lvl2pPr marL="164559" marR="0" indent="-164559" algn="l" defTabSz="1218956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–"/>
              <a:tabLst/>
              <a:defRPr sz="1800" b="0" i="0" u="none" strike="noStrike" cap="none" spc="0" baseline="0">
                <a:solidFill>
                  <a:schemeClr val="tx1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2pPr>
            <a:lvl3pPr marL="329118" marR="0" indent="-164559" algn="l" defTabSz="1218956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 sz="1800" b="0" i="0" u="none" strike="noStrike" cap="none" spc="0" baseline="0">
                <a:solidFill>
                  <a:schemeClr val="tx1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3pPr>
            <a:lvl4pPr marL="493677" marR="0" indent="-164559" algn="l" defTabSz="1218956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–"/>
              <a:tabLst/>
              <a:defRPr sz="1800" b="0" i="0" u="none" strike="noStrike" cap="none" spc="0" baseline="0">
                <a:solidFill>
                  <a:schemeClr val="tx1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4pPr>
            <a:lvl5pPr marL="571386" marR="0" indent="-228554" algn="l" defTabSz="1218956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IBM Plex Sans" panose="020B0604020202020204" pitchFamily="34" charset="0"/>
              <a:buChar char="•"/>
              <a:tabLst/>
              <a:defRPr sz="1800" b="0" i="0" u="none" strike="noStrike" cap="none" spc="0" baseline="0">
                <a:solidFill>
                  <a:schemeClr val="tx1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5pPr>
            <a:lvl6pPr marL="921346" marR="0" indent="-194466" algn="l" defTabSz="1218956" rtl="0" eaLnBrk="1" latinLnBrk="0" hangingPunct="1">
              <a:lnSpc>
                <a:spcPct val="100000"/>
              </a:lnSpc>
              <a:spcBef>
                <a:spcPts val="1450"/>
              </a:spcBef>
              <a:spcAft>
                <a:spcPts val="0"/>
              </a:spcAft>
              <a:buClrTx/>
              <a:buSzPct val="100000"/>
              <a:buFontTx/>
              <a:buChar char="»"/>
              <a:tabLst/>
              <a:defRPr sz="18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6pPr>
            <a:lvl7pPr marL="1102595" marR="0" indent="-194466" algn="l" defTabSz="1218956" rtl="0" eaLnBrk="1" latinLnBrk="0" hangingPunct="1">
              <a:lnSpc>
                <a:spcPct val="100000"/>
              </a:lnSpc>
              <a:spcBef>
                <a:spcPts val="1450"/>
              </a:spcBef>
              <a:spcAft>
                <a:spcPts val="0"/>
              </a:spcAft>
              <a:buClrTx/>
              <a:buSzPct val="100000"/>
              <a:buFontTx/>
              <a:buChar char="»"/>
              <a:tabLst/>
              <a:defRPr sz="18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7pPr>
            <a:lvl8pPr marL="1283843" marR="0" indent="-194466" algn="l" defTabSz="1218956" rtl="0" eaLnBrk="1" latinLnBrk="0" hangingPunct="1">
              <a:lnSpc>
                <a:spcPct val="100000"/>
              </a:lnSpc>
              <a:spcBef>
                <a:spcPts val="1450"/>
              </a:spcBef>
              <a:spcAft>
                <a:spcPts val="0"/>
              </a:spcAft>
              <a:buClrTx/>
              <a:buSzPct val="100000"/>
              <a:buFontTx/>
              <a:buChar char="»"/>
              <a:tabLst/>
              <a:defRPr sz="18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8pPr>
            <a:lvl9pPr marL="1465091" marR="0" indent="-194466" algn="l" defTabSz="1218956" rtl="0" eaLnBrk="1" latinLnBrk="0" hangingPunct="1">
              <a:lnSpc>
                <a:spcPct val="100000"/>
              </a:lnSpc>
              <a:spcBef>
                <a:spcPts val="1450"/>
              </a:spcBef>
              <a:spcAft>
                <a:spcPts val="0"/>
              </a:spcAft>
              <a:buClrTx/>
              <a:buSzPct val="100000"/>
              <a:buFontTx/>
              <a:buChar char="»"/>
              <a:tabLst/>
              <a:defRPr sz="18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9pPr>
          </a:lstStyle>
          <a:p>
            <a:pPr marL="0" marR="0" lvl="0" indent="0" algn="l" defTabSz="12189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F62FE"/>
                </a:solidFill>
                <a:effectLst/>
                <a:uLnTx/>
                <a:uFillTx/>
                <a:latin typeface="IBM Plex Sans Light" panose="020B0403050203000203" pitchFamily="34" charset="0"/>
                <a:ea typeface="Calibri"/>
                <a:cs typeface="+mj-cs"/>
                <a:sym typeface="IBM Plex Sans Light"/>
              </a:rPr>
              <a:t>WHAT BOB DOES IN THIS LAB</a:t>
            </a:r>
            <a:endParaRPr lang="en-US" sz="3200" b="0" i="0" u="none" strike="noStrike" kern="0" cap="none" spc="0" normalizeH="0" baseline="0" noProof="0" dirty="0">
              <a:ln>
                <a:noFill/>
              </a:ln>
              <a:solidFill>
                <a:srgbClr val="000000">
                  <a:lumMod val="75000"/>
                  <a:lumOff val="25000"/>
                </a:srgbClr>
              </a:solidFill>
              <a:effectLst/>
              <a:uLnTx/>
              <a:uFillTx/>
              <a:latin typeface="IBM Plex Sans Light" panose="020B0403050203000203" pitchFamily="34" charset="0"/>
              <a:ea typeface="Calibri"/>
            </a:endParaRPr>
          </a:p>
        </p:txBody>
      </p:sp>
      <p:sp>
        <p:nvSpPr>
          <p:cNvPr id="20" name="Text Placeholder 3">
            <a:extLst>
              <a:ext uri="{FF2B5EF4-FFF2-40B4-BE49-F238E27FC236}">
                <a16:creationId xmlns:a16="http://schemas.microsoft.com/office/drawing/2014/main" id="{DE27AEA5-3CBF-3AB4-542E-0E9634D9B3D6}"/>
              </a:ext>
            </a:extLst>
          </p:cNvPr>
          <p:cNvSpPr txBox="1">
            <a:spLocks/>
          </p:cNvSpPr>
          <p:nvPr/>
        </p:nvSpPr>
        <p:spPr>
          <a:xfrm>
            <a:off x="9093585" y="11072935"/>
            <a:ext cx="15043906" cy="18409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0" tIns="0" rIns="0" bIns="0"/>
          <a:lstStyle>
            <a:lvl1pPr marL="0" marR="0" indent="0" algn="l" defTabSz="1218956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 u="none" strike="noStrike" cap="none" spc="0" baseline="0">
                <a:solidFill>
                  <a:schemeClr val="tx1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1pPr>
            <a:lvl2pPr marL="164559" marR="0" indent="-164559" algn="l" defTabSz="1218956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–"/>
              <a:tabLst/>
              <a:defRPr sz="1800" b="0" i="0" u="none" strike="noStrike" cap="none" spc="0" baseline="0">
                <a:solidFill>
                  <a:schemeClr val="tx1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2pPr>
            <a:lvl3pPr marL="329118" marR="0" indent="-164559" algn="l" defTabSz="1218956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 sz="1800" b="0" i="0" u="none" strike="noStrike" cap="none" spc="0" baseline="0">
                <a:solidFill>
                  <a:schemeClr val="tx1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3pPr>
            <a:lvl4pPr marL="493677" marR="0" indent="-164559" algn="l" defTabSz="1218956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–"/>
              <a:tabLst/>
              <a:defRPr sz="1800" b="0" i="0" u="none" strike="noStrike" cap="none" spc="0" baseline="0">
                <a:solidFill>
                  <a:schemeClr val="tx1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4pPr>
            <a:lvl5pPr marL="571386" marR="0" indent="-228554" algn="l" defTabSz="1218956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IBM Plex Sans" panose="020B0604020202020204" pitchFamily="34" charset="0"/>
              <a:buChar char="•"/>
              <a:tabLst/>
              <a:defRPr sz="1800" b="0" i="0" u="none" strike="noStrike" cap="none" spc="0" baseline="0">
                <a:solidFill>
                  <a:schemeClr val="tx1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5pPr>
            <a:lvl6pPr marL="921346" marR="0" indent="-194466" algn="l" defTabSz="1218956" rtl="0" eaLnBrk="1" latinLnBrk="0" hangingPunct="1">
              <a:lnSpc>
                <a:spcPct val="100000"/>
              </a:lnSpc>
              <a:spcBef>
                <a:spcPts val="1450"/>
              </a:spcBef>
              <a:spcAft>
                <a:spcPts val="0"/>
              </a:spcAft>
              <a:buClrTx/>
              <a:buSzPct val="100000"/>
              <a:buFontTx/>
              <a:buChar char="»"/>
              <a:tabLst/>
              <a:defRPr sz="18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6pPr>
            <a:lvl7pPr marL="1102595" marR="0" indent="-194466" algn="l" defTabSz="1218956" rtl="0" eaLnBrk="1" latinLnBrk="0" hangingPunct="1">
              <a:lnSpc>
                <a:spcPct val="100000"/>
              </a:lnSpc>
              <a:spcBef>
                <a:spcPts val="1450"/>
              </a:spcBef>
              <a:spcAft>
                <a:spcPts val="0"/>
              </a:spcAft>
              <a:buClrTx/>
              <a:buSzPct val="100000"/>
              <a:buFontTx/>
              <a:buChar char="»"/>
              <a:tabLst/>
              <a:defRPr sz="18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7pPr>
            <a:lvl8pPr marL="1283843" marR="0" indent="-194466" algn="l" defTabSz="1218956" rtl="0" eaLnBrk="1" latinLnBrk="0" hangingPunct="1">
              <a:lnSpc>
                <a:spcPct val="100000"/>
              </a:lnSpc>
              <a:spcBef>
                <a:spcPts val="1450"/>
              </a:spcBef>
              <a:spcAft>
                <a:spcPts val="0"/>
              </a:spcAft>
              <a:buClrTx/>
              <a:buSzPct val="100000"/>
              <a:buFontTx/>
              <a:buChar char="»"/>
              <a:tabLst/>
              <a:defRPr sz="18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8pPr>
            <a:lvl9pPr marL="1465091" marR="0" indent="-194466" algn="l" defTabSz="1218956" rtl="0" eaLnBrk="1" latinLnBrk="0" hangingPunct="1">
              <a:lnSpc>
                <a:spcPct val="100000"/>
              </a:lnSpc>
              <a:spcBef>
                <a:spcPts val="1450"/>
              </a:spcBef>
              <a:spcAft>
                <a:spcPts val="0"/>
              </a:spcAft>
              <a:buClrTx/>
              <a:buSzPct val="100000"/>
              <a:buFontTx/>
              <a:buChar char="»"/>
              <a:tabLst/>
              <a:defRPr sz="18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9pPr>
          </a:lstStyle>
          <a:p>
            <a:pPr marL="0" marR="0" lvl="0" indent="0" algn="l" defTabSz="1218956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F62FE"/>
                </a:solidFill>
                <a:effectLst/>
                <a:uLnTx/>
                <a:uFillTx/>
                <a:latin typeface="IBM Plex Sans Light" panose="020B0403050203000203" pitchFamily="34" charset="0"/>
                <a:ea typeface="Calibri"/>
                <a:cs typeface="+mj-cs"/>
                <a:sym typeface="IBM Plex Sans Light"/>
              </a:rPr>
              <a:t>WHAT YOU SEE</a:t>
            </a:r>
          </a:p>
          <a:p>
            <a:pPr marL="0" marR="0" lvl="0" indent="0" algn="l" defTabSz="1218956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0" cap="none" spc="0" normalizeH="0" baseline="0" noProof="0" dirty="0">
              <a:ln>
                <a:noFill/>
              </a:ln>
              <a:solidFill>
                <a:srgbClr val="0F62FE"/>
              </a:solidFill>
              <a:effectLst/>
              <a:uLnTx/>
              <a:uFillTx/>
              <a:latin typeface="IBM Plex Sans Light" panose="020B0403050203000203" pitchFamily="34" charset="0"/>
              <a:ea typeface="Calibri"/>
              <a:cs typeface="+mj-cs"/>
              <a:sym typeface="IBM Plex Sans Light"/>
            </a:endParaRPr>
          </a:p>
          <a:p>
            <a:pPr marL="0" marR="0" lvl="0" indent="0" algn="l" defTabSz="1218956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IBM Plex Sans Light" panose="020B0403050203000203" pitchFamily="34" charset="0"/>
                <a:ea typeface="Calibri"/>
                <a:cs typeface="+mj-cs"/>
                <a:sym typeface="IBM Plex Sans Light"/>
              </a:rPr>
              <a:t>Bob converts a real program column by column, explaining every decision it makes. A before/after of the source. A successful compile at the end.</a:t>
            </a:r>
          </a:p>
          <a:p>
            <a:pPr marL="0" marR="0" lvl="0" indent="0" algn="l" defTabSz="1218956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75000"/>
                  <a:lumOff val="25000"/>
                </a:srgbClr>
              </a:solidFill>
              <a:effectLst/>
              <a:uLnTx/>
              <a:uFillTx/>
              <a:latin typeface="IBM Plex Sans Light" panose="020B0403050203000203" pitchFamily="34" charset="0"/>
              <a:ea typeface="Calibri"/>
              <a:cs typeface="+mj-cs"/>
              <a:sym typeface="IBM Plex Sans Light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C6744D8-F05C-C3A1-5E5A-007BF60BD96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9049082" y="1215815"/>
            <a:ext cx="14760506" cy="2858714"/>
          </a:xfrm>
        </p:spPr>
        <p:txBody>
          <a:bodyPr/>
          <a:lstStyle/>
          <a:p>
            <a:r>
              <a:rPr lang="en-US" sz="2000" dirty="0">
                <a:solidFill>
                  <a:schemeClr val="accent1"/>
                </a:solidFill>
                <a:latin typeface="IBM Plex Sans Light" panose="020B0403050203000203" pitchFamily="34" charset="0"/>
                <a:ea typeface="Calibri"/>
              </a:rPr>
              <a:t>THE PROBLEM</a:t>
            </a:r>
          </a:p>
          <a:p>
            <a:endParaRPr lang="en-US" sz="1400" dirty="0">
              <a:solidFill>
                <a:schemeClr val="accent1"/>
              </a:solidFill>
              <a:latin typeface="IBM Plex Sans Light" panose="020B0403050203000203" pitchFamily="34" charset="0"/>
              <a:ea typeface="Calibri"/>
            </a:endParaRPr>
          </a:p>
          <a:p>
            <a:r>
              <a:rPr lang="en-US" sz="3200" dirty="0">
                <a:solidFill>
                  <a:schemeClr val="tx1">
                    <a:lumMod val="75000"/>
                    <a:lumOff val="25000"/>
                  </a:schemeClr>
                </a:solidFill>
                <a:latin typeface="IBM Plex Sans Light" panose="020B0403050203000203" pitchFamily="34" charset="0"/>
                <a:ea typeface="Calibri"/>
              </a:rPr>
              <a:t>Fixed-format RPG forces every line of code into exact column positions,</a:t>
            </a:r>
            <a:br>
              <a:rPr lang="en-US" sz="3200" dirty="0">
                <a:solidFill>
                  <a:schemeClr val="tx1">
                    <a:lumMod val="75000"/>
                    <a:lumOff val="25000"/>
                  </a:schemeClr>
                </a:solidFill>
                <a:latin typeface="IBM Plex Sans Light" panose="020B0403050203000203" pitchFamily="34" charset="0"/>
                <a:ea typeface="Calibri"/>
              </a:rPr>
            </a:br>
            <a:r>
              <a:rPr lang="en-US" sz="3200" dirty="0">
                <a:solidFill>
                  <a:schemeClr val="tx1">
                    <a:lumMod val="75000"/>
                    <a:lumOff val="25000"/>
                  </a:schemeClr>
                </a:solidFill>
                <a:latin typeface="IBM Plex Sans Light" panose="020B0403050203000203" pitchFamily="34" charset="0"/>
                <a:ea typeface="Calibri"/>
              </a:rPr>
              <a:t>like typing into a spreadsheet.</a:t>
            </a:r>
          </a:p>
          <a:p>
            <a:r>
              <a:rPr lang="en-US" sz="3200" dirty="0">
                <a:solidFill>
                  <a:schemeClr val="tx1">
                    <a:lumMod val="75000"/>
                    <a:lumOff val="25000"/>
                  </a:schemeClr>
                </a:solidFill>
                <a:latin typeface="IBM Plex Sans Light" panose="020B0403050203000203" pitchFamily="34" charset="0"/>
                <a:ea typeface="Calibri"/>
              </a:rPr>
              <a:t>It is hard to read, hard to maintain, and hard to hand off to new developers.</a:t>
            </a:r>
          </a:p>
          <a:p>
            <a:r>
              <a:rPr lang="en-US" sz="3200" dirty="0">
                <a:solidFill>
                  <a:schemeClr val="tx1">
                    <a:lumMod val="75000"/>
                    <a:lumOff val="25000"/>
                  </a:schemeClr>
                </a:solidFill>
                <a:latin typeface="IBM Plex Sans Light" panose="020B0403050203000203" pitchFamily="34" charset="0"/>
                <a:ea typeface="Calibri"/>
              </a:rPr>
              <a:t>This is what IBM </a:t>
            </a:r>
            <a:r>
              <a:rPr lang="en-US" sz="3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IBM Plex Sans Light" panose="020B0403050203000203" pitchFamily="34" charset="0"/>
                <a:ea typeface="Calibri"/>
              </a:rPr>
              <a:t>i</a:t>
            </a:r>
            <a:r>
              <a:rPr lang="en-US" sz="3200" dirty="0">
                <a:solidFill>
                  <a:schemeClr val="tx1">
                    <a:lumMod val="75000"/>
                    <a:lumOff val="25000"/>
                  </a:schemeClr>
                </a:solidFill>
                <a:latin typeface="IBM Plex Sans Light" panose="020B0403050203000203" pitchFamily="34" charset="0"/>
                <a:ea typeface="Calibri"/>
              </a:rPr>
              <a:t> code looked like 25 years ago. A lot of it still does.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75BC3E82-387A-4D7E-964F-E053C72FAA60}"/>
              </a:ext>
            </a:extLst>
          </p:cNvPr>
          <p:cNvCxnSpPr/>
          <p:nvPr/>
        </p:nvCxnSpPr>
        <p:spPr bwMode="auto">
          <a:xfrm>
            <a:off x="6668218" y="10807076"/>
            <a:ext cx="17141370" cy="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" name="Rectangle 4">
            <a:extLst>
              <a:ext uri="{FF2B5EF4-FFF2-40B4-BE49-F238E27FC236}">
                <a16:creationId xmlns:a16="http://schemas.microsoft.com/office/drawing/2014/main" id="{3264F0BA-063A-7D0F-3045-B2E93F9BDF10}"/>
              </a:ext>
            </a:extLst>
          </p:cNvPr>
          <p:cNvSpPr/>
          <p:nvPr/>
        </p:nvSpPr>
        <p:spPr bwMode="auto">
          <a:xfrm>
            <a:off x="6385004" y="4242727"/>
            <a:ext cx="2427472" cy="7232881"/>
          </a:xfrm>
          <a:prstGeom prst="rect">
            <a:avLst/>
          </a:prstGeom>
          <a:solidFill>
            <a:schemeClr val="bg1"/>
          </a:solidFill>
          <a:ln w="19050">
            <a:noFill/>
            <a:headEnd type="none" w="med" len="med"/>
            <a:tailEnd type="none" w="med" len="med"/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wrap="square" lIns="91440" tIns="91440" rIns="91440" bIns="9144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IBM Plex Sans Light"/>
              <a:buNone/>
              <a:tabLst/>
            </a:pPr>
            <a:endParaRPr kumimoji="0" lang="en-US" sz="14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+mn-lt"/>
            </a:endParaRPr>
          </a:p>
        </p:txBody>
      </p:sp>
      <p:sp>
        <p:nvSpPr>
          <p:cNvPr id="12" name="Tag">
            <a:extLst>
              <a:ext uri="{FF2B5EF4-FFF2-40B4-BE49-F238E27FC236}">
                <a16:creationId xmlns:a16="http://schemas.microsoft.com/office/drawing/2014/main" id="{FB7CB6FC-3BE8-0ACC-1586-14627CF50161}"/>
              </a:ext>
            </a:extLst>
          </p:cNvPr>
          <p:cNvSpPr txBox="1"/>
          <p:nvPr/>
        </p:nvSpPr>
        <p:spPr>
          <a:xfrm>
            <a:off x="577227" y="6140886"/>
            <a:ext cx="4949180" cy="831240"/>
          </a:xfrm>
          <a:prstGeom prst="rect">
            <a:avLst/>
          </a:prstGeom>
        </p:spPr>
        <p:txBody>
          <a:bodyPr lIns="91440" tIns="45720" rIns="91440" bIns="45720" anchor="t"/>
          <a:lstStyle/>
          <a:p>
            <a:pPr>
              <a:lnSpc>
                <a:spcPct val="200000"/>
              </a:lnSpc>
              <a:defRPr/>
            </a:pPr>
            <a:r>
              <a:rPr lang="en-US" sz="2200" dirty="0">
                <a:solidFill>
                  <a:srgbClr val="0F62FE">
                    <a:lumMod val="60000"/>
                    <a:lumOff val="40000"/>
                  </a:srgbClr>
                </a:solidFill>
                <a:latin typeface="IBM Plex Sans Light"/>
                <a:ea typeface="Calibri"/>
              </a:rPr>
              <a:t>Compiles to your </a:t>
            </a:r>
            <a:r>
              <a:rPr lang="en-US" sz="2200" dirty="0" err="1">
                <a:solidFill>
                  <a:srgbClr val="0F62FE">
                    <a:lumMod val="60000"/>
                    <a:lumOff val="40000"/>
                  </a:srgbClr>
                </a:solidFill>
                <a:latin typeface="IBM Plex Sans Light"/>
                <a:ea typeface="Calibri"/>
              </a:rPr>
              <a:t>SAMCOn</a:t>
            </a:r>
            <a:r>
              <a:rPr lang="en-US" sz="2200" dirty="0">
                <a:solidFill>
                  <a:srgbClr val="0F62FE">
                    <a:lumMod val="60000"/>
                    <a:lumOff val="40000"/>
                  </a:srgbClr>
                </a:solidFill>
                <a:latin typeface="IBM Plex Sans Light"/>
                <a:ea typeface="Calibri"/>
              </a:rPr>
              <a:t> library</a:t>
            </a:r>
            <a:endParaRPr lang="en-US" dirty="0">
              <a:cs typeface="+mn-cs"/>
            </a:endParaRP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DCAAF162-11AE-9E7A-4F55-09C6B02658FE}"/>
              </a:ext>
            </a:extLst>
          </p:cNvPr>
          <p:cNvSpPr txBox="1">
            <a:spLocks/>
          </p:cNvSpPr>
          <p:nvPr/>
        </p:nvSpPr>
        <p:spPr>
          <a:xfrm>
            <a:off x="9047880" y="5325939"/>
            <a:ext cx="15043908" cy="28587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0" tIns="0" rIns="0" bIns="0" anchor="t"/>
          <a:lstStyle>
            <a:lvl1pPr marL="0" marR="0" indent="0" algn="l" defTabSz="1218956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 u="none" strike="noStrike" cap="none" spc="0" baseline="0">
                <a:solidFill>
                  <a:schemeClr val="tx1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1pPr>
            <a:lvl2pPr marL="164559" marR="0" indent="-164559" algn="l" defTabSz="1218956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–"/>
              <a:tabLst/>
              <a:defRPr sz="1800" b="0" i="0" u="none" strike="noStrike" cap="none" spc="0" baseline="0">
                <a:solidFill>
                  <a:schemeClr val="tx1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2pPr>
            <a:lvl3pPr marL="329118" marR="0" indent="-164559" algn="l" defTabSz="1218956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 sz="1800" b="0" i="0" u="none" strike="noStrike" cap="none" spc="0" baseline="0">
                <a:solidFill>
                  <a:schemeClr val="tx1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3pPr>
            <a:lvl4pPr marL="493677" marR="0" indent="-164559" algn="l" defTabSz="1218956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–"/>
              <a:tabLst/>
              <a:defRPr sz="1800" b="0" i="0" u="none" strike="noStrike" cap="none" spc="0" baseline="0">
                <a:solidFill>
                  <a:schemeClr val="tx1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4pPr>
            <a:lvl5pPr marL="571386" marR="0" indent="-228554" algn="l" defTabSz="1218956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IBM Plex Sans" panose="020B0604020202020204" pitchFamily="34" charset="0"/>
              <a:buChar char="•"/>
              <a:tabLst/>
              <a:defRPr sz="1800" b="0" i="0" u="none" strike="noStrike" cap="none" spc="0" baseline="0">
                <a:solidFill>
                  <a:schemeClr val="tx1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5pPr>
            <a:lvl6pPr marL="921346" marR="0" indent="-194466" algn="l" defTabSz="1218956" rtl="0" eaLnBrk="1" latinLnBrk="0" hangingPunct="1">
              <a:lnSpc>
                <a:spcPct val="100000"/>
              </a:lnSpc>
              <a:spcBef>
                <a:spcPts val="1450"/>
              </a:spcBef>
              <a:spcAft>
                <a:spcPts val="0"/>
              </a:spcAft>
              <a:buClrTx/>
              <a:buSzPct val="100000"/>
              <a:buFontTx/>
              <a:buChar char="»"/>
              <a:tabLst/>
              <a:defRPr sz="18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6pPr>
            <a:lvl7pPr marL="1102595" marR="0" indent="-194466" algn="l" defTabSz="1218956" rtl="0" eaLnBrk="1" latinLnBrk="0" hangingPunct="1">
              <a:lnSpc>
                <a:spcPct val="100000"/>
              </a:lnSpc>
              <a:spcBef>
                <a:spcPts val="1450"/>
              </a:spcBef>
              <a:spcAft>
                <a:spcPts val="0"/>
              </a:spcAft>
              <a:buClrTx/>
              <a:buSzPct val="100000"/>
              <a:buFontTx/>
              <a:buChar char="»"/>
              <a:tabLst/>
              <a:defRPr sz="18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7pPr>
            <a:lvl8pPr marL="1283843" marR="0" indent="-194466" algn="l" defTabSz="1218956" rtl="0" eaLnBrk="1" latinLnBrk="0" hangingPunct="1">
              <a:lnSpc>
                <a:spcPct val="100000"/>
              </a:lnSpc>
              <a:spcBef>
                <a:spcPts val="1450"/>
              </a:spcBef>
              <a:spcAft>
                <a:spcPts val="0"/>
              </a:spcAft>
              <a:buClrTx/>
              <a:buSzPct val="100000"/>
              <a:buFontTx/>
              <a:buChar char="»"/>
              <a:tabLst/>
              <a:defRPr sz="18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8pPr>
            <a:lvl9pPr marL="1465091" marR="0" indent="-194466" algn="l" defTabSz="1218956" rtl="0" eaLnBrk="1" latinLnBrk="0" hangingPunct="1">
              <a:lnSpc>
                <a:spcPct val="100000"/>
              </a:lnSpc>
              <a:spcBef>
                <a:spcPts val="1450"/>
              </a:spcBef>
              <a:spcAft>
                <a:spcPts val="0"/>
              </a:spcAft>
              <a:buClrTx/>
              <a:buSzPct val="100000"/>
              <a:buFontTx/>
              <a:buChar char="»"/>
              <a:tabLst/>
              <a:defRPr sz="18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9pPr>
          </a:lstStyle>
          <a:p>
            <a:pPr marL="0" marR="0" lvl="0" indent="0" algn="l" defTabSz="1218956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IBM Plex Sans Light"/>
                <a:ea typeface="Calibri"/>
                <a:sym typeface="IBM Plex Sans Light"/>
              </a:rPr>
              <a:t>1.  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IBM Plex Sans Light"/>
                <a:ea typeface="Calibri"/>
                <a:sym typeface="IBM Plex Sans Light"/>
              </a:rPr>
              <a:t>Reads the ART200 source file from the local workspace</a:t>
            </a:r>
            <a:endParaRPr lang="en-US" sz="1200" b="0" i="0" u="none" strike="noStrike" kern="0" cap="none" spc="0" normalizeH="0" baseline="0" noProof="0" dirty="0">
              <a:ln>
                <a:noFill/>
              </a:ln>
              <a:solidFill>
                <a:srgbClr val="0F62FE"/>
              </a:solidFill>
              <a:effectLst/>
              <a:uLnTx/>
              <a:uFillTx/>
              <a:latin typeface="IBM Plex Sans Light"/>
              <a:ea typeface="Calibri"/>
            </a:endParaRPr>
          </a:p>
          <a:p>
            <a:pPr marL="0" marR="0" lvl="0" indent="0" algn="l" defTabSz="1218956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IBM Plex Sans Light"/>
                <a:ea typeface="Calibri"/>
                <a:sym typeface="IBM Plex Sans Light"/>
              </a:rPr>
              <a:t>2.  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IBM Plex Sans Light"/>
                <a:ea typeface="Calibri"/>
                <a:sym typeface="IBM Plex Sans Light"/>
              </a:rPr>
              <a:t>Runs the Fixed to Free Conversion workflow</a:t>
            </a:r>
            <a:endParaRPr lang="en-US" sz="28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75000"/>
                  <a:lumOff val="25000"/>
                </a:srgbClr>
              </a:solidFill>
              <a:effectLst/>
              <a:uLnTx/>
              <a:uFillTx/>
              <a:latin typeface="IBM Plex Sans Light"/>
              <a:ea typeface="Calibri"/>
            </a:endParaRPr>
          </a:p>
          <a:p>
            <a:pPr marL="0" marR="0" lvl="0" indent="0" algn="l" defTabSz="1218956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IBM Plex Sans Light"/>
                <a:ea typeface="Calibri"/>
                <a:sym typeface="IBM Plex Sans Light"/>
              </a:rPr>
              <a:t>3.  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IBM Plex Sans Light"/>
                <a:ea typeface="Calibri"/>
                <a:sym typeface="IBM Plex Sans Light"/>
              </a:rPr>
              <a:t>Converts every section in the right order:</a:t>
            </a:r>
            <a:endParaRPr lang="en-US" sz="28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75000"/>
                  <a:lumOff val="25000"/>
                </a:srgbClr>
              </a:solidFill>
              <a:effectLst/>
              <a:uLnTx/>
              <a:uFillTx/>
              <a:latin typeface="IBM Plex Sans Light"/>
              <a:ea typeface="Calibri"/>
            </a:endParaRPr>
          </a:p>
          <a:p>
            <a:pPr>
              <a:lnSpc>
                <a:spcPct val="150000"/>
              </a:lnSpc>
              <a:defRPr/>
            </a:pPr>
            <a:r>
              <a:rPr lang="en-US" sz="2400" dirty="0">
                <a:solidFill>
                  <a:srgbClr val="000000">
                    <a:lumMod val="75000"/>
                    <a:lumOff val="25000"/>
                  </a:srgbClr>
                </a:solidFill>
                <a:latin typeface="IBM Plex Sans Light"/>
                <a:ea typeface="Calibri"/>
              </a:rPr>
              <a:t>         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IBM Plex Sans Light"/>
                <a:ea typeface="Calibri"/>
                <a:sym typeface="IBM Plex Sans Light"/>
              </a:rPr>
              <a:t>Old H-specs  →  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IBM Plex Sans Light"/>
                <a:ea typeface="Calibri"/>
                <a:sym typeface="IBM Plex Sans Light"/>
              </a:rPr>
              <a:t>Ctl-Opt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IBM Plex Sans Light"/>
                <a:ea typeface="Calibri"/>
                <a:sym typeface="IBM Plex Sans Light"/>
              </a:rPr>
              <a:t>          Old F-specs  →  Dcl-F</a:t>
            </a:r>
            <a:endParaRPr 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75000"/>
                  <a:lumOff val="25000"/>
                </a:srgbClr>
              </a:solidFill>
              <a:effectLst/>
              <a:uLnTx/>
              <a:uFillTx/>
              <a:latin typeface="IBM Plex Sans Light"/>
              <a:ea typeface="Calibri"/>
            </a:endParaRPr>
          </a:p>
          <a:p>
            <a:pPr>
              <a:lnSpc>
                <a:spcPct val="150000"/>
              </a:lnSpc>
              <a:defRPr/>
            </a:pPr>
            <a:r>
              <a:rPr lang="en-US" sz="2400" dirty="0">
                <a:solidFill>
                  <a:srgbClr val="000000">
                    <a:lumMod val="75000"/>
                    <a:lumOff val="25000"/>
                  </a:srgbClr>
                </a:solidFill>
                <a:latin typeface="IBM Plex Sans Light"/>
                <a:ea typeface="Calibri"/>
              </a:rPr>
              <a:t>         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IBM Plex Sans Light"/>
                <a:ea typeface="Calibri"/>
                <a:sym typeface="IBM Plex Sans Light"/>
              </a:rPr>
              <a:t>Old D-specs  →  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IBM Plex Sans Light"/>
                <a:ea typeface="Calibri"/>
                <a:sym typeface="IBM Plex Sans Light"/>
              </a:rPr>
              <a:t>Dcl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IBM Plex Sans Light"/>
                <a:ea typeface="Calibri"/>
                <a:sym typeface="IBM Plex Sans Light"/>
              </a:rPr>
              <a:t>-S / 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IBM Plex Sans Light"/>
                <a:ea typeface="Calibri"/>
                <a:sym typeface="IBM Plex Sans Light"/>
              </a:rPr>
              <a:t>Dcl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IBM Plex Sans Light"/>
                <a:ea typeface="Calibri"/>
                <a:sym typeface="IBM Plex Sans Light"/>
              </a:rPr>
              <a:t>-Ds     Old C-specs  →  Free-form</a:t>
            </a:r>
            <a:endParaRPr 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75000"/>
                  <a:lumOff val="25000"/>
                </a:srgbClr>
              </a:solidFill>
              <a:effectLst/>
              <a:uLnTx/>
              <a:uFillTx/>
              <a:latin typeface="IBM Plex Sans Light"/>
              <a:ea typeface="Calibri"/>
            </a:endParaRPr>
          </a:p>
          <a:p>
            <a:pPr marL="0" marR="0" lvl="0" indent="0" algn="l" defTabSz="1218956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IBM Plex Sans Light"/>
                <a:ea typeface="Calibri"/>
                <a:sym typeface="IBM Plex Sans Light"/>
              </a:rPr>
              <a:t>4.  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IBM Plex Sans Light"/>
                <a:ea typeface="Calibri"/>
                <a:sym typeface="IBM Plex Sans Light"/>
              </a:rPr>
              <a:t>Automatically picks the correct compile command (CRTSQLRPGI)</a:t>
            </a:r>
            <a:endParaRPr lang="en-US" sz="28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75000"/>
                  <a:lumOff val="25000"/>
                </a:srgbClr>
              </a:solidFill>
              <a:effectLst/>
              <a:uLnTx/>
              <a:uFillTx/>
              <a:latin typeface="IBM Plex Sans Light"/>
              <a:ea typeface="Calibri"/>
            </a:endParaRPr>
          </a:p>
          <a:p>
            <a:pPr marL="0" marR="0" lvl="0" indent="0" algn="l" defTabSz="1218956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IBM Plex Sans Light"/>
                <a:ea typeface="Calibri"/>
                <a:sym typeface="IBM Plex Sans Light"/>
              </a:rPr>
              <a:t>5.  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IBM Plex Sans Light"/>
                <a:ea typeface="Calibri"/>
                <a:sym typeface="IBM Plex Sans Light"/>
              </a:rPr>
              <a:t>Fixes any compile errors it finds</a:t>
            </a:r>
            <a:endParaRPr lang="en-US" sz="28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75000"/>
                  <a:lumOff val="25000"/>
                </a:srgbClr>
              </a:solidFill>
              <a:effectLst/>
              <a:uLnTx/>
              <a:uFillTx/>
              <a:latin typeface="IBM Plex Sans Light"/>
              <a:ea typeface="Calibri"/>
            </a:endParaRPr>
          </a:p>
          <a:p>
            <a:pPr marL="0" marR="0" lvl="0" indent="0" algn="l" defTabSz="1218956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IBM Plex Sans Light"/>
                <a:ea typeface="Calibri"/>
                <a:sym typeface="IBM Plex Sans Light"/>
              </a:rPr>
              <a:t>6.  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IBM Plex Sans Light"/>
                <a:ea typeface="Calibri"/>
                <a:sym typeface="IBM Plex Sans Light"/>
              </a:rPr>
              <a:t>Confirms the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IBM Plex Sans Light"/>
                <a:ea typeface="Calibri"/>
                <a:sym typeface="IBM Plex Sans Light"/>
              </a:rPr>
              <a:t>modernised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IBM Plex Sans Light"/>
                <a:ea typeface="Calibri"/>
                <a:sym typeface="IBM Plex Sans Light"/>
              </a:rPr>
              <a:t> program compiles clean in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IBM Plex Sans Light"/>
                <a:ea typeface="Calibri"/>
                <a:sym typeface="IBM Plex Sans Light"/>
              </a:rPr>
              <a:t>SAMCOn</a:t>
            </a:r>
            <a:endParaRPr lang="en-US" sz="2800" b="0" i="0" u="none" strike="noStrike" kern="0" cap="none" spc="0" normalizeH="0" baseline="0" noProof="0" dirty="0">
              <a:ln>
                <a:noFill/>
              </a:ln>
              <a:solidFill>
                <a:srgbClr val="000000">
                  <a:lumMod val="75000"/>
                  <a:lumOff val="25000"/>
                </a:srgbClr>
              </a:solidFill>
              <a:effectLst/>
              <a:uLnTx/>
              <a:uFillTx/>
              <a:latin typeface="IBM Plex Sans Light"/>
              <a:ea typeface="Calibri"/>
            </a:endParaRPr>
          </a:p>
        </p:txBody>
      </p:sp>
      <p:pic>
        <p:nvPicPr>
          <p:cNvPr id="16" name="Graphic 15" descr="Clock with solid fill">
            <a:extLst>
              <a:ext uri="{FF2B5EF4-FFF2-40B4-BE49-F238E27FC236}">
                <a16:creationId xmlns:a16="http://schemas.microsoft.com/office/drawing/2014/main" id="{326FD593-5CD5-18FE-C670-9EF24E67875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76072" y="5601293"/>
            <a:ext cx="320763" cy="300405"/>
          </a:xfrm>
          <a:prstGeom prst="rect">
            <a:avLst/>
          </a:prstGeom>
        </p:spPr>
      </p:pic>
      <p:sp>
        <p:nvSpPr>
          <p:cNvPr id="17" name="Tag">
            <a:extLst>
              <a:ext uri="{FF2B5EF4-FFF2-40B4-BE49-F238E27FC236}">
                <a16:creationId xmlns:a16="http://schemas.microsoft.com/office/drawing/2014/main" id="{BFA5B2D6-0618-6342-CCDA-67B3455C53E1}"/>
              </a:ext>
            </a:extLst>
          </p:cNvPr>
          <p:cNvSpPr txBox="1"/>
          <p:nvPr/>
        </p:nvSpPr>
        <p:spPr>
          <a:xfrm>
            <a:off x="896835" y="5310788"/>
            <a:ext cx="4982556" cy="831239"/>
          </a:xfrm>
          <a:prstGeom prst="rect">
            <a:avLst/>
          </a:prstGeom>
        </p:spPr>
        <p:txBody>
          <a:bodyPr lIns="91440" tIns="45720" rIns="91440" bIns="45720" anchor="t"/>
          <a:lstStyle/>
          <a:p>
            <a:pPr marL="0" marR="0" lvl="0" indent="0" algn="l" defTabSz="1829379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0F62FE">
                    <a:lumMod val="60000"/>
                    <a:lumOff val="40000"/>
                  </a:srgbClr>
                </a:solidFill>
                <a:effectLst/>
                <a:uLnTx/>
                <a:uFillTx/>
                <a:latin typeface="IBM Plex Sans Light" panose="020B0403050203000203" pitchFamily="34" charset="0"/>
                <a:ea typeface="Calibri"/>
                <a:cs typeface="+mn-cs"/>
              </a:rPr>
              <a:t>~20 min</a:t>
            </a:r>
          </a:p>
        </p:txBody>
      </p:sp>
    </p:spTree>
    <p:extLst>
      <p:ext uri="{BB962C8B-B14F-4D97-AF65-F5344CB8AC3E}">
        <p14:creationId xmlns:p14="http://schemas.microsoft.com/office/powerpoint/2010/main" val="338494550"/>
      </p:ext>
    </p:extLst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6B1D3F-BB06-84A0-1A23-69D85DED25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CB5F8DB-05EB-9749-4162-87DA6483350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2779923" y="576890"/>
            <a:ext cx="4952356" cy="1877516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sz="2100">
                <a:solidFill>
                  <a:schemeClr val="accent1"/>
                </a:solidFill>
              </a:rPr>
              <a:t>PART 1</a:t>
            </a:r>
          </a:p>
          <a:p>
            <a:pPr>
              <a:lnSpc>
                <a:spcPct val="150000"/>
              </a:lnSpc>
            </a:pPr>
            <a:r>
              <a:rPr lang="en-US" sz="2400"/>
              <a:t>UNDERSTAND BEFORE ACTING  </a:t>
            </a:r>
          </a:p>
          <a:p>
            <a:pPr>
              <a:lnSpc>
                <a:spcPct val="150000"/>
              </a:lnSpc>
            </a:pPr>
            <a:r>
              <a:rPr lang="en-US" sz="2200"/>
              <a:t>(Bob makes zero changes in this part)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B197D27-CFD2-80C3-B070-C5865B75ED2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2779922" y="3048497"/>
            <a:ext cx="5367397" cy="9152334"/>
          </a:xfrm>
        </p:spPr>
        <p:txBody>
          <a:bodyPr lIns="0" tIns="0" rIns="0" bIns="0" anchor="t"/>
          <a:lstStyle/>
          <a:p>
            <a:pPr marL="571500" indent="-571500">
              <a:spcAft>
                <a:spcPts val="1200"/>
              </a:spcAft>
              <a:buClr>
                <a:schemeClr val="accent1"/>
              </a:buClr>
              <a:buAutoNum type="arabicPeriod"/>
            </a:pPr>
            <a:r>
              <a:rPr lang="en-US" sz="3200" dirty="0">
                <a:latin typeface="IBM Plex Sans Light"/>
              </a:rPr>
              <a:t>Finds every object in the system that depends on ARTICLE</a:t>
            </a:r>
            <a:endParaRPr lang="en-US" dirty="0">
              <a:latin typeface="IBM Plex Sans Light"/>
            </a:endParaRPr>
          </a:p>
          <a:p>
            <a:pPr marL="571500" indent="-571500">
              <a:spcAft>
                <a:spcPts val="1200"/>
              </a:spcAft>
              <a:buClr>
                <a:schemeClr val="accent1"/>
              </a:buClr>
              <a:buAutoNum type="arabicPeriod"/>
            </a:pPr>
            <a:r>
              <a:rPr lang="en-US" sz="3200" dirty="0">
                <a:latin typeface="IBM Plex Sans Light"/>
              </a:rPr>
              <a:t>Searches every source file for the ARDESC field</a:t>
            </a:r>
          </a:p>
          <a:p>
            <a:pPr marL="571500" indent="-571500">
              <a:spcAft>
                <a:spcPts val="1200"/>
              </a:spcAft>
              <a:buClr>
                <a:schemeClr val="accent1"/>
              </a:buClr>
              <a:buAutoNum type="arabicPeriod"/>
            </a:pPr>
            <a:r>
              <a:rPr lang="en-US" sz="3200" dirty="0">
                <a:latin typeface="IBM Plex Sans Light"/>
              </a:rPr>
              <a:t>Builds a recompile impact list — what breaks and in what order</a:t>
            </a:r>
          </a:p>
          <a:p>
            <a:pPr marL="571500" indent="-571500">
              <a:spcAft>
                <a:spcPts val="1200"/>
              </a:spcAft>
              <a:buClr>
                <a:schemeClr val="accent1"/>
              </a:buClr>
              <a:buAutoNum type="arabicPeriod"/>
            </a:pPr>
            <a:r>
              <a:rPr lang="en-US" sz="3200" dirty="0">
                <a:latin typeface="IBM Plex Sans Light"/>
              </a:rPr>
              <a:t>Saves a full impact report</a:t>
            </a:r>
          </a:p>
        </p:txBody>
      </p:sp>
      <p:sp>
        <p:nvSpPr>
          <p:cNvPr id="8" name="Slide Number Placeholder 2">
            <a:extLst>
              <a:ext uri="{FF2B5EF4-FFF2-40B4-BE49-F238E27FC236}">
                <a16:creationId xmlns:a16="http://schemas.microsoft.com/office/drawing/2014/main" id="{2CECAE12-6409-F61B-2C71-51D9FBAD845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3687555" y="12950731"/>
            <a:ext cx="123432" cy="246221"/>
          </a:xfrm>
        </p:spPr>
        <p:txBody>
          <a:bodyPr/>
          <a:lstStyle/>
          <a:p>
            <a:pPr marL="0" marR="0" lvl="0" indent="0" algn="r" defTabSz="182937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6CB4B4D-7CA3-9044-876B-883B54F8677D}" type="slidenum"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BM Plex Sans" panose="020B0503050203000203" pitchFamily="34" charset="0"/>
                <a:ea typeface="+mn-ea"/>
                <a:cs typeface="+mn-cs"/>
                <a:sym typeface="IBM Plex Sans"/>
              </a:rPr>
              <a:pPr marL="0" marR="0" lvl="0" indent="0" algn="r" defTabSz="182937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IBM Plex Sans" panose="020B0503050203000203" pitchFamily="34" charset="0"/>
              <a:ea typeface="+mn-ea"/>
              <a:cs typeface="+mn-cs"/>
              <a:sym typeface="IBM Plex Sans"/>
            </a:endParaRPr>
          </a:p>
        </p:txBody>
      </p:sp>
      <p:cxnSp>
        <p:nvCxnSpPr>
          <p:cNvPr id="7" name="Straight Connector 6" descr="Vertical column divider">
            <a:extLst>
              <a:ext uri="{FF2B5EF4-FFF2-40B4-BE49-F238E27FC236}">
                <a16:creationId xmlns:a16="http://schemas.microsoft.com/office/drawing/2014/main" id="{A352FFEC-6534-069D-A48D-13231704E9FB}"/>
              </a:ext>
            </a:extLst>
          </p:cNvPr>
          <p:cNvCxnSpPr>
            <a:cxnSpLocks/>
          </p:cNvCxnSpPr>
          <p:nvPr/>
        </p:nvCxnSpPr>
        <p:spPr bwMode="auto">
          <a:xfrm>
            <a:off x="12192127" y="570923"/>
            <a:ext cx="0" cy="11623558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Straight Connector 11" descr="Vertical column divider">
            <a:extLst>
              <a:ext uri="{FF2B5EF4-FFF2-40B4-BE49-F238E27FC236}">
                <a16:creationId xmlns:a16="http://schemas.microsoft.com/office/drawing/2014/main" id="{DD42D8C5-1419-E2CB-2B00-861AD5398EBD}"/>
              </a:ext>
            </a:extLst>
          </p:cNvPr>
          <p:cNvCxnSpPr>
            <a:cxnSpLocks/>
          </p:cNvCxnSpPr>
          <p:nvPr/>
        </p:nvCxnSpPr>
        <p:spPr bwMode="auto">
          <a:xfrm>
            <a:off x="18287207" y="570923"/>
            <a:ext cx="0" cy="11623558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" name="Title 1">
            <a:extLst>
              <a:ext uri="{FF2B5EF4-FFF2-40B4-BE49-F238E27FC236}">
                <a16:creationId xmlns:a16="http://schemas.microsoft.com/office/drawing/2014/main" id="{81BCC182-D782-E8B6-7984-2C22A90DCC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7584" y="576072"/>
            <a:ext cx="11072798" cy="3284728"/>
          </a:xfrm>
        </p:spPr>
        <p:txBody>
          <a:bodyPr/>
          <a:lstStyle/>
          <a:p>
            <a:r>
              <a:rPr lang="en-US" sz="2400">
                <a:solidFill>
                  <a:schemeClr val="accent1"/>
                </a:solidFill>
                <a:latin typeface="IBM Plex Sans Light" panose="020B0403050203000203" pitchFamily="34" charset="0"/>
              </a:rPr>
              <a:t>LAB 105</a:t>
            </a:r>
            <a:br>
              <a:rPr lang="en-US"/>
            </a:br>
            <a:r>
              <a:rPr lang="en-US" sz="7200"/>
              <a:t>Change a Field Safely</a:t>
            </a:r>
            <a:br>
              <a:rPr lang="en-US" sz="7200"/>
            </a:br>
            <a:r>
              <a:rPr lang="en-US" sz="7200"/>
              <a:t>Across the Entire Stack</a:t>
            </a:r>
            <a:br>
              <a:rPr lang="en-US" sz="7200"/>
            </a:br>
            <a:endParaRPr lang="en-US"/>
          </a:p>
        </p:txBody>
      </p:sp>
      <p:sp>
        <p:nvSpPr>
          <p:cNvPr id="14" name="Tag">
            <a:extLst>
              <a:ext uri="{FF2B5EF4-FFF2-40B4-BE49-F238E27FC236}">
                <a16:creationId xmlns:a16="http://schemas.microsoft.com/office/drawing/2014/main" id="{0AD8B370-B42E-05B4-DE75-2C881EFEA4B0}"/>
              </a:ext>
            </a:extLst>
          </p:cNvPr>
          <p:cNvSpPr txBox="1"/>
          <p:nvPr/>
        </p:nvSpPr>
        <p:spPr>
          <a:xfrm>
            <a:off x="531536" y="3048496"/>
            <a:ext cx="11072798" cy="2713148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1829379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0" i="0" u="none" strike="noStrike" kern="1200" cap="none" spc="0" normalizeH="0" baseline="0" noProof="0">
                <a:ln>
                  <a:noFill/>
                </a:ln>
                <a:solidFill>
                  <a:srgbClr val="0F62FE">
                    <a:lumMod val="60000"/>
                    <a:lumOff val="40000"/>
                  </a:srgbClr>
                </a:solidFill>
                <a:effectLst/>
                <a:uLnTx/>
                <a:uFillTx/>
                <a:latin typeface="IBM Plex Sans Light" panose="020B0403050203000203" pitchFamily="34" charset="0"/>
                <a:ea typeface="Calibri"/>
                <a:cs typeface="+mn-cs"/>
              </a:rPr>
              <a:t>Mode: IBM I Developer | ~35 min | Database + screen + program all updated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3D6B9F54-0181-E5E1-9AF1-4BCE05784E1F}"/>
              </a:ext>
            </a:extLst>
          </p:cNvPr>
          <p:cNvSpPr txBox="1">
            <a:spLocks/>
          </p:cNvSpPr>
          <p:nvPr/>
        </p:nvSpPr>
        <p:spPr>
          <a:xfrm>
            <a:off x="531537" y="4405071"/>
            <a:ext cx="11072796" cy="5178544"/>
          </a:xfrm>
          <a:prstGeom prst="rect">
            <a:avLst/>
          </a:prstGeom>
        </p:spPr>
        <p:txBody>
          <a:bodyPr/>
          <a:lstStyle>
            <a:lvl1pPr marL="0" marR="0" indent="0" algn="l" defTabSz="1218956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 u="none" strike="noStrike" cap="none" spc="0" baseline="0">
                <a:solidFill>
                  <a:schemeClr val="tx1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1pPr>
            <a:lvl2pPr marL="164559" marR="0" indent="-164559" algn="l" defTabSz="1218956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–"/>
              <a:tabLst/>
              <a:defRPr sz="1800" b="0" i="0" u="none" strike="noStrike" cap="none" spc="0" baseline="0">
                <a:solidFill>
                  <a:schemeClr val="tx1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2pPr>
            <a:lvl3pPr marL="329118" marR="0" indent="-164559" algn="l" defTabSz="1218956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 sz="1800" b="0" i="0" u="none" strike="noStrike" cap="none" spc="0" baseline="0">
                <a:solidFill>
                  <a:schemeClr val="tx1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3pPr>
            <a:lvl4pPr marL="493677" marR="0" indent="-164559" algn="l" defTabSz="1218956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–"/>
              <a:tabLst/>
              <a:defRPr sz="1800" b="0" i="0" u="none" strike="noStrike" cap="none" spc="0" baseline="0">
                <a:solidFill>
                  <a:schemeClr val="tx1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4pPr>
            <a:lvl5pPr marL="571386" marR="0" indent="-228554" algn="l" defTabSz="1218956" rtl="0" eaLnBrk="1" latinLnBrk="0" hangingPunct="1">
              <a:lnSpc>
                <a:spcPct val="110000"/>
              </a:lnSpc>
              <a:spcBef>
                <a:spcPts val="1450"/>
              </a:spcBef>
              <a:spcAft>
                <a:spcPts val="0"/>
              </a:spcAft>
              <a:buClrTx/>
              <a:buSzPct val="100000"/>
              <a:buFont typeface="IBM Plex Sans" panose="020B0604020202020204" pitchFamily="34" charset="0"/>
              <a:buChar char="•"/>
              <a:tabLst/>
              <a:defRPr sz="18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5pPr>
            <a:lvl6pPr marL="921346" marR="0" indent="-194466" algn="l" defTabSz="1218956" rtl="0" eaLnBrk="1" latinLnBrk="0" hangingPunct="1">
              <a:lnSpc>
                <a:spcPct val="100000"/>
              </a:lnSpc>
              <a:spcBef>
                <a:spcPts val="1450"/>
              </a:spcBef>
              <a:spcAft>
                <a:spcPts val="0"/>
              </a:spcAft>
              <a:buClrTx/>
              <a:buSzPct val="100000"/>
              <a:buFontTx/>
              <a:buChar char="»"/>
              <a:tabLst/>
              <a:defRPr sz="18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6pPr>
            <a:lvl7pPr marL="1102595" marR="0" indent="-194466" algn="l" defTabSz="1218956" rtl="0" eaLnBrk="1" latinLnBrk="0" hangingPunct="1">
              <a:lnSpc>
                <a:spcPct val="100000"/>
              </a:lnSpc>
              <a:spcBef>
                <a:spcPts val="1450"/>
              </a:spcBef>
              <a:spcAft>
                <a:spcPts val="0"/>
              </a:spcAft>
              <a:buClrTx/>
              <a:buSzPct val="100000"/>
              <a:buFontTx/>
              <a:buChar char="»"/>
              <a:tabLst/>
              <a:defRPr sz="18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7pPr>
            <a:lvl8pPr marL="1283843" marR="0" indent="-194466" algn="l" defTabSz="1218956" rtl="0" eaLnBrk="1" latinLnBrk="0" hangingPunct="1">
              <a:lnSpc>
                <a:spcPct val="100000"/>
              </a:lnSpc>
              <a:spcBef>
                <a:spcPts val="1450"/>
              </a:spcBef>
              <a:spcAft>
                <a:spcPts val="0"/>
              </a:spcAft>
              <a:buClrTx/>
              <a:buSzPct val="100000"/>
              <a:buFontTx/>
              <a:buChar char="»"/>
              <a:tabLst/>
              <a:defRPr sz="18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8pPr>
            <a:lvl9pPr marL="1465091" marR="0" indent="-194466" algn="l" defTabSz="1218956" rtl="0" eaLnBrk="1" latinLnBrk="0" hangingPunct="1">
              <a:lnSpc>
                <a:spcPct val="100000"/>
              </a:lnSpc>
              <a:spcBef>
                <a:spcPts val="1450"/>
              </a:spcBef>
              <a:spcAft>
                <a:spcPts val="0"/>
              </a:spcAft>
              <a:buClrTx/>
              <a:buSzPct val="100000"/>
              <a:buFontTx/>
              <a:buChar char="»"/>
              <a:tabLst/>
              <a:defRPr sz="18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9pPr>
          </a:lstStyle>
          <a:p>
            <a:pPr marL="0" marR="0" lvl="0" indent="0" algn="l" defTabSz="1218956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F62FE"/>
                </a:solidFill>
                <a:effectLst/>
                <a:uLnTx/>
                <a:uFillTx/>
                <a:latin typeface="IBM Plex Sans Light" panose="020B0403050203000203" pitchFamily="34" charset="0"/>
                <a:ea typeface="Calibri"/>
                <a:cs typeface="+mj-cs"/>
                <a:sym typeface="IBM Plex Sans Light"/>
              </a:rPr>
              <a:t>THE PROBLEM</a:t>
            </a:r>
          </a:p>
          <a:p>
            <a:pPr marL="0" marR="0" lvl="0" indent="0" algn="l" defTabSz="1218956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 dirty="0">
              <a:ln>
                <a:noFill/>
              </a:ln>
              <a:solidFill>
                <a:srgbClr val="0F62FE"/>
              </a:solidFill>
              <a:effectLst/>
              <a:uLnTx/>
              <a:uFillTx/>
              <a:latin typeface="IBM Plex Sans Light" panose="020B0403050203000203" pitchFamily="34" charset="0"/>
              <a:ea typeface="Calibri"/>
              <a:cs typeface="+mj-cs"/>
              <a:sym typeface="IBM Plex Sans Light"/>
            </a:endParaRPr>
          </a:p>
          <a:p>
            <a:pPr marL="0" marR="0" lvl="0" indent="0" algn="l" defTabSz="1218956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0" i="0" u="none" strike="noStrike" kern="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IBM Plex Sans Light" panose="020B0403050203000203" pitchFamily="34" charset="0"/>
                <a:ea typeface="Calibri"/>
                <a:cs typeface="+mj-cs"/>
                <a:sym typeface="IBM Plex Sans Light"/>
              </a:rPr>
              <a:t>The business wants the article description field made bigger — 30 characters is not enough. </a:t>
            </a:r>
          </a:p>
          <a:p>
            <a:pPr marL="0" marR="0" lvl="0" indent="0" algn="l" defTabSz="1218956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0" i="0" u="none" strike="noStrike" kern="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IBM Plex Sans Light" panose="020B0403050203000203" pitchFamily="34" charset="0"/>
                <a:ea typeface="Calibri"/>
                <a:cs typeface="+mj-cs"/>
                <a:sym typeface="IBM Plex Sans Light"/>
              </a:rPr>
              <a:t>In a modern system that is a five-minute job. In an old IBM </a:t>
            </a:r>
            <a:r>
              <a:rPr kumimoji="0" lang="en-US" sz="3600" b="0" i="0" u="none" strike="noStrike" kern="0" cap="none" spc="0" normalizeH="0" baseline="0" noProof="0" dirty="0" err="1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IBM Plex Sans Light" panose="020B0403050203000203" pitchFamily="34" charset="0"/>
                <a:ea typeface="Calibri"/>
                <a:cs typeface="+mj-cs"/>
                <a:sym typeface="IBM Plex Sans Light"/>
              </a:rPr>
              <a:t>i</a:t>
            </a:r>
            <a:r>
              <a:rPr kumimoji="0" lang="en-US" sz="3600" b="0" i="0" u="none" strike="noStrike" kern="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IBM Plex Sans Light" panose="020B0403050203000203" pitchFamily="34" charset="0"/>
                <a:ea typeface="Calibri"/>
                <a:cs typeface="+mj-cs"/>
                <a:sym typeface="IBM Plex Sans Light"/>
              </a:rPr>
              <a:t> system that field exists in the database, the green screen layout, and multiple RPG programs. Miss one and things break — and nobody knows why.</a:t>
            </a:r>
          </a:p>
        </p:txBody>
      </p:sp>
      <p:sp>
        <p:nvSpPr>
          <p:cNvPr id="20" name="Text Placeholder 2">
            <a:extLst>
              <a:ext uri="{FF2B5EF4-FFF2-40B4-BE49-F238E27FC236}">
                <a16:creationId xmlns:a16="http://schemas.microsoft.com/office/drawing/2014/main" id="{D164D1EA-4511-8D3C-3CE3-06D9861FA130}"/>
              </a:ext>
            </a:extLst>
          </p:cNvPr>
          <p:cNvSpPr txBox="1">
            <a:spLocks/>
          </p:cNvSpPr>
          <p:nvPr/>
        </p:nvSpPr>
        <p:spPr>
          <a:xfrm>
            <a:off x="18903281" y="576890"/>
            <a:ext cx="4952356" cy="18775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/>
          <a:lstStyle>
            <a:lvl1pPr marL="0" marR="0" indent="0" algn="l" defTabSz="1218956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 u="none" strike="noStrike" cap="none" spc="0" baseline="0">
                <a:solidFill>
                  <a:schemeClr val="tx1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1pPr>
            <a:lvl2pPr marL="127990" marR="0" indent="-127990" algn="l" defTabSz="1218956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–"/>
              <a:tabLst/>
              <a:defRPr sz="1400" b="0" i="0" u="none" strike="noStrike" cap="none" spc="0" baseline="0">
                <a:solidFill>
                  <a:schemeClr val="tx1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2pPr>
            <a:lvl3pPr marL="255981" marR="0" indent="-127990" algn="l" defTabSz="1218956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 sz="1400" b="0" i="0" u="none" strike="noStrike" cap="none" spc="0" baseline="0">
                <a:solidFill>
                  <a:schemeClr val="tx1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3pPr>
            <a:lvl4pPr marL="383971" marR="0" indent="-127990" algn="l" defTabSz="1218956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–"/>
              <a:tabLst/>
              <a:defRPr sz="1400" b="0" i="0" u="none" strike="noStrike" cap="none" spc="0" baseline="0">
                <a:solidFill>
                  <a:schemeClr val="tx1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4pPr>
            <a:lvl5pPr marL="571386" marR="0" indent="-228554" algn="l" defTabSz="1218956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IBM Plex Sans" panose="020B0604020202020204" pitchFamily="34" charset="0"/>
              <a:buChar char="•"/>
              <a:tabLst/>
              <a:defRPr sz="1400" b="0" i="0" u="none" strike="noStrike" cap="none" spc="0" baseline="0">
                <a:solidFill>
                  <a:schemeClr val="tx1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5pPr>
            <a:lvl6pPr marL="921346" marR="0" indent="-194466" algn="l" defTabSz="1218956" rtl="0" eaLnBrk="1" latinLnBrk="0" hangingPunct="1">
              <a:lnSpc>
                <a:spcPct val="100000"/>
              </a:lnSpc>
              <a:spcBef>
                <a:spcPts val="1450"/>
              </a:spcBef>
              <a:spcAft>
                <a:spcPts val="0"/>
              </a:spcAft>
              <a:buClrTx/>
              <a:buSzPct val="100000"/>
              <a:buFontTx/>
              <a:buChar char="»"/>
              <a:tabLst/>
              <a:defRPr sz="18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6pPr>
            <a:lvl7pPr marL="1102595" marR="0" indent="-194466" algn="l" defTabSz="1218956" rtl="0" eaLnBrk="1" latinLnBrk="0" hangingPunct="1">
              <a:lnSpc>
                <a:spcPct val="100000"/>
              </a:lnSpc>
              <a:spcBef>
                <a:spcPts val="1450"/>
              </a:spcBef>
              <a:spcAft>
                <a:spcPts val="0"/>
              </a:spcAft>
              <a:buClrTx/>
              <a:buSzPct val="100000"/>
              <a:buFontTx/>
              <a:buChar char="»"/>
              <a:tabLst/>
              <a:defRPr sz="18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7pPr>
            <a:lvl8pPr marL="1283843" marR="0" indent="-194466" algn="l" defTabSz="1218956" rtl="0" eaLnBrk="1" latinLnBrk="0" hangingPunct="1">
              <a:lnSpc>
                <a:spcPct val="100000"/>
              </a:lnSpc>
              <a:spcBef>
                <a:spcPts val="1450"/>
              </a:spcBef>
              <a:spcAft>
                <a:spcPts val="0"/>
              </a:spcAft>
              <a:buClrTx/>
              <a:buSzPct val="100000"/>
              <a:buFontTx/>
              <a:buChar char="»"/>
              <a:tabLst/>
              <a:defRPr sz="18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8pPr>
            <a:lvl9pPr marL="1465091" marR="0" indent="-194466" algn="l" defTabSz="1218956" rtl="0" eaLnBrk="1" latinLnBrk="0" hangingPunct="1">
              <a:lnSpc>
                <a:spcPct val="100000"/>
              </a:lnSpc>
              <a:spcBef>
                <a:spcPts val="1450"/>
              </a:spcBef>
              <a:spcAft>
                <a:spcPts val="0"/>
              </a:spcAft>
              <a:buClrTx/>
              <a:buSzPct val="100000"/>
              <a:buFontTx/>
              <a:buChar char="»"/>
              <a:tabLst/>
              <a:defRPr sz="18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9pPr>
          </a:lstStyle>
          <a:p>
            <a:pPr marL="0" marR="0" lvl="0" indent="0" algn="l" defTabSz="1218956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100" b="0" i="0" u="none" strike="noStrike" kern="0" cap="none" spc="0" normalizeH="0" baseline="0" noProof="0">
                <a:ln>
                  <a:noFill/>
                </a:ln>
                <a:solidFill>
                  <a:srgbClr val="0F62FE"/>
                </a:solidFill>
                <a:effectLst/>
                <a:uLnTx/>
                <a:uFillTx/>
                <a:latin typeface="IBM Plex Sans Light"/>
                <a:ea typeface="+mj-ea"/>
                <a:cs typeface="+mj-cs"/>
                <a:sym typeface="IBM Plex Sans Light"/>
              </a:rPr>
              <a:t>PART 2</a:t>
            </a:r>
          </a:p>
          <a:p>
            <a:pPr marL="0" marR="0" lvl="0" indent="0" algn="l" defTabSz="1218956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BM Plex Sans Light"/>
                <a:ea typeface="+mj-ea"/>
                <a:cs typeface="+mj-cs"/>
                <a:sym typeface="IBM Plex Sans Light"/>
              </a:rPr>
              <a:t>MAKE THE CHANGE</a:t>
            </a:r>
          </a:p>
          <a:p>
            <a:pPr marL="0" marR="0" lvl="0" indent="0" algn="l" defTabSz="1218956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BM Plex Sans Light"/>
                <a:ea typeface="+mj-ea"/>
                <a:cs typeface="+mj-cs"/>
                <a:sym typeface="IBM Plex Sans Light"/>
              </a:rPr>
              <a:t>(With your approval at every step)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98057BE3-B045-7861-A655-910A150B8596}"/>
              </a:ext>
            </a:extLst>
          </p:cNvPr>
          <p:cNvSpPr txBox="1">
            <a:spLocks/>
          </p:cNvSpPr>
          <p:nvPr/>
        </p:nvSpPr>
        <p:spPr>
          <a:xfrm>
            <a:off x="18903280" y="3048497"/>
            <a:ext cx="5339117" cy="915233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t"/>
          <a:lstStyle>
            <a:lvl1pPr marL="0" marR="0" indent="0" algn="l" defTabSz="1218956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 b="0" i="0" u="none" strike="noStrike" cap="none" spc="0" baseline="0">
                <a:solidFill>
                  <a:schemeClr val="tx1"/>
                </a:solidFill>
                <a:uFillTx/>
                <a:latin typeface="IBM Plex Sans" panose="020B0503050203000203" pitchFamily="34" charset="0"/>
                <a:ea typeface="+mj-ea"/>
                <a:cs typeface="+mj-cs"/>
                <a:sym typeface="IBM Plex Sans Light"/>
              </a:defRPr>
            </a:lvl1pPr>
            <a:lvl2pPr marL="91422" marR="0" indent="-91422" algn="l" defTabSz="1218956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–"/>
              <a:tabLst/>
              <a:defRPr sz="1000" b="0" i="0" u="none" strike="noStrike" cap="none" spc="0" baseline="0">
                <a:solidFill>
                  <a:schemeClr val="tx1"/>
                </a:solidFill>
                <a:uFillTx/>
                <a:latin typeface="IBM Plex Sans" panose="020B0503050203000203" pitchFamily="34" charset="0"/>
                <a:ea typeface="+mj-ea"/>
                <a:cs typeface="+mj-cs"/>
                <a:sym typeface="IBM Plex Sans Light"/>
              </a:defRPr>
            </a:lvl2pPr>
            <a:lvl3pPr marL="182843" marR="0" indent="-91422" algn="l" defTabSz="1218956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 sz="1000" b="0" i="0" u="none" strike="noStrike" cap="none" spc="0" baseline="0">
                <a:solidFill>
                  <a:schemeClr val="tx1"/>
                </a:solidFill>
                <a:uFillTx/>
                <a:latin typeface="IBM Plex Sans" panose="020B0503050203000203" pitchFamily="34" charset="0"/>
                <a:ea typeface="+mj-ea"/>
                <a:cs typeface="+mj-cs"/>
                <a:sym typeface="IBM Plex Sans Light"/>
              </a:defRPr>
            </a:lvl3pPr>
            <a:lvl4pPr marL="274265" marR="0" indent="-91422" algn="l" defTabSz="1218956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–"/>
              <a:tabLst/>
              <a:defRPr sz="1000" b="0" i="0" u="none" strike="noStrike" cap="none" spc="0" baseline="0">
                <a:solidFill>
                  <a:schemeClr val="tx1"/>
                </a:solidFill>
                <a:uFillTx/>
                <a:latin typeface="IBM Plex Sans" panose="020B0503050203000203" pitchFamily="34" charset="0"/>
                <a:ea typeface="+mj-ea"/>
                <a:cs typeface="+mj-cs"/>
                <a:sym typeface="IBM Plex Sans Light"/>
              </a:defRPr>
            </a:lvl4pPr>
            <a:lvl5pPr marL="571386" marR="0" indent="-228554" algn="l" defTabSz="1218956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IBM Plex Sans" panose="020B0604020202020204" pitchFamily="34" charset="0"/>
              <a:buChar char="•"/>
              <a:tabLst/>
              <a:defRPr sz="1000" b="0" i="0" u="none" strike="noStrike" cap="none" spc="0" baseline="0">
                <a:solidFill>
                  <a:schemeClr val="tx1"/>
                </a:solidFill>
                <a:uFillTx/>
                <a:latin typeface="IBM Plex Sans" panose="020B0503050203000203" pitchFamily="34" charset="0"/>
                <a:ea typeface="+mj-ea"/>
                <a:cs typeface="+mj-cs"/>
                <a:sym typeface="IBM Plex Sans Light"/>
              </a:defRPr>
            </a:lvl5pPr>
            <a:lvl6pPr marL="921346" marR="0" indent="-194466" algn="l" defTabSz="1218956" rtl="0" eaLnBrk="1" latinLnBrk="0" hangingPunct="1">
              <a:lnSpc>
                <a:spcPct val="100000"/>
              </a:lnSpc>
              <a:spcBef>
                <a:spcPts val="1450"/>
              </a:spcBef>
              <a:spcAft>
                <a:spcPts val="0"/>
              </a:spcAft>
              <a:buClrTx/>
              <a:buSzPct val="100000"/>
              <a:buFontTx/>
              <a:buChar char="»"/>
              <a:tabLst/>
              <a:defRPr sz="18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6pPr>
            <a:lvl7pPr marL="1102595" marR="0" indent="-194466" algn="l" defTabSz="1218956" rtl="0" eaLnBrk="1" latinLnBrk="0" hangingPunct="1">
              <a:lnSpc>
                <a:spcPct val="100000"/>
              </a:lnSpc>
              <a:spcBef>
                <a:spcPts val="1450"/>
              </a:spcBef>
              <a:spcAft>
                <a:spcPts val="0"/>
              </a:spcAft>
              <a:buClrTx/>
              <a:buSzPct val="100000"/>
              <a:buFontTx/>
              <a:buChar char="»"/>
              <a:tabLst/>
              <a:defRPr sz="18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7pPr>
            <a:lvl8pPr marL="1283843" marR="0" indent="-194466" algn="l" defTabSz="1218956" rtl="0" eaLnBrk="1" latinLnBrk="0" hangingPunct="1">
              <a:lnSpc>
                <a:spcPct val="100000"/>
              </a:lnSpc>
              <a:spcBef>
                <a:spcPts val="1450"/>
              </a:spcBef>
              <a:spcAft>
                <a:spcPts val="0"/>
              </a:spcAft>
              <a:buClrTx/>
              <a:buSzPct val="100000"/>
              <a:buFontTx/>
              <a:buChar char="»"/>
              <a:tabLst/>
              <a:defRPr sz="18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8pPr>
            <a:lvl9pPr marL="1465091" marR="0" indent="-194466" algn="l" defTabSz="1218956" rtl="0" eaLnBrk="1" latinLnBrk="0" hangingPunct="1">
              <a:lnSpc>
                <a:spcPct val="100000"/>
              </a:lnSpc>
              <a:spcBef>
                <a:spcPts val="1450"/>
              </a:spcBef>
              <a:spcAft>
                <a:spcPts val="0"/>
              </a:spcAft>
              <a:buClrTx/>
              <a:buSzPct val="100000"/>
              <a:buFontTx/>
              <a:buChar char="»"/>
              <a:tabLst/>
              <a:defRPr sz="18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9pPr>
          </a:lstStyle>
          <a:p>
            <a:pPr marL="571500" marR="0" lvl="0" indent="-571500" algn="l" defTabSz="1218956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>
                <a:schemeClr val="accent1"/>
              </a:buClr>
              <a:buSzTx/>
              <a:buAutoNum type="arabicPeriod"/>
              <a:tabLst/>
              <a:defRPr/>
            </a:pPr>
            <a:r>
              <a:rPr kumimoji="0" 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BM Plex Sans Light"/>
                <a:sym typeface="IBM Plex Sans Light"/>
              </a:rPr>
              <a:t>Extends ARDESC in the database from 30 to 50 characters</a:t>
            </a:r>
            <a:endParaRPr lang="en-US" dirty="0"/>
          </a:p>
          <a:p>
            <a:pPr marL="571500" marR="0" lvl="0" indent="-571500" algn="l" defTabSz="1218956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>
                <a:schemeClr val="accent1"/>
              </a:buClr>
              <a:buSzTx/>
              <a:buAutoNum type="arabicPeriod"/>
              <a:tabLst/>
              <a:defRPr/>
            </a:pPr>
            <a:r>
              <a:rPr kumimoji="0" 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BM Plex Sans Light"/>
                <a:sym typeface="IBM Plex Sans Light"/>
              </a:rPr>
              <a:t>Updates the green screen layout  (Bob enforces the 80-column screen boundary)</a:t>
            </a:r>
            <a:endParaRPr lang="en-US" sz="3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IBM Plex Sans Light"/>
            </a:endParaRPr>
          </a:p>
          <a:p>
            <a:pPr marL="571500" marR="0" lvl="0" indent="-571500" algn="l" defTabSz="1218956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>
                <a:schemeClr val="accent1"/>
              </a:buClr>
              <a:buSzTx/>
              <a:buAutoNum type="arabicPeriod"/>
              <a:tabLst/>
              <a:defRPr/>
            </a:pPr>
            <a:r>
              <a:rPr kumimoji="0" 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BM Plex Sans Light"/>
                <a:sym typeface="IBM Plex Sans Light"/>
              </a:rPr>
              <a:t>Updates the RPG program</a:t>
            </a:r>
            <a:endParaRPr lang="en-US" sz="3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IBM Plex Sans Light"/>
            </a:endParaRPr>
          </a:p>
          <a:p>
            <a:pPr marL="571500" marR="0" lvl="0" indent="-571500" algn="l" defTabSz="1218956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>
                <a:schemeClr val="accent1"/>
              </a:buClr>
              <a:buSzTx/>
              <a:buAutoNum type="arabicPeriod"/>
              <a:tabLst/>
              <a:defRPr/>
            </a:pPr>
            <a:r>
              <a:rPr kumimoji="0" 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BM Plex Sans Light"/>
                <a:sym typeface="IBM Plex Sans Light"/>
              </a:rPr>
              <a:t>Compiles the screen first, then the program  (Bob knows the correct order)</a:t>
            </a:r>
            <a:endParaRPr lang="en-US" sz="3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IBM Plex Sans Light"/>
            </a:endParaRPr>
          </a:p>
          <a:p>
            <a:pPr marL="571500" marR="0" lvl="0" indent="-571500" algn="l" defTabSz="1218956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>
                <a:schemeClr val="accent1"/>
              </a:buClr>
              <a:buSzTx/>
              <a:buAutoNum type="arabicPeriod"/>
              <a:tabLst/>
              <a:defRPr/>
            </a:pPr>
            <a:r>
              <a:rPr kumimoji="0" 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BM Plex Sans Light"/>
                <a:sym typeface="IBM Plex Sans Light"/>
              </a:rPr>
              <a:t>Confirms everything compiled and works</a:t>
            </a:r>
            <a:endParaRPr lang="en-US" sz="3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IBM Plex Sans Light"/>
            </a:endParaRPr>
          </a:p>
        </p:txBody>
      </p:sp>
    </p:spTree>
    <p:extLst>
      <p:ext uri="{BB962C8B-B14F-4D97-AF65-F5344CB8AC3E}">
        <p14:creationId xmlns:p14="http://schemas.microsoft.com/office/powerpoint/2010/main" val="569087172"/>
      </p:ext>
    </p:extLst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8C05CF-C8B6-302B-E9CA-C91EDE1144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2351F2-8B35-591C-2507-B486E0C7A4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01" y="384049"/>
            <a:ext cx="8600084" cy="2118520"/>
          </a:xfrm>
        </p:spPr>
        <p:txBody>
          <a:bodyPr/>
          <a:lstStyle/>
          <a:p>
            <a:r>
              <a:rPr lang="en-US" dirty="0"/>
              <a:t>A Few Things to Know About Bob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479788-4338-3A41-AB8D-FEE945A576E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0626486" y="576072"/>
            <a:ext cx="5797216" cy="946484"/>
          </a:xfrm>
        </p:spPr>
        <p:txBody>
          <a:bodyPr/>
          <a:lstStyle/>
          <a:p>
            <a:r>
              <a:rPr lang="en-US" sz="2400" dirty="0">
                <a:solidFill>
                  <a:schemeClr val="accent1"/>
                </a:solidFill>
                <a:latin typeface="IBM Plex Sans Text" panose="020B0503050203000203" pitchFamily="34" charset="0"/>
              </a:rPr>
              <a:t>BOB IS GROUNDED IN REAL TOOLS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7475099-AA65-47D0-AD2F-67FCD52B629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8023255" y="576071"/>
            <a:ext cx="5787920" cy="627087"/>
          </a:xfrm>
        </p:spPr>
        <p:txBody>
          <a:bodyPr/>
          <a:lstStyle/>
          <a:p>
            <a:r>
              <a:rPr lang="en-US" sz="2400" dirty="0">
                <a:solidFill>
                  <a:schemeClr val="accent1"/>
                </a:solidFill>
                <a:latin typeface="IBM Plex Sans Text" panose="020B0503050203000203" pitchFamily="34" charset="0"/>
              </a:rPr>
              <a:t>BOB HAS GUARDRAILS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723F4EA3-E8E8-B829-27AD-CA03D82A3F8A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76000" y="12816000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2">
            <a:extLst>
              <a:ext uri="{FF2B5EF4-FFF2-40B4-BE49-F238E27FC236}">
                <a16:creationId xmlns:a16="http://schemas.microsoft.com/office/drawing/2014/main" id="{C2968226-FD5B-874C-E1DB-88DF262B346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3541592" y="12951538"/>
            <a:ext cx="270908" cy="246221"/>
          </a:xfrm>
        </p:spPr>
        <p:txBody>
          <a:bodyPr/>
          <a:lstStyle/>
          <a:p>
            <a:fld id="{86CB4B4D-7CA3-9044-876B-883B54F8677D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44F5619C-E9F6-F74F-FEBA-A58975CB0208}"/>
              </a:ext>
            </a:extLst>
          </p:cNvPr>
          <p:cNvSpPr txBox="1">
            <a:spLocks/>
          </p:cNvSpPr>
          <p:nvPr/>
        </p:nvSpPr>
        <p:spPr>
          <a:xfrm>
            <a:off x="10613221" y="1203158"/>
            <a:ext cx="5974315" cy="116191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/>
          <a:lstStyle>
            <a:lvl1pPr marL="0" marR="0" indent="0" algn="l" defTabSz="2438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 b="0" i="0" u="none" strike="noStrike" cap="none" spc="0" baseline="0">
                <a:solidFill>
                  <a:schemeClr val="tx1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1pPr>
            <a:lvl2pPr marL="256032" marR="0" indent="-256032" algn="l" defTabSz="2438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–"/>
              <a:tabLst/>
              <a:defRPr sz="2800" b="0" i="0" u="none" strike="noStrike" cap="none" spc="0" baseline="0">
                <a:solidFill>
                  <a:schemeClr val="tx1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2pPr>
            <a:lvl3pPr marL="512064" marR="0" indent="-256032" algn="l" defTabSz="2438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 sz="2800" b="0" i="0" u="none" strike="noStrike" cap="none" spc="0" baseline="0">
                <a:solidFill>
                  <a:schemeClr val="tx1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3pPr>
            <a:lvl4pPr marL="768096" marR="0" indent="-256032" algn="l" defTabSz="2438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–"/>
              <a:tabLst/>
              <a:defRPr sz="2800" b="0" i="0" u="none" strike="noStrike" cap="none" spc="0" baseline="0">
                <a:solidFill>
                  <a:schemeClr val="tx1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4pPr>
            <a:lvl5pPr marL="1143000" marR="0" indent="-457200" algn="l" defTabSz="2438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IBM Plex Sans" panose="020B0604020202020204" pitchFamily="34" charset="0"/>
              <a:buChar char="•"/>
              <a:tabLst/>
              <a:defRPr sz="2800" b="0" i="0" u="none" strike="noStrike" cap="none" spc="0" baseline="0">
                <a:solidFill>
                  <a:schemeClr val="tx1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5pPr>
            <a:lvl6pPr marL="1843060" marR="0" indent="-389009" algn="l" defTabSz="2438400" rtl="0" eaLnBrk="1" latinLnBrk="0" hangingPunct="1">
              <a:lnSpc>
                <a:spcPct val="100000"/>
              </a:lnSpc>
              <a:spcBef>
                <a:spcPts val="2900"/>
              </a:spcBef>
              <a:spcAft>
                <a:spcPts val="0"/>
              </a:spcAft>
              <a:buClrTx/>
              <a:buSzPct val="100000"/>
              <a:buFontTx/>
              <a:buChar char="»"/>
              <a:tabLst/>
              <a:defRPr sz="36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6pPr>
            <a:lvl7pPr marL="2205631" marR="0" indent="-389009" algn="l" defTabSz="2438400" rtl="0" eaLnBrk="1" latinLnBrk="0" hangingPunct="1">
              <a:lnSpc>
                <a:spcPct val="100000"/>
              </a:lnSpc>
              <a:spcBef>
                <a:spcPts val="2900"/>
              </a:spcBef>
              <a:spcAft>
                <a:spcPts val="0"/>
              </a:spcAft>
              <a:buClrTx/>
              <a:buSzPct val="100000"/>
              <a:buFontTx/>
              <a:buChar char="»"/>
              <a:tabLst/>
              <a:defRPr sz="36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7pPr>
            <a:lvl8pPr marL="2568200" marR="0" indent="-389009" algn="l" defTabSz="2438400" rtl="0" eaLnBrk="1" latinLnBrk="0" hangingPunct="1">
              <a:lnSpc>
                <a:spcPct val="100000"/>
              </a:lnSpc>
              <a:spcBef>
                <a:spcPts val="2900"/>
              </a:spcBef>
              <a:spcAft>
                <a:spcPts val="0"/>
              </a:spcAft>
              <a:buClrTx/>
              <a:buSzPct val="100000"/>
              <a:buFontTx/>
              <a:buChar char="»"/>
              <a:tabLst/>
              <a:defRPr sz="36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8pPr>
            <a:lvl9pPr marL="2930769" marR="0" indent="-389009" algn="l" defTabSz="2438400" rtl="0" eaLnBrk="1" latinLnBrk="0" hangingPunct="1">
              <a:lnSpc>
                <a:spcPct val="100000"/>
              </a:lnSpc>
              <a:spcBef>
                <a:spcPts val="2900"/>
              </a:spcBef>
              <a:spcAft>
                <a:spcPts val="0"/>
              </a:spcAft>
              <a:buClrTx/>
              <a:buSzPct val="100000"/>
              <a:buFontTx/>
              <a:buChar char="»"/>
              <a:tabLst/>
              <a:defRPr sz="36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9pPr>
          </a:lstStyle>
          <a:p>
            <a:r>
              <a:rPr lang="en-US" sz="2400" kern="0" dirty="0"/>
              <a:t>Every answer comes from real tool calls against your live IBM </a:t>
            </a:r>
            <a:r>
              <a:rPr lang="en-US" sz="2400" kern="0" dirty="0" err="1"/>
              <a:t>i</a:t>
            </a:r>
            <a:r>
              <a:rPr lang="en-US" sz="2400" kern="0" dirty="0"/>
              <a:t> system.</a:t>
            </a:r>
          </a:p>
          <a:p>
            <a:endParaRPr lang="en-US" sz="2400" kern="0" dirty="0"/>
          </a:p>
          <a:p>
            <a:r>
              <a:rPr lang="en-US" sz="2400" kern="0" dirty="0" err="1">
                <a:latin typeface="IBM Plex Mono" panose="020B0509050203000203" pitchFamily="49" charset="77"/>
              </a:rPr>
              <a:t>read_member</a:t>
            </a:r>
            <a:r>
              <a:rPr lang="en-US" sz="2400" kern="0" dirty="0"/>
              <a:t> — reads QSYS source</a:t>
            </a:r>
          </a:p>
          <a:p>
            <a:endParaRPr lang="en-US" sz="2400" kern="0" dirty="0"/>
          </a:p>
          <a:p>
            <a:r>
              <a:rPr lang="en-US" sz="2400" kern="0" dirty="0" err="1">
                <a:latin typeface="IBM Plex Mono" panose="020B0509050203000203" pitchFamily="49" charset="77"/>
              </a:rPr>
              <a:t>search_qsys</a:t>
            </a:r>
            <a:r>
              <a:rPr lang="en-US" sz="2400" kern="0" dirty="0"/>
              <a:t> — scans libraries</a:t>
            </a:r>
          </a:p>
          <a:p>
            <a:endParaRPr lang="en-US" sz="2400" kern="0" dirty="0"/>
          </a:p>
          <a:p>
            <a:r>
              <a:rPr lang="en-US" sz="2400" kern="0" dirty="0" err="1">
                <a:latin typeface="IBM Plex Mono" panose="020B0509050203000203" pitchFamily="49" charset="77"/>
              </a:rPr>
              <a:t>execute_sql_statement</a:t>
            </a:r>
            <a:r>
              <a:rPr lang="en-US" sz="2400" kern="0" dirty="0"/>
              <a:t> — runs queries</a:t>
            </a:r>
          </a:p>
          <a:p>
            <a:endParaRPr lang="en-US" sz="2400" kern="0" dirty="0"/>
          </a:p>
          <a:p>
            <a:r>
              <a:rPr lang="en-US" sz="2400" kern="0" dirty="0" err="1">
                <a:latin typeface="IBM Plex Mono" panose="020B0509050203000203" pitchFamily="49" charset="77"/>
              </a:rPr>
              <a:t>get_compile_actions</a:t>
            </a:r>
            <a:r>
              <a:rPr lang="en-US" sz="2400" kern="0" dirty="0"/>
              <a:t> — compiles code</a:t>
            </a:r>
          </a:p>
          <a:p>
            <a:endParaRPr lang="en-US" sz="2400" kern="0" dirty="0"/>
          </a:p>
          <a:p>
            <a:r>
              <a:rPr lang="en-US" sz="2400" kern="0" dirty="0">
                <a:latin typeface="IBM Plex Mono" panose="020B0509050203000203" pitchFamily="49" charset="77"/>
              </a:rPr>
              <a:t>/</a:t>
            </a:r>
            <a:r>
              <a:rPr lang="en-US" sz="2400" kern="0" dirty="0" err="1">
                <a:latin typeface="IBM Plex Mono" panose="020B0509050203000203" pitchFamily="49" charset="77"/>
              </a:rPr>
              <a:t>erd</a:t>
            </a:r>
            <a:r>
              <a:rPr lang="en-US" sz="2400" kern="0" dirty="0"/>
              <a:t> — queries QSYS2 catalog live</a:t>
            </a:r>
          </a:p>
          <a:p>
            <a:endParaRPr lang="en-US" sz="2400" kern="0" dirty="0"/>
          </a:p>
          <a:p>
            <a:r>
              <a:rPr lang="en-US" sz="2400" i="1" kern="0" dirty="0"/>
              <a:t>Bob is not guessing or making things up. </a:t>
            </a:r>
          </a:p>
          <a:p>
            <a:r>
              <a:rPr lang="en-US" sz="2400" i="1" kern="0" dirty="0"/>
              <a:t>It is reading your actual code and data.</a:t>
            </a:r>
          </a:p>
          <a:p>
            <a:endParaRPr lang="en-US" sz="2400" kern="0" dirty="0"/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ABAB392E-C943-DF0E-3D0F-BA083FF3C705}"/>
              </a:ext>
            </a:extLst>
          </p:cNvPr>
          <p:cNvSpPr txBox="1">
            <a:spLocks/>
          </p:cNvSpPr>
          <p:nvPr/>
        </p:nvSpPr>
        <p:spPr>
          <a:xfrm>
            <a:off x="18036519" y="1203157"/>
            <a:ext cx="5787920" cy="116191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/>
          <a:lstStyle>
            <a:lvl1pPr marL="0" marR="0" indent="0" algn="l" defTabSz="2438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 b="0" i="0" u="none" strike="noStrike" cap="none" spc="0" baseline="0">
                <a:solidFill>
                  <a:schemeClr val="tx1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1pPr>
            <a:lvl2pPr marL="256032" marR="0" indent="-256032" algn="l" defTabSz="2438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–"/>
              <a:tabLst/>
              <a:defRPr sz="2800" b="0" i="0" u="none" strike="noStrike" cap="none" spc="0" baseline="0">
                <a:solidFill>
                  <a:schemeClr val="tx1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2pPr>
            <a:lvl3pPr marL="512064" marR="0" indent="-256032" algn="l" defTabSz="2438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 sz="2800" b="0" i="0" u="none" strike="noStrike" cap="none" spc="0" baseline="0">
                <a:solidFill>
                  <a:schemeClr val="tx1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3pPr>
            <a:lvl4pPr marL="768096" marR="0" indent="-256032" algn="l" defTabSz="2438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–"/>
              <a:tabLst/>
              <a:defRPr sz="2800" b="0" i="0" u="none" strike="noStrike" cap="none" spc="0" baseline="0">
                <a:solidFill>
                  <a:schemeClr val="tx1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4pPr>
            <a:lvl5pPr marL="1143000" marR="0" indent="-457200" algn="l" defTabSz="2438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IBM Plex Sans" panose="020B0604020202020204" pitchFamily="34" charset="0"/>
              <a:buChar char="•"/>
              <a:tabLst/>
              <a:defRPr sz="2800" b="0" i="0" u="none" strike="noStrike" cap="none" spc="0" baseline="0">
                <a:solidFill>
                  <a:schemeClr val="tx1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5pPr>
            <a:lvl6pPr marL="1843060" marR="0" indent="-389009" algn="l" defTabSz="2438400" rtl="0" eaLnBrk="1" latinLnBrk="0" hangingPunct="1">
              <a:lnSpc>
                <a:spcPct val="100000"/>
              </a:lnSpc>
              <a:spcBef>
                <a:spcPts val="2900"/>
              </a:spcBef>
              <a:spcAft>
                <a:spcPts val="0"/>
              </a:spcAft>
              <a:buClrTx/>
              <a:buSzPct val="100000"/>
              <a:buFontTx/>
              <a:buChar char="»"/>
              <a:tabLst/>
              <a:defRPr sz="36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6pPr>
            <a:lvl7pPr marL="2205631" marR="0" indent="-389009" algn="l" defTabSz="2438400" rtl="0" eaLnBrk="1" latinLnBrk="0" hangingPunct="1">
              <a:lnSpc>
                <a:spcPct val="100000"/>
              </a:lnSpc>
              <a:spcBef>
                <a:spcPts val="2900"/>
              </a:spcBef>
              <a:spcAft>
                <a:spcPts val="0"/>
              </a:spcAft>
              <a:buClrTx/>
              <a:buSzPct val="100000"/>
              <a:buFontTx/>
              <a:buChar char="»"/>
              <a:tabLst/>
              <a:defRPr sz="36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7pPr>
            <a:lvl8pPr marL="2568200" marR="0" indent="-389009" algn="l" defTabSz="2438400" rtl="0" eaLnBrk="1" latinLnBrk="0" hangingPunct="1">
              <a:lnSpc>
                <a:spcPct val="100000"/>
              </a:lnSpc>
              <a:spcBef>
                <a:spcPts val="2900"/>
              </a:spcBef>
              <a:spcAft>
                <a:spcPts val="0"/>
              </a:spcAft>
              <a:buClrTx/>
              <a:buSzPct val="100000"/>
              <a:buFontTx/>
              <a:buChar char="»"/>
              <a:tabLst/>
              <a:defRPr sz="36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8pPr>
            <a:lvl9pPr marL="2930769" marR="0" indent="-389009" algn="l" defTabSz="2438400" rtl="0" eaLnBrk="1" latinLnBrk="0" hangingPunct="1">
              <a:lnSpc>
                <a:spcPct val="100000"/>
              </a:lnSpc>
              <a:spcBef>
                <a:spcPts val="2900"/>
              </a:spcBef>
              <a:spcAft>
                <a:spcPts val="0"/>
              </a:spcAft>
              <a:buClrTx/>
              <a:buSzPct val="100000"/>
              <a:buFontTx/>
              <a:buChar char="»"/>
              <a:tabLst/>
              <a:defRPr sz="36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9pPr>
          </a:lstStyle>
          <a:p>
            <a:r>
              <a:rPr lang="en-US" sz="2400" kern="0" dirty="0"/>
              <a:t>Bob will not run any destructive command without asking you first.</a:t>
            </a:r>
          </a:p>
          <a:p>
            <a:endParaRPr lang="en-US" sz="2400" kern="0" dirty="0"/>
          </a:p>
          <a:p>
            <a:r>
              <a:rPr lang="en-US" sz="2400" kern="0" dirty="0"/>
              <a:t>This includes:</a:t>
            </a:r>
          </a:p>
          <a:p>
            <a:endParaRPr lang="en-US" sz="2400" kern="0" dirty="0"/>
          </a:p>
          <a:p>
            <a:r>
              <a:rPr lang="en-US" sz="2400" kern="0" dirty="0"/>
              <a:t>→  Any SQL that changes data</a:t>
            </a:r>
          </a:p>
          <a:p>
            <a:endParaRPr lang="en-US" sz="2400" kern="0" dirty="0"/>
          </a:p>
          <a:p>
            <a:r>
              <a:rPr lang="en-US" sz="2400" kern="0" dirty="0"/>
              <a:t>→  Any CL that deletes objects</a:t>
            </a:r>
          </a:p>
          <a:p>
            <a:endParaRPr lang="en-US" sz="2400" kern="0" dirty="0"/>
          </a:p>
          <a:p>
            <a:r>
              <a:rPr lang="en-US" sz="2400" kern="0" dirty="0"/>
              <a:t>→  Any compile that replaces a program</a:t>
            </a:r>
          </a:p>
          <a:p>
            <a:endParaRPr lang="en-US" sz="2400" i="1" kern="0" dirty="0"/>
          </a:p>
          <a:p>
            <a:endParaRPr lang="en-US" sz="2400" i="1" kern="0" dirty="0"/>
          </a:p>
          <a:p>
            <a:r>
              <a:rPr lang="en-US" sz="2400" i="1" kern="0" dirty="0"/>
              <a:t>You will see an approval prompt before anything impactful runs. You are always in control.</a:t>
            </a:r>
          </a:p>
          <a:p>
            <a:endParaRPr lang="en-US" sz="2400" kern="0" dirty="0"/>
          </a:p>
        </p:txBody>
      </p:sp>
    </p:spTree>
    <p:extLst>
      <p:ext uri="{BB962C8B-B14F-4D97-AF65-F5344CB8AC3E}">
        <p14:creationId xmlns:p14="http://schemas.microsoft.com/office/powerpoint/2010/main" val="1282749736"/>
      </p:ext>
    </p:extLst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14C666-E5F9-4BC2-2586-DBF7531B6D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4B1EE5-2D92-8D8A-AFF0-50D81C68A3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00" y="384048"/>
            <a:ext cx="9909175" cy="4184269"/>
          </a:xfrm>
        </p:spPr>
        <p:txBody>
          <a:bodyPr/>
          <a:lstStyle/>
          <a:p>
            <a:r>
              <a:rPr lang="en-US" dirty="0"/>
              <a:t>Let's Get Started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D681EE5-3F88-0FAB-C395-6D53BB878D1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2193587" y="384048"/>
            <a:ext cx="11042073" cy="6770731"/>
          </a:xfrm>
        </p:spPr>
        <p:txBody>
          <a:bodyPr/>
          <a:lstStyle/>
          <a:p>
            <a:pPr marL="742950" indent="-742950">
              <a:lnSpc>
                <a:spcPct val="100000"/>
              </a:lnSpc>
              <a:spcBef>
                <a:spcPts val="0"/>
              </a:spcBef>
              <a:buFont typeface="+mj-lt"/>
              <a:buAutoNum type="arabicPeriod"/>
            </a:pPr>
            <a:r>
              <a:rPr lang="en-US" sz="3600" dirty="0"/>
              <a:t>Open Bob IDE  and confirm your </a:t>
            </a:r>
            <a:br>
              <a:rPr lang="en-US" sz="3600" dirty="0"/>
            </a:br>
            <a:r>
              <a:rPr lang="en-US" sz="3600" dirty="0"/>
              <a:t>IBM </a:t>
            </a:r>
            <a:r>
              <a:rPr lang="en-US" sz="3600" dirty="0" err="1"/>
              <a:t>i</a:t>
            </a:r>
            <a:r>
              <a:rPr lang="en-US" sz="3600" dirty="0"/>
              <a:t> connection is </a:t>
            </a:r>
            <a:r>
              <a:rPr lang="en-US" sz="3600" dirty="0">
                <a:solidFill>
                  <a:srgbClr val="24A148"/>
                </a:solidFill>
              </a:rPr>
              <a:t>green</a:t>
            </a:r>
          </a:p>
          <a:p>
            <a:pPr marL="742950" indent="-742950">
              <a:lnSpc>
                <a:spcPct val="100000"/>
              </a:lnSpc>
              <a:spcBef>
                <a:spcPts val="0"/>
              </a:spcBef>
              <a:buFont typeface="+mj-lt"/>
              <a:buAutoNum type="arabicPeriod"/>
            </a:pPr>
            <a:endParaRPr lang="en-US" sz="3600" dirty="0"/>
          </a:p>
          <a:p>
            <a:pPr marL="742950" indent="-742950">
              <a:lnSpc>
                <a:spcPct val="100000"/>
              </a:lnSpc>
              <a:spcBef>
                <a:spcPts val="0"/>
              </a:spcBef>
              <a:buFont typeface="+mj-lt"/>
              <a:buAutoNum type="arabicPeriod"/>
            </a:pPr>
            <a:r>
              <a:rPr lang="en-US" sz="3600" dirty="0"/>
              <a:t>Check your library list includes </a:t>
            </a:r>
            <a:br>
              <a:rPr lang="en-US" sz="3600" dirty="0"/>
            </a:br>
            <a:r>
              <a:rPr lang="en-US" sz="3600" dirty="0" err="1">
                <a:solidFill>
                  <a:schemeClr val="accent1"/>
                </a:solidFill>
              </a:rPr>
              <a:t>SAMCOn</a:t>
            </a:r>
            <a:r>
              <a:rPr lang="en-US" sz="3600" dirty="0"/>
              <a:t> and </a:t>
            </a:r>
            <a:r>
              <a:rPr lang="en-US" sz="3600" dirty="0" err="1">
                <a:solidFill>
                  <a:schemeClr val="accent1"/>
                </a:solidFill>
              </a:rPr>
              <a:t>SAMSRCn</a:t>
            </a:r>
            <a:endParaRPr lang="en-US" sz="3600" dirty="0">
              <a:solidFill>
                <a:schemeClr val="accent1"/>
              </a:solidFill>
            </a:endParaRPr>
          </a:p>
          <a:p>
            <a:pPr marL="742950" indent="-742950">
              <a:lnSpc>
                <a:spcPct val="100000"/>
              </a:lnSpc>
              <a:spcBef>
                <a:spcPts val="0"/>
              </a:spcBef>
              <a:buFont typeface="+mj-lt"/>
              <a:buAutoNum type="arabicPeriod"/>
            </a:pPr>
            <a:endParaRPr lang="en-US" sz="3600" dirty="0"/>
          </a:p>
          <a:p>
            <a:pPr marL="742950" indent="-742950">
              <a:lnSpc>
                <a:spcPct val="100000"/>
              </a:lnSpc>
              <a:spcBef>
                <a:spcPts val="0"/>
              </a:spcBef>
              <a:buFont typeface="+mj-lt"/>
              <a:buAutoNum type="arabicPeriod"/>
            </a:pPr>
            <a:r>
              <a:rPr lang="en-US" sz="3600" dirty="0"/>
              <a:t>Open the Object Browser and confirm </a:t>
            </a:r>
            <a:br>
              <a:rPr lang="en-US" sz="3600" dirty="0"/>
            </a:br>
            <a:r>
              <a:rPr lang="en-US" sz="3600" dirty="0"/>
              <a:t>you can see source files in </a:t>
            </a:r>
            <a:r>
              <a:rPr lang="en-US" sz="3600" dirty="0" err="1"/>
              <a:t>SAMSRCn</a:t>
            </a:r>
            <a:endParaRPr lang="en-US" sz="3600" dirty="0"/>
          </a:p>
          <a:p>
            <a:pPr marL="742950" indent="-742950">
              <a:lnSpc>
                <a:spcPct val="100000"/>
              </a:lnSpc>
              <a:spcBef>
                <a:spcPts val="0"/>
              </a:spcBef>
              <a:buFont typeface="+mj-lt"/>
              <a:buAutoNum type="arabicPeriod"/>
            </a:pPr>
            <a:endParaRPr lang="en-US" sz="3600" dirty="0"/>
          </a:p>
          <a:p>
            <a:pPr marL="742950" indent="-742950">
              <a:lnSpc>
                <a:spcPct val="100000"/>
              </a:lnSpc>
              <a:spcBef>
                <a:spcPts val="0"/>
              </a:spcBef>
              <a:buFont typeface="+mj-lt"/>
              <a:buAutoNum type="arabicPeriod"/>
            </a:pPr>
            <a:r>
              <a:rPr lang="en-US" sz="3600" dirty="0"/>
              <a:t>Switch to Ask mode in the Bob chat panel</a:t>
            </a:r>
          </a:p>
          <a:p>
            <a:pPr marL="742950" indent="-742950">
              <a:lnSpc>
                <a:spcPct val="100000"/>
              </a:lnSpc>
              <a:spcBef>
                <a:spcPts val="0"/>
              </a:spcBef>
              <a:buFont typeface="+mj-lt"/>
              <a:buAutoNum type="arabicPeriod"/>
            </a:pPr>
            <a:endParaRPr lang="en-US" sz="3600" dirty="0"/>
          </a:p>
          <a:p>
            <a:pPr marL="742950" indent="-742950">
              <a:lnSpc>
                <a:spcPct val="100000"/>
              </a:lnSpc>
              <a:spcBef>
                <a:spcPts val="0"/>
              </a:spcBef>
              <a:buFont typeface="+mj-lt"/>
              <a:buAutoNum type="arabicPeriod"/>
            </a:pPr>
            <a:r>
              <a:rPr lang="en-US" sz="3600" dirty="0"/>
              <a:t>Start Lab 101</a:t>
            </a:r>
          </a:p>
          <a:p>
            <a:pPr marL="381000" indent="-381000">
              <a:lnSpc>
                <a:spcPct val="100000"/>
              </a:lnSpc>
              <a:spcBef>
                <a:spcPts val="0"/>
              </a:spcBef>
            </a:pPr>
            <a:br>
              <a:rPr lang="en-US" sz="2800" dirty="0"/>
            </a:br>
            <a:endParaRPr lang="en-US" sz="2800" dirty="0"/>
          </a:p>
        </p:txBody>
      </p:sp>
      <p:sp>
        <p:nvSpPr>
          <p:cNvPr id="5" name="Slide Number Placeholder">
            <a:extLst>
              <a:ext uri="{FF2B5EF4-FFF2-40B4-BE49-F238E27FC236}">
                <a16:creationId xmlns:a16="http://schemas.microsoft.com/office/drawing/2014/main" id="{870BD44F-0D7C-EE5F-95FA-F2C6EDAED57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3541592" y="12951538"/>
            <a:ext cx="270908" cy="246221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10" name="Footer Placeholder 5">
            <a:extLst>
              <a:ext uri="{FF2B5EF4-FFF2-40B4-BE49-F238E27FC236}">
                <a16:creationId xmlns:a16="http://schemas.microsoft.com/office/drawing/2014/main" id="{DBA8F634-F60B-4B01-7E52-407A5AE6329D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76000" y="12816000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8CD676D-4A98-2735-C94F-94B1B7114425}"/>
              </a:ext>
            </a:extLst>
          </p:cNvPr>
          <p:cNvSpPr txBox="1"/>
          <p:nvPr/>
        </p:nvSpPr>
        <p:spPr>
          <a:xfrm>
            <a:off x="12193587" y="8691010"/>
            <a:ext cx="12192000" cy="523220"/>
          </a:xfrm>
          <a:prstGeom prst="rect">
            <a:avLst/>
          </a:prstGeom>
          <a:noFill/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>
            <a:spAutoFit/>
          </a:bodyPr>
          <a:lstStyle/>
          <a:p>
            <a:pPr marL="381000" indent="-381000">
              <a:lnSpc>
                <a:spcPct val="100000"/>
              </a:lnSpc>
              <a:spcBef>
                <a:spcPts val="0"/>
              </a:spcBef>
            </a:pPr>
            <a:r>
              <a:rPr lang="en-US" sz="2800" dirty="0"/>
              <a:t>Stuck at any point? Ask your instructor · Or just ask Bob — it is here to help.</a:t>
            </a:r>
          </a:p>
        </p:txBody>
      </p:sp>
    </p:spTree>
    <p:extLst>
      <p:ext uri="{BB962C8B-B14F-4D97-AF65-F5344CB8AC3E}">
        <p14:creationId xmlns:p14="http://schemas.microsoft.com/office/powerpoint/2010/main" val="3806962869"/>
      </p:ext>
    </p:extLst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F9C05C-FCCE-ED2E-3768-BE5B92EE90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 descr="Blue 10 half slide background">
            <a:extLst>
              <a:ext uri="{FF2B5EF4-FFF2-40B4-BE49-F238E27FC236}">
                <a16:creationId xmlns:a16="http://schemas.microsoft.com/office/drawing/2014/main" id="{A70D7F53-9C52-F839-8F00-53A5DD593B38}"/>
              </a:ext>
            </a:extLst>
          </p:cNvPr>
          <p:cNvSpPr/>
          <p:nvPr/>
        </p:nvSpPr>
        <p:spPr bwMode="auto">
          <a:xfrm>
            <a:off x="0" y="0"/>
            <a:ext cx="12192000" cy="13716000"/>
          </a:xfrm>
          <a:prstGeom prst="rect">
            <a:avLst/>
          </a:prstGeom>
          <a:solidFill>
            <a:srgbClr val="E5F6FF"/>
          </a:solidFill>
          <a:ln w="19050">
            <a:noFill/>
            <a:headEnd type="none" w="med" len="med"/>
            <a:tailEnd type="none" w="med" len="med"/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wrap="square" lIns="91440" tIns="91440" rIns="91440" bIns="9144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IBM Plex Sans Light"/>
              <a:buNone/>
              <a:tabLst/>
            </a:pPr>
            <a:endParaRPr kumimoji="0" lang="en-US" sz="14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+mn-lt"/>
            </a:endParaRP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4601145-A6AD-CA46-C88A-FAA6F5A02082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575999" y="1865439"/>
            <a:ext cx="7176523" cy="2527657"/>
          </a:xfrm>
        </p:spPr>
        <p:txBody>
          <a:bodyPr/>
          <a:lstStyle/>
          <a:p>
            <a:r>
              <a:rPr lang="en-US" sz="3600" dirty="0"/>
              <a:t>Today you used IBM Bob to do in 90 minutes what used to take days, without breaking anything</a:t>
            </a:r>
          </a:p>
          <a:p>
            <a:endParaRPr lang="en-US" sz="3600" dirty="0"/>
          </a:p>
          <a:p>
            <a:endParaRPr lang="en-US" sz="3600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4BC5F6B-1A1E-EF59-9F11-958256841CF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2780000" y="576073"/>
            <a:ext cx="4953000" cy="571500"/>
          </a:xfrm>
        </p:spPr>
        <p:txBody>
          <a:bodyPr/>
          <a:lstStyle/>
          <a:p>
            <a:r>
              <a:rPr lang="en-US" dirty="0">
                <a:solidFill>
                  <a:schemeClr val="accent1"/>
                </a:solidFill>
                <a:latin typeface="IBM Plex Sans Text" panose="020B0503050203000203" pitchFamily="34" charset="0"/>
              </a:rPr>
              <a:t>1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52D2648-C233-FE82-0A83-C6A4C08ADD2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8862675" y="576073"/>
            <a:ext cx="4959350" cy="571500"/>
          </a:xfrm>
        </p:spPr>
        <p:txBody>
          <a:bodyPr/>
          <a:lstStyle/>
          <a:p>
            <a:r>
              <a:rPr lang="en-US" dirty="0">
                <a:solidFill>
                  <a:schemeClr val="accent1"/>
                </a:solidFill>
                <a:latin typeface="IBM Plex Sans Text" panose="020B0503050203000203" pitchFamily="34" charset="0"/>
              </a:rPr>
              <a:t>2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8153BA3E-D20D-FF13-A3F6-C41EA409A8E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2780000" y="6670675"/>
            <a:ext cx="4953000" cy="571500"/>
          </a:xfrm>
        </p:spPr>
        <p:txBody>
          <a:bodyPr/>
          <a:lstStyle/>
          <a:p>
            <a:r>
              <a:rPr lang="en-US" dirty="0">
                <a:solidFill>
                  <a:schemeClr val="accent1"/>
                </a:solidFill>
                <a:latin typeface="IBM Plex Sans Text" panose="020B0503050203000203" pitchFamily="34" charset="0"/>
              </a:rPr>
              <a:t>3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4F052F3C-EC52-7D13-5AB1-DD4D4987356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8862675" y="6670676"/>
            <a:ext cx="4953000" cy="571500"/>
          </a:xfrm>
        </p:spPr>
        <p:txBody>
          <a:bodyPr/>
          <a:lstStyle/>
          <a:p>
            <a:r>
              <a:rPr lang="en-US" dirty="0">
                <a:solidFill>
                  <a:schemeClr val="accent1"/>
                </a:solidFill>
                <a:latin typeface="IBM Plex Sans Text" panose="020B0503050203000203" pitchFamily="34" charset="0"/>
              </a:rPr>
              <a:t>4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6C79DAF-47C7-646E-206A-EF2896660C3E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>
          <a:xfrm>
            <a:off x="576000" y="12816000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9073095-231D-DE22-B38E-DDEC5DAB518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3541592" y="12951538"/>
            <a:ext cx="270908" cy="246221"/>
          </a:xfrm>
        </p:spPr>
        <p:txBody>
          <a:bodyPr/>
          <a:lstStyle/>
          <a:p>
            <a:fld id="{86CB4B4D-7CA3-9044-876B-883B54F8677D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A14EB0C-89D0-31B4-896B-79769F0BFA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00" y="570103"/>
            <a:ext cx="11044239" cy="1139427"/>
          </a:xfrm>
        </p:spPr>
        <p:txBody>
          <a:bodyPr/>
          <a:lstStyle/>
          <a:p>
            <a:r>
              <a:rPr lang="en-US" dirty="0"/>
              <a:t>Well Done!</a:t>
            </a:r>
          </a:p>
        </p:txBody>
      </p:sp>
      <p:cxnSp>
        <p:nvCxnSpPr>
          <p:cNvPr id="14" name="Straight Connector 13" descr="Horizontal row divider">
            <a:extLst>
              <a:ext uri="{FF2B5EF4-FFF2-40B4-BE49-F238E27FC236}">
                <a16:creationId xmlns:a16="http://schemas.microsoft.com/office/drawing/2014/main" id="{FCBD5888-C5FE-E7AD-60CC-33C669AB5E39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CxnSpPr>
            <a:cxnSpLocks/>
          </p:cNvCxnSpPr>
          <p:nvPr/>
        </p:nvCxnSpPr>
        <p:spPr bwMode="auto">
          <a:xfrm>
            <a:off x="12566073" y="6096000"/>
            <a:ext cx="11247951" cy="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Straight Connector 21" descr="Vertical column divider">
            <a:extLst>
              <a:ext uri="{FF2B5EF4-FFF2-40B4-BE49-F238E27FC236}">
                <a16:creationId xmlns:a16="http://schemas.microsoft.com/office/drawing/2014/main" id="{960B01AB-EE1B-BA49-CE9F-5B389141E816}"/>
              </a:ext>
            </a:extLst>
          </p:cNvPr>
          <p:cNvCxnSpPr>
            <a:cxnSpLocks/>
          </p:cNvCxnSpPr>
          <p:nvPr/>
        </p:nvCxnSpPr>
        <p:spPr bwMode="auto">
          <a:xfrm>
            <a:off x="18288000" y="570103"/>
            <a:ext cx="0" cy="11625072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AA0B6113-8DB6-622C-A1F9-34D85B2E289D}"/>
              </a:ext>
            </a:extLst>
          </p:cNvPr>
          <p:cNvSpPr txBox="1">
            <a:spLocks/>
          </p:cNvSpPr>
          <p:nvPr/>
        </p:nvSpPr>
        <p:spPr>
          <a:xfrm>
            <a:off x="12780000" y="1152543"/>
            <a:ext cx="4953000" cy="494842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/>
          <a:lstStyle>
            <a:lvl1pPr marL="0" marR="0" indent="0" algn="l" defTabSz="2438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 b="0" i="0" u="none" strike="noStrike" cap="none" spc="0" baseline="0">
                <a:solidFill>
                  <a:schemeClr val="tx1"/>
                </a:solidFill>
                <a:uFillTx/>
                <a:latin typeface="IBM Plex Sans Light" panose="020B0403050203000203" pitchFamily="34" charset="0"/>
                <a:ea typeface="+mj-ea"/>
                <a:cs typeface="+mj-cs"/>
                <a:sym typeface="IBM Plex Sans Light"/>
              </a:defRPr>
            </a:lvl1pPr>
            <a:lvl2pPr marL="256032" marR="0" indent="-256032" algn="l" defTabSz="2438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–"/>
              <a:tabLst/>
              <a:defRPr sz="2800" b="0" i="0" u="none" strike="noStrike" cap="none" spc="0" baseline="0">
                <a:solidFill>
                  <a:schemeClr val="tx1"/>
                </a:solidFill>
                <a:uFillTx/>
                <a:latin typeface="IBM Plex Sans Light" panose="020B0403050203000203" pitchFamily="34" charset="0"/>
                <a:ea typeface="+mj-ea"/>
                <a:cs typeface="+mj-cs"/>
                <a:sym typeface="IBM Plex Sans Light"/>
              </a:defRPr>
            </a:lvl2pPr>
            <a:lvl3pPr marL="512064" marR="0" indent="-256032" algn="l" defTabSz="2438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 sz="2800" b="0" i="0" u="none" strike="noStrike" cap="none" spc="0" baseline="0">
                <a:solidFill>
                  <a:schemeClr val="tx1"/>
                </a:solidFill>
                <a:uFillTx/>
                <a:latin typeface="IBM Plex Sans Light" panose="020B0403050203000203" pitchFamily="34" charset="0"/>
                <a:ea typeface="+mj-ea"/>
                <a:cs typeface="+mj-cs"/>
                <a:sym typeface="IBM Plex Sans Light"/>
              </a:defRPr>
            </a:lvl3pPr>
            <a:lvl4pPr marL="768096" marR="0" indent="-256032" algn="l" defTabSz="2438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–"/>
              <a:tabLst/>
              <a:defRPr sz="2800" b="0" i="0" u="none" strike="noStrike" cap="none" spc="0" baseline="0">
                <a:solidFill>
                  <a:schemeClr val="tx1"/>
                </a:solidFill>
                <a:uFillTx/>
                <a:latin typeface="IBM Plex Sans Light" panose="020B0403050203000203" pitchFamily="34" charset="0"/>
                <a:ea typeface="+mj-ea"/>
                <a:cs typeface="+mj-cs"/>
                <a:sym typeface="IBM Plex Sans Light"/>
              </a:defRPr>
            </a:lvl4pPr>
            <a:lvl5pPr marL="1143000" marR="0" indent="-457200" algn="l" defTabSz="2438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IBM Plex Sans" panose="020B0604020202020204" pitchFamily="34" charset="0"/>
              <a:buChar char="•"/>
              <a:tabLst/>
              <a:defRPr sz="2800" b="0" i="0" u="none" strike="noStrike" cap="none" spc="0" baseline="0">
                <a:solidFill>
                  <a:schemeClr val="tx1"/>
                </a:solidFill>
                <a:uFillTx/>
                <a:latin typeface="IBM Plex Sans Light" panose="020B0403050203000203" pitchFamily="34" charset="0"/>
                <a:ea typeface="+mj-ea"/>
                <a:cs typeface="+mj-cs"/>
                <a:sym typeface="IBM Plex Sans Light"/>
              </a:defRPr>
            </a:lvl5pPr>
            <a:lvl6pPr marL="1843060" marR="0" indent="-389009" algn="l" defTabSz="2438400" rtl="0" eaLnBrk="1" latinLnBrk="0" hangingPunct="1">
              <a:lnSpc>
                <a:spcPct val="100000"/>
              </a:lnSpc>
              <a:spcBef>
                <a:spcPts val="2900"/>
              </a:spcBef>
              <a:spcAft>
                <a:spcPts val="0"/>
              </a:spcAft>
              <a:buClrTx/>
              <a:buSzPct val="100000"/>
              <a:buFontTx/>
              <a:buChar char="»"/>
              <a:tabLst/>
              <a:defRPr sz="36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6pPr>
            <a:lvl7pPr marL="2205631" marR="0" indent="-389009" algn="l" defTabSz="2438400" rtl="0" eaLnBrk="1" latinLnBrk="0" hangingPunct="1">
              <a:lnSpc>
                <a:spcPct val="100000"/>
              </a:lnSpc>
              <a:spcBef>
                <a:spcPts val="2900"/>
              </a:spcBef>
              <a:spcAft>
                <a:spcPts val="0"/>
              </a:spcAft>
              <a:buClrTx/>
              <a:buSzPct val="100000"/>
              <a:buFontTx/>
              <a:buChar char="»"/>
              <a:tabLst/>
              <a:defRPr sz="36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7pPr>
            <a:lvl8pPr marL="2568200" marR="0" indent="-389009" algn="l" defTabSz="2438400" rtl="0" eaLnBrk="1" latinLnBrk="0" hangingPunct="1">
              <a:lnSpc>
                <a:spcPct val="100000"/>
              </a:lnSpc>
              <a:spcBef>
                <a:spcPts val="2900"/>
              </a:spcBef>
              <a:spcAft>
                <a:spcPts val="0"/>
              </a:spcAft>
              <a:buClrTx/>
              <a:buSzPct val="100000"/>
              <a:buFontTx/>
              <a:buChar char="»"/>
              <a:tabLst/>
              <a:defRPr sz="36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8pPr>
            <a:lvl9pPr marL="2930769" marR="0" indent="-389009" algn="l" defTabSz="2438400" rtl="0" eaLnBrk="1" latinLnBrk="0" hangingPunct="1">
              <a:lnSpc>
                <a:spcPct val="100000"/>
              </a:lnSpc>
              <a:spcBef>
                <a:spcPts val="2900"/>
              </a:spcBef>
              <a:spcAft>
                <a:spcPts val="0"/>
              </a:spcAft>
              <a:buClrTx/>
              <a:buSzPct val="100000"/>
              <a:buFontTx/>
              <a:buChar char="»"/>
              <a:tabLst/>
              <a:defRPr sz="36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9pPr>
          </a:lstStyle>
          <a:p>
            <a:r>
              <a:rPr lang="en-US" sz="4800" kern="0" dirty="0"/>
              <a:t>Read and understand </a:t>
            </a:r>
          </a:p>
          <a:p>
            <a:r>
              <a:rPr lang="en-US" sz="4800" kern="0" dirty="0"/>
              <a:t>20-year-old legacy IBM </a:t>
            </a:r>
            <a:r>
              <a:rPr lang="en-US" sz="4800" kern="0" dirty="0" err="1"/>
              <a:t>i</a:t>
            </a:r>
            <a:r>
              <a:rPr lang="en-US" sz="4800" kern="0" dirty="0"/>
              <a:t> code in minutes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A002BB29-950B-909F-7C67-B82A94FF2892}"/>
              </a:ext>
            </a:extLst>
          </p:cNvPr>
          <p:cNvSpPr txBox="1">
            <a:spLocks/>
          </p:cNvSpPr>
          <p:nvPr/>
        </p:nvSpPr>
        <p:spPr>
          <a:xfrm>
            <a:off x="18862675" y="1152542"/>
            <a:ext cx="4959350" cy="494842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/>
          <a:lstStyle>
            <a:lvl1pPr marL="0" marR="0" indent="0" algn="l" defTabSz="2438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 b="0" i="0" u="none" strike="noStrike" cap="none" spc="0" baseline="0">
                <a:solidFill>
                  <a:schemeClr val="tx1"/>
                </a:solidFill>
                <a:uFillTx/>
                <a:latin typeface="IBM Plex Sans Light" panose="020B0403050203000203" pitchFamily="34" charset="0"/>
                <a:ea typeface="+mj-ea"/>
                <a:cs typeface="+mj-cs"/>
                <a:sym typeface="IBM Plex Sans Light"/>
              </a:defRPr>
            </a:lvl1pPr>
            <a:lvl2pPr marL="256032" marR="0" indent="-256032" algn="l" defTabSz="2438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–"/>
              <a:tabLst/>
              <a:defRPr sz="2800" b="0" i="0" u="none" strike="noStrike" cap="none" spc="0" baseline="0">
                <a:solidFill>
                  <a:schemeClr val="tx1"/>
                </a:solidFill>
                <a:uFillTx/>
                <a:latin typeface="IBM Plex Sans Light" panose="020B0403050203000203" pitchFamily="34" charset="0"/>
                <a:ea typeface="+mj-ea"/>
                <a:cs typeface="+mj-cs"/>
                <a:sym typeface="IBM Plex Sans Light"/>
              </a:defRPr>
            </a:lvl2pPr>
            <a:lvl3pPr marL="512064" marR="0" indent="-256032" algn="l" defTabSz="2438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 sz="2800" b="0" i="0" u="none" strike="noStrike" cap="none" spc="0" baseline="0">
                <a:solidFill>
                  <a:schemeClr val="tx1"/>
                </a:solidFill>
                <a:uFillTx/>
                <a:latin typeface="IBM Plex Sans Light" panose="020B0403050203000203" pitchFamily="34" charset="0"/>
                <a:ea typeface="+mj-ea"/>
                <a:cs typeface="+mj-cs"/>
                <a:sym typeface="IBM Plex Sans Light"/>
              </a:defRPr>
            </a:lvl3pPr>
            <a:lvl4pPr marL="768096" marR="0" indent="-256032" algn="l" defTabSz="2438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–"/>
              <a:tabLst/>
              <a:defRPr sz="2800" b="0" i="0" u="none" strike="noStrike" cap="none" spc="0" baseline="0">
                <a:solidFill>
                  <a:schemeClr val="tx1"/>
                </a:solidFill>
                <a:uFillTx/>
                <a:latin typeface="IBM Plex Sans Light" panose="020B0403050203000203" pitchFamily="34" charset="0"/>
                <a:ea typeface="+mj-ea"/>
                <a:cs typeface="+mj-cs"/>
                <a:sym typeface="IBM Plex Sans Light"/>
              </a:defRPr>
            </a:lvl4pPr>
            <a:lvl5pPr marL="1143000" marR="0" indent="-457200" algn="l" defTabSz="2438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IBM Plex Sans" panose="020B0604020202020204" pitchFamily="34" charset="0"/>
              <a:buChar char="•"/>
              <a:tabLst/>
              <a:defRPr sz="2800" b="0" i="0" u="none" strike="noStrike" cap="none" spc="0" baseline="0">
                <a:solidFill>
                  <a:schemeClr val="tx1"/>
                </a:solidFill>
                <a:uFillTx/>
                <a:latin typeface="IBM Plex Sans Light" panose="020B0403050203000203" pitchFamily="34" charset="0"/>
                <a:ea typeface="+mj-ea"/>
                <a:cs typeface="+mj-cs"/>
                <a:sym typeface="IBM Plex Sans Light"/>
              </a:defRPr>
            </a:lvl5pPr>
            <a:lvl6pPr marL="1843060" marR="0" indent="-389009" algn="l" defTabSz="2438400" rtl="0" eaLnBrk="1" latinLnBrk="0" hangingPunct="1">
              <a:lnSpc>
                <a:spcPct val="100000"/>
              </a:lnSpc>
              <a:spcBef>
                <a:spcPts val="2900"/>
              </a:spcBef>
              <a:spcAft>
                <a:spcPts val="0"/>
              </a:spcAft>
              <a:buClrTx/>
              <a:buSzPct val="100000"/>
              <a:buFontTx/>
              <a:buChar char="»"/>
              <a:tabLst/>
              <a:defRPr sz="36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6pPr>
            <a:lvl7pPr marL="2205631" marR="0" indent="-389009" algn="l" defTabSz="2438400" rtl="0" eaLnBrk="1" latinLnBrk="0" hangingPunct="1">
              <a:lnSpc>
                <a:spcPct val="100000"/>
              </a:lnSpc>
              <a:spcBef>
                <a:spcPts val="2900"/>
              </a:spcBef>
              <a:spcAft>
                <a:spcPts val="0"/>
              </a:spcAft>
              <a:buClrTx/>
              <a:buSzPct val="100000"/>
              <a:buFontTx/>
              <a:buChar char="»"/>
              <a:tabLst/>
              <a:defRPr sz="36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7pPr>
            <a:lvl8pPr marL="2568200" marR="0" indent="-389009" algn="l" defTabSz="2438400" rtl="0" eaLnBrk="1" latinLnBrk="0" hangingPunct="1">
              <a:lnSpc>
                <a:spcPct val="100000"/>
              </a:lnSpc>
              <a:spcBef>
                <a:spcPts val="2900"/>
              </a:spcBef>
              <a:spcAft>
                <a:spcPts val="0"/>
              </a:spcAft>
              <a:buClrTx/>
              <a:buSzPct val="100000"/>
              <a:buFontTx/>
              <a:buChar char="»"/>
              <a:tabLst/>
              <a:defRPr sz="36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8pPr>
            <a:lvl9pPr marL="2930769" marR="0" indent="-389009" algn="l" defTabSz="2438400" rtl="0" eaLnBrk="1" latinLnBrk="0" hangingPunct="1">
              <a:lnSpc>
                <a:spcPct val="100000"/>
              </a:lnSpc>
              <a:spcBef>
                <a:spcPts val="2900"/>
              </a:spcBef>
              <a:spcAft>
                <a:spcPts val="0"/>
              </a:spcAft>
              <a:buClrTx/>
              <a:buSzPct val="100000"/>
              <a:buFontTx/>
              <a:buChar char="»"/>
              <a:tabLst/>
              <a:defRPr sz="36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9pPr>
          </a:lstStyle>
          <a:p>
            <a:r>
              <a:rPr lang="en-US" sz="4800" kern="0"/>
              <a:t>Generate technical and business documentation from live source</a:t>
            </a:r>
            <a:endParaRPr lang="en-US" sz="4800" kern="0" dirty="0"/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52B1ED9A-D270-DF39-6BCC-9D4C44A1AAEE}"/>
              </a:ext>
            </a:extLst>
          </p:cNvPr>
          <p:cNvSpPr txBox="1">
            <a:spLocks/>
          </p:cNvSpPr>
          <p:nvPr/>
        </p:nvSpPr>
        <p:spPr>
          <a:xfrm>
            <a:off x="12780000" y="7247145"/>
            <a:ext cx="4953000" cy="494842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/>
          <a:lstStyle>
            <a:lvl1pPr marL="0" marR="0" indent="0" algn="l" defTabSz="2438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 b="0" i="0" u="none" strike="noStrike" cap="none" spc="0" baseline="0">
                <a:solidFill>
                  <a:schemeClr val="tx1"/>
                </a:solidFill>
                <a:uFillTx/>
                <a:latin typeface="IBM Plex Sans Light" panose="020B0403050203000203" pitchFamily="34" charset="0"/>
                <a:ea typeface="+mj-ea"/>
                <a:cs typeface="+mj-cs"/>
                <a:sym typeface="IBM Plex Sans Light"/>
              </a:defRPr>
            </a:lvl1pPr>
            <a:lvl2pPr marL="256032" marR="0" indent="-256032" algn="l" defTabSz="2438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–"/>
              <a:tabLst/>
              <a:defRPr sz="2800" b="0" i="0" u="none" strike="noStrike" cap="none" spc="0" baseline="0">
                <a:solidFill>
                  <a:schemeClr val="tx1"/>
                </a:solidFill>
                <a:uFillTx/>
                <a:latin typeface="IBM Plex Sans Light" panose="020B0403050203000203" pitchFamily="34" charset="0"/>
                <a:ea typeface="+mj-ea"/>
                <a:cs typeface="+mj-cs"/>
                <a:sym typeface="IBM Plex Sans Light"/>
              </a:defRPr>
            </a:lvl2pPr>
            <a:lvl3pPr marL="512064" marR="0" indent="-256032" algn="l" defTabSz="2438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 sz="2800" b="0" i="0" u="none" strike="noStrike" cap="none" spc="0" baseline="0">
                <a:solidFill>
                  <a:schemeClr val="tx1"/>
                </a:solidFill>
                <a:uFillTx/>
                <a:latin typeface="IBM Plex Sans Light" panose="020B0403050203000203" pitchFamily="34" charset="0"/>
                <a:ea typeface="+mj-ea"/>
                <a:cs typeface="+mj-cs"/>
                <a:sym typeface="IBM Plex Sans Light"/>
              </a:defRPr>
            </a:lvl3pPr>
            <a:lvl4pPr marL="768096" marR="0" indent="-256032" algn="l" defTabSz="2438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–"/>
              <a:tabLst/>
              <a:defRPr sz="2800" b="0" i="0" u="none" strike="noStrike" cap="none" spc="0" baseline="0">
                <a:solidFill>
                  <a:schemeClr val="tx1"/>
                </a:solidFill>
                <a:uFillTx/>
                <a:latin typeface="IBM Plex Sans Light" panose="020B0403050203000203" pitchFamily="34" charset="0"/>
                <a:ea typeface="+mj-ea"/>
                <a:cs typeface="+mj-cs"/>
                <a:sym typeface="IBM Plex Sans Light"/>
              </a:defRPr>
            </a:lvl4pPr>
            <a:lvl5pPr marL="1143000" marR="0" indent="-457200" algn="l" defTabSz="2438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IBM Plex Sans" panose="020B0604020202020204" pitchFamily="34" charset="0"/>
              <a:buChar char="•"/>
              <a:tabLst/>
              <a:defRPr sz="2800" b="0" i="0" u="none" strike="noStrike" cap="none" spc="0" baseline="0">
                <a:solidFill>
                  <a:schemeClr val="tx1"/>
                </a:solidFill>
                <a:uFillTx/>
                <a:latin typeface="IBM Plex Sans Light" panose="020B0403050203000203" pitchFamily="34" charset="0"/>
                <a:ea typeface="+mj-ea"/>
                <a:cs typeface="+mj-cs"/>
                <a:sym typeface="IBM Plex Sans Light"/>
              </a:defRPr>
            </a:lvl5pPr>
            <a:lvl6pPr marL="1843060" marR="0" indent="-389009" algn="l" defTabSz="2438400" rtl="0" eaLnBrk="1" latinLnBrk="0" hangingPunct="1">
              <a:lnSpc>
                <a:spcPct val="100000"/>
              </a:lnSpc>
              <a:spcBef>
                <a:spcPts val="2900"/>
              </a:spcBef>
              <a:spcAft>
                <a:spcPts val="0"/>
              </a:spcAft>
              <a:buClrTx/>
              <a:buSzPct val="100000"/>
              <a:buFontTx/>
              <a:buChar char="»"/>
              <a:tabLst/>
              <a:defRPr sz="36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6pPr>
            <a:lvl7pPr marL="2205631" marR="0" indent="-389009" algn="l" defTabSz="2438400" rtl="0" eaLnBrk="1" latinLnBrk="0" hangingPunct="1">
              <a:lnSpc>
                <a:spcPct val="100000"/>
              </a:lnSpc>
              <a:spcBef>
                <a:spcPts val="2900"/>
              </a:spcBef>
              <a:spcAft>
                <a:spcPts val="0"/>
              </a:spcAft>
              <a:buClrTx/>
              <a:buSzPct val="100000"/>
              <a:buFontTx/>
              <a:buChar char="»"/>
              <a:tabLst/>
              <a:defRPr sz="36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7pPr>
            <a:lvl8pPr marL="2568200" marR="0" indent="-389009" algn="l" defTabSz="2438400" rtl="0" eaLnBrk="1" latinLnBrk="0" hangingPunct="1">
              <a:lnSpc>
                <a:spcPct val="100000"/>
              </a:lnSpc>
              <a:spcBef>
                <a:spcPts val="2900"/>
              </a:spcBef>
              <a:spcAft>
                <a:spcPts val="0"/>
              </a:spcAft>
              <a:buClrTx/>
              <a:buSzPct val="100000"/>
              <a:buFontTx/>
              <a:buChar char="»"/>
              <a:tabLst/>
              <a:defRPr sz="36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8pPr>
            <a:lvl9pPr marL="2930769" marR="0" indent="-389009" algn="l" defTabSz="2438400" rtl="0" eaLnBrk="1" latinLnBrk="0" hangingPunct="1">
              <a:lnSpc>
                <a:spcPct val="100000"/>
              </a:lnSpc>
              <a:spcBef>
                <a:spcPts val="2900"/>
              </a:spcBef>
              <a:spcAft>
                <a:spcPts val="0"/>
              </a:spcAft>
              <a:buClrTx/>
              <a:buSzPct val="100000"/>
              <a:buFontTx/>
              <a:buChar char="»"/>
              <a:tabLst/>
              <a:defRPr sz="36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9pPr>
          </a:lstStyle>
          <a:p>
            <a:r>
              <a:rPr lang="en-US" sz="4800" kern="0" dirty="0"/>
              <a:t>Convert fixed-format RPG to modern free-format with a working compile</a:t>
            </a:r>
          </a:p>
          <a:p>
            <a:endParaRPr lang="en-US" sz="4800" kern="0" dirty="0"/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72BCDF2A-052C-AF0D-57F2-20F05C6611D7}"/>
              </a:ext>
            </a:extLst>
          </p:cNvPr>
          <p:cNvSpPr txBox="1">
            <a:spLocks/>
          </p:cNvSpPr>
          <p:nvPr/>
        </p:nvSpPr>
        <p:spPr>
          <a:xfrm>
            <a:off x="18862675" y="7247145"/>
            <a:ext cx="4953000" cy="494842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/>
          <a:lstStyle>
            <a:lvl1pPr marL="0" marR="0" indent="0" algn="l" defTabSz="2438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 b="0" i="0" u="none" strike="noStrike" cap="none" spc="0" baseline="0">
                <a:solidFill>
                  <a:schemeClr val="tx1"/>
                </a:solidFill>
                <a:uFillTx/>
                <a:latin typeface="IBM Plex Sans Light" panose="020B0403050203000203" pitchFamily="34" charset="0"/>
                <a:ea typeface="+mj-ea"/>
                <a:cs typeface="+mj-cs"/>
                <a:sym typeface="IBM Plex Sans Light"/>
              </a:defRPr>
            </a:lvl1pPr>
            <a:lvl2pPr marL="256032" marR="0" indent="-256032" algn="l" defTabSz="2438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–"/>
              <a:tabLst/>
              <a:defRPr sz="2800" b="0" i="0" u="none" strike="noStrike" cap="none" spc="0" baseline="0">
                <a:solidFill>
                  <a:schemeClr val="tx1"/>
                </a:solidFill>
                <a:uFillTx/>
                <a:latin typeface="IBM Plex Sans Light" panose="020B0403050203000203" pitchFamily="34" charset="0"/>
                <a:ea typeface="+mj-ea"/>
                <a:cs typeface="+mj-cs"/>
                <a:sym typeface="IBM Plex Sans Light"/>
              </a:defRPr>
            </a:lvl2pPr>
            <a:lvl3pPr marL="512064" marR="0" indent="-256032" algn="l" defTabSz="2438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 sz="2800" b="0" i="0" u="none" strike="noStrike" cap="none" spc="0" baseline="0">
                <a:solidFill>
                  <a:schemeClr val="tx1"/>
                </a:solidFill>
                <a:uFillTx/>
                <a:latin typeface="IBM Plex Sans Light" panose="020B0403050203000203" pitchFamily="34" charset="0"/>
                <a:ea typeface="+mj-ea"/>
                <a:cs typeface="+mj-cs"/>
                <a:sym typeface="IBM Plex Sans Light"/>
              </a:defRPr>
            </a:lvl3pPr>
            <a:lvl4pPr marL="768096" marR="0" indent="-256032" algn="l" defTabSz="2438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–"/>
              <a:tabLst/>
              <a:defRPr sz="2800" b="0" i="0" u="none" strike="noStrike" cap="none" spc="0" baseline="0">
                <a:solidFill>
                  <a:schemeClr val="tx1"/>
                </a:solidFill>
                <a:uFillTx/>
                <a:latin typeface="IBM Plex Sans Light" panose="020B0403050203000203" pitchFamily="34" charset="0"/>
                <a:ea typeface="+mj-ea"/>
                <a:cs typeface="+mj-cs"/>
                <a:sym typeface="IBM Plex Sans Light"/>
              </a:defRPr>
            </a:lvl4pPr>
            <a:lvl5pPr marL="1143000" marR="0" indent="-457200" algn="l" defTabSz="2438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IBM Plex Sans" panose="020B0604020202020204" pitchFamily="34" charset="0"/>
              <a:buChar char="•"/>
              <a:tabLst/>
              <a:defRPr sz="2800" b="0" i="0" u="none" strike="noStrike" cap="none" spc="0" baseline="0">
                <a:solidFill>
                  <a:schemeClr val="tx1"/>
                </a:solidFill>
                <a:uFillTx/>
                <a:latin typeface="IBM Plex Sans Light" panose="020B0403050203000203" pitchFamily="34" charset="0"/>
                <a:ea typeface="+mj-ea"/>
                <a:cs typeface="+mj-cs"/>
                <a:sym typeface="IBM Plex Sans Light"/>
              </a:defRPr>
            </a:lvl5pPr>
            <a:lvl6pPr marL="1843060" marR="0" indent="-389009" algn="l" defTabSz="2438400" rtl="0" eaLnBrk="1" latinLnBrk="0" hangingPunct="1">
              <a:lnSpc>
                <a:spcPct val="100000"/>
              </a:lnSpc>
              <a:spcBef>
                <a:spcPts val="2900"/>
              </a:spcBef>
              <a:spcAft>
                <a:spcPts val="0"/>
              </a:spcAft>
              <a:buClrTx/>
              <a:buSzPct val="100000"/>
              <a:buFontTx/>
              <a:buChar char="»"/>
              <a:tabLst/>
              <a:defRPr sz="36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6pPr>
            <a:lvl7pPr marL="2205631" marR="0" indent="-389009" algn="l" defTabSz="2438400" rtl="0" eaLnBrk="1" latinLnBrk="0" hangingPunct="1">
              <a:lnSpc>
                <a:spcPct val="100000"/>
              </a:lnSpc>
              <a:spcBef>
                <a:spcPts val="2900"/>
              </a:spcBef>
              <a:spcAft>
                <a:spcPts val="0"/>
              </a:spcAft>
              <a:buClrTx/>
              <a:buSzPct val="100000"/>
              <a:buFontTx/>
              <a:buChar char="»"/>
              <a:tabLst/>
              <a:defRPr sz="36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7pPr>
            <a:lvl8pPr marL="2568200" marR="0" indent="-389009" algn="l" defTabSz="2438400" rtl="0" eaLnBrk="1" latinLnBrk="0" hangingPunct="1">
              <a:lnSpc>
                <a:spcPct val="100000"/>
              </a:lnSpc>
              <a:spcBef>
                <a:spcPts val="2900"/>
              </a:spcBef>
              <a:spcAft>
                <a:spcPts val="0"/>
              </a:spcAft>
              <a:buClrTx/>
              <a:buSzPct val="100000"/>
              <a:buFontTx/>
              <a:buChar char="»"/>
              <a:tabLst/>
              <a:defRPr sz="36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8pPr>
            <a:lvl9pPr marL="2930769" marR="0" indent="-389009" algn="l" defTabSz="2438400" rtl="0" eaLnBrk="1" latinLnBrk="0" hangingPunct="1">
              <a:lnSpc>
                <a:spcPct val="100000"/>
              </a:lnSpc>
              <a:spcBef>
                <a:spcPts val="2900"/>
              </a:spcBef>
              <a:spcAft>
                <a:spcPts val="0"/>
              </a:spcAft>
              <a:buClrTx/>
              <a:buSzPct val="100000"/>
              <a:buFontTx/>
              <a:buChar char="»"/>
              <a:tabLst/>
              <a:defRPr sz="36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9pPr>
          </a:lstStyle>
          <a:p>
            <a:r>
              <a:rPr lang="en-US" sz="4800" kern="0"/>
              <a:t>Safely extend a field across the database, screen, and program</a:t>
            </a:r>
            <a:endParaRPr lang="en-US" sz="4800" kern="0" dirty="0"/>
          </a:p>
        </p:txBody>
      </p:sp>
    </p:spTree>
    <p:extLst>
      <p:ext uri="{BB962C8B-B14F-4D97-AF65-F5344CB8AC3E}">
        <p14:creationId xmlns:p14="http://schemas.microsoft.com/office/powerpoint/2010/main" val="2648643631"/>
      </p:ext>
    </p:extLst>
  </p:cSld>
  <p:clrMapOvr>
    <a:masterClrMapping/>
  </p:clrMapOvr>
  <p:transition spd="med"/>
</p:sld>
</file>

<file path=ppt/theme/theme1.xml><?xml version="1.0" encoding="utf-8"?>
<a:theme xmlns:a="http://schemas.openxmlformats.org/drawingml/2006/main" name="IBM presentation template">
  <a:themeElements>
    <a:clrScheme name="Custom 1">
      <a:dk1>
        <a:srgbClr val="FFFFFF"/>
      </a:dk1>
      <a:lt1>
        <a:srgbClr val="000000"/>
      </a:lt1>
      <a:dk2>
        <a:srgbClr val="FFFFFF"/>
      </a:dk2>
      <a:lt2>
        <a:srgbClr val="000000"/>
      </a:lt2>
      <a:accent1>
        <a:srgbClr val="0F62FE"/>
      </a:accent1>
      <a:accent2>
        <a:srgbClr val="A56EFF"/>
      </a:accent2>
      <a:accent3>
        <a:srgbClr val="003A6D"/>
      </a:accent3>
      <a:accent4>
        <a:srgbClr val="009D9A"/>
      </a:accent4>
      <a:accent5>
        <a:srgbClr val="9F1853"/>
      </a:accent5>
      <a:accent6>
        <a:srgbClr val="FA4D56"/>
      </a:accent6>
      <a:hlink>
        <a:srgbClr val="0F62FE"/>
      </a:hlink>
      <a:folHlink>
        <a:srgbClr val="6F6F6F"/>
      </a:folHlink>
    </a:clrScheme>
    <a:fontScheme name="IBM Plex">
      <a:majorFont>
        <a:latin typeface="IBM Plex Sans Light"/>
        <a:ea typeface=""/>
        <a:cs typeface=""/>
      </a:majorFont>
      <a:minorFont>
        <a:latin typeface="IBM Plex Sans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rgbClr val="E5F6FF"/>
        </a:solidFill>
        <a:ln w="19050">
          <a:solidFill>
            <a:srgbClr val="E5F6FF"/>
          </a:solidFill>
          <a:headEnd type="none" w="med" len="med"/>
          <a:tailEnd type="none" w="med" len="med"/>
        </a:ln>
        <a:effectLst/>
      </a:spPr>
      <a:bodyPr vert="horz" wrap="square" lIns="91440" tIns="91440" rIns="91440" bIns="91440" numCol="1" rtlCol="0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IBM Plex Sans Light"/>
          <a:buNone/>
          <a:tabLst/>
          <a:defRPr kumimoji="0" sz="1400" b="0" i="0" u="none" strike="noStrike" cap="none" normalizeH="0" baseline="0" dirty="0">
            <a:ln>
              <a:noFill/>
            </a:ln>
            <a:solidFill>
              <a:schemeClr val="bg1"/>
            </a:solidFill>
            <a:effectLst/>
            <a:latin typeface="+mn-lt"/>
          </a:defRPr>
        </a:defPPr>
      </a:lstStyle>
      <a:style>
        <a:lnRef idx="2">
          <a:schemeClr val="accent6"/>
        </a:lnRef>
        <a:fillRef idx="1">
          <a:schemeClr val="lt1"/>
        </a:fillRef>
        <a:effectRef idx="0">
          <a:schemeClr val="accent6"/>
        </a:effectRef>
        <a:fontRef idx="minor">
          <a:schemeClr val="dk1"/>
        </a:fontRef>
      </a:style>
    </a:spDef>
    <a:lnDef>
      <a:spPr bwMode="auto">
        <a:ln w="12700">
          <a:solidFill>
            <a:schemeClr val="tx1"/>
          </a:solidFill>
          <a:headEnd type="none" w="med" len="med"/>
          <a:tailEnd type="none" w="med" len="med"/>
        </a:ln>
        <a:effectLst/>
      </a:spPr>
      <a:bodyPr/>
      <a:lstStyle/>
      <a:style>
        <a:lnRef idx="1">
          <a:schemeClr val="dk1"/>
        </a:lnRef>
        <a:fillRef idx="0">
          <a:schemeClr val="dk1"/>
        </a:fillRef>
        <a:effectRef idx="0">
          <a:schemeClr val="dk1"/>
        </a:effectRef>
        <a:fontRef idx="minor">
          <a:schemeClr val="tx1"/>
        </a:fontRef>
      </a:style>
    </a:lnDef>
    <a:txDef>
      <a:spPr>
        <a:ln w="12700">
          <a:miter lim="400000"/>
        </a:ln>
        <a:extLst>
          <a:ext uri="{C572A759-6A51-4108-AA02-DFA0A04FC94B}">
            <ma14:wrappingTextBoxFlag xmlns:ma14="http://schemas.microsoft.com/office/mac/drawingml/2011/main" xmlns:a14="http://schemas.microsoft.com/office/drawing/2010/main" xmlns:m="http://schemas.openxmlformats.org/officeDocument/2006/math" xmlns="" xmlns:p="http://schemas.openxmlformats.org/presentationml/2006/main" xmlns:r="http://schemas.openxmlformats.org/officeDocument/2006/relationships" val="1"/>
          </a:ext>
        </a:extLst>
      </a:spPr>
      <a:bodyPr wrap="square" lIns="0" tIns="0" rIns="0" bIns="0" rtlCol="0">
        <a:noAutofit/>
      </a:bodyPr>
      <a:lstStyle>
        <a:defPPr marL="444465" indent="-446749" algn="l" defTabSz="2438400">
          <a:spcBef>
            <a:spcPts val="2900"/>
          </a:spcBef>
          <a:buSzPct val="100000"/>
          <a:buFontTx/>
          <a:buChar char="–"/>
          <a:defRPr kern="0" dirty="0" smtClean="0">
            <a:solidFill>
              <a:srgbClr val="000000"/>
            </a:solidFill>
            <a:ea typeface="+mj-ea"/>
            <a:cs typeface="+mj-cs"/>
            <a:sym typeface="IBM Plex Sans Light"/>
          </a:defRPr>
        </a:defPPr>
      </a:lstStyle>
    </a:txDef>
  </a:objectDefaults>
  <a:extraClrSchemeLst/>
  <a:custClrLst>
    <a:custClr name="Gray 100">
      <a:srgbClr val="161616"/>
    </a:custClr>
    <a:custClr name="Gray 90">
      <a:srgbClr val="262626"/>
    </a:custClr>
    <a:custClr name="Gray 80">
      <a:srgbClr val="393939"/>
    </a:custClr>
    <a:custClr name="Gray 70">
      <a:srgbClr val="525252"/>
    </a:custClr>
    <a:custClr name="Gray 60">
      <a:srgbClr val="6F6F6F"/>
    </a:custClr>
    <a:custClr name="Gray 50">
      <a:srgbClr val="8D8D8D"/>
    </a:custClr>
    <a:custClr name="Gray 40">
      <a:srgbClr val="A8A8A8"/>
    </a:custClr>
    <a:custClr name="Gray 30">
      <a:srgbClr val="C6C6C6"/>
    </a:custClr>
    <a:custClr name="Gray 20">
      <a:srgbClr val="E0E0E0"/>
    </a:custClr>
    <a:custClr name="Gray 10">
      <a:srgbClr val="F4F4F4"/>
    </a:custClr>
    <a:custClr name="Blue 100">
      <a:srgbClr val="001141"/>
    </a:custClr>
    <a:custClr name="Blue 90">
      <a:srgbClr val="001D6C"/>
    </a:custClr>
    <a:custClr name="Blue 80">
      <a:srgbClr val="002D9C"/>
    </a:custClr>
    <a:custClr name="Blue 70">
      <a:srgbClr val="0043CE"/>
    </a:custClr>
    <a:custClr name="Blue 60">
      <a:srgbClr val="0F62FE"/>
    </a:custClr>
    <a:custClr name="Cyan 50">
      <a:srgbClr val="1192E8"/>
    </a:custClr>
    <a:custClr name="Cyan 40">
      <a:srgbClr val="33B1FF"/>
    </a:custClr>
    <a:custClr name="Cyan 30">
      <a:srgbClr val="82CFFF"/>
    </a:custClr>
    <a:custClr name="Cyan 20">
      <a:srgbClr val="BAE6FF"/>
    </a:custClr>
    <a:custClr name="Cyan 10">
      <a:srgbClr val="E5F6FF"/>
    </a:custClr>
    <a:custClr name="Red 60">
      <a:srgbClr val="DA1E28"/>
    </a:custClr>
    <a:custClr name="Red 50">
      <a:srgbClr val="FA4D56"/>
    </a:custClr>
    <a:custClr name="Red 30">
      <a:srgbClr val="FFB3B8"/>
    </a:custClr>
    <a:custClr name="Red 20">
      <a:srgbClr val="FFD7D9"/>
    </a:custClr>
    <a:custClr name="Red 10">
      <a:srgbClr val="FFF1F1"/>
    </a:custClr>
    <a:custClr name="Magenta 60">
      <a:srgbClr val="D02670"/>
    </a:custClr>
    <a:custClr name="Magenta 50">
      <a:srgbClr val="EE5396"/>
    </a:custClr>
    <a:custClr name="Magenta 30">
      <a:srgbClr val="FFAFD2"/>
    </a:custClr>
    <a:custClr name="Magenta 20">
      <a:srgbClr val="FFD6E8"/>
    </a:custClr>
    <a:custClr name="Magenta 10">
      <a:srgbClr val="FFF0F7"/>
    </a:custClr>
    <a:custClr name="Purple 60">
      <a:srgbClr val="8A3FFC"/>
    </a:custClr>
    <a:custClr name="Purple 50">
      <a:srgbClr val="A56EFF"/>
    </a:custClr>
    <a:custClr name="Purple 30">
      <a:srgbClr val="D4BBFF"/>
    </a:custClr>
    <a:custClr name="Purple 20">
      <a:srgbClr val="E8DAFF"/>
    </a:custClr>
    <a:custClr name="Purple 10">
      <a:srgbClr val="F6F2FF"/>
    </a:custClr>
    <a:custClr name="Teal 60">
      <a:srgbClr val="007D79"/>
    </a:custClr>
    <a:custClr name="Teal 50">
      <a:srgbClr val="009D9A"/>
    </a:custClr>
    <a:custClr name="Teal 30">
      <a:srgbClr val="3DDBD9"/>
    </a:custClr>
    <a:custClr name="Teal 20">
      <a:srgbClr val="9EF0F0"/>
    </a:custClr>
    <a:custClr name="Teal 10">
      <a:srgbClr val="D9FBFB"/>
    </a:custClr>
    <a:custClr name="Green 60">
      <a:srgbClr val="198038"/>
    </a:custClr>
    <a:custClr name="Green 50">
      <a:srgbClr val="24A148"/>
    </a:custClr>
    <a:custClr name="Green 30">
      <a:srgbClr val="6FDC8C"/>
    </a:custClr>
    <a:custClr name="Green 20">
      <a:srgbClr val="A7F0BA"/>
    </a:custClr>
    <a:custClr name="Green 10">
      <a:srgbClr val="DEFBE6"/>
    </a:custClr>
    <a:custClr name="Yellow 30">
      <a:srgbClr val="F1C21B"/>
    </a:custClr>
    <a:custClr name="Yellow 20">
      <a:srgbClr val="FDDC69"/>
    </a:custClr>
    <a:custClr name="Yellow 10">
      <a:srgbClr val="FCF4D6"/>
    </a:custClr>
    <a:custClr name="Blue 20">
      <a:srgbClr val="D0E2FF"/>
    </a:custClr>
    <a:custClr name="Blue 10">
      <a:srgbClr val="EDF5FF"/>
    </a:custClr>
  </a:custClrLst>
  <a:extLst>
    <a:ext uri="{05A4C25C-085E-4340-85A3-A5531E510DB2}">
      <thm15:themeFamily xmlns:thm15="http://schemas.microsoft.com/office/thememl/2012/main" name="1730368918050" id="{31DF0289-1028-6943-A020-36845773A867}" vid="{420903E5-FF27-9C4D-AB14-78ABBED49DF3}"/>
    </a:ext>
  </a:extLst>
</a:theme>
</file>

<file path=ppt/theme/theme2.xml><?xml version="1.0" encoding="utf-8"?>
<a:theme xmlns:a="http://schemas.openxmlformats.org/drawingml/2006/main" name="1_IBM presentation template">
  <a:themeElements>
    <a:clrScheme name="Custom 1">
      <a:dk1>
        <a:srgbClr val="FFFFFF"/>
      </a:dk1>
      <a:lt1>
        <a:srgbClr val="000000"/>
      </a:lt1>
      <a:dk2>
        <a:srgbClr val="FFFFFF"/>
      </a:dk2>
      <a:lt2>
        <a:srgbClr val="000000"/>
      </a:lt2>
      <a:accent1>
        <a:srgbClr val="0F62FE"/>
      </a:accent1>
      <a:accent2>
        <a:srgbClr val="A56EFF"/>
      </a:accent2>
      <a:accent3>
        <a:srgbClr val="003A6D"/>
      </a:accent3>
      <a:accent4>
        <a:srgbClr val="009D9A"/>
      </a:accent4>
      <a:accent5>
        <a:srgbClr val="9F1853"/>
      </a:accent5>
      <a:accent6>
        <a:srgbClr val="FA4D56"/>
      </a:accent6>
      <a:hlink>
        <a:srgbClr val="0F62FE"/>
      </a:hlink>
      <a:folHlink>
        <a:srgbClr val="6F6F6F"/>
      </a:folHlink>
    </a:clrScheme>
    <a:fontScheme name="IBM Plex">
      <a:majorFont>
        <a:latin typeface="IBM Plex Sans Light"/>
        <a:ea typeface=""/>
        <a:cs typeface=""/>
      </a:majorFont>
      <a:minorFont>
        <a:latin typeface="IBM Plex Sans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rgbClr val="E5F6FF"/>
        </a:solidFill>
        <a:ln w="19050">
          <a:solidFill>
            <a:srgbClr val="E5F6FF"/>
          </a:solidFill>
          <a:headEnd type="none" w="med" len="med"/>
          <a:tailEnd type="none" w="med" len="med"/>
        </a:ln>
        <a:effectLst/>
      </a:spPr>
      <a:bodyPr vert="horz" wrap="square" lIns="91440" tIns="91440" rIns="91440" bIns="91440" numCol="1" rtlCol="0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IBM Plex Sans Light"/>
          <a:buNone/>
          <a:tabLst/>
          <a:defRPr kumimoji="0" sz="1400" b="0" i="0" u="none" strike="noStrike" cap="none" normalizeH="0" baseline="0" dirty="0">
            <a:ln>
              <a:noFill/>
            </a:ln>
            <a:solidFill>
              <a:schemeClr val="bg1"/>
            </a:solidFill>
            <a:effectLst/>
            <a:latin typeface="+mn-lt"/>
          </a:defRPr>
        </a:defPPr>
      </a:lstStyle>
      <a:style>
        <a:lnRef idx="2">
          <a:schemeClr val="accent6"/>
        </a:lnRef>
        <a:fillRef idx="1">
          <a:schemeClr val="lt1"/>
        </a:fillRef>
        <a:effectRef idx="0">
          <a:schemeClr val="accent6"/>
        </a:effectRef>
        <a:fontRef idx="minor">
          <a:schemeClr val="dk1"/>
        </a:fontRef>
      </a:style>
    </a:spDef>
    <a:lnDef>
      <a:spPr bwMode="auto">
        <a:ln w="12700">
          <a:solidFill>
            <a:schemeClr val="tx1"/>
          </a:solidFill>
          <a:headEnd type="none" w="med" len="med"/>
          <a:tailEnd type="none" w="med" len="med"/>
        </a:ln>
        <a:effectLst/>
      </a:spPr>
      <a:bodyPr/>
      <a:lstStyle/>
      <a:style>
        <a:lnRef idx="1">
          <a:schemeClr val="dk1"/>
        </a:lnRef>
        <a:fillRef idx="0">
          <a:schemeClr val="dk1"/>
        </a:fillRef>
        <a:effectRef idx="0">
          <a:schemeClr val="dk1"/>
        </a:effectRef>
        <a:fontRef idx="minor">
          <a:schemeClr val="tx1"/>
        </a:fontRef>
      </a:style>
    </a:lnDef>
    <a:txDef>
      <a:spPr>
        <a:ln w="12700">
          <a:miter lim="400000"/>
        </a:ln>
        <a:extLst>
          <a:ext uri="{C572A759-6A51-4108-AA02-DFA0A04FC94B}">
            <ma14:wrappingTextBoxFlag xmlns:ma14="http://schemas.microsoft.com/office/mac/drawingml/2011/main" xmlns:a14="http://schemas.microsoft.com/office/drawing/2010/main" xmlns:m="http://schemas.openxmlformats.org/officeDocument/2006/math" xmlns="" xmlns:p="http://schemas.openxmlformats.org/presentationml/2006/main" xmlns:r="http://schemas.openxmlformats.org/officeDocument/2006/relationships" val="1"/>
          </a:ext>
        </a:extLst>
      </a:spPr>
      <a:bodyPr wrap="square" lIns="0" tIns="0" rIns="0" bIns="0" rtlCol="0">
        <a:noAutofit/>
      </a:bodyPr>
      <a:lstStyle>
        <a:defPPr marL="444465" indent="-446749" algn="l" defTabSz="2438400">
          <a:spcBef>
            <a:spcPts val="2900"/>
          </a:spcBef>
          <a:buSzPct val="100000"/>
          <a:buFontTx/>
          <a:buChar char="–"/>
          <a:defRPr kern="0" dirty="0" smtClean="0">
            <a:solidFill>
              <a:srgbClr val="000000"/>
            </a:solidFill>
            <a:ea typeface="+mj-ea"/>
            <a:cs typeface="+mj-cs"/>
            <a:sym typeface="IBM Plex Sans Light"/>
          </a:defRPr>
        </a:defPPr>
      </a:lstStyle>
    </a:txDef>
  </a:objectDefaults>
  <a:extraClrSchemeLst/>
  <a:custClrLst>
    <a:custClr name="Gray 100">
      <a:srgbClr val="161616"/>
    </a:custClr>
    <a:custClr name="Gray 90">
      <a:srgbClr val="262626"/>
    </a:custClr>
    <a:custClr name="Gray 80">
      <a:srgbClr val="393939"/>
    </a:custClr>
    <a:custClr name="Gray 70">
      <a:srgbClr val="525252"/>
    </a:custClr>
    <a:custClr name="Gray 60">
      <a:srgbClr val="6F6F6F"/>
    </a:custClr>
    <a:custClr name="Gray 50">
      <a:srgbClr val="8D8D8D"/>
    </a:custClr>
    <a:custClr name="Gray 40">
      <a:srgbClr val="A8A8A8"/>
    </a:custClr>
    <a:custClr name="Gray 30">
      <a:srgbClr val="C6C6C6"/>
    </a:custClr>
    <a:custClr name="Gray 20">
      <a:srgbClr val="E0E0E0"/>
    </a:custClr>
    <a:custClr name="Gray 10">
      <a:srgbClr val="F4F4F4"/>
    </a:custClr>
    <a:custClr name="Blue 100">
      <a:srgbClr val="001141"/>
    </a:custClr>
    <a:custClr name="Blue 90">
      <a:srgbClr val="001D6C"/>
    </a:custClr>
    <a:custClr name="Blue 80">
      <a:srgbClr val="002D9C"/>
    </a:custClr>
    <a:custClr name="Blue 70">
      <a:srgbClr val="0043CE"/>
    </a:custClr>
    <a:custClr name="Blue 60">
      <a:srgbClr val="0F62FE"/>
    </a:custClr>
    <a:custClr name="Cyan 50">
      <a:srgbClr val="1192E8"/>
    </a:custClr>
    <a:custClr name="Cyan 40">
      <a:srgbClr val="33B1FF"/>
    </a:custClr>
    <a:custClr name="Cyan 30">
      <a:srgbClr val="82CFFF"/>
    </a:custClr>
    <a:custClr name="Cyan 20">
      <a:srgbClr val="BAE6FF"/>
    </a:custClr>
    <a:custClr name="Cyan 10">
      <a:srgbClr val="E5F6FF"/>
    </a:custClr>
    <a:custClr name="Red 60">
      <a:srgbClr val="DA1E28"/>
    </a:custClr>
    <a:custClr name="Red 50">
      <a:srgbClr val="FA4D56"/>
    </a:custClr>
    <a:custClr name="Red 30">
      <a:srgbClr val="FFB3B8"/>
    </a:custClr>
    <a:custClr name="Red 20">
      <a:srgbClr val="FFD7D9"/>
    </a:custClr>
    <a:custClr name="Red 10">
      <a:srgbClr val="FFF1F1"/>
    </a:custClr>
    <a:custClr name="Magenta 60">
      <a:srgbClr val="D02670"/>
    </a:custClr>
    <a:custClr name="Magenta 50">
      <a:srgbClr val="EE5396"/>
    </a:custClr>
    <a:custClr name="Magenta 30">
      <a:srgbClr val="FFAFD2"/>
    </a:custClr>
    <a:custClr name="Magenta 20">
      <a:srgbClr val="FFD6E8"/>
    </a:custClr>
    <a:custClr name="Magenta 10">
      <a:srgbClr val="FFF0F7"/>
    </a:custClr>
    <a:custClr name="Purple 60">
      <a:srgbClr val="8A3FFC"/>
    </a:custClr>
    <a:custClr name="Purple 50">
      <a:srgbClr val="A56EFF"/>
    </a:custClr>
    <a:custClr name="Purple 30">
      <a:srgbClr val="D4BBFF"/>
    </a:custClr>
    <a:custClr name="Purple 20">
      <a:srgbClr val="E8DAFF"/>
    </a:custClr>
    <a:custClr name="Purple 10">
      <a:srgbClr val="F6F2FF"/>
    </a:custClr>
    <a:custClr name="Teal 60">
      <a:srgbClr val="007D79"/>
    </a:custClr>
    <a:custClr name="Teal 50">
      <a:srgbClr val="009D9A"/>
    </a:custClr>
    <a:custClr name="Teal 30">
      <a:srgbClr val="3DDBD9"/>
    </a:custClr>
    <a:custClr name="Teal 20">
      <a:srgbClr val="9EF0F0"/>
    </a:custClr>
    <a:custClr name="Teal 10">
      <a:srgbClr val="D9FBFB"/>
    </a:custClr>
    <a:custClr name="Green 60">
      <a:srgbClr val="198038"/>
    </a:custClr>
    <a:custClr name="Green 50">
      <a:srgbClr val="24A148"/>
    </a:custClr>
    <a:custClr name="Green 30">
      <a:srgbClr val="6FDC8C"/>
    </a:custClr>
    <a:custClr name="Green 20">
      <a:srgbClr val="A7F0BA"/>
    </a:custClr>
    <a:custClr name="Green 10">
      <a:srgbClr val="DEFBE6"/>
    </a:custClr>
    <a:custClr name="Yellow 30">
      <a:srgbClr val="F1C21B"/>
    </a:custClr>
    <a:custClr name="Yellow 20">
      <a:srgbClr val="FDDC69"/>
    </a:custClr>
    <a:custClr name="Yellow 10">
      <a:srgbClr val="FCF4D6"/>
    </a:custClr>
    <a:custClr name="Blue 20">
      <a:srgbClr val="D0E2FF"/>
    </a:custClr>
    <a:custClr name="Blue 10">
      <a:srgbClr val="EDF5FF"/>
    </a:custClr>
  </a:custClrLst>
  <a:extLst>
    <a:ext uri="{05A4C25C-085E-4340-85A3-A5531E510DB2}">
      <thm15:themeFamily xmlns:thm15="http://schemas.microsoft.com/office/thememl/2012/main" name="1730368918050" id="{31DF0289-1028-6943-A020-36845773A867}" vid="{420903E5-FF27-9C4D-AB14-78ABBED49DF3}"/>
    </a:ext>
  </a:extLst>
</a:theme>
</file>

<file path=ppt/theme/theme3.xml><?xml version="1.0" encoding="utf-8"?>
<a:theme xmlns:a="http://schemas.openxmlformats.org/drawingml/2006/main" name="IBM Brand Template 2022">
  <a:themeElements>
    <a:clrScheme name="Custom 1">
      <a:dk1>
        <a:srgbClr val="FFFFFF"/>
      </a:dk1>
      <a:lt1>
        <a:srgbClr val="000000"/>
      </a:lt1>
      <a:dk2>
        <a:srgbClr val="FFFFFF"/>
      </a:dk2>
      <a:lt2>
        <a:srgbClr val="000000"/>
      </a:lt2>
      <a:accent1>
        <a:srgbClr val="0F62FE"/>
      </a:accent1>
      <a:accent2>
        <a:srgbClr val="A56EFF"/>
      </a:accent2>
      <a:accent3>
        <a:srgbClr val="003A6D"/>
      </a:accent3>
      <a:accent4>
        <a:srgbClr val="009D9A"/>
      </a:accent4>
      <a:accent5>
        <a:srgbClr val="9F1853"/>
      </a:accent5>
      <a:accent6>
        <a:srgbClr val="FA4D56"/>
      </a:accent6>
      <a:hlink>
        <a:srgbClr val="0F62FE"/>
      </a:hlink>
      <a:folHlink>
        <a:srgbClr val="6F6F6F"/>
      </a:folHlink>
    </a:clrScheme>
    <a:fontScheme name="IBM Plex">
      <a:majorFont>
        <a:latin typeface="IBM Plex Sans Light"/>
        <a:ea typeface=""/>
        <a:cs typeface=""/>
      </a:majorFont>
      <a:minorFont>
        <a:latin typeface="IBM Plex Sans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accent1"/>
        </a:solidFill>
        <a:ln w="19050">
          <a:solidFill>
            <a:schemeClr val="accent1"/>
          </a:solidFill>
          <a:headEnd type="none" w="med" len="med"/>
          <a:tailEnd type="none" w="med" len="med"/>
        </a:ln>
        <a:effectLst/>
      </a:spPr>
      <a:bodyPr vert="horz" wrap="square" lIns="91440" tIns="91440" rIns="91440" bIns="91440" numCol="1" rtlCol="0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IBM Plex Sans Light"/>
          <a:buNone/>
          <a:tabLst/>
          <a:defRPr kumimoji="0" sz="1400" b="0" i="0" u="none" strike="noStrike" cap="none" normalizeH="0" baseline="0" dirty="0" smtClean="0">
            <a:ln>
              <a:noFill/>
            </a:ln>
            <a:solidFill>
              <a:schemeClr val="bg1"/>
            </a:solidFill>
            <a:effectLst/>
            <a:latin typeface="+mn-lt"/>
          </a:defRPr>
        </a:defPPr>
      </a:lstStyle>
      <a:style>
        <a:lnRef idx="2">
          <a:schemeClr val="accent6"/>
        </a:lnRef>
        <a:fillRef idx="1">
          <a:schemeClr val="lt1"/>
        </a:fillRef>
        <a:effectRef idx="0">
          <a:schemeClr val="accent6"/>
        </a:effectRef>
        <a:fontRef idx="minor">
          <a:schemeClr val="dk1"/>
        </a:fontRef>
      </a:style>
    </a:spDef>
    <a:lnDef>
      <a:spPr bwMode="auto">
        <a:ln w="19050">
          <a:solidFill>
            <a:schemeClr val="tx1"/>
          </a:solidFill>
          <a:headEnd type="none" w="med" len="med"/>
          <a:tailEnd type="none" w="med" len="med"/>
        </a:ln>
        <a:effectLst/>
      </a:spPr>
      <a:bodyPr/>
      <a:lstStyle/>
      <a:style>
        <a:lnRef idx="1">
          <a:schemeClr val="dk1"/>
        </a:lnRef>
        <a:fillRef idx="0">
          <a:schemeClr val="dk1"/>
        </a:fillRef>
        <a:effectRef idx="0">
          <a:schemeClr val="dk1"/>
        </a:effectRef>
        <a:fontRef idx="minor">
          <a:schemeClr val="tx1"/>
        </a:fontRef>
      </a:style>
    </a:lnDef>
    <a:txDef>
      <a:spPr>
        <a:ln w="12700">
          <a:miter lim="400000"/>
        </a:ln>
        <a:extLst>
          <a:ext uri="{C572A759-6A51-4108-AA02-DFA0A04FC94B}">
            <ma14:wrappingTextBoxFlag xmlns:r="http://schemas.openxmlformats.org/officeDocument/2006/relationships" xmlns:p="http://schemas.openxmlformats.org/presentationml/2006/main" xmlns="" xmlns:m="http://schemas.openxmlformats.org/officeDocument/2006/math" xmlns:a14="http://schemas.microsoft.com/office/drawing/2010/main" xmlns:ma14="http://schemas.microsoft.com/office/mac/drawingml/2011/main" val="1"/>
          </a:ext>
        </a:extLst>
      </a:spPr>
      <a:bodyPr wrap="square" lIns="0" tIns="0" rIns="0" bIns="0" rtlCol="0">
        <a:noAutofit/>
      </a:bodyPr>
      <a:lstStyle>
        <a:defPPr marL="444465" indent="-446749" algn="l" defTabSz="2438400">
          <a:spcBef>
            <a:spcPts val="2900"/>
          </a:spcBef>
          <a:buSzPct val="100000"/>
          <a:buFontTx/>
          <a:buChar char="–"/>
          <a:defRPr kern="0" dirty="0" smtClean="0">
            <a:solidFill>
              <a:srgbClr val="000000"/>
            </a:solidFill>
            <a:ea typeface="+mj-ea"/>
            <a:cs typeface="+mj-cs"/>
            <a:sym typeface="IBM Plex Sans Light"/>
          </a:defRPr>
        </a:defPPr>
      </a:lstStyle>
    </a:txDef>
  </a:objectDefaults>
  <a:extraClrSchemeLst/>
  <a:custClrLst>
    <a:custClr name="Gray 100">
      <a:srgbClr val="161616"/>
    </a:custClr>
    <a:custClr name="Gray 90">
      <a:srgbClr val="262626"/>
    </a:custClr>
    <a:custClr name="Gray 80">
      <a:srgbClr val="393939"/>
    </a:custClr>
    <a:custClr name="Gray 70">
      <a:srgbClr val="525252"/>
    </a:custClr>
    <a:custClr name="Gray 60">
      <a:srgbClr val="6F6F6F"/>
    </a:custClr>
    <a:custClr name="Gray 50">
      <a:srgbClr val="8D8D8D"/>
    </a:custClr>
    <a:custClr name="Gray 40">
      <a:srgbClr val="A8A8A8"/>
    </a:custClr>
    <a:custClr name="Gray 30">
      <a:srgbClr val="C6C6C6"/>
    </a:custClr>
    <a:custClr name="Gray 20">
      <a:srgbClr val="E0E0E0"/>
    </a:custClr>
    <a:custClr name="Gray 10">
      <a:srgbClr val="F4F4F4"/>
    </a:custClr>
    <a:custClr name="Blue 100">
      <a:srgbClr val="001141"/>
    </a:custClr>
    <a:custClr name="Blue 90">
      <a:srgbClr val="001D6C"/>
    </a:custClr>
    <a:custClr name="Blue 80">
      <a:srgbClr val="002D9C"/>
    </a:custClr>
    <a:custClr name="Blue 70">
      <a:srgbClr val="0043CE"/>
    </a:custClr>
    <a:custClr name="Blue 60">
      <a:srgbClr val="0F62FE"/>
    </a:custClr>
    <a:custClr name="Cyan 50">
      <a:srgbClr val="1192E8"/>
    </a:custClr>
    <a:custClr name="Cyan 40">
      <a:srgbClr val="33B1FF"/>
    </a:custClr>
    <a:custClr name="Cyan 30">
      <a:srgbClr val="82CFFF"/>
    </a:custClr>
    <a:custClr name="Cyan 20">
      <a:srgbClr val="BAE6FF"/>
    </a:custClr>
    <a:custClr name="Cyan 10">
      <a:srgbClr val="E5F6FF"/>
    </a:custClr>
    <a:custClr name="Red 60">
      <a:srgbClr val="DA1E28"/>
    </a:custClr>
    <a:custClr name="Red 50">
      <a:srgbClr val="FA4D56"/>
    </a:custClr>
    <a:custClr name="Red 30">
      <a:srgbClr val="FFB3B8"/>
    </a:custClr>
    <a:custClr name="Red 20">
      <a:srgbClr val="FFD7D9"/>
    </a:custClr>
    <a:custClr name="Red 10">
      <a:srgbClr val="FFF1F1"/>
    </a:custClr>
    <a:custClr name="Magenta 60">
      <a:srgbClr val="D02670"/>
    </a:custClr>
    <a:custClr name="Magenta 50">
      <a:srgbClr val="EE5396"/>
    </a:custClr>
    <a:custClr name="Magenta 30">
      <a:srgbClr val="FFAFD2"/>
    </a:custClr>
    <a:custClr name="Magenta 20">
      <a:srgbClr val="FFD6E8"/>
    </a:custClr>
    <a:custClr name="Magenta 10">
      <a:srgbClr val="FFF0F7"/>
    </a:custClr>
    <a:custClr name="Purple 60">
      <a:srgbClr val="8A3FFC"/>
    </a:custClr>
    <a:custClr name="Purple 50">
      <a:srgbClr val="A56EFF"/>
    </a:custClr>
    <a:custClr name="Purple 30">
      <a:srgbClr val="D4BBFF"/>
    </a:custClr>
    <a:custClr name="Purple 20">
      <a:srgbClr val="E8DAFF"/>
    </a:custClr>
    <a:custClr name="Purple 10">
      <a:srgbClr val="F6F2FF"/>
    </a:custClr>
    <a:custClr name="Teal 60">
      <a:srgbClr val="007D79"/>
    </a:custClr>
    <a:custClr name="Teal 50">
      <a:srgbClr val="009D9A"/>
    </a:custClr>
    <a:custClr name="Teal 30">
      <a:srgbClr val="3DDBD9"/>
    </a:custClr>
    <a:custClr name="Teal 20">
      <a:srgbClr val="9EF0F0"/>
    </a:custClr>
    <a:custClr name="Teal 10">
      <a:srgbClr val="D9FBFB"/>
    </a:custClr>
    <a:custClr name="Green 60">
      <a:srgbClr val="198038"/>
    </a:custClr>
    <a:custClr name="Green 50">
      <a:srgbClr val="24A148"/>
    </a:custClr>
    <a:custClr name="Green 30">
      <a:srgbClr val="6FDC8C"/>
    </a:custClr>
    <a:custClr name="Green 20">
      <a:srgbClr val="A7F0BA"/>
    </a:custClr>
    <a:custClr name="Green 10">
      <a:srgbClr val="DEFBE6"/>
    </a:custClr>
    <a:custClr name="Yellow 30">
      <a:srgbClr val="F1C21B"/>
    </a:custClr>
    <a:custClr name="Yellow 20">
      <a:srgbClr val="FDDC69"/>
    </a:custClr>
    <a:custClr name="Yellow 10">
      <a:srgbClr val="FCF4D6"/>
    </a:custClr>
    <a:custClr name="Blue 20">
      <a:srgbClr val="D0E2FF"/>
    </a:custClr>
    <a:custClr name="Blue 10">
      <a:srgbClr val="EDF5FF"/>
    </a:custClr>
  </a:custClrLst>
  <a:extLst>
    <a:ext uri="{05A4C25C-085E-4340-85A3-A5531E510DB2}">
      <thm15:themeFamily xmlns:thm15="http://schemas.microsoft.com/office/thememl/2012/main" name="IBM_Master_Presentation_2021_V01_Plex" id="{BD398A2B-0B96-D843-9A4A-05239798B6A1}" vid="{46683C84-C800-D441-9101-471717108C97}"/>
    </a:ext>
  </a:extLst>
</a:theme>
</file>

<file path=ppt/theme/theme4.xml><?xml version="1.0" encoding="utf-8"?>
<a:theme xmlns:a="http://schemas.openxmlformats.org/drawingml/2006/main" name="IBM Brand Template 2022">
  <a:themeElements>
    <a:clrScheme name="Custom 1">
      <a:dk1>
        <a:srgbClr val="FFFFFF"/>
      </a:dk1>
      <a:lt1>
        <a:srgbClr val="000000"/>
      </a:lt1>
      <a:dk2>
        <a:srgbClr val="FFFFFF"/>
      </a:dk2>
      <a:lt2>
        <a:srgbClr val="000000"/>
      </a:lt2>
      <a:accent1>
        <a:srgbClr val="0F62FE"/>
      </a:accent1>
      <a:accent2>
        <a:srgbClr val="A56EFF"/>
      </a:accent2>
      <a:accent3>
        <a:srgbClr val="003A6D"/>
      </a:accent3>
      <a:accent4>
        <a:srgbClr val="009D9A"/>
      </a:accent4>
      <a:accent5>
        <a:srgbClr val="9F1853"/>
      </a:accent5>
      <a:accent6>
        <a:srgbClr val="FA4D56"/>
      </a:accent6>
      <a:hlink>
        <a:srgbClr val="0F62FE"/>
      </a:hlink>
      <a:folHlink>
        <a:srgbClr val="6F6F6F"/>
      </a:folHlink>
    </a:clrScheme>
    <a:fontScheme name="IBM Plex">
      <a:majorFont>
        <a:latin typeface="IBM Plex Sans Light"/>
        <a:ea typeface=""/>
        <a:cs typeface=""/>
      </a:majorFont>
      <a:minorFont>
        <a:latin typeface="IBM Plex Sans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accent1"/>
        </a:solidFill>
        <a:ln w="19050">
          <a:solidFill>
            <a:schemeClr val="accent1"/>
          </a:solidFill>
          <a:headEnd type="none" w="med" len="med"/>
          <a:tailEnd type="none" w="med" len="med"/>
        </a:ln>
        <a:effectLst/>
      </a:spPr>
      <a:bodyPr vert="horz" wrap="square" lIns="91440" tIns="91440" rIns="91440" bIns="91440" numCol="1" rtlCol="0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IBM Plex Sans Light"/>
          <a:buNone/>
          <a:tabLst/>
          <a:defRPr kumimoji="0" sz="1400" b="0" i="0" u="none" strike="noStrike" cap="none" normalizeH="0" baseline="0" dirty="0" smtClean="0">
            <a:ln>
              <a:noFill/>
            </a:ln>
            <a:solidFill>
              <a:schemeClr val="bg1"/>
            </a:solidFill>
            <a:effectLst/>
            <a:latin typeface="+mn-lt"/>
          </a:defRPr>
        </a:defPPr>
      </a:lstStyle>
      <a:style>
        <a:lnRef idx="2">
          <a:schemeClr val="accent6"/>
        </a:lnRef>
        <a:fillRef idx="1">
          <a:schemeClr val="lt1"/>
        </a:fillRef>
        <a:effectRef idx="0">
          <a:schemeClr val="accent6"/>
        </a:effectRef>
        <a:fontRef idx="minor">
          <a:schemeClr val="dk1"/>
        </a:fontRef>
      </a:style>
    </a:spDef>
    <a:lnDef>
      <a:spPr bwMode="auto">
        <a:ln w="19050">
          <a:solidFill>
            <a:schemeClr val="tx1"/>
          </a:solidFill>
          <a:headEnd type="none" w="med" len="med"/>
          <a:tailEnd type="none" w="med" len="med"/>
        </a:ln>
        <a:effectLst/>
      </a:spPr>
      <a:bodyPr/>
      <a:lstStyle/>
      <a:style>
        <a:lnRef idx="1">
          <a:schemeClr val="dk1"/>
        </a:lnRef>
        <a:fillRef idx="0">
          <a:schemeClr val="dk1"/>
        </a:fillRef>
        <a:effectRef idx="0">
          <a:schemeClr val="dk1"/>
        </a:effectRef>
        <a:fontRef idx="minor">
          <a:schemeClr val="tx1"/>
        </a:fontRef>
      </a:style>
    </a:lnDef>
    <a:txDef>
      <a:spPr>
        <a:ln w="12700">
          <a:miter lim="400000"/>
        </a:ln>
        <a:extLst>
          <a:ext uri="{C572A759-6A51-4108-AA02-DFA0A04FC94B}">
            <ma14:wrappingTextBoxFlag xmlns:r="http://schemas.openxmlformats.org/officeDocument/2006/relationships" xmlns:p="http://schemas.openxmlformats.org/presentationml/2006/main" xmlns="" xmlns:m="http://schemas.openxmlformats.org/officeDocument/2006/math" xmlns:a14="http://schemas.microsoft.com/office/drawing/2010/main" xmlns:ma14="http://schemas.microsoft.com/office/mac/drawingml/2011/main" val="1"/>
          </a:ext>
        </a:extLst>
      </a:spPr>
      <a:bodyPr wrap="square" lIns="0" tIns="0" rIns="0" bIns="0" rtlCol="0">
        <a:noAutofit/>
      </a:bodyPr>
      <a:lstStyle>
        <a:defPPr marL="444465" indent="-446749" algn="l" defTabSz="2438400">
          <a:spcBef>
            <a:spcPts val="2900"/>
          </a:spcBef>
          <a:buSzPct val="100000"/>
          <a:buFontTx/>
          <a:buChar char="–"/>
          <a:defRPr kern="0" dirty="0" smtClean="0">
            <a:solidFill>
              <a:srgbClr val="000000"/>
            </a:solidFill>
            <a:ea typeface="+mj-ea"/>
            <a:cs typeface="+mj-cs"/>
            <a:sym typeface="IBM Plex Sans Light"/>
          </a:defRPr>
        </a:defPPr>
      </a:lstStyle>
    </a:txDef>
  </a:objectDefaults>
  <a:extraClrSchemeLst/>
  <a:custClrLst>
    <a:custClr name="Gray 100">
      <a:srgbClr val="161616"/>
    </a:custClr>
    <a:custClr name="Gray 90">
      <a:srgbClr val="262626"/>
    </a:custClr>
    <a:custClr name="Gray 80">
      <a:srgbClr val="393939"/>
    </a:custClr>
    <a:custClr name="Gray 70">
      <a:srgbClr val="525252"/>
    </a:custClr>
    <a:custClr name="Gray 60">
      <a:srgbClr val="6F6F6F"/>
    </a:custClr>
    <a:custClr name="Gray 50">
      <a:srgbClr val="8D8D8D"/>
    </a:custClr>
    <a:custClr name="Gray 40">
      <a:srgbClr val="A8A8A8"/>
    </a:custClr>
    <a:custClr name="Gray 30">
      <a:srgbClr val="C6C6C6"/>
    </a:custClr>
    <a:custClr name="Gray 20">
      <a:srgbClr val="E0E0E0"/>
    </a:custClr>
    <a:custClr name="Gray 10">
      <a:srgbClr val="F4F4F4"/>
    </a:custClr>
    <a:custClr name="Blue 100">
      <a:srgbClr val="001141"/>
    </a:custClr>
    <a:custClr name="Blue 90">
      <a:srgbClr val="001D6C"/>
    </a:custClr>
    <a:custClr name="Blue 80">
      <a:srgbClr val="002D9C"/>
    </a:custClr>
    <a:custClr name="Blue 70">
      <a:srgbClr val="0043CE"/>
    </a:custClr>
    <a:custClr name="Blue 60">
      <a:srgbClr val="0F62FE"/>
    </a:custClr>
    <a:custClr name="Cyan 50">
      <a:srgbClr val="1192E8"/>
    </a:custClr>
    <a:custClr name="Cyan 40">
      <a:srgbClr val="33B1FF"/>
    </a:custClr>
    <a:custClr name="Cyan 30">
      <a:srgbClr val="82CFFF"/>
    </a:custClr>
    <a:custClr name="Cyan 20">
      <a:srgbClr val="BAE6FF"/>
    </a:custClr>
    <a:custClr name="Cyan 10">
      <a:srgbClr val="E5F6FF"/>
    </a:custClr>
    <a:custClr name="Red 60">
      <a:srgbClr val="DA1E28"/>
    </a:custClr>
    <a:custClr name="Red 50">
      <a:srgbClr val="FA4D56"/>
    </a:custClr>
    <a:custClr name="Red 30">
      <a:srgbClr val="FFB3B8"/>
    </a:custClr>
    <a:custClr name="Red 20">
      <a:srgbClr val="FFD7D9"/>
    </a:custClr>
    <a:custClr name="Red 10">
      <a:srgbClr val="FFF1F1"/>
    </a:custClr>
    <a:custClr name="Magenta 60">
      <a:srgbClr val="D02670"/>
    </a:custClr>
    <a:custClr name="Magenta 50">
      <a:srgbClr val="EE5396"/>
    </a:custClr>
    <a:custClr name="Magenta 30">
      <a:srgbClr val="FFAFD2"/>
    </a:custClr>
    <a:custClr name="Magenta 20">
      <a:srgbClr val="FFD6E8"/>
    </a:custClr>
    <a:custClr name="Magenta 10">
      <a:srgbClr val="FFF0F7"/>
    </a:custClr>
    <a:custClr name="Purple 60">
      <a:srgbClr val="8A3FFC"/>
    </a:custClr>
    <a:custClr name="Purple 50">
      <a:srgbClr val="A56EFF"/>
    </a:custClr>
    <a:custClr name="Purple 30">
      <a:srgbClr val="D4BBFF"/>
    </a:custClr>
    <a:custClr name="Purple 20">
      <a:srgbClr val="E8DAFF"/>
    </a:custClr>
    <a:custClr name="Purple 10">
      <a:srgbClr val="F6F2FF"/>
    </a:custClr>
    <a:custClr name="Teal 60">
      <a:srgbClr val="007D79"/>
    </a:custClr>
    <a:custClr name="Teal 50">
      <a:srgbClr val="009D9A"/>
    </a:custClr>
    <a:custClr name="Teal 30">
      <a:srgbClr val="3DDBD9"/>
    </a:custClr>
    <a:custClr name="Teal 20">
      <a:srgbClr val="9EF0F0"/>
    </a:custClr>
    <a:custClr name="Teal 10">
      <a:srgbClr val="D9FBFB"/>
    </a:custClr>
    <a:custClr name="Green 60">
      <a:srgbClr val="198038"/>
    </a:custClr>
    <a:custClr name="Green 50">
      <a:srgbClr val="24A148"/>
    </a:custClr>
    <a:custClr name="Green 30">
      <a:srgbClr val="6FDC8C"/>
    </a:custClr>
    <a:custClr name="Green 20">
      <a:srgbClr val="A7F0BA"/>
    </a:custClr>
    <a:custClr name="Green 10">
      <a:srgbClr val="DEFBE6"/>
    </a:custClr>
    <a:custClr name="Yellow 30">
      <a:srgbClr val="F1C21B"/>
    </a:custClr>
    <a:custClr name="Yellow 20">
      <a:srgbClr val="FDDC69"/>
    </a:custClr>
    <a:custClr name="Yellow 10">
      <a:srgbClr val="FCF4D6"/>
    </a:custClr>
    <a:custClr name="Blue 20">
      <a:srgbClr val="D0E2FF"/>
    </a:custClr>
    <a:custClr name="Blue 10">
      <a:srgbClr val="EDF5FF"/>
    </a:custClr>
  </a:custClrLst>
  <a:extLst>
    <a:ext uri="{05A4C25C-085E-4340-85A3-A5531E510DB2}">
      <thm15:themeFamily xmlns:thm15="http://schemas.microsoft.com/office/thememl/2012/main" name="IBM_Master_Presentation_2021_V01_Plex" id="{BD398A2B-0B96-D843-9A4A-05239798B6A1}" vid="{46683C84-C800-D441-9101-471717108C97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Box_x003a_02_PublishedAssets xmlns="583b3768-e370-44a4-8037-087c689a0545">
      <Url>https://ibm.box.com/s/zojjyxami5ot987ficfrh8iugmwo23b4</Url>
      <Description>Plex Embed v2.0</Description>
    </Box_x003a_02_PublishedAssets>
    <Completefilename xmlns="583b3768-e370-44a4-8037-087c689a0545">IBM_presentation_template_v_2_0_Plex_embed</Completefilename>
    <BoxLink xmlns="583b3768-e370-44a4-8037-087c689a0545">
      <Url>https://ibm.box.com/s/2kogrzdi4aedyxfhp9i870tyz9derbwg</Url>
      <Description>Plex Embed v2.0 Backup</Description>
    </BoxLink>
    <Order0 xmlns="583b3768-e370-44a4-8037-087c689a0545">1</Order0>
    <Thumbnail xmlns="583b3768-e370-44a4-8037-087c689a054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1694EF421EE7B4987B547F22F2A1DA3" ma:contentTypeVersion="8" ma:contentTypeDescription="Create a new document." ma:contentTypeScope="" ma:versionID="e3fd817475d01017a64616e760ff69ca">
  <xsd:schema xmlns:xsd="http://www.w3.org/2001/XMLSchema" xmlns:xs="http://www.w3.org/2001/XMLSchema" xmlns:p="http://schemas.microsoft.com/office/2006/metadata/properties" xmlns:ns2="583b3768-e370-44a4-8037-087c689a0545" targetNamespace="http://schemas.microsoft.com/office/2006/metadata/properties" ma:root="true" ma:fieldsID="30fb6e060836472f64f635eae5cc7aed" ns2:_="">
    <xsd:import namespace="583b3768-e370-44a4-8037-087c689a0545"/>
    <xsd:element name="properties">
      <xsd:complexType>
        <xsd:sequence>
          <xsd:element name="documentManagement">
            <xsd:complexType>
              <xsd:all>
                <xsd:element ref="ns2:Completefilename" minOccurs="0"/>
                <xsd:element ref="ns2:BoxLink" minOccurs="0"/>
                <xsd:element ref="ns2:Box_x003a_02_PublishedAssets" minOccurs="0"/>
                <xsd:element ref="ns2:Order0" minOccurs="0"/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Thumbnail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83b3768-e370-44a4-8037-087c689a0545" elementFormDefault="qualified">
    <xsd:import namespace="http://schemas.microsoft.com/office/2006/documentManagement/types"/>
    <xsd:import namespace="http://schemas.microsoft.com/office/infopath/2007/PartnerControls"/>
    <xsd:element name="Completefilename" ma:index="8" nillable="true" ma:displayName="Complete file name" ma:description="file name of Box counterpart" ma:format="Dropdown" ma:internalName="Completefilename">
      <xsd:simpleType>
        <xsd:restriction base="dms:Text">
          <xsd:maxLength value="255"/>
        </xsd:restriction>
      </xsd:simpleType>
    </xsd:element>
    <xsd:element name="BoxLink" ma:index="9" nillable="true" ma:displayName="Box: 01_Projects" ma:description="Link to Box counterpart for production updates" ma:format="Hyperlink" ma:internalName="BoxLink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Box_x003a_02_PublishedAssets" ma:index="10" nillable="true" ma:displayName="Box: 02_PubAssets" ma:description="Link to files counterpart in published assets folder in Box" ma:format="Hyperlink" ma:internalName="Box_x003a_02_PublishedAssets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Order0" ma:index="11" nillable="true" ma:displayName="Sort order" ma:description="Sequence and order files should appear on template library view" ma:format="Dropdown" ma:internalName="Order0" ma:percentage="FALSE">
      <xsd:simpleType>
        <xsd:restriction base="dms:Number"/>
      </xsd:simpleType>
    </xsd:element>
    <xsd:element name="MediaServiceMetadata" ma:index="12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3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4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Thumbnail" ma:index="15" nillable="true" ma:displayName="Thumbnail" ma:format="Thumbnail" ma:internalName="Thumbnail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B91251C0-D336-4ADE-9149-489DC5DF0629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73798F27-E6E4-4ACB-B27D-44B603BA1245}">
  <ds:schemaRefs>
    <ds:schemaRef ds:uri="http://schemas.microsoft.com/office/2006/metadata/properties"/>
    <ds:schemaRef ds:uri="http://schemas.microsoft.com/office/infopath/2007/PartnerControls"/>
    <ds:schemaRef ds:uri="583b3768-e370-44a4-8037-087c689a0545"/>
  </ds:schemaRefs>
</ds:datastoreItem>
</file>

<file path=customXml/itemProps3.xml><?xml version="1.0" encoding="utf-8"?>
<ds:datastoreItem xmlns:ds="http://schemas.openxmlformats.org/officeDocument/2006/customXml" ds:itemID="{C7466BDD-CE65-46C2-BF13-E8D466B07A0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583b3768-e370-44a4-8037-087c689a054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IBM presentation template</Template>
  <TotalTime>166</TotalTime>
  <Words>1204</Words>
  <Application>Microsoft Macintosh PowerPoint</Application>
  <PresentationFormat>Custom</PresentationFormat>
  <Paragraphs>169</Paragraphs>
  <Slides>9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9</vt:i4>
      </vt:variant>
    </vt:vector>
  </HeadingPairs>
  <TitlesOfParts>
    <vt:vector size="18" baseType="lpstr">
      <vt:lpstr>IBM Plex Sans Medm</vt:lpstr>
      <vt:lpstr>IBM Plex Mono Light</vt:lpstr>
      <vt:lpstr>IBM Plex Sans</vt:lpstr>
      <vt:lpstr>IBM Plex Sans Light</vt:lpstr>
      <vt:lpstr>IBM Plex Sans ExtLt</vt:lpstr>
      <vt:lpstr>IBM Plex Mono</vt:lpstr>
      <vt:lpstr>IBM Plex Sans Text</vt:lpstr>
      <vt:lpstr>IBM presentation template</vt:lpstr>
      <vt:lpstr>1_IBM presentation template</vt:lpstr>
      <vt:lpstr>Modernize Your IBM i Application with AI</vt:lpstr>
      <vt:lpstr>Meet SAMCO  </vt:lpstr>
      <vt:lpstr>PowerPoint Presentation</vt:lpstr>
      <vt:lpstr>LAB 101 What does  the app do?</vt:lpstr>
      <vt:lpstr>LAB 102 Convert Legacy  RPG to Modern Free-Format</vt:lpstr>
      <vt:lpstr>LAB 105 Change a Field Safely Across the Entire Stack </vt:lpstr>
      <vt:lpstr>A Few Things to Know About Bob</vt:lpstr>
      <vt:lpstr>Let's Get Started</vt:lpstr>
      <vt:lpstr>Well Done!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Tiffany Zheng</dc:creator>
  <cp:keywords/>
  <dc:description/>
  <cp:lastModifiedBy>Bansini Doshi</cp:lastModifiedBy>
  <cp:revision>90</cp:revision>
  <cp:lastPrinted>2019-04-25T15:14:05Z</cp:lastPrinted>
  <dcterms:created xsi:type="dcterms:W3CDTF">2026-09-10T20:09:10Z</dcterms:created>
  <dcterms:modified xsi:type="dcterms:W3CDTF">2026-09-17T17:33:04Z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0x01010031694EF421EE7B4987B547F22F2A1DA3</vt:lpwstr>
  </property>
</Properties>
</file>