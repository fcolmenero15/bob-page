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3.xml" ContentType="application/vnd.openxmlformats-officedocument.theme+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theme/theme4.xml" ContentType="application/vnd.openxmlformats-officedocument.theme+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theme/theme5.xml" ContentType="application/vnd.openxmlformats-officedocument.theme+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theme/theme6.xml" ContentType="application/vnd.openxmlformats-officedocument.theme+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theme/theme7.xml" ContentType="application/vnd.openxmlformats-officedocument.theme+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slideLayouts/slideLayout253.xml" ContentType="application/vnd.openxmlformats-officedocument.presentationml.slideLayout+xml"/>
  <Override PartName="/ppt/theme/theme8.xml" ContentType="application/vnd.openxmlformats-officedocument.theme+xml"/>
  <Override PartName="/ppt/theme/theme9.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21" r:id="rId1"/>
    <p:sldMasterId id="2147483716" r:id="rId2"/>
    <p:sldMasterId id="2147483660" r:id="rId3"/>
    <p:sldMasterId id="2147483753" r:id="rId4"/>
    <p:sldMasterId id="2147483853" r:id="rId5"/>
    <p:sldMasterId id="2147483948" r:id="rId6"/>
    <p:sldMasterId id="2147484003" r:id="rId7"/>
    <p:sldMasterId id="2147484063" r:id="rId8"/>
  </p:sldMasterIdLst>
  <p:notesMasterIdLst>
    <p:notesMasterId r:id="rId18"/>
  </p:notesMasterIdLst>
  <p:sldIdLst>
    <p:sldId id="273" r:id="rId9"/>
    <p:sldId id="2147483634" r:id="rId10"/>
    <p:sldId id="2147482928" r:id="rId11"/>
    <p:sldId id="2147483639" r:id="rId12"/>
    <p:sldId id="2147483638" r:id="rId13"/>
    <p:sldId id="265" r:id="rId14"/>
    <p:sldId id="2142532954" r:id="rId15"/>
    <p:sldId id="2142532956" r:id="rId16"/>
    <p:sldId id="283"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pos="3940" userDrawn="1">
          <p15:clr>
            <a:srgbClr val="A4A3A4"/>
          </p15:clr>
        </p15:guide>
        <p15:guide id="3" orient="horz"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3FFF9"/>
    <a:srgbClr val="FCFCFC"/>
    <a:srgbClr val="0F62FE"/>
    <a:srgbClr val="906EFF"/>
    <a:srgbClr val="2764FE"/>
    <a:srgbClr val="2A64FE"/>
    <a:srgbClr val="295299"/>
    <a:srgbClr val="2A0A18"/>
    <a:srgbClr val="510224"/>
    <a:srgbClr val="74093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266"/>
    <p:restoredTop sz="97179"/>
  </p:normalViewPr>
  <p:slideViewPr>
    <p:cSldViewPr snapToObjects="1" showGuides="1">
      <p:cViewPr varScale="1">
        <p:scale>
          <a:sx n="121" d="100"/>
          <a:sy n="121" d="100"/>
        </p:scale>
        <p:origin x="664" y="168"/>
      </p:cViewPr>
      <p:guideLst>
        <p:guide pos="3840"/>
        <p:guide pos="3940"/>
        <p:guide orient="horz" pos="2160"/>
      </p:guideLst>
    </p:cSldViewPr>
  </p:slideViewPr>
  <p:notesTextViewPr>
    <p:cViewPr>
      <p:scale>
        <a:sx n="125" d="100"/>
        <a:sy n="125" d="100"/>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8.xml"/><Relationship Id="rId13" Type="http://schemas.openxmlformats.org/officeDocument/2006/relationships/slide" Target="slides/slide5.xml"/><Relationship Id="rId18" Type="http://schemas.openxmlformats.org/officeDocument/2006/relationships/notesMaster" Target="notesMasters/notesMaster1.xml"/><Relationship Id="rId3" Type="http://schemas.openxmlformats.org/officeDocument/2006/relationships/slideMaster" Target="slideMasters/slideMaster3.xml"/><Relationship Id="rId21" Type="http://schemas.openxmlformats.org/officeDocument/2006/relationships/theme" Target="theme/theme1.xml"/><Relationship Id="rId7" Type="http://schemas.openxmlformats.org/officeDocument/2006/relationships/slideMaster" Target="slideMasters/slideMaster7.xml"/><Relationship Id="rId12" Type="http://schemas.openxmlformats.org/officeDocument/2006/relationships/slide" Target="slides/slide4.xml"/><Relationship Id="rId17" Type="http://schemas.openxmlformats.org/officeDocument/2006/relationships/slide" Target="slides/slide9.xml"/><Relationship Id="rId2" Type="http://schemas.openxmlformats.org/officeDocument/2006/relationships/slideMaster" Target="slideMasters/slideMaster2.xml"/><Relationship Id="rId16" Type="http://schemas.openxmlformats.org/officeDocument/2006/relationships/slide" Target="slides/slide8.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3.xml"/><Relationship Id="rId5" Type="http://schemas.openxmlformats.org/officeDocument/2006/relationships/slideMaster" Target="slideMasters/slideMaster5.xml"/><Relationship Id="rId15" Type="http://schemas.openxmlformats.org/officeDocument/2006/relationships/slide" Target="slides/slide7.xml"/><Relationship Id="rId10" Type="http://schemas.openxmlformats.org/officeDocument/2006/relationships/slide" Target="slides/slide2.xml"/><Relationship Id="rId19"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04432C9-F443-E344-9A7B-C34473965C48}" type="datetimeFigureOut">
              <a:rPr lang="en-US" smtClean="0"/>
              <a:t>9/28/26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74355C-4C0F-2647-B2E6-48E73717F666}" type="slidenum">
              <a:rPr lang="en-US" smtClean="0"/>
              <a:t>‹#›</a:t>
            </a:fld>
            <a:endParaRPr lang="en-US"/>
          </a:p>
        </p:txBody>
      </p:sp>
    </p:spTree>
    <p:extLst>
      <p:ext uri="{BB962C8B-B14F-4D97-AF65-F5344CB8AC3E}">
        <p14:creationId xmlns:p14="http://schemas.microsoft.com/office/powerpoint/2010/main" val="10688506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1829105" rtl="0" eaLnBrk="1" fontAlgn="auto" latinLnBrk="0" hangingPunct="1">
              <a:lnSpc>
                <a:spcPct val="100000"/>
              </a:lnSpc>
              <a:spcBef>
                <a:spcPts val="0"/>
              </a:spcBef>
              <a:spcAft>
                <a:spcPts val="0"/>
              </a:spcAft>
              <a:buClrTx/>
              <a:buSzTx/>
              <a:buFontTx/>
              <a:buNone/>
              <a:tabLst/>
              <a:defRPr/>
            </a:pPr>
            <a:fld id="{F7021451-1387-4CA6-816F-3879F97B5CBC}" type="slidenum">
              <a:rPr kumimoji="0" lang="en-US" sz="2800" b="0" i="0" u="none" strike="noStrike" kern="1200" cap="none" spc="0" normalizeH="0" baseline="0" noProof="0">
                <a:ln>
                  <a:noFill/>
                </a:ln>
                <a:solidFill>
                  <a:srgbClr val="000000"/>
                </a:solidFill>
                <a:effectLst/>
                <a:uLnTx/>
                <a:uFillTx/>
                <a:latin typeface="IBM Plex Sans Light"/>
                <a:ea typeface="+mn-ea"/>
                <a:cs typeface="+mn-cs"/>
              </a:rPr>
              <a:pPr marL="0" marR="0" lvl="0" indent="0" algn="l" defTabSz="1829105" rtl="0" eaLnBrk="1" fontAlgn="auto" latinLnBrk="0" hangingPunct="1">
                <a:lnSpc>
                  <a:spcPct val="100000"/>
                </a:lnSpc>
                <a:spcBef>
                  <a:spcPts val="0"/>
                </a:spcBef>
                <a:spcAft>
                  <a:spcPts val="0"/>
                </a:spcAft>
                <a:buClrTx/>
                <a:buSzTx/>
                <a:buFontTx/>
                <a:buNone/>
                <a:tabLst/>
                <a:defRPr/>
              </a:pPr>
              <a:t>1</a:t>
            </a:fld>
            <a:endParaRPr kumimoji="0" lang="en-US" sz="2800" b="0" i="0" u="none" strike="noStrike" kern="1200" cap="none" spc="0" normalizeH="0" baseline="0" noProof="0">
              <a:ln>
                <a:noFill/>
              </a:ln>
              <a:solidFill>
                <a:srgbClr val="000000"/>
              </a:solidFill>
              <a:effectLst/>
              <a:uLnTx/>
              <a:uFillTx/>
              <a:latin typeface="IBM Plex Sans Light"/>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071C05-44D5-39AD-1F35-F14CCE4FE5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D1CB64-C723-1E6A-DFB4-7D74E1B3C54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DC439D9-768D-9132-B882-C8D11044BF41}"/>
              </a:ext>
            </a:extLst>
          </p:cNvPr>
          <p:cNvSpPr>
            <a:spLocks noGrp="1"/>
          </p:cNvSpPr>
          <p:nvPr>
            <p:ph type="body" idx="1"/>
          </p:nvPr>
        </p:nvSpPr>
        <p:spPr/>
        <p:txBody>
          <a:bodyPr/>
          <a:lstStyle/>
          <a:p>
            <a:r>
              <a:rPr lang="en-CA" dirty="0"/>
              <a:t>M</a:t>
            </a:r>
            <a:r>
              <a:rPr dirty="0" err="1"/>
              <a:t>eet</a:t>
            </a:r>
            <a:r>
              <a:rPr dirty="0"/>
              <a:t> *IBM Bob*, your SDLC partner.</a:t>
            </a:r>
          </a:p>
          <a:p>
            <a:endParaRPr dirty="0"/>
          </a:p>
          <a:p>
            <a:r>
              <a:rPr dirty="0"/>
              <a:t>Bob isn’t just here to autocomplete a function and high‑five itself. </a:t>
            </a:r>
            <a:endParaRPr lang="en-CA" dirty="0"/>
          </a:p>
          <a:p>
            <a:endParaRPr dirty="0"/>
          </a:p>
          <a:p>
            <a:r>
              <a:rPr dirty="0"/>
              <a:t>It’s built to:</a:t>
            </a:r>
          </a:p>
          <a:p>
            <a:r>
              <a:rPr dirty="0"/>
              <a:t>- work where you already work</a:t>
            </a:r>
            <a:r>
              <a:rPr lang="en-CA" dirty="0"/>
              <a:t>: </a:t>
            </a:r>
            <a:r>
              <a:rPr dirty="0"/>
              <a:t>IDE</a:t>
            </a:r>
            <a:r>
              <a:rPr lang="en-CA" dirty="0"/>
              <a:t>, </a:t>
            </a:r>
            <a:r>
              <a:rPr dirty="0"/>
              <a:t>terminal</a:t>
            </a:r>
            <a:r>
              <a:rPr lang="en-CA" dirty="0"/>
              <a:t> &amp;</a:t>
            </a:r>
            <a:r>
              <a:rPr dirty="0"/>
              <a:t> workflow</a:t>
            </a:r>
          </a:p>
          <a:p>
            <a:r>
              <a:rPr dirty="0"/>
              <a:t>- understand the whole codebase, not just the file you opened</a:t>
            </a:r>
          </a:p>
          <a:p>
            <a:r>
              <a:rPr dirty="0"/>
              <a:t>- drive end‑to‑end tasks </a:t>
            </a:r>
            <a:endParaRPr lang="en-CA" dirty="0"/>
          </a:p>
          <a:p>
            <a:r>
              <a:rPr dirty="0"/>
              <a:t>- and keep you in control with clear explanations</a:t>
            </a:r>
          </a:p>
          <a:p>
            <a:endParaRPr dirty="0"/>
          </a:p>
          <a:p>
            <a:r>
              <a:rPr dirty="0"/>
              <a:t>In short: Bob optimizes for outcomes, not just output.</a:t>
            </a:r>
          </a:p>
        </p:txBody>
      </p:sp>
      <p:sp>
        <p:nvSpPr>
          <p:cNvPr id="4" name="Slide Number Placeholder 3">
            <a:extLst>
              <a:ext uri="{FF2B5EF4-FFF2-40B4-BE49-F238E27FC236}">
                <a16:creationId xmlns:a16="http://schemas.microsoft.com/office/drawing/2014/main" id="{2727A7D4-02F1-EBF7-0E3B-DC5310C27BA9}"/>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4091002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fontAlgn="t"/>
            <a:endParaRPr lang="en-US"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0"/>
        <p:cNvGrpSpPr/>
        <p:nvPr/>
      </p:nvGrpSpPr>
      <p:grpSpPr>
        <a:xfrm>
          <a:off x="0" y="0"/>
          <a:ext cx="0" cy="0"/>
          <a:chOff x="0" y="0"/>
          <a:chExt cx="0" cy="0"/>
        </a:xfrm>
      </p:grpSpPr>
      <p:sp>
        <p:nvSpPr>
          <p:cNvPr id="1421" name="Google Shape;1421;p28: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txBody>
          <a:bodyPr/>
          <a:lstStyle/>
          <a:p>
            <a:endParaRPr lang="en-US"/>
          </a:p>
        </p:txBody>
      </p:sp>
      <p:sp>
        <p:nvSpPr>
          <p:cNvPr id="1422" name="Google Shape;1422;p2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1423" name="Google Shape;1423;p28: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800" b="0" i="0" u="none" strike="noStrike" kern="0" cap="none" spc="0" normalizeH="0" baseline="0" noProof="0">
                <a:ln>
                  <a:noFill/>
                </a:ln>
                <a:solidFill>
                  <a:srgbClr val="000000"/>
                </a:solidFill>
                <a:effectLst/>
                <a:uLnTx/>
                <a:uFillTx/>
                <a:latin typeface="Arial"/>
                <a:ea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t>9</a:t>
            </a:fld>
            <a:endParaRPr kumimoji="0" sz="1800" b="0" i="0" u="none" strike="noStrike" kern="0" cap="none" spc="0" normalizeH="0" baseline="0" noProof="0">
              <a:ln>
                <a:noFill/>
              </a:ln>
              <a:solidFill>
                <a:srgbClr val="000000"/>
              </a:solidFill>
              <a:effectLst/>
              <a:uLnTx/>
              <a:uFillTx/>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7.xml"/></Relationships>
</file>

<file path=ppt/slideLayouts/_rels/slideLayout14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jpeg"/><Relationship Id="rId1" Type="http://schemas.openxmlformats.org/officeDocument/2006/relationships/slideMaster" Target="../slideMasters/slideMaster7.xml"/></Relationships>
</file>

<file path=ppt/slideLayouts/_rels/slideLayout15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9.jpeg"/><Relationship Id="rId1" Type="http://schemas.openxmlformats.org/officeDocument/2006/relationships/slideMaster" Target="../slideMasters/slideMaster7.xml"/></Relationships>
</file>

<file path=ppt/slideLayouts/_rels/slideLayout15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0.jpeg"/><Relationship Id="rId1" Type="http://schemas.openxmlformats.org/officeDocument/2006/relationships/slideMaster" Target="../slideMasters/slideMaster7.xml"/></Relationships>
</file>

<file path=ppt/slideLayouts/_rels/slideLayout15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1.jpeg"/><Relationship Id="rId1" Type="http://schemas.openxmlformats.org/officeDocument/2006/relationships/slideMaster" Target="../slideMasters/slideMaster7.xml"/></Relationships>
</file>

<file path=ppt/slideLayouts/_rels/slideLayout15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2.jpeg"/><Relationship Id="rId1" Type="http://schemas.openxmlformats.org/officeDocument/2006/relationships/slideMaster" Target="../slideMasters/slideMaster7.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7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7.xml"/></Relationships>
</file>

<file path=ppt/slideLayouts/_rels/slideLayout17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7.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7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7.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9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Master" Target="../slideMasters/slideMaster7.xml"/><Relationship Id="rId4" Type="http://schemas.openxmlformats.org/officeDocument/2006/relationships/image" Target="../media/image18.png"/></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05.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8.xml"/></Relationships>
</file>

<file path=ppt/slideLayouts/_rels/slideLayout206.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8.xml"/></Relationships>
</file>

<file path=ppt/slideLayouts/_rels/slideLayout207.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8.xml"/></Relationships>
</file>

<file path=ppt/slideLayouts/_rels/slideLayout208.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8.xml"/></Relationships>
</file>

<file path=ppt/slideLayouts/_rels/slideLayout209.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8.xml"/></Relationships>
</file>

<file path=ppt/slideLayouts/_rels/slideLayout210.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8.xml"/></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3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3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3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3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3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4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4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4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4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4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5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5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5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8.xml"/></Relationships>
</file>

<file path=ppt/slideLayouts/_rels/slideLayout25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bg1"/>
        </a:solidFill>
        <a:effectLst/>
      </p:bgPr>
    </p:bg>
    <p:spTree>
      <p:nvGrpSpPr>
        <p:cNvPr id="1" name=""/>
        <p:cNvGrpSpPr/>
        <p:nvPr/>
      </p:nvGrpSpPr>
      <p:grpSpPr>
        <a:xfrm>
          <a:off x="0" y="0"/>
          <a:ext cx="0" cy="0"/>
          <a:chOff x="0" y="0"/>
          <a:chExt cx="0" cy="0"/>
        </a:xfrm>
      </p:grpSpPr>
      <p:sp>
        <p:nvSpPr>
          <p:cNvPr id="63" name="Rectangle 62">
            <a:extLst>
              <a:ext uri="{FF2B5EF4-FFF2-40B4-BE49-F238E27FC236}">
                <a16:creationId xmlns:a16="http://schemas.microsoft.com/office/drawing/2014/main" id="{8A7663DF-8047-4240-8615-31DED1FE088A}"/>
              </a:ext>
            </a:extLst>
          </p:cNvPr>
          <p:cNvSpPr/>
          <p:nvPr userDrawn="1"/>
        </p:nvSpPr>
        <p:spPr bwMode="auto">
          <a:xfrm>
            <a:off x="0" y="3425952"/>
            <a:ext cx="12192000" cy="3432048"/>
          </a:xfrm>
          <a:prstGeom prst="rect">
            <a:avLst/>
          </a:prstGeom>
          <a:solidFill>
            <a:srgbClr val="054ADA"/>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90000"/>
              </a:lnSpc>
              <a:spcBef>
                <a:spcPct val="0"/>
              </a:spcBef>
              <a:spcAft>
                <a:spcPct val="0"/>
              </a:spcAft>
              <a:buClrTx/>
              <a:buSzTx/>
              <a:buFontTx/>
              <a:buNone/>
              <a:tabLst/>
            </a:pPr>
            <a:endParaRPr kumimoji="0" lang="en-US" sz="2000" b="0" i="0" u="none" strike="noStrike" cap="none" normalizeH="0" baseline="0" dirty="0">
              <a:ln>
                <a:noFill/>
              </a:ln>
              <a:solidFill>
                <a:srgbClr val="191919"/>
              </a:solidFill>
              <a:effectLst/>
              <a:latin typeface="HelvNeue Light for IBM" pitchFamily="34" charset="0"/>
            </a:endParaRPr>
          </a:p>
        </p:txBody>
      </p:sp>
      <p:grpSp>
        <p:nvGrpSpPr>
          <p:cNvPr id="16" name="Group 15">
            <a:extLst>
              <a:ext uri="{FF2B5EF4-FFF2-40B4-BE49-F238E27FC236}">
                <a16:creationId xmlns:a16="http://schemas.microsoft.com/office/drawing/2014/main" id="{4E27F71D-749D-974B-AB68-C90C1F656661}"/>
              </a:ext>
            </a:extLst>
          </p:cNvPr>
          <p:cNvGrpSpPr/>
          <p:nvPr userDrawn="1"/>
        </p:nvGrpSpPr>
        <p:grpSpPr>
          <a:xfrm>
            <a:off x="-146307" y="-147320"/>
            <a:ext cx="12485627" cy="7152640"/>
            <a:chOff x="-109730" y="-110490"/>
            <a:chExt cx="9364220" cy="5364480"/>
          </a:xfrm>
        </p:grpSpPr>
        <p:grpSp>
          <p:nvGrpSpPr>
            <p:cNvPr id="17" name="Group 16">
              <a:extLst>
                <a:ext uri="{FF2B5EF4-FFF2-40B4-BE49-F238E27FC236}">
                  <a16:creationId xmlns:a16="http://schemas.microsoft.com/office/drawing/2014/main" id="{7033ABDB-33FA-424A-8022-BE25064AAE9B}"/>
                </a:ext>
              </a:extLst>
            </p:cNvPr>
            <p:cNvGrpSpPr/>
            <p:nvPr userDrawn="1"/>
          </p:nvGrpSpPr>
          <p:grpSpPr>
            <a:xfrm>
              <a:off x="228600" y="-110490"/>
              <a:ext cx="8686732" cy="91440"/>
              <a:chOff x="228600" y="-152400"/>
              <a:chExt cx="8686732" cy="152400"/>
            </a:xfrm>
          </p:grpSpPr>
          <p:cxnSp>
            <p:nvCxnSpPr>
              <p:cNvPr id="50" name="Straight Connector 49">
                <a:extLst>
                  <a:ext uri="{FF2B5EF4-FFF2-40B4-BE49-F238E27FC236}">
                    <a16:creationId xmlns:a16="http://schemas.microsoft.com/office/drawing/2014/main" id="{E028FABC-C57C-0B4D-ADC6-F0D9AC86E7C9}"/>
                  </a:ext>
                </a:extLst>
              </p:cNvPr>
              <p:cNvCxnSpPr/>
              <p:nvPr userDrawn="1"/>
            </p:nvCxnSpPr>
            <p:spPr bwMode="auto">
              <a:xfrm rot="5400000" flipH="1">
                <a:off x="152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1" name="Straight Connector 50">
                <a:extLst>
                  <a:ext uri="{FF2B5EF4-FFF2-40B4-BE49-F238E27FC236}">
                    <a16:creationId xmlns:a16="http://schemas.microsoft.com/office/drawing/2014/main" id="{CCE52FE3-158F-D14E-B6AE-3EE847C02A23}"/>
                  </a:ext>
                </a:extLst>
              </p:cNvPr>
              <p:cNvCxnSpPr/>
              <p:nvPr userDrawn="1"/>
            </p:nvCxnSpPr>
            <p:spPr bwMode="auto">
              <a:xfrm rot="5400000" flipH="1">
                <a:off x="1981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2" name="Straight Connector 51">
                <a:extLst>
                  <a:ext uri="{FF2B5EF4-FFF2-40B4-BE49-F238E27FC236}">
                    <a16:creationId xmlns:a16="http://schemas.microsoft.com/office/drawing/2014/main" id="{C6326F37-4F20-A241-8AC4-D933542FB91D}"/>
                  </a:ext>
                </a:extLst>
              </p:cNvPr>
              <p:cNvCxnSpPr/>
              <p:nvPr userDrawn="1"/>
            </p:nvCxnSpPr>
            <p:spPr bwMode="auto">
              <a:xfrm rot="5400000" flipH="1">
                <a:off x="2209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3" name="Straight Connector 52">
                <a:extLst>
                  <a:ext uri="{FF2B5EF4-FFF2-40B4-BE49-F238E27FC236}">
                    <a16:creationId xmlns:a16="http://schemas.microsoft.com/office/drawing/2014/main" id="{193EAF95-D519-4A43-A5B7-8F152B7AAAF3}"/>
                  </a:ext>
                </a:extLst>
              </p:cNvPr>
              <p:cNvCxnSpPr/>
              <p:nvPr userDrawn="1"/>
            </p:nvCxnSpPr>
            <p:spPr bwMode="auto">
              <a:xfrm rot="5400000" flipH="1">
                <a:off x="2438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4" name="Straight Connector 53">
                <a:extLst>
                  <a:ext uri="{FF2B5EF4-FFF2-40B4-BE49-F238E27FC236}">
                    <a16:creationId xmlns:a16="http://schemas.microsoft.com/office/drawing/2014/main" id="{63D1F6C8-6E33-8445-84CD-22391B38AE2F}"/>
                  </a:ext>
                </a:extLst>
              </p:cNvPr>
              <p:cNvCxnSpPr/>
              <p:nvPr userDrawn="1"/>
            </p:nvCxnSpPr>
            <p:spPr bwMode="auto">
              <a:xfrm rot="5400000" flipH="1">
                <a:off x="4267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5" name="Straight Connector 54">
                <a:extLst>
                  <a:ext uri="{FF2B5EF4-FFF2-40B4-BE49-F238E27FC236}">
                    <a16:creationId xmlns:a16="http://schemas.microsoft.com/office/drawing/2014/main" id="{7CC00B75-D288-0546-90E6-0FAF60915429}"/>
                  </a:ext>
                </a:extLst>
              </p:cNvPr>
              <p:cNvCxnSpPr/>
              <p:nvPr userDrawn="1"/>
            </p:nvCxnSpPr>
            <p:spPr bwMode="auto">
              <a:xfrm rot="5400000" flipH="1">
                <a:off x="4495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6" name="Straight Connector 55">
                <a:extLst>
                  <a:ext uri="{FF2B5EF4-FFF2-40B4-BE49-F238E27FC236}">
                    <a16:creationId xmlns:a16="http://schemas.microsoft.com/office/drawing/2014/main" id="{9E943793-FE0F-6F4D-98F4-B9E3837BCA91}"/>
                  </a:ext>
                </a:extLst>
              </p:cNvPr>
              <p:cNvCxnSpPr/>
              <p:nvPr userDrawn="1"/>
            </p:nvCxnSpPr>
            <p:spPr bwMode="auto">
              <a:xfrm rot="5400000" flipH="1">
                <a:off x="4724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7" name="Straight Connector 56">
                <a:extLst>
                  <a:ext uri="{FF2B5EF4-FFF2-40B4-BE49-F238E27FC236}">
                    <a16:creationId xmlns:a16="http://schemas.microsoft.com/office/drawing/2014/main" id="{B1C729D8-F1AE-2C45-BF73-3BFD621F4038}"/>
                  </a:ext>
                </a:extLst>
              </p:cNvPr>
              <p:cNvCxnSpPr/>
              <p:nvPr userDrawn="1"/>
            </p:nvCxnSpPr>
            <p:spPr bwMode="auto">
              <a:xfrm rot="5400000" flipH="1">
                <a:off x="6553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8" name="Straight Connector 57">
                <a:extLst>
                  <a:ext uri="{FF2B5EF4-FFF2-40B4-BE49-F238E27FC236}">
                    <a16:creationId xmlns:a16="http://schemas.microsoft.com/office/drawing/2014/main" id="{773341F0-E3B3-EB42-A739-32107097206A}"/>
                  </a:ext>
                </a:extLst>
              </p:cNvPr>
              <p:cNvCxnSpPr/>
              <p:nvPr userDrawn="1"/>
            </p:nvCxnSpPr>
            <p:spPr bwMode="auto">
              <a:xfrm rot="5400000" flipH="1">
                <a:off x="6781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9" name="Straight Connector 58">
                <a:extLst>
                  <a:ext uri="{FF2B5EF4-FFF2-40B4-BE49-F238E27FC236}">
                    <a16:creationId xmlns:a16="http://schemas.microsoft.com/office/drawing/2014/main" id="{89EDDA5B-8572-C545-8DFA-ABC33664C7A1}"/>
                  </a:ext>
                </a:extLst>
              </p:cNvPr>
              <p:cNvCxnSpPr/>
              <p:nvPr userDrawn="1"/>
            </p:nvCxnSpPr>
            <p:spPr bwMode="auto">
              <a:xfrm rot="5400000" flipH="1">
                <a:off x="7010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0" name="Straight Connector 59">
                <a:extLst>
                  <a:ext uri="{FF2B5EF4-FFF2-40B4-BE49-F238E27FC236}">
                    <a16:creationId xmlns:a16="http://schemas.microsoft.com/office/drawing/2014/main" id="{E0B85CAB-A5A1-6546-BA39-1598C1A1BF64}"/>
                  </a:ext>
                </a:extLst>
              </p:cNvPr>
              <p:cNvCxnSpPr/>
              <p:nvPr userDrawn="1"/>
            </p:nvCxnSpPr>
            <p:spPr bwMode="auto">
              <a:xfrm rot="5400000" flipH="1">
                <a:off x="8839132"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18" name="Group 17">
              <a:extLst>
                <a:ext uri="{FF2B5EF4-FFF2-40B4-BE49-F238E27FC236}">
                  <a16:creationId xmlns:a16="http://schemas.microsoft.com/office/drawing/2014/main" id="{4EE9C99B-7B10-AE41-8B1B-D8508EC96D36}"/>
                </a:ext>
              </a:extLst>
            </p:cNvPr>
            <p:cNvGrpSpPr/>
            <p:nvPr userDrawn="1"/>
          </p:nvGrpSpPr>
          <p:grpSpPr>
            <a:xfrm>
              <a:off x="228600" y="5162550"/>
              <a:ext cx="8686732" cy="91440"/>
              <a:chOff x="228600" y="5143500"/>
              <a:chExt cx="8686732" cy="152400"/>
            </a:xfrm>
          </p:grpSpPr>
          <p:cxnSp>
            <p:nvCxnSpPr>
              <p:cNvPr id="39" name="Straight Connector 38">
                <a:extLst>
                  <a:ext uri="{FF2B5EF4-FFF2-40B4-BE49-F238E27FC236}">
                    <a16:creationId xmlns:a16="http://schemas.microsoft.com/office/drawing/2014/main" id="{C65EA58F-D486-A749-9B47-9DD071000D4F}"/>
                  </a:ext>
                </a:extLst>
              </p:cNvPr>
              <p:cNvCxnSpPr/>
              <p:nvPr userDrawn="1"/>
            </p:nvCxnSpPr>
            <p:spPr bwMode="auto">
              <a:xfrm rot="5400000" flipH="1">
                <a:off x="152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9056486B-3E88-1F4E-A5B6-71F9C8038505}"/>
                  </a:ext>
                </a:extLst>
              </p:cNvPr>
              <p:cNvCxnSpPr/>
              <p:nvPr userDrawn="1"/>
            </p:nvCxnSpPr>
            <p:spPr bwMode="auto">
              <a:xfrm rot="5400000" flipH="1">
                <a:off x="1981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1" name="Straight Connector 40">
                <a:extLst>
                  <a:ext uri="{FF2B5EF4-FFF2-40B4-BE49-F238E27FC236}">
                    <a16:creationId xmlns:a16="http://schemas.microsoft.com/office/drawing/2014/main" id="{8F54F4A3-648E-3146-B408-995E6916E7DD}"/>
                  </a:ext>
                </a:extLst>
              </p:cNvPr>
              <p:cNvCxnSpPr/>
              <p:nvPr userDrawn="1"/>
            </p:nvCxnSpPr>
            <p:spPr bwMode="auto">
              <a:xfrm rot="5400000" flipH="1">
                <a:off x="2209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2" name="Straight Connector 41">
                <a:extLst>
                  <a:ext uri="{FF2B5EF4-FFF2-40B4-BE49-F238E27FC236}">
                    <a16:creationId xmlns:a16="http://schemas.microsoft.com/office/drawing/2014/main" id="{1DB512CA-21A6-9E45-BA56-12B8F4FE801F}"/>
                  </a:ext>
                </a:extLst>
              </p:cNvPr>
              <p:cNvCxnSpPr/>
              <p:nvPr userDrawn="1"/>
            </p:nvCxnSpPr>
            <p:spPr bwMode="auto">
              <a:xfrm rot="5400000" flipH="1">
                <a:off x="2438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3" name="Straight Connector 42">
                <a:extLst>
                  <a:ext uri="{FF2B5EF4-FFF2-40B4-BE49-F238E27FC236}">
                    <a16:creationId xmlns:a16="http://schemas.microsoft.com/office/drawing/2014/main" id="{2BFB8868-99DE-1A45-8575-1EA11710057F}"/>
                  </a:ext>
                </a:extLst>
              </p:cNvPr>
              <p:cNvCxnSpPr/>
              <p:nvPr userDrawn="1"/>
            </p:nvCxnSpPr>
            <p:spPr bwMode="auto">
              <a:xfrm rot="5400000" flipH="1">
                <a:off x="4267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4" name="Straight Connector 43">
                <a:extLst>
                  <a:ext uri="{FF2B5EF4-FFF2-40B4-BE49-F238E27FC236}">
                    <a16:creationId xmlns:a16="http://schemas.microsoft.com/office/drawing/2014/main" id="{730DE9A1-D9BD-524C-BE6F-1D6659196FBC}"/>
                  </a:ext>
                </a:extLst>
              </p:cNvPr>
              <p:cNvCxnSpPr/>
              <p:nvPr userDrawn="1"/>
            </p:nvCxnSpPr>
            <p:spPr bwMode="auto">
              <a:xfrm rot="5400000" flipH="1">
                <a:off x="4495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5" name="Straight Connector 44">
                <a:extLst>
                  <a:ext uri="{FF2B5EF4-FFF2-40B4-BE49-F238E27FC236}">
                    <a16:creationId xmlns:a16="http://schemas.microsoft.com/office/drawing/2014/main" id="{5ABAF5C8-E725-FD45-80A0-6EC368BF88BA}"/>
                  </a:ext>
                </a:extLst>
              </p:cNvPr>
              <p:cNvCxnSpPr/>
              <p:nvPr userDrawn="1"/>
            </p:nvCxnSpPr>
            <p:spPr bwMode="auto">
              <a:xfrm rot="5400000" flipH="1">
                <a:off x="4724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6" name="Straight Connector 45">
                <a:extLst>
                  <a:ext uri="{FF2B5EF4-FFF2-40B4-BE49-F238E27FC236}">
                    <a16:creationId xmlns:a16="http://schemas.microsoft.com/office/drawing/2014/main" id="{EBC18DE6-803B-7541-908A-41F6D4494834}"/>
                  </a:ext>
                </a:extLst>
              </p:cNvPr>
              <p:cNvCxnSpPr/>
              <p:nvPr userDrawn="1"/>
            </p:nvCxnSpPr>
            <p:spPr bwMode="auto">
              <a:xfrm rot="5400000" flipH="1">
                <a:off x="6553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7" name="Straight Connector 46">
                <a:extLst>
                  <a:ext uri="{FF2B5EF4-FFF2-40B4-BE49-F238E27FC236}">
                    <a16:creationId xmlns:a16="http://schemas.microsoft.com/office/drawing/2014/main" id="{737A4750-B9D5-5049-A414-7844F44D2F08}"/>
                  </a:ext>
                </a:extLst>
              </p:cNvPr>
              <p:cNvCxnSpPr/>
              <p:nvPr userDrawn="1"/>
            </p:nvCxnSpPr>
            <p:spPr bwMode="auto">
              <a:xfrm rot="5400000" flipH="1">
                <a:off x="6781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8" name="Straight Connector 47">
                <a:extLst>
                  <a:ext uri="{FF2B5EF4-FFF2-40B4-BE49-F238E27FC236}">
                    <a16:creationId xmlns:a16="http://schemas.microsoft.com/office/drawing/2014/main" id="{11CC3856-9176-894C-9678-78854179B583}"/>
                  </a:ext>
                </a:extLst>
              </p:cNvPr>
              <p:cNvCxnSpPr/>
              <p:nvPr userDrawn="1"/>
            </p:nvCxnSpPr>
            <p:spPr bwMode="auto">
              <a:xfrm rot="5400000" flipH="1">
                <a:off x="7010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9" name="Straight Connector 48">
                <a:extLst>
                  <a:ext uri="{FF2B5EF4-FFF2-40B4-BE49-F238E27FC236}">
                    <a16:creationId xmlns:a16="http://schemas.microsoft.com/office/drawing/2014/main" id="{3A4EF373-8CC5-F948-AA7B-C5EF10137299}"/>
                  </a:ext>
                </a:extLst>
              </p:cNvPr>
              <p:cNvCxnSpPr/>
              <p:nvPr userDrawn="1"/>
            </p:nvCxnSpPr>
            <p:spPr bwMode="auto">
              <a:xfrm rot="5400000" flipH="1">
                <a:off x="8839132"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19" name="Group 18">
              <a:extLst>
                <a:ext uri="{FF2B5EF4-FFF2-40B4-BE49-F238E27FC236}">
                  <a16:creationId xmlns:a16="http://schemas.microsoft.com/office/drawing/2014/main" id="{5EDFECA7-68A0-C74C-8702-67F215F53507}"/>
                </a:ext>
              </a:extLst>
            </p:cNvPr>
            <p:cNvGrpSpPr/>
            <p:nvPr userDrawn="1"/>
          </p:nvGrpSpPr>
          <p:grpSpPr>
            <a:xfrm>
              <a:off x="-109730" y="237744"/>
              <a:ext cx="91440" cy="4664456"/>
              <a:chOff x="-109730" y="237744"/>
              <a:chExt cx="91440" cy="4664456"/>
            </a:xfrm>
          </p:grpSpPr>
          <p:cxnSp>
            <p:nvCxnSpPr>
              <p:cNvPr id="30" name="Straight Connector 29">
                <a:extLst>
                  <a:ext uri="{FF2B5EF4-FFF2-40B4-BE49-F238E27FC236}">
                    <a16:creationId xmlns:a16="http://schemas.microsoft.com/office/drawing/2014/main" id="{B42BDEDC-364B-EC4F-9B43-9C5105374A26}"/>
                  </a:ext>
                </a:extLst>
              </p:cNvPr>
              <p:cNvCxnSpPr/>
              <p:nvPr userDrawn="1"/>
            </p:nvCxnSpPr>
            <p:spPr bwMode="auto">
              <a:xfrm flipH="1">
                <a:off x="-109730" y="65379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1" name="Straight Connector 30">
                <a:extLst>
                  <a:ext uri="{FF2B5EF4-FFF2-40B4-BE49-F238E27FC236}">
                    <a16:creationId xmlns:a16="http://schemas.microsoft.com/office/drawing/2014/main" id="{82746AEA-B7EE-6A45-A324-2780C5387E8B}"/>
                  </a:ext>
                </a:extLst>
              </p:cNvPr>
              <p:cNvCxnSpPr/>
              <p:nvPr userDrawn="1"/>
            </p:nvCxnSpPr>
            <p:spPr bwMode="auto">
              <a:xfrm flipH="1">
                <a:off x="-109730" y="128930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2" name="Straight Connector 31">
                <a:extLst>
                  <a:ext uri="{FF2B5EF4-FFF2-40B4-BE49-F238E27FC236}">
                    <a16:creationId xmlns:a16="http://schemas.microsoft.com/office/drawing/2014/main" id="{10F57C53-2F79-4140-B8DD-CFF27135CAA8}"/>
                  </a:ext>
                </a:extLst>
              </p:cNvPr>
              <p:cNvCxnSpPr/>
              <p:nvPr userDrawn="1"/>
            </p:nvCxnSpPr>
            <p:spPr bwMode="auto">
              <a:xfrm flipH="1">
                <a:off x="-109730" y="192938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3" name="Straight Connector 32">
                <a:extLst>
                  <a:ext uri="{FF2B5EF4-FFF2-40B4-BE49-F238E27FC236}">
                    <a16:creationId xmlns:a16="http://schemas.microsoft.com/office/drawing/2014/main" id="{D0D1241B-3B6D-564B-92C0-5F79295699BA}"/>
                  </a:ext>
                </a:extLst>
              </p:cNvPr>
              <p:cNvCxnSpPr/>
              <p:nvPr userDrawn="1"/>
            </p:nvCxnSpPr>
            <p:spPr bwMode="auto">
              <a:xfrm flipH="1">
                <a:off x="-109730" y="2570990"/>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4" name="Straight Connector 33">
                <a:extLst>
                  <a:ext uri="{FF2B5EF4-FFF2-40B4-BE49-F238E27FC236}">
                    <a16:creationId xmlns:a16="http://schemas.microsoft.com/office/drawing/2014/main" id="{4F1A65E1-A6DD-0E48-9328-F63C08A91C80}"/>
                  </a:ext>
                </a:extLst>
              </p:cNvPr>
              <p:cNvCxnSpPr/>
              <p:nvPr userDrawn="1"/>
            </p:nvCxnSpPr>
            <p:spPr bwMode="auto">
              <a:xfrm flipH="1">
                <a:off x="-109730" y="320954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5" name="Straight Connector 34">
                <a:extLst>
                  <a:ext uri="{FF2B5EF4-FFF2-40B4-BE49-F238E27FC236}">
                    <a16:creationId xmlns:a16="http://schemas.microsoft.com/office/drawing/2014/main" id="{DF1A857E-0280-4D4D-8C5E-78EB4893E8F3}"/>
                  </a:ext>
                </a:extLst>
              </p:cNvPr>
              <p:cNvCxnSpPr/>
              <p:nvPr userDrawn="1"/>
            </p:nvCxnSpPr>
            <p:spPr bwMode="auto">
              <a:xfrm flipH="1">
                <a:off x="-109730" y="384962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6" name="Straight Connector 35">
                <a:extLst>
                  <a:ext uri="{FF2B5EF4-FFF2-40B4-BE49-F238E27FC236}">
                    <a16:creationId xmlns:a16="http://schemas.microsoft.com/office/drawing/2014/main" id="{32EE49FC-4AC3-D84D-B296-8260919A4AFB}"/>
                  </a:ext>
                </a:extLst>
              </p:cNvPr>
              <p:cNvCxnSpPr/>
              <p:nvPr userDrawn="1"/>
            </p:nvCxnSpPr>
            <p:spPr bwMode="auto">
              <a:xfrm flipH="1">
                <a:off x="-109730" y="449427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7" name="Straight Connector 36">
                <a:extLst>
                  <a:ext uri="{FF2B5EF4-FFF2-40B4-BE49-F238E27FC236}">
                    <a16:creationId xmlns:a16="http://schemas.microsoft.com/office/drawing/2014/main" id="{A036B8A6-5887-EB43-A589-E9B55309975E}"/>
                  </a:ext>
                </a:extLst>
              </p:cNvPr>
              <p:cNvCxnSpPr/>
              <p:nvPr userDrawn="1"/>
            </p:nvCxnSpPr>
            <p:spPr bwMode="auto">
              <a:xfrm flipH="1">
                <a:off x="-109730" y="23774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8" name="Straight Connector 37">
                <a:extLst>
                  <a:ext uri="{FF2B5EF4-FFF2-40B4-BE49-F238E27FC236}">
                    <a16:creationId xmlns:a16="http://schemas.microsoft.com/office/drawing/2014/main" id="{886C2E2E-F476-B64B-A78C-E2A4F068B019}"/>
                  </a:ext>
                </a:extLst>
              </p:cNvPr>
              <p:cNvCxnSpPr/>
              <p:nvPr userDrawn="1"/>
            </p:nvCxnSpPr>
            <p:spPr bwMode="auto">
              <a:xfrm flipH="1">
                <a:off x="-109730" y="4902200"/>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20" name="Group 19">
              <a:extLst>
                <a:ext uri="{FF2B5EF4-FFF2-40B4-BE49-F238E27FC236}">
                  <a16:creationId xmlns:a16="http://schemas.microsoft.com/office/drawing/2014/main" id="{568B7B3E-2365-FA48-B0BB-56705EDB6709}"/>
                </a:ext>
              </a:extLst>
            </p:cNvPr>
            <p:cNvGrpSpPr/>
            <p:nvPr userDrawn="1"/>
          </p:nvGrpSpPr>
          <p:grpSpPr>
            <a:xfrm>
              <a:off x="9163050" y="237744"/>
              <a:ext cx="91440" cy="4663440"/>
              <a:chOff x="-109730" y="231394"/>
              <a:chExt cx="91440" cy="4663440"/>
            </a:xfrm>
          </p:grpSpPr>
          <p:cxnSp>
            <p:nvCxnSpPr>
              <p:cNvPr id="21" name="Straight Connector 20">
                <a:extLst>
                  <a:ext uri="{FF2B5EF4-FFF2-40B4-BE49-F238E27FC236}">
                    <a16:creationId xmlns:a16="http://schemas.microsoft.com/office/drawing/2014/main" id="{F8CB4122-4D33-2A42-871B-AB33239DC529}"/>
                  </a:ext>
                </a:extLst>
              </p:cNvPr>
              <p:cNvCxnSpPr/>
              <p:nvPr userDrawn="1"/>
            </p:nvCxnSpPr>
            <p:spPr bwMode="auto">
              <a:xfrm flipH="1">
                <a:off x="-109730" y="64744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E1272E41-0FA7-6B41-B356-7A2B88AC448F}"/>
                  </a:ext>
                </a:extLst>
              </p:cNvPr>
              <p:cNvCxnSpPr/>
              <p:nvPr userDrawn="1"/>
            </p:nvCxnSpPr>
            <p:spPr bwMode="auto">
              <a:xfrm flipH="1">
                <a:off x="-109730" y="128295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3" name="Straight Connector 22">
                <a:extLst>
                  <a:ext uri="{FF2B5EF4-FFF2-40B4-BE49-F238E27FC236}">
                    <a16:creationId xmlns:a16="http://schemas.microsoft.com/office/drawing/2014/main" id="{784B5EE1-D003-1F47-8D33-3E312E35B1E7}"/>
                  </a:ext>
                </a:extLst>
              </p:cNvPr>
              <p:cNvCxnSpPr/>
              <p:nvPr userDrawn="1"/>
            </p:nvCxnSpPr>
            <p:spPr bwMode="auto">
              <a:xfrm flipH="1">
                <a:off x="-109730" y="192303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4" name="Straight Connector 23">
                <a:extLst>
                  <a:ext uri="{FF2B5EF4-FFF2-40B4-BE49-F238E27FC236}">
                    <a16:creationId xmlns:a16="http://schemas.microsoft.com/office/drawing/2014/main" id="{571409CD-4C1B-8E45-ACF9-86D270DA7692}"/>
                  </a:ext>
                </a:extLst>
              </p:cNvPr>
              <p:cNvCxnSpPr/>
              <p:nvPr userDrawn="1"/>
            </p:nvCxnSpPr>
            <p:spPr bwMode="auto">
              <a:xfrm flipH="1">
                <a:off x="-109730" y="256311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5" name="Straight Connector 24">
                <a:extLst>
                  <a:ext uri="{FF2B5EF4-FFF2-40B4-BE49-F238E27FC236}">
                    <a16:creationId xmlns:a16="http://schemas.microsoft.com/office/drawing/2014/main" id="{A131086F-34E8-8C46-8C5C-6BAA87172E82}"/>
                  </a:ext>
                </a:extLst>
              </p:cNvPr>
              <p:cNvCxnSpPr/>
              <p:nvPr userDrawn="1"/>
            </p:nvCxnSpPr>
            <p:spPr bwMode="auto">
              <a:xfrm flipH="1">
                <a:off x="-109730" y="320319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6" name="Straight Connector 25">
                <a:extLst>
                  <a:ext uri="{FF2B5EF4-FFF2-40B4-BE49-F238E27FC236}">
                    <a16:creationId xmlns:a16="http://schemas.microsoft.com/office/drawing/2014/main" id="{0A42B631-F25C-F54E-B854-80328E4DFBBC}"/>
                  </a:ext>
                </a:extLst>
              </p:cNvPr>
              <p:cNvCxnSpPr/>
              <p:nvPr userDrawn="1"/>
            </p:nvCxnSpPr>
            <p:spPr bwMode="auto">
              <a:xfrm flipH="1">
                <a:off x="-109730" y="384327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7" name="Straight Connector 26">
                <a:extLst>
                  <a:ext uri="{FF2B5EF4-FFF2-40B4-BE49-F238E27FC236}">
                    <a16:creationId xmlns:a16="http://schemas.microsoft.com/office/drawing/2014/main" id="{08D46B81-A248-A847-9183-C6BC43C53E85}"/>
                  </a:ext>
                </a:extLst>
              </p:cNvPr>
              <p:cNvCxnSpPr/>
              <p:nvPr userDrawn="1"/>
            </p:nvCxnSpPr>
            <p:spPr bwMode="auto">
              <a:xfrm flipH="1">
                <a:off x="-109730" y="448792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86FA5BE4-E196-EC4A-BC7A-95A47060EE08}"/>
                  </a:ext>
                </a:extLst>
              </p:cNvPr>
              <p:cNvCxnSpPr/>
              <p:nvPr userDrawn="1"/>
            </p:nvCxnSpPr>
            <p:spPr bwMode="auto">
              <a:xfrm flipH="1">
                <a:off x="-109730" y="23139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9" name="Straight Connector 28">
                <a:extLst>
                  <a:ext uri="{FF2B5EF4-FFF2-40B4-BE49-F238E27FC236}">
                    <a16:creationId xmlns:a16="http://schemas.microsoft.com/office/drawing/2014/main" id="{47A74DF6-412C-6548-B80E-F7E7ED8433A9}"/>
                  </a:ext>
                </a:extLst>
              </p:cNvPr>
              <p:cNvCxnSpPr/>
              <p:nvPr userDrawn="1"/>
            </p:nvCxnSpPr>
            <p:spPr bwMode="auto">
              <a:xfrm flipH="1">
                <a:off x="-109730" y="489483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sp>
        <p:nvSpPr>
          <p:cNvPr id="64" name="Text Placeholder 2">
            <a:extLst>
              <a:ext uri="{FF2B5EF4-FFF2-40B4-BE49-F238E27FC236}">
                <a16:creationId xmlns:a16="http://schemas.microsoft.com/office/drawing/2014/main" id="{19C5E913-189F-184E-B704-44BC3508810E}"/>
              </a:ext>
            </a:extLst>
          </p:cNvPr>
          <p:cNvSpPr>
            <a:spLocks noGrp="1"/>
          </p:cNvSpPr>
          <p:nvPr>
            <p:ph type="body" sz="quarter" idx="12" hasCustomPrompt="1"/>
          </p:nvPr>
        </p:nvSpPr>
        <p:spPr>
          <a:xfrm>
            <a:off x="6400799" y="3733800"/>
            <a:ext cx="5485174" cy="2258568"/>
          </a:xfrm>
          <a:prstGeom prst="rect">
            <a:avLst/>
          </a:prstGeom>
        </p:spPr>
        <p:txBody>
          <a:bodyPr/>
          <a:lstStyle>
            <a:lvl1pPr>
              <a:spcBef>
                <a:spcPts val="600"/>
              </a:spcBef>
              <a:defRPr sz="1800" b="0" i="0">
                <a:solidFill>
                  <a:schemeClr val="bg1"/>
                </a:solidFill>
                <a:latin typeface="IBM Plex Sans" panose="020B05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pPr lvl="0"/>
            <a:r>
              <a:rPr lang="en-US" dirty="0"/>
              <a:t>Product</a:t>
            </a:r>
          </a:p>
          <a:p>
            <a:pPr lvl="0"/>
            <a:r>
              <a:rPr lang="en-US" dirty="0"/>
              <a:t>Team or domain</a:t>
            </a:r>
          </a:p>
          <a:p>
            <a:pPr lvl="0"/>
            <a:r>
              <a:rPr lang="en-US" dirty="0"/>
              <a:t>Date</a:t>
            </a:r>
          </a:p>
        </p:txBody>
      </p:sp>
      <p:pic>
        <p:nvPicPr>
          <p:cNvPr id="4" name="Picture 3">
            <a:extLst>
              <a:ext uri="{FF2B5EF4-FFF2-40B4-BE49-F238E27FC236}">
                <a16:creationId xmlns:a16="http://schemas.microsoft.com/office/drawing/2014/main" id="{E3046668-5C8A-E141-8BE9-D6CD46563E0C}"/>
              </a:ext>
            </a:extLst>
          </p:cNvPr>
          <p:cNvPicPr>
            <a:picLocks noChangeAspect="1"/>
          </p:cNvPicPr>
          <p:nvPr userDrawn="1"/>
        </p:nvPicPr>
        <p:blipFill>
          <a:blip r:embed="rId2"/>
          <a:stretch>
            <a:fillRect/>
          </a:stretch>
        </p:blipFill>
        <p:spPr>
          <a:xfrm>
            <a:off x="10844573" y="6141212"/>
            <a:ext cx="1041400" cy="393700"/>
          </a:xfrm>
          <a:prstGeom prst="rect">
            <a:avLst/>
          </a:prstGeom>
        </p:spPr>
      </p:pic>
      <p:sp>
        <p:nvSpPr>
          <p:cNvPr id="67" name="Text Placeholder 64">
            <a:extLst>
              <a:ext uri="{FF2B5EF4-FFF2-40B4-BE49-F238E27FC236}">
                <a16:creationId xmlns:a16="http://schemas.microsoft.com/office/drawing/2014/main" id="{629ABFE0-DE5F-DE4E-951B-DD1974E1BC49}"/>
              </a:ext>
            </a:extLst>
          </p:cNvPr>
          <p:cNvSpPr>
            <a:spLocks noGrp="1"/>
          </p:cNvSpPr>
          <p:nvPr>
            <p:ph type="body" sz="quarter" idx="10" hasCustomPrompt="1"/>
          </p:nvPr>
        </p:nvSpPr>
        <p:spPr>
          <a:xfrm>
            <a:off x="218506" y="316992"/>
            <a:ext cx="8925495" cy="2255514"/>
          </a:xfrm>
          <a:prstGeom prst="rect">
            <a:avLst/>
          </a:prstGeom>
        </p:spPr>
        <p:txBody>
          <a:bodyPr anchor="t">
            <a:noAutofit/>
          </a:bodyPr>
          <a:lstStyle>
            <a:lvl1pPr>
              <a:defRPr sz="6800" b="0" i="0">
                <a:solidFill>
                  <a:schemeClr val="tx1"/>
                </a:solidFill>
                <a:latin typeface="IBM Plex Sans Light" panose="020B0403050203000203" pitchFamily="34" charset="0"/>
              </a:defRPr>
            </a:lvl1pPr>
          </a:lstStyle>
          <a:p>
            <a:pPr lvl="0"/>
            <a:r>
              <a:rPr lang="en-US" dirty="0"/>
              <a:t>1-2 Line Presentation Title Example</a:t>
            </a:r>
          </a:p>
        </p:txBody>
      </p:sp>
      <p:sp>
        <p:nvSpPr>
          <p:cNvPr id="71" name="Text Placeholder 2">
            <a:extLst>
              <a:ext uri="{FF2B5EF4-FFF2-40B4-BE49-F238E27FC236}">
                <a16:creationId xmlns:a16="http://schemas.microsoft.com/office/drawing/2014/main" id="{63887D93-7A60-284B-8B28-CC3A5E5353C2}"/>
              </a:ext>
            </a:extLst>
          </p:cNvPr>
          <p:cNvSpPr>
            <a:spLocks noGrp="1"/>
          </p:cNvSpPr>
          <p:nvPr>
            <p:ph type="body" sz="quarter" idx="11" hasCustomPrompt="1"/>
          </p:nvPr>
        </p:nvSpPr>
        <p:spPr>
          <a:xfrm>
            <a:off x="304800" y="3733800"/>
            <a:ext cx="5486400" cy="381000"/>
          </a:xfrm>
          <a:prstGeom prst="rect">
            <a:avLst/>
          </a:prstGeom>
        </p:spPr>
        <p:txBody>
          <a:bodyPr/>
          <a:lstStyle>
            <a:lvl1pPr>
              <a:lnSpc>
                <a:spcPct val="100000"/>
              </a:lnSpc>
              <a:spcBef>
                <a:spcPts val="600"/>
              </a:spcBef>
              <a:defRPr sz="1800" b="1" i="0">
                <a:solidFill>
                  <a:schemeClr val="bg1"/>
                </a:solidFill>
                <a:latin typeface="IBM Plex Sans SmBld" panose="020B0503050203000203" pitchFamily="34" charset="0"/>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pPr lvl="0"/>
            <a:r>
              <a:rPr lang="en-US" dirty="0"/>
              <a:t>Subheading:</a:t>
            </a:r>
          </a:p>
        </p:txBody>
      </p:sp>
      <p:sp>
        <p:nvSpPr>
          <p:cNvPr id="72" name="Text Placeholder 2">
            <a:extLst>
              <a:ext uri="{FF2B5EF4-FFF2-40B4-BE49-F238E27FC236}">
                <a16:creationId xmlns:a16="http://schemas.microsoft.com/office/drawing/2014/main" id="{5A4A77D6-38EE-0248-B2EC-2F058B7AEC21}"/>
              </a:ext>
            </a:extLst>
          </p:cNvPr>
          <p:cNvSpPr>
            <a:spLocks noGrp="1"/>
          </p:cNvSpPr>
          <p:nvPr>
            <p:ph type="body" sz="quarter" idx="13" hasCustomPrompt="1"/>
          </p:nvPr>
        </p:nvSpPr>
        <p:spPr>
          <a:xfrm>
            <a:off x="304800" y="4140200"/>
            <a:ext cx="5486400" cy="1852168"/>
          </a:xfrm>
          <a:prstGeom prst="rect">
            <a:avLst/>
          </a:prstGeom>
        </p:spPr>
        <p:txBody>
          <a:bodyPr/>
          <a:lstStyle>
            <a:lvl1pPr>
              <a:lnSpc>
                <a:spcPct val="100000"/>
              </a:lnSpc>
              <a:spcBef>
                <a:spcPts val="600"/>
              </a:spcBef>
              <a:defRPr sz="1800" b="0" i="0">
                <a:solidFill>
                  <a:schemeClr val="bg1"/>
                </a:solidFill>
                <a:latin typeface="IBM Plex Sans" panose="020B0503050203000203" pitchFamily="34" charset="0"/>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pPr lvl="0"/>
            <a:r>
              <a:rPr lang="en-US" dirty="0"/>
              <a:t>Lorem ipsum</a:t>
            </a:r>
          </a:p>
          <a:p>
            <a:pPr lvl="0"/>
            <a:r>
              <a:rPr lang="en-US" dirty="0"/>
              <a:t>Lorem ipsum</a:t>
            </a:r>
          </a:p>
          <a:p>
            <a:pPr lvl="0"/>
            <a:r>
              <a:rPr lang="en-US" dirty="0"/>
              <a:t>Lorem ipsum</a:t>
            </a:r>
          </a:p>
          <a:p>
            <a:pPr lvl="0"/>
            <a:endParaRPr lang="en-US" dirty="0"/>
          </a:p>
        </p:txBody>
      </p:sp>
    </p:spTree>
    <p:extLst>
      <p:ext uri="{BB962C8B-B14F-4D97-AF65-F5344CB8AC3E}">
        <p14:creationId xmlns:p14="http://schemas.microsoft.com/office/powerpoint/2010/main" val="32420446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 IBM Confidential">
    <p:bg>
      <p:bgPr>
        <a:solidFill>
          <a:schemeClr val="bg1"/>
        </a:solidFill>
        <a:effectLst/>
      </p:bgPr>
    </p:bg>
    <p:spTree>
      <p:nvGrpSpPr>
        <p:cNvPr id="1" name=""/>
        <p:cNvGrpSpPr/>
        <p:nvPr/>
      </p:nvGrpSpPr>
      <p:grpSpPr>
        <a:xfrm>
          <a:off x="0" y="0"/>
          <a:ext cx="0" cy="0"/>
          <a:chOff x="0" y="0"/>
          <a:chExt cx="0" cy="0"/>
        </a:xfrm>
      </p:grpSpPr>
      <p:sp>
        <p:nvSpPr>
          <p:cNvPr id="220" name="Rectangle 219">
            <a:extLst>
              <a:ext uri="{FF2B5EF4-FFF2-40B4-BE49-F238E27FC236}">
                <a16:creationId xmlns:a16="http://schemas.microsoft.com/office/drawing/2014/main" id="{2ED10D33-4556-564B-9D32-EA2E562E1D8A}"/>
              </a:ext>
            </a:extLst>
          </p:cNvPr>
          <p:cNvSpPr/>
          <p:nvPr userDrawn="1"/>
        </p:nvSpPr>
        <p:spPr bwMode="auto">
          <a:xfrm>
            <a:off x="0" y="3425952"/>
            <a:ext cx="12192000" cy="3432048"/>
          </a:xfrm>
          <a:prstGeom prst="rect">
            <a:avLst/>
          </a:prstGeom>
          <a:solidFill>
            <a:srgbClr val="054ADA"/>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90000"/>
              </a:lnSpc>
              <a:spcBef>
                <a:spcPct val="0"/>
              </a:spcBef>
              <a:spcAft>
                <a:spcPct val="0"/>
              </a:spcAft>
              <a:buClrTx/>
              <a:buSzTx/>
              <a:buFontTx/>
              <a:buNone/>
              <a:tabLst/>
            </a:pPr>
            <a:endParaRPr kumimoji="0" lang="en-US" sz="2000" b="0" i="0" u="none" strike="noStrike" cap="none" normalizeH="0" baseline="0" dirty="0">
              <a:ln>
                <a:noFill/>
              </a:ln>
              <a:solidFill>
                <a:srgbClr val="191919"/>
              </a:solidFill>
              <a:effectLst/>
              <a:latin typeface="HelvNeue Light for IBM" pitchFamily="34" charset="0"/>
            </a:endParaRPr>
          </a:p>
        </p:txBody>
      </p:sp>
      <p:grpSp>
        <p:nvGrpSpPr>
          <p:cNvPr id="221" name="Group 220">
            <a:extLst>
              <a:ext uri="{FF2B5EF4-FFF2-40B4-BE49-F238E27FC236}">
                <a16:creationId xmlns:a16="http://schemas.microsoft.com/office/drawing/2014/main" id="{400856B5-CBBC-4740-8C6B-82F8225E6CBF}"/>
              </a:ext>
            </a:extLst>
          </p:cNvPr>
          <p:cNvGrpSpPr/>
          <p:nvPr userDrawn="1"/>
        </p:nvGrpSpPr>
        <p:grpSpPr>
          <a:xfrm>
            <a:off x="-146307" y="-147320"/>
            <a:ext cx="12485627" cy="7152640"/>
            <a:chOff x="-109730" y="-110490"/>
            <a:chExt cx="9364220" cy="5364480"/>
          </a:xfrm>
        </p:grpSpPr>
        <p:grpSp>
          <p:nvGrpSpPr>
            <p:cNvPr id="222" name="Group 221">
              <a:extLst>
                <a:ext uri="{FF2B5EF4-FFF2-40B4-BE49-F238E27FC236}">
                  <a16:creationId xmlns:a16="http://schemas.microsoft.com/office/drawing/2014/main" id="{3EC9C648-4B29-E845-8FBF-C8A94809313D}"/>
                </a:ext>
              </a:extLst>
            </p:cNvPr>
            <p:cNvGrpSpPr/>
            <p:nvPr userDrawn="1"/>
          </p:nvGrpSpPr>
          <p:grpSpPr>
            <a:xfrm>
              <a:off x="228600" y="-110490"/>
              <a:ext cx="8686732" cy="91440"/>
              <a:chOff x="228600" y="-152400"/>
              <a:chExt cx="8686732" cy="152400"/>
            </a:xfrm>
          </p:grpSpPr>
          <p:cxnSp>
            <p:nvCxnSpPr>
              <p:cNvPr id="255" name="Straight Connector 254">
                <a:extLst>
                  <a:ext uri="{FF2B5EF4-FFF2-40B4-BE49-F238E27FC236}">
                    <a16:creationId xmlns:a16="http://schemas.microsoft.com/office/drawing/2014/main" id="{C976CD70-E4B8-874D-82CA-52B34EA7D648}"/>
                  </a:ext>
                </a:extLst>
              </p:cNvPr>
              <p:cNvCxnSpPr/>
              <p:nvPr userDrawn="1"/>
            </p:nvCxnSpPr>
            <p:spPr bwMode="auto">
              <a:xfrm rot="5400000" flipH="1">
                <a:off x="152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56" name="Straight Connector 255">
                <a:extLst>
                  <a:ext uri="{FF2B5EF4-FFF2-40B4-BE49-F238E27FC236}">
                    <a16:creationId xmlns:a16="http://schemas.microsoft.com/office/drawing/2014/main" id="{5FE9DE5A-1770-0C4B-90D3-F7CF089341DD}"/>
                  </a:ext>
                </a:extLst>
              </p:cNvPr>
              <p:cNvCxnSpPr/>
              <p:nvPr userDrawn="1"/>
            </p:nvCxnSpPr>
            <p:spPr bwMode="auto">
              <a:xfrm rot="5400000" flipH="1">
                <a:off x="1981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57" name="Straight Connector 256">
                <a:extLst>
                  <a:ext uri="{FF2B5EF4-FFF2-40B4-BE49-F238E27FC236}">
                    <a16:creationId xmlns:a16="http://schemas.microsoft.com/office/drawing/2014/main" id="{A18B9F06-E605-3841-9932-ED0126553C45}"/>
                  </a:ext>
                </a:extLst>
              </p:cNvPr>
              <p:cNvCxnSpPr/>
              <p:nvPr userDrawn="1"/>
            </p:nvCxnSpPr>
            <p:spPr bwMode="auto">
              <a:xfrm rot="5400000" flipH="1">
                <a:off x="2209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58" name="Straight Connector 257">
                <a:extLst>
                  <a:ext uri="{FF2B5EF4-FFF2-40B4-BE49-F238E27FC236}">
                    <a16:creationId xmlns:a16="http://schemas.microsoft.com/office/drawing/2014/main" id="{54ADB3F1-9DC3-BF4B-A1F8-1CEE5AFC6118}"/>
                  </a:ext>
                </a:extLst>
              </p:cNvPr>
              <p:cNvCxnSpPr/>
              <p:nvPr userDrawn="1"/>
            </p:nvCxnSpPr>
            <p:spPr bwMode="auto">
              <a:xfrm rot="5400000" flipH="1">
                <a:off x="2438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59" name="Straight Connector 258">
                <a:extLst>
                  <a:ext uri="{FF2B5EF4-FFF2-40B4-BE49-F238E27FC236}">
                    <a16:creationId xmlns:a16="http://schemas.microsoft.com/office/drawing/2014/main" id="{7E14E13B-C253-5B48-ABE2-A324F10A67EC}"/>
                  </a:ext>
                </a:extLst>
              </p:cNvPr>
              <p:cNvCxnSpPr/>
              <p:nvPr userDrawn="1"/>
            </p:nvCxnSpPr>
            <p:spPr bwMode="auto">
              <a:xfrm rot="5400000" flipH="1">
                <a:off x="4267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60" name="Straight Connector 259">
                <a:extLst>
                  <a:ext uri="{FF2B5EF4-FFF2-40B4-BE49-F238E27FC236}">
                    <a16:creationId xmlns:a16="http://schemas.microsoft.com/office/drawing/2014/main" id="{6D649D85-69F9-1F45-8033-39D28EA50AE3}"/>
                  </a:ext>
                </a:extLst>
              </p:cNvPr>
              <p:cNvCxnSpPr/>
              <p:nvPr userDrawn="1"/>
            </p:nvCxnSpPr>
            <p:spPr bwMode="auto">
              <a:xfrm rot="5400000" flipH="1">
                <a:off x="4495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61" name="Straight Connector 260">
                <a:extLst>
                  <a:ext uri="{FF2B5EF4-FFF2-40B4-BE49-F238E27FC236}">
                    <a16:creationId xmlns:a16="http://schemas.microsoft.com/office/drawing/2014/main" id="{80503307-9AF7-AD4A-9FF0-A11AFC1FF16E}"/>
                  </a:ext>
                </a:extLst>
              </p:cNvPr>
              <p:cNvCxnSpPr/>
              <p:nvPr userDrawn="1"/>
            </p:nvCxnSpPr>
            <p:spPr bwMode="auto">
              <a:xfrm rot="5400000" flipH="1">
                <a:off x="4724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62" name="Straight Connector 261">
                <a:extLst>
                  <a:ext uri="{FF2B5EF4-FFF2-40B4-BE49-F238E27FC236}">
                    <a16:creationId xmlns:a16="http://schemas.microsoft.com/office/drawing/2014/main" id="{9663F01F-349C-1641-8FA3-CA67E2B45B65}"/>
                  </a:ext>
                </a:extLst>
              </p:cNvPr>
              <p:cNvCxnSpPr/>
              <p:nvPr userDrawn="1"/>
            </p:nvCxnSpPr>
            <p:spPr bwMode="auto">
              <a:xfrm rot="5400000" flipH="1">
                <a:off x="6553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63" name="Straight Connector 262">
                <a:extLst>
                  <a:ext uri="{FF2B5EF4-FFF2-40B4-BE49-F238E27FC236}">
                    <a16:creationId xmlns:a16="http://schemas.microsoft.com/office/drawing/2014/main" id="{30045C06-0C9B-0E4A-80FB-1C835843A9C0}"/>
                  </a:ext>
                </a:extLst>
              </p:cNvPr>
              <p:cNvCxnSpPr/>
              <p:nvPr userDrawn="1"/>
            </p:nvCxnSpPr>
            <p:spPr bwMode="auto">
              <a:xfrm rot="5400000" flipH="1">
                <a:off x="6781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64" name="Straight Connector 263">
                <a:extLst>
                  <a:ext uri="{FF2B5EF4-FFF2-40B4-BE49-F238E27FC236}">
                    <a16:creationId xmlns:a16="http://schemas.microsoft.com/office/drawing/2014/main" id="{DACC072A-4113-924E-AD44-8DA9E3705CFB}"/>
                  </a:ext>
                </a:extLst>
              </p:cNvPr>
              <p:cNvCxnSpPr/>
              <p:nvPr userDrawn="1"/>
            </p:nvCxnSpPr>
            <p:spPr bwMode="auto">
              <a:xfrm rot="5400000" flipH="1">
                <a:off x="7010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65" name="Straight Connector 264">
                <a:extLst>
                  <a:ext uri="{FF2B5EF4-FFF2-40B4-BE49-F238E27FC236}">
                    <a16:creationId xmlns:a16="http://schemas.microsoft.com/office/drawing/2014/main" id="{395BD6BC-8DE6-E24B-8F62-C3CC52FA0F7C}"/>
                  </a:ext>
                </a:extLst>
              </p:cNvPr>
              <p:cNvCxnSpPr/>
              <p:nvPr userDrawn="1"/>
            </p:nvCxnSpPr>
            <p:spPr bwMode="auto">
              <a:xfrm rot="5400000" flipH="1">
                <a:off x="8839132"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223" name="Group 222">
              <a:extLst>
                <a:ext uri="{FF2B5EF4-FFF2-40B4-BE49-F238E27FC236}">
                  <a16:creationId xmlns:a16="http://schemas.microsoft.com/office/drawing/2014/main" id="{0E25422E-B7EF-3045-A26D-7F386F27B4C2}"/>
                </a:ext>
              </a:extLst>
            </p:cNvPr>
            <p:cNvGrpSpPr/>
            <p:nvPr userDrawn="1"/>
          </p:nvGrpSpPr>
          <p:grpSpPr>
            <a:xfrm>
              <a:off x="228600" y="5162550"/>
              <a:ext cx="8686732" cy="91440"/>
              <a:chOff x="228600" y="5143500"/>
              <a:chExt cx="8686732" cy="152400"/>
            </a:xfrm>
          </p:grpSpPr>
          <p:cxnSp>
            <p:nvCxnSpPr>
              <p:cNvPr id="244" name="Straight Connector 243">
                <a:extLst>
                  <a:ext uri="{FF2B5EF4-FFF2-40B4-BE49-F238E27FC236}">
                    <a16:creationId xmlns:a16="http://schemas.microsoft.com/office/drawing/2014/main" id="{47850E37-B43D-0842-A9A7-FDDEC998A421}"/>
                  </a:ext>
                </a:extLst>
              </p:cNvPr>
              <p:cNvCxnSpPr/>
              <p:nvPr userDrawn="1"/>
            </p:nvCxnSpPr>
            <p:spPr bwMode="auto">
              <a:xfrm rot="5400000" flipH="1">
                <a:off x="152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45" name="Straight Connector 244">
                <a:extLst>
                  <a:ext uri="{FF2B5EF4-FFF2-40B4-BE49-F238E27FC236}">
                    <a16:creationId xmlns:a16="http://schemas.microsoft.com/office/drawing/2014/main" id="{67B470EC-626B-054F-ACEF-274D7B336B7E}"/>
                  </a:ext>
                </a:extLst>
              </p:cNvPr>
              <p:cNvCxnSpPr/>
              <p:nvPr userDrawn="1"/>
            </p:nvCxnSpPr>
            <p:spPr bwMode="auto">
              <a:xfrm rot="5400000" flipH="1">
                <a:off x="1981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46" name="Straight Connector 245">
                <a:extLst>
                  <a:ext uri="{FF2B5EF4-FFF2-40B4-BE49-F238E27FC236}">
                    <a16:creationId xmlns:a16="http://schemas.microsoft.com/office/drawing/2014/main" id="{004849E9-7847-4642-98B5-EAC3F51A06AF}"/>
                  </a:ext>
                </a:extLst>
              </p:cNvPr>
              <p:cNvCxnSpPr/>
              <p:nvPr userDrawn="1"/>
            </p:nvCxnSpPr>
            <p:spPr bwMode="auto">
              <a:xfrm rot="5400000" flipH="1">
                <a:off x="2209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47" name="Straight Connector 246">
                <a:extLst>
                  <a:ext uri="{FF2B5EF4-FFF2-40B4-BE49-F238E27FC236}">
                    <a16:creationId xmlns:a16="http://schemas.microsoft.com/office/drawing/2014/main" id="{95B089A0-A4F3-B342-A0B9-605DC53766CC}"/>
                  </a:ext>
                </a:extLst>
              </p:cNvPr>
              <p:cNvCxnSpPr/>
              <p:nvPr userDrawn="1"/>
            </p:nvCxnSpPr>
            <p:spPr bwMode="auto">
              <a:xfrm rot="5400000" flipH="1">
                <a:off x="2438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48" name="Straight Connector 247">
                <a:extLst>
                  <a:ext uri="{FF2B5EF4-FFF2-40B4-BE49-F238E27FC236}">
                    <a16:creationId xmlns:a16="http://schemas.microsoft.com/office/drawing/2014/main" id="{C1FD077D-7217-9C43-9D73-464F1082C00C}"/>
                  </a:ext>
                </a:extLst>
              </p:cNvPr>
              <p:cNvCxnSpPr/>
              <p:nvPr userDrawn="1"/>
            </p:nvCxnSpPr>
            <p:spPr bwMode="auto">
              <a:xfrm rot="5400000" flipH="1">
                <a:off x="4267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49" name="Straight Connector 248">
                <a:extLst>
                  <a:ext uri="{FF2B5EF4-FFF2-40B4-BE49-F238E27FC236}">
                    <a16:creationId xmlns:a16="http://schemas.microsoft.com/office/drawing/2014/main" id="{90C36DAD-B4DC-AD4B-B98E-0DFBB02AE498}"/>
                  </a:ext>
                </a:extLst>
              </p:cNvPr>
              <p:cNvCxnSpPr/>
              <p:nvPr userDrawn="1"/>
            </p:nvCxnSpPr>
            <p:spPr bwMode="auto">
              <a:xfrm rot="5400000" flipH="1">
                <a:off x="4495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50" name="Straight Connector 249">
                <a:extLst>
                  <a:ext uri="{FF2B5EF4-FFF2-40B4-BE49-F238E27FC236}">
                    <a16:creationId xmlns:a16="http://schemas.microsoft.com/office/drawing/2014/main" id="{C713D02F-63D8-404C-AB6B-047B5F74F069}"/>
                  </a:ext>
                </a:extLst>
              </p:cNvPr>
              <p:cNvCxnSpPr/>
              <p:nvPr userDrawn="1"/>
            </p:nvCxnSpPr>
            <p:spPr bwMode="auto">
              <a:xfrm rot="5400000" flipH="1">
                <a:off x="4724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51" name="Straight Connector 250">
                <a:extLst>
                  <a:ext uri="{FF2B5EF4-FFF2-40B4-BE49-F238E27FC236}">
                    <a16:creationId xmlns:a16="http://schemas.microsoft.com/office/drawing/2014/main" id="{4CCE82E8-E04F-F542-AA87-6505D5E704D1}"/>
                  </a:ext>
                </a:extLst>
              </p:cNvPr>
              <p:cNvCxnSpPr/>
              <p:nvPr userDrawn="1"/>
            </p:nvCxnSpPr>
            <p:spPr bwMode="auto">
              <a:xfrm rot="5400000" flipH="1">
                <a:off x="6553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52" name="Straight Connector 251">
                <a:extLst>
                  <a:ext uri="{FF2B5EF4-FFF2-40B4-BE49-F238E27FC236}">
                    <a16:creationId xmlns:a16="http://schemas.microsoft.com/office/drawing/2014/main" id="{4B1D6D99-96A9-774F-A2DA-12E1ACE4C6EE}"/>
                  </a:ext>
                </a:extLst>
              </p:cNvPr>
              <p:cNvCxnSpPr/>
              <p:nvPr userDrawn="1"/>
            </p:nvCxnSpPr>
            <p:spPr bwMode="auto">
              <a:xfrm rot="5400000" flipH="1">
                <a:off x="6781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53" name="Straight Connector 252">
                <a:extLst>
                  <a:ext uri="{FF2B5EF4-FFF2-40B4-BE49-F238E27FC236}">
                    <a16:creationId xmlns:a16="http://schemas.microsoft.com/office/drawing/2014/main" id="{6CD8E7E3-0FEF-DC49-A3D2-C0217DAE58A4}"/>
                  </a:ext>
                </a:extLst>
              </p:cNvPr>
              <p:cNvCxnSpPr/>
              <p:nvPr userDrawn="1"/>
            </p:nvCxnSpPr>
            <p:spPr bwMode="auto">
              <a:xfrm rot="5400000" flipH="1">
                <a:off x="7010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54" name="Straight Connector 253">
                <a:extLst>
                  <a:ext uri="{FF2B5EF4-FFF2-40B4-BE49-F238E27FC236}">
                    <a16:creationId xmlns:a16="http://schemas.microsoft.com/office/drawing/2014/main" id="{46F53826-6FAA-9044-8026-8F4EC0D54C38}"/>
                  </a:ext>
                </a:extLst>
              </p:cNvPr>
              <p:cNvCxnSpPr/>
              <p:nvPr userDrawn="1"/>
            </p:nvCxnSpPr>
            <p:spPr bwMode="auto">
              <a:xfrm rot="5400000" flipH="1">
                <a:off x="8839132"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224" name="Group 223">
              <a:extLst>
                <a:ext uri="{FF2B5EF4-FFF2-40B4-BE49-F238E27FC236}">
                  <a16:creationId xmlns:a16="http://schemas.microsoft.com/office/drawing/2014/main" id="{573571B2-0751-8741-B6D9-7B5FB79A158B}"/>
                </a:ext>
              </a:extLst>
            </p:cNvPr>
            <p:cNvGrpSpPr/>
            <p:nvPr userDrawn="1"/>
          </p:nvGrpSpPr>
          <p:grpSpPr>
            <a:xfrm>
              <a:off x="-109730" y="237744"/>
              <a:ext cx="91440" cy="4664456"/>
              <a:chOff x="-109730" y="237744"/>
              <a:chExt cx="91440" cy="4664456"/>
            </a:xfrm>
          </p:grpSpPr>
          <p:cxnSp>
            <p:nvCxnSpPr>
              <p:cNvPr id="235" name="Straight Connector 234">
                <a:extLst>
                  <a:ext uri="{FF2B5EF4-FFF2-40B4-BE49-F238E27FC236}">
                    <a16:creationId xmlns:a16="http://schemas.microsoft.com/office/drawing/2014/main" id="{826CF865-2058-0948-8AE8-B7B86FC4ADF3}"/>
                  </a:ext>
                </a:extLst>
              </p:cNvPr>
              <p:cNvCxnSpPr/>
              <p:nvPr userDrawn="1"/>
            </p:nvCxnSpPr>
            <p:spPr bwMode="auto">
              <a:xfrm flipH="1">
                <a:off x="-109730" y="65379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36" name="Straight Connector 235">
                <a:extLst>
                  <a:ext uri="{FF2B5EF4-FFF2-40B4-BE49-F238E27FC236}">
                    <a16:creationId xmlns:a16="http://schemas.microsoft.com/office/drawing/2014/main" id="{07939A6E-3854-B240-B410-4334C240B213}"/>
                  </a:ext>
                </a:extLst>
              </p:cNvPr>
              <p:cNvCxnSpPr/>
              <p:nvPr userDrawn="1"/>
            </p:nvCxnSpPr>
            <p:spPr bwMode="auto">
              <a:xfrm flipH="1">
                <a:off x="-109730" y="128930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37" name="Straight Connector 236">
                <a:extLst>
                  <a:ext uri="{FF2B5EF4-FFF2-40B4-BE49-F238E27FC236}">
                    <a16:creationId xmlns:a16="http://schemas.microsoft.com/office/drawing/2014/main" id="{D6F88749-9B9D-104E-AD6F-156C36B0E98A}"/>
                  </a:ext>
                </a:extLst>
              </p:cNvPr>
              <p:cNvCxnSpPr/>
              <p:nvPr userDrawn="1"/>
            </p:nvCxnSpPr>
            <p:spPr bwMode="auto">
              <a:xfrm flipH="1">
                <a:off x="-109730" y="192938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38" name="Straight Connector 237">
                <a:extLst>
                  <a:ext uri="{FF2B5EF4-FFF2-40B4-BE49-F238E27FC236}">
                    <a16:creationId xmlns:a16="http://schemas.microsoft.com/office/drawing/2014/main" id="{343C8ECB-E021-C542-B307-F45750CB3126}"/>
                  </a:ext>
                </a:extLst>
              </p:cNvPr>
              <p:cNvCxnSpPr/>
              <p:nvPr userDrawn="1"/>
            </p:nvCxnSpPr>
            <p:spPr bwMode="auto">
              <a:xfrm flipH="1">
                <a:off x="-109730" y="2570990"/>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39" name="Straight Connector 238">
                <a:extLst>
                  <a:ext uri="{FF2B5EF4-FFF2-40B4-BE49-F238E27FC236}">
                    <a16:creationId xmlns:a16="http://schemas.microsoft.com/office/drawing/2014/main" id="{720D914C-D0A6-D24A-839B-2BB267DD52AD}"/>
                  </a:ext>
                </a:extLst>
              </p:cNvPr>
              <p:cNvCxnSpPr/>
              <p:nvPr userDrawn="1"/>
            </p:nvCxnSpPr>
            <p:spPr bwMode="auto">
              <a:xfrm flipH="1">
                <a:off x="-109730" y="320954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40" name="Straight Connector 239">
                <a:extLst>
                  <a:ext uri="{FF2B5EF4-FFF2-40B4-BE49-F238E27FC236}">
                    <a16:creationId xmlns:a16="http://schemas.microsoft.com/office/drawing/2014/main" id="{786AC912-FB5D-1C43-B3A1-0BB8CCF17CCE}"/>
                  </a:ext>
                </a:extLst>
              </p:cNvPr>
              <p:cNvCxnSpPr/>
              <p:nvPr userDrawn="1"/>
            </p:nvCxnSpPr>
            <p:spPr bwMode="auto">
              <a:xfrm flipH="1">
                <a:off x="-109730" y="384962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41" name="Straight Connector 240">
                <a:extLst>
                  <a:ext uri="{FF2B5EF4-FFF2-40B4-BE49-F238E27FC236}">
                    <a16:creationId xmlns:a16="http://schemas.microsoft.com/office/drawing/2014/main" id="{84B0AE4B-BBCF-F240-B36D-496CA26BDAE1}"/>
                  </a:ext>
                </a:extLst>
              </p:cNvPr>
              <p:cNvCxnSpPr/>
              <p:nvPr userDrawn="1"/>
            </p:nvCxnSpPr>
            <p:spPr bwMode="auto">
              <a:xfrm flipH="1">
                <a:off x="-109730" y="449427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42" name="Straight Connector 241">
                <a:extLst>
                  <a:ext uri="{FF2B5EF4-FFF2-40B4-BE49-F238E27FC236}">
                    <a16:creationId xmlns:a16="http://schemas.microsoft.com/office/drawing/2014/main" id="{FAA1C47E-19A7-0944-B148-8B188274523D}"/>
                  </a:ext>
                </a:extLst>
              </p:cNvPr>
              <p:cNvCxnSpPr/>
              <p:nvPr userDrawn="1"/>
            </p:nvCxnSpPr>
            <p:spPr bwMode="auto">
              <a:xfrm flipH="1">
                <a:off x="-109730" y="23774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43" name="Straight Connector 242">
                <a:extLst>
                  <a:ext uri="{FF2B5EF4-FFF2-40B4-BE49-F238E27FC236}">
                    <a16:creationId xmlns:a16="http://schemas.microsoft.com/office/drawing/2014/main" id="{746DA2F9-CC35-2241-9EA6-7DFAC5D7363E}"/>
                  </a:ext>
                </a:extLst>
              </p:cNvPr>
              <p:cNvCxnSpPr/>
              <p:nvPr userDrawn="1"/>
            </p:nvCxnSpPr>
            <p:spPr bwMode="auto">
              <a:xfrm flipH="1">
                <a:off x="-109730" y="4902200"/>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225" name="Group 224">
              <a:extLst>
                <a:ext uri="{FF2B5EF4-FFF2-40B4-BE49-F238E27FC236}">
                  <a16:creationId xmlns:a16="http://schemas.microsoft.com/office/drawing/2014/main" id="{51C0572A-805B-2E41-8700-BB75DA62C8E4}"/>
                </a:ext>
              </a:extLst>
            </p:cNvPr>
            <p:cNvGrpSpPr/>
            <p:nvPr userDrawn="1"/>
          </p:nvGrpSpPr>
          <p:grpSpPr>
            <a:xfrm>
              <a:off x="9163050" y="237744"/>
              <a:ext cx="91440" cy="4663440"/>
              <a:chOff x="-109730" y="231394"/>
              <a:chExt cx="91440" cy="4663440"/>
            </a:xfrm>
          </p:grpSpPr>
          <p:cxnSp>
            <p:nvCxnSpPr>
              <p:cNvPr id="226" name="Straight Connector 225">
                <a:extLst>
                  <a:ext uri="{FF2B5EF4-FFF2-40B4-BE49-F238E27FC236}">
                    <a16:creationId xmlns:a16="http://schemas.microsoft.com/office/drawing/2014/main" id="{A0BAB612-3D20-AB44-8B8A-E913D73029E5}"/>
                  </a:ext>
                </a:extLst>
              </p:cNvPr>
              <p:cNvCxnSpPr/>
              <p:nvPr userDrawn="1"/>
            </p:nvCxnSpPr>
            <p:spPr bwMode="auto">
              <a:xfrm flipH="1">
                <a:off x="-109730" y="64744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27" name="Straight Connector 226">
                <a:extLst>
                  <a:ext uri="{FF2B5EF4-FFF2-40B4-BE49-F238E27FC236}">
                    <a16:creationId xmlns:a16="http://schemas.microsoft.com/office/drawing/2014/main" id="{4E6FCD7D-C824-2C41-8786-91B3D068E6D9}"/>
                  </a:ext>
                </a:extLst>
              </p:cNvPr>
              <p:cNvCxnSpPr/>
              <p:nvPr userDrawn="1"/>
            </p:nvCxnSpPr>
            <p:spPr bwMode="auto">
              <a:xfrm flipH="1">
                <a:off x="-109730" y="128295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28" name="Straight Connector 227">
                <a:extLst>
                  <a:ext uri="{FF2B5EF4-FFF2-40B4-BE49-F238E27FC236}">
                    <a16:creationId xmlns:a16="http://schemas.microsoft.com/office/drawing/2014/main" id="{1DDC249A-C8C6-F24F-AE95-3AF2DD58C218}"/>
                  </a:ext>
                </a:extLst>
              </p:cNvPr>
              <p:cNvCxnSpPr/>
              <p:nvPr userDrawn="1"/>
            </p:nvCxnSpPr>
            <p:spPr bwMode="auto">
              <a:xfrm flipH="1">
                <a:off x="-109730" y="192303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29" name="Straight Connector 228">
                <a:extLst>
                  <a:ext uri="{FF2B5EF4-FFF2-40B4-BE49-F238E27FC236}">
                    <a16:creationId xmlns:a16="http://schemas.microsoft.com/office/drawing/2014/main" id="{811E043E-2C37-A34D-BA69-33D5EE564422}"/>
                  </a:ext>
                </a:extLst>
              </p:cNvPr>
              <p:cNvCxnSpPr/>
              <p:nvPr userDrawn="1"/>
            </p:nvCxnSpPr>
            <p:spPr bwMode="auto">
              <a:xfrm flipH="1">
                <a:off x="-109730" y="256311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30" name="Straight Connector 229">
                <a:extLst>
                  <a:ext uri="{FF2B5EF4-FFF2-40B4-BE49-F238E27FC236}">
                    <a16:creationId xmlns:a16="http://schemas.microsoft.com/office/drawing/2014/main" id="{D3B72C31-6F8A-B04E-AE87-AB856CBA9A08}"/>
                  </a:ext>
                </a:extLst>
              </p:cNvPr>
              <p:cNvCxnSpPr/>
              <p:nvPr userDrawn="1"/>
            </p:nvCxnSpPr>
            <p:spPr bwMode="auto">
              <a:xfrm flipH="1">
                <a:off x="-109730" y="320319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31" name="Straight Connector 230">
                <a:extLst>
                  <a:ext uri="{FF2B5EF4-FFF2-40B4-BE49-F238E27FC236}">
                    <a16:creationId xmlns:a16="http://schemas.microsoft.com/office/drawing/2014/main" id="{8A1F46C2-4F98-7343-A598-6E4EBABDDCAF}"/>
                  </a:ext>
                </a:extLst>
              </p:cNvPr>
              <p:cNvCxnSpPr/>
              <p:nvPr userDrawn="1"/>
            </p:nvCxnSpPr>
            <p:spPr bwMode="auto">
              <a:xfrm flipH="1">
                <a:off x="-109730" y="384327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32" name="Straight Connector 231">
                <a:extLst>
                  <a:ext uri="{FF2B5EF4-FFF2-40B4-BE49-F238E27FC236}">
                    <a16:creationId xmlns:a16="http://schemas.microsoft.com/office/drawing/2014/main" id="{53C2CD82-13C5-2245-ACB1-7959B776FF1B}"/>
                  </a:ext>
                </a:extLst>
              </p:cNvPr>
              <p:cNvCxnSpPr/>
              <p:nvPr userDrawn="1"/>
            </p:nvCxnSpPr>
            <p:spPr bwMode="auto">
              <a:xfrm flipH="1">
                <a:off x="-109730" y="448792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33" name="Straight Connector 232">
                <a:extLst>
                  <a:ext uri="{FF2B5EF4-FFF2-40B4-BE49-F238E27FC236}">
                    <a16:creationId xmlns:a16="http://schemas.microsoft.com/office/drawing/2014/main" id="{B3821FC3-0E9B-4E43-A3D5-903BCCCAF7AC}"/>
                  </a:ext>
                </a:extLst>
              </p:cNvPr>
              <p:cNvCxnSpPr/>
              <p:nvPr userDrawn="1"/>
            </p:nvCxnSpPr>
            <p:spPr bwMode="auto">
              <a:xfrm flipH="1">
                <a:off x="-109730" y="23139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34" name="Straight Connector 233">
                <a:extLst>
                  <a:ext uri="{FF2B5EF4-FFF2-40B4-BE49-F238E27FC236}">
                    <a16:creationId xmlns:a16="http://schemas.microsoft.com/office/drawing/2014/main" id="{322D8260-B6A8-4542-8717-395A8B3DAA97}"/>
                  </a:ext>
                </a:extLst>
              </p:cNvPr>
              <p:cNvCxnSpPr/>
              <p:nvPr userDrawn="1"/>
            </p:nvCxnSpPr>
            <p:spPr bwMode="auto">
              <a:xfrm flipH="1">
                <a:off x="-109730" y="489483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sp>
        <p:nvSpPr>
          <p:cNvPr id="266" name="Text Placeholder 64">
            <a:extLst>
              <a:ext uri="{FF2B5EF4-FFF2-40B4-BE49-F238E27FC236}">
                <a16:creationId xmlns:a16="http://schemas.microsoft.com/office/drawing/2014/main" id="{505243CC-451C-3D4E-AED4-0FE44F7169E4}"/>
              </a:ext>
            </a:extLst>
          </p:cNvPr>
          <p:cNvSpPr>
            <a:spLocks noGrp="1"/>
          </p:cNvSpPr>
          <p:nvPr>
            <p:ph type="body" sz="quarter" idx="10" hasCustomPrompt="1"/>
          </p:nvPr>
        </p:nvSpPr>
        <p:spPr>
          <a:xfrm>
            <a:off x="218506" y="316992"/>
            <a:ext cx="8925495" cy="2255517"/>
          </a:xfrm>
          <a:prstGeom prst="rect">
            <a:avLst/>
          </a:prstGeom>
        </p:spPr>
        <p:txBody>
          <a:bodyPr anchor="t">
            <a:noAutofit/>
          </a:bodyPr>
          <a:lstStyle>
            <a:lvl1pPr>
              <a:defRPr sz="6800" b="0" i="0">
                <a:solidFill>
                  <a:schemeClr val="tx1"/>
                </a:solidFill>
                <a:latin typeface="IBM Plex Sans Light" panose="020B0403050203000203" pitchFamily="34" charset="0"/>
              </a:defRPr>
            </a:lvl1pPr>
          </a:lstStyle>
          <a:p>
            <a:pPr lvl="0"/>
            <a:r>
              <a:rPr lang="en-US" dirty="0"/>
              <a:t>1-2 Line Presentation Title Example</a:t>
            </a:r>
          </a:p>
        </p:txBody>
      </p:sp>
      <p:sp>
        <p:nvSpPr>
          <p:cNvPr id="267" name="Text Placeholder 2">
            <a:extLst>
              <a:ext uri="{FF2B5EF4-FFF2-40B4-BE49-F238E27FC236}">
                <a16:creationId xmlns:a16="http://schemas.microsoft.com/office/drawing/2014/main" id="{02448816-F8ED-EA4C-BC00-9CAFCD2C6946}"/>
              </a:ext>
            </a:extLst>
          </p:cNvPr>
          <p:cNvSpPr>
            <a:spLocks noGrp="1"/>
          </p:cNvSpPr>
          <p:nvPr>
            <p:ph type="body" sz="quarter" idx="11" hasCustomPrompt="1"/>
          </p:nvPr>
        </p:nvSpPr>
        <p:spPr>
          <a:xfrm>
            <a:off x="304800" y="3733800"/>
            <a:ext cx="5486400" cy="2258568"/>
          </a:xfrm>
          <a:prstGeom prst="rect">
            <a:avLst/>
          </a:prstGeom>
        </p:spPr>
        <p:txBody>
          <a:bodyPr/>
          <a:lstStyle>
            <a:lvl1pPr>
              <a:lnSpc>
                <a:spcPct val="100000"/>
              </a:lnSpc>
              <a:spcBef>
                <a:spcPts val="600"/>
              </a:spcBef>
              <a:defRPr sz="1800" b="0" i="0">
                <a:solidFill>
                  <a:schemeClr val="bg1"/>
                </a:solidFill>
                <a:latin typeface="IBM Plex Sans" panose="020B0503050203000203" pitchFamily="34" charset="0"/>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pPr lvl="0"/>
            <a:r>
              <a:rPr lang="en-US" dirty="0"/>
              <a:t>Subtitle or description</a:t>
            </a:r>
          </a:p>
          <a:p>
            <a:pPr lvl="0"/>
            <a:endParaRPr lang="en-US" dirty="0"/>
          </a:p>
          <a:p>
            <a:pPr lvl="0"/>
            <a:r>
              <a:rPr lang="en-US" dirty="0"/>
              <a:t>Presenters</a:t>
            </a:r>
          </a:p>
        </p:txBody>
      </p:sp>
      <p:sp>
        <p:nvSpPr>
          <p:cNvPr id="268" name="Text Placeholder 2">
            <a:extLst>
              <a:ext uri="{FF2B5EF4-FFF2-40B4-BE49-F238E27FC236}">
                <a16:creationId xmlns:a16="http://schemas.microsoft.com/office/drawing/2014/main" id="{A76F2914-2934-3140-BB5B-DF1A6EB9A8B5}"/>
              </a:ext>
            </a:extLst>
          </p:cNvPr>
          <p:cNvSpPr>
            <a:spLocks noGrp="1"/>
          </p:cNvSpPr>
          <p:nvPr>
            <p:ph type="body" sz="quarter" idx="12" hasCustomPrompt="1"/>
          </p:nvPr>
        </p:nvSpPr>
        <p:spPr>
          <a:xfrm>
            <a:off x="6400799" y="3733800"/>
            <a:ext cx="5177345" cy="2258568"/>
          </a:xfrm>
          <a:prstGeom prst="rect">
            <a:avLst/>
          </a:prstGeom>
        </p:spPr>
        <p:txBody>
          <a:bodyPr/>
          <a:lstStyle>
            <a:lvl1pPr>
              <a:spcBef>
                <a:spcPts val="600"/>
              </a:spcBef>
              <a:defRPr sz="1800" b="0" i="0">
                <a:solidFill>
                  <a:schemeClr val="bg1"/>
                </a:solidFill>
                <a:latin typeface="IBM Plex Sans" panose="020B05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pPr lvl="0"/>
            <a:r>
              <a:rPr lang="en-US" dirty="0"/>
              <a:t>Product</a:t>
            </a:r>
          </a:p>
          <a:p>
            <a:pPr lvl="0"/>
            <a:r>
              <a:rPr lang="en-US" dirty="0"/>
              <a:t>Team or domain</a:t>
            </a:r>
          </a:p>
          <a:p>
            <a:pPr lvl="0"/>
            <a:r>
              <a:rPr lang="en-US" dirty="0"/>
              <a:t>Date</a:t>
            </a:r>
          </a:p>
        </p:txBody>
      </p:sp>
      <p:grpSp>
        <p:nvGrpSpPr>
          <p:cNvPr id="16" name="Group 15">
            <a:extLst>
              <a:ext uri="{FF2B5EF4-FFF2-40B4-BE49-F238E27FC236}">
                <a16:creationId xmlns:a16="http://schemas.microsoft.com/office/drawing/2014/main" id="{4E27F71D-749D-974B-AB68-C90C1F656661}"/>
              </a:ext>
            </a:extLst>
          </p:cNvPr>
          <p:cNvGrpSpPr/>
          <p:nvPr userDrawn="1"/>
        </p:nvGrpSpPr>
        <p:grpSpPr>
          <a:xfrm>
            <a:off x="-146307" y="-147320"/>
            <a:ext cx="12485627" cy="7152640"/>
            <a:chOff x="-109730" y="-110490"/>
            <a:chExt cx="9364220" cy="5364480"/>
          </a:xfrm>
        </p:grpSpPr>
        <p:grpSp>
          <p:nvGrpSpPr>
            <p:cNvPr id="17" name="Group 16">
              <a:extLst>
                <a:ext uri="{FF2B5EF4-FFF2-40B4-BE49-F238E27FC236}">
                  <a16:creationId xmlns:a16="http://schemas.microsoft.com/office/drawing/2014/main" id="{7033ABDB-33FA-424A-8022-BE25064AAE9B}"/>
                </a:ext>
              </a:extLst>
            </p:cNvPr>
            <p:cNvGrpSpPr/>
            <p:nvPr userDrawn="1"/>
          </p:nvGrpSpPr>
          <p:grpSpPr>
            <a:xfrm>
              <a:off x="228600" y="-110490"/>
              <a:ext cx="8686732" cy="91440"/>
              <a:chOff x="228600" y="-152400"/>
              <a:chExt cx="8686732" cy="152400"/>
            </a:xfrm>
          </p:grpSpPr>
          <p:cxnSp>
            <p:nvCxnSpPr>
              <p:cNvPr id="50" name="Straight Connector 49">
                <a:extLst>
                  <a:ext uri="{FF2B5EF4-FFF2-40B4-BE49-F238E27FC236}">
                    <a16:creationId xmlns:a16="http://schemas.microsoft.com/office/drawing/2014/main" id="{E028FABC-C57C-0B4D-ADC6-F0D9AC86E7C9}"/>
                  </a:ext>
                </a:extLst>
              </p:cNvPr>
              <p:cNvCxnSpPr/>
              <p:nvPr userDrawn="1"/>
            </p:nvCxnSpPr>
            <p:spPr bwMode="auto">
              <a:xfrm rot="5400000" flipH="1">
                <a:off x="152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1" name="Straight Connector 50">
                <a:extLst>
                  <a:ext uri="{FF2B5EF4-FFF2-40B4-BE49-F238E27FC236}">
                    <a16:creationId xmlns:a16="http://schemas.microsoft.com/office/drawing/2014/main" id="{CCE52FE3-158F-D14E-B6AE-3EE847C02A23}"/>
                  </a:ext>
                </a:extLst>
              </p:cNvPr>
              <p:cNvCxnSpPr/>
              <p:nvPr userDrawn="1"/>
            </p:nvCxnSpPr>
            <p:spPr bwMode="auto">
              <a:xfrm rot="5400000" flipH="1">
                <a:off x="1981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2" name="Straight Connector 51">
                <a:extLst>
                  <a:ext uri="{FF2B5EF4-FFF2-40B4-BE49-F238E27FC236}">
                    <a16:creationId xmlns:a16="http://schemas.microsoft.com/office/drawing/2014/main" id="{C6326F37-4F20-A241-8AC4-D933542FB91D}"/>
                  </a:ext>
                </a:extLst>
              </p:cNvPr>
              <p:cNvCxnSpPr/>
              <p:nvPr userDrawn="1"/>
            </p:nvCxnSpPr>
            <p:spPr bwMode="auto">
              <a:xfrm rot="5400000" flipH="1">
                <a:off x="2209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3" name="Straight Connector 52">
                <a:extLst>
                  <a:ext uri="{FF2B5EF4-FFF2-40B4-BE49-F238E27FC236}">
                    <a16:creationId xmlns:a16="http://schemas.microsoft.com/office/drawing/2014/main" id="{193EAF95-D519-4A43-A5B7-8F152B7AAAF3}"/>
                  </a:ext>
                </a:extLst>
              </p:cNvPr>
              <p:cNvCxnSpPr/>
              <p:nvPr userDrawn="1"/>
            </p:nvCxnSpPr>
            <p:spPr bwMode="auto">
              <a:xfrm rot="5400000" flipH="1">
                <a:off x="2438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4" name="Straight Connector 53">
                <a:extLst>
                  <a:ext uri="{FF2B5EF4-FFF2-40B4-BE49-F238E27FC236}">
                    <a16:creationId xmlns:a16="http://schemas.microsoft.com/office/drawing/2014/main" id="{63D1F6C8-6E33-8445-84CD-22391B38AE2F}"/>
                  </a:ext>
                </a:extLst>
              </p:cNvPr>
              <p:cNvCxnSpPr/>
              <p:nvPr userDrawn="1"/>
            </p:nvCxnSpPr>
            <p:spPr bwMode="auto">
              <a:xfrm rot="5400000" flipH="1">
                <a:off x="4267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5" name="Straight Connector 54">
                <a:extLst>
                  <a:ext uri="{FF2B5EF4-FFF2-40B4-BE49-F238E27FC236}">
                    <a16:creationId xmlns:a16="http://schemas.microsoft.com/office/drawing/2014/main" id="{7CC00B75-D288-0546-90E6-0FAF60915429}"/>
                  </a:ext>
                </a:extLst>
              </p:cNvPr>
              <p:cNvCxnSpPr/>
              <p:nvPr userDrawn="1"/>
            </p:nvCxnSpPr>
            <p:spPr bwMode="auto">
              <a:xfrm rot="5400000" flipH="1">
                <a:off x="4495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6" name="Straight Connector 55">
                <a:extLst>
                  <a:ext uri="{FF2B5EF4-FFF2-40B4-BE49-F238E27FC236}">
                    <a16:creationId xmlns:a16="http://schemas.microsoft.com/office/drawing/2014/main" id="{9E943793-FE0F-6F4D-98F4-B9E3837BCA91}"/>
                  </a:ext>
                </a:extLst>
              </p:cNvPr>
              <p:cNvCxnSpPr/>
              <p:nvPr userDrawn="1"/>
            </p:nvCxnSpPr>
            <p:spPr bwMode="auto">
              <a:xfrm rot="5400000" flipH="1">
                <a:off x="4724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7" name="Straight Connector 56">
                <a:extLst>
                  <a:ext uri="{FF2B5EF4-FFF2-40B4-BE49-F238E27FC236}">
                    <a16:creationId xmlns:a16="http://schemas.microsoft.com/office/drawing/2014/main" id="{B1C729D8-F1AE-2C45-BF73-3BFD621F4038}"/>
                  </a:ext>
                </a:extLst>
              </p:cNvPr>
              <p:cNvCxnSpPr/>
              <p:nvPr userDrawn="1"/>
            </p:nvCxnSpPr>
            <p:spPr bwMode="auto">
              <a:xfrm rot="5400000" flipH="1">
                <a:off x="6553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8" name="Straight Connector 57">
                <a:extLst>
                  <a:ext uri="{FF2B5EF4-FFF2-40B4-BE49-F238E27FC236}">
                    <a16:creationId xmlns:a16="http://schemas.microsoft.com/office/drawing/2014/main" id="{773341F0-E3B3-EB42-A739-32107097206A}"/>
                  </a:ext>
                </a:extLst>
              </p:cNvPr>
              <p:cNvCxnSpPr/>
              <p:nvPr userDrawn="1"/>
            </p:nvCxnSpPr>
            <p:spPr bwMode="auto">
              <a:xfrm rot="5400000" flipH="1">
                <a:off x="6781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9" name="Straight Connector 58">
                <a:extLst>
                  <a:ext uri="{FF2B5EF4-FFF2-40B4-BE49-F238E27FC236}">
                    <a16:creationId xmlns:a16="http://schemas.microsoft.com/office/drawing/2014/main" id="{89EDDA5B-8572-C545-8DFA-ABC33664C7A1}"/>
                  </a:ext>
                </a:extLst>
              </p:cNvPr>
              <p:cNvCxnSpPr/>
              <p:nvPr userDrawn="1"/>
            </p:nvCxnSpPr>
            <p:spPr bwMode="auto">
              <a:xfrm rot="5400000" flipH="1">
                <a:off x="7010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0" name="Straight Connector 59">
                <a:extLst>
                  <a:ext uri="{FF2B5EF4-FFF2-40B4-BE49-F238E27FC236}">
                    <a16:creationId xmlns:a16="http://schemas.microsoft.com/office/drawing/2014/main" id="{E0B85CAB-A5A1-6546-BA39-1598C1A1BF64}"/>
                  </a:ext>
                </a:extLst>
              </p:cNvPr>
              <p:cNvCxnSpPr/>
              <p:nvPr userDrawn="1"/>
            </p:nvCxnSpPr>
            <p:spPr bwMode="auto">
              <a:xfrm rot="5400000" flipH="1">
                <a:off x="8839132"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18" name="Group 17">
              <a:extLst>
                <a:ext uri="{FF2B5EF4-FFF2-40B4-BE49-F238E27FC236}">
                  <a16:creationId xmlns:a16="http://schemas.microsoft.com/office/drawing/2014/main" id="{4EE9C99B-7B10-AE41-8B1B-D8508EC96D36}"/>
                </a:ext>
              </a:extLst>
            </p:cNvPr>
            <p:cNvGrpSpPr/>
            <p:nvPr userDrawn="1"/>
          </p:nvGrpSpPr>
          <p:grpSpPr>
            <a:xfrm>
              <a:off x="228600" y="5162550"/>
              <a:ext cx="8686732" cy="91440"/>
              <a:chOff x="228600" y="5143500"/>
              <a:chExt cx="8686732" cy="152400"/>
            </a:xfrm>
          </p:grpSpPr>
          <p:cxnSp>
            <p:nvCxnSpPr>
              <p:cNvPr id="39" name="Straight Connector 38">
                <a:extLst>
                  <a:ext uri="{FF2B5EF4-FFF2-40B4-BE49-F238E27FC236}">
                    <a16:creationId xmlns:a16="http://schemas.microsoft.com/office/drawing/2014/main" id="{C65EA58F-D486-A749-9B47-9DD071000D4F}"/>
                  </a:ext>
                </a:extLst>
              </p:cNvPr>
              <p:cNvCxnSpPr/>
              <p:nvPr userDrawn="1"/>
            </p:nvCxnSpPr>
            <p:spPr bwMode="auto">
              <a:xfrm rot="5400000" flipH="1">
                <a:off x="152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9056486B-3E88-1F4E-A5B6-71F9C8038505}"/>
                  </a:ext>
                </a:extLst>
              </p:cNvPr>
              <p:cNvCxnSpPr/>
              <p:nvPr userDrawn="1"/>
            </p:nvCxnSpPr>
            <p:spPr bwMode="auto">
              <a:xfrm rot="5400000" flipH="1">
                <a:off x="1981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1" name="Straight Connector 40">
                <a:extLst>
                  <a:ext uri="{FF2B5EF4-FFF2-40B4-BE49-F238E27FC236}">
                    <a16:creationId xmlns:a16="http://schemas.microsoft.com/office/drawing/2014/main" id="{8F54F4A3-648E-3146-B408-995E6916E7DD}"/>
                  </a:ext>
                </a:extLst>
              </p:cNvPr>
              <p:cNvCxnSpPr/>
              <p:nvPr userDrawn="1"/>
            </p:nvCxnSpPr>
            <p:spPr bwMode="auto">
              <a:xfrm rot="5400000" flipH="1">
                <a:off x="2209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2" name="Straight Connector 41">
                <a:extLst>
                  <a:ext uri="{FF2B5EF4-FFF2-40B4-BE49-F238E27FC236}">
                    <a16:creationId xmlns:a16="http://schemas.microsoft.com/office/drawing/2014/main" id="{1DB512CA-21A6-9E45-BA56-12B8F4FE801F}"/>
                  </a:ext>
                </a:extLst>
              </p:cNvPr>
              <p:cNvCxnSpPr/>
              <p:nvPr userDrawn="1"/>
            </p:nvCxnSpPr>
            <p:spPr bwMode="auto">
              <a:xfrm rot="5400000" flipH="1">
                <a:off x="2438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3" name="Straight Connector 42">
                <a:extLst>
                  <a:ext uri="{FF2B5EF4-FFF2-40B4-BE49-F238E27FC236}">
                    <a16:creationId xmlns:a16="http://schemas.microsoft.com/office/drawing/2014/main" id="{2BFB8868-99DE-1A45-8575-1EA11710057F}"/>
                  </a:ext>
                </a:extLst>
              </p:cNvPr>
              <p:cNvCxnSpPr/>
              <p:nvPr userDrawn="1"/>
            </p:nvCxnSpPr>
            <p:spPr bwMode="auto">
              <a:xfrm rot="5400000" flipH="1">
                <a:off x="4267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4" name="Straight Connector 43">
                <a:extLst>
                  <a:ext uri="{FF2B5EF4-FFF2-40B4-BE49-F238E27FC236}">
                    <a16:creationId xmlns:a16="http://schemas.microsoft.com/office/drawing/2014/main" id="{730DE9A1-D9BD-524C-BE6F-1D6659196FBC}"/>
                  </a:ext>
                </a:extLst>
              </p:cNvPr>
              <p:cNvCxnSpPr/>
              <p:nvPr userDrawn="1"/>
            </p:nvCxnSpPr>
            <p:spPr bwMode="auto">
              <a:xfrm rot="5400000" flipH="1">
                <a:off x="4495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5" name="Straight Connector 44">
                <a:extLst>
                  <a:ext uri="{FF2B5EF4-FFF2-40B4-BE49-F238E27FC236}">
                    <a16:creationId xmlns:a16="http://schemas.microsoft.com/office/drawing/2014/main" id="{5ABAF5C8-E725-FD45-80A0-6EC368BF88BA}"/>
                  </a:ext>
                </a:extLst>
              </p:cNvPr>
              <p:cNvCxnSpPr/>
              <p:nvPr userDrawn="1"/>
            </p:nvCxnSpPr>
            <p:spPr bwMode="auto">
              <a:xfrm rot="5400000" flipH="1">
                <a:off x="4724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6" name="Straight Connector 45">
                <a:extLst>
                  <a:ext uri="{FF2B5EF4-FFF2-40B4-BE49-F238E27FC236}">
                    <a16:creationId xmlns:a16="http://schemas.microsoft.com/office/drawing/2014/main" id="{EBC18DE6-803B-7541-908A-41F6D4494834}"/>
                  </a:ext>
                </a:extLst>
              </p:cNvPr>
              <p:cNvCxnSpPr/>
              <p:nvPr userDrawn="1"/>
            </p:nvCxnSpPr>
            <p:spPr bwMode="auto">
              <a:xfrm rot="5400000" flipH="1">
                <a:off x="6553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7" name="Straight Connector 46">
                <a:extLst>
                  <a:ext uri="{FF2B5EF4-FFF2-40B4-BE49-F238E27FC236}">
                    <a16:creationId xmlns:a16="http://schemas.microsoft.com/office/drawing/2014/main" id="{737A4750-B9D5-5049-A414-7844F44D2F08}"/>
                  </a:ext>
                </a:extLst>
              </p:cNvPr>
              <p:cNvCxnSpPr/>
              <p:nvPr userDrawn="1"/>
            </p:nvCxnSpPr>
            <p:spPr bwMode="auto">
              <a:xfrm rot="5400000" flipH="1">
                <a:off x="6781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8" name="Straight Connector 47">
                <a:extLst>
                  <a:ext uri="{FF2B5EF4-FFF2-40B4-BE49-F238E27FC236}">
                    <a16:creationId xmlns:a16="http://schemas.microsoft.com/office/drawing/2014/main" id="{11CC3856-9176-894C-9678-78854179B583}"/>
                  </a:ext>
                </a:extLst>
              </p:cNvPr>
              <p:cNvCxnSpPr/>
              <p:nvPr userDrawn="1"/>
            </p:nvCxnSpPr>
            <p:spPr bwMode="auto">
              <a:xfrm rot="5400000" flipH="1">
                <a:off x="7010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9" name="Straight Connector 48">
                <a:extLst>
                  <a:ext uri="{FF2B5EF4-FFF2-40B4-BE49-F238E27FC236}">
                    <a16:creationId xmlns:a16="http://schemas.microsoft.com/office/drawing/2014/main" id="{3A4EF373-8CC5-F948-AA7B-C5EF10137299}"/>
                  </a:ext>
                </a:extLst>
              </p:cNvPr>
              <p:cNvCxnSpPr/>
              <p:nvPr userDrawn="1"/>
            </p:nvCxnSpPr>
            <p:spPr bwMode="auto">
              <a:xfrm rot="5400000" flipH="1">
                <a:off x="8839132"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19" name="Group 18">
              <a:extLst>
                <a:ext uri="{FF2B5EF4-FFF2-40B4-BE49-F238E27FC236}">
                  <a16:creationId xmlns:a16="http://schemas.microsoft.com/office/drawing/2014/main" id="{5EDFECA7-68A0-C74C-8702-67F215F53507}"/>
                </a:ext>
              </a:extLst>
            </p:cNvPr>
            <p:cNvGrpSpPr/>
            <p:nvPr userDrawn="1"/>
          </p:nvGrpSpPr>
          <p:grpSpPr>
            <a:xfrm>
              <a:off x="-109730" y="237744"/>
              <a:ext cx="91440" cy="4664456"/>
              <a:chOff x="-109730" y="237744"/>
              <a:chExt cx="91440" cy="4664456"/>
            </a:xfrm>
          </p:grpSpPr>
          <p:cxnSp>
            <p:nvCxnSpPr>
              <p:cNvPr id="30" name="Straight Connector 29">
                <a:extLst>
                  <a:ext uri="{FF2B5EF4-FFF2-40B4-BE49-F238E27FC236}">
                    <a16:creationId xmlns:a16="http://schemas.microsoft.com/office/drawing/2014/main" id="{B42BDEDC-364B-EC4F-9B43-9C5105374A26}"/>
                  </a:ext>
                </a:extLst>
              </p:cNvPr>
              <p:cNvCxnSpPr/>
              <p:nvPr userDrawn="1"/>
            </p:nvCxnSpPr>
            <p:spPr bwMode="auto">
              <a:xfrm flipH="1">
                <a:off x="-109730" y="65379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1" name="Straight Connector 30">
                <a:extLst>
                  <a:ext uri="{FF2B5EF4-FFF2-40B4-BE49-F238E27FC236}">
                    <a16:creationId xmlns:a16="http://schemas.microsoft.com/office/drawing/2014/main" id="{82746AEA-B7EE-6A45-A324-2780C5387E8B}"/>
                  </a:ext>
                </a:extLst>
              </p:cNvPr>
              <p:cNvCxnSpPr/>
              <p:nvPr userDrawn="1"/>
            </p:nvCxnSpPr>
            <p:spPr bwMode="auto">
              <a:xfrm flipH="1">
                <a:off x="-109730" y="128930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2" name="Straight Connector 31">
                <a:extLst>
                  <a:ext uri="{FF2B5EF4-FFF2-40B4-BE49-F238E27FC236}">
                    <a16:creationId xmlns:a16="http://schemas.microsoft.com/office/drawing/2014/main" id="{10F57C53-2F79-4140-B8DD-CFF27135CAA8}"/>
                  </a:ext>
                </a:extLst>
              </p:cNvPr>
              <p:cNvCxnSpPr/>
              <p:nvPr userDrawn="1"/>
            </p:nvCxnSpPr>
            <p:spPr bwMode="auto">
              <a:xfrm flipH="1">
                <a:off x="-109730" y="192938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3" name="Straight Connector 32">
                <a:extLst>
                  <a:ext uri="{FF2B5EF4-FFF2-40B4-BE49-F238E27FC236}">
                    <a16:creationId xmlns:a16="http://schemas.microsoft.com/office/drawing/2014/main" id="{D0D1241B-3B6D-564B-92C0-5F79295699BA}"/>
                  </a:ext>
                </a:extLst>
              </p:cNvPr>
              <p:cNvCxnSpPr/>
              <p:nvPr userDrawn="1"/>
            </p:nvCxnSpPr>
            <p:spPr bwMode="auto">
              <a:xfrm flipH="1">
                <a:off x="-109730" y="2570990"/>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4" name="Straight Connector 33">
                <a:extLst>
                  <a:ext uri="{FF2B5EF4-FFF2-40B4-BE49-F238E27FC236}">
                    <a16:creationId xmlns:a16="http://schemas.microsoft.com/office/drawing/2014/main" id="{4F1A65E1-A6DD-0E48-9328-F63C08A91C80}"/>
                  </a:ext>
                </a:extLst>
              </p:cNvPr>
              <p:cNvCxnSpPr/>
              <p:nvPr userDrawn="1"/>
            </p:nvCxnSpPr>
            <p:spPr bwMode="auto">
              <a:xfrm flipH="1">
                <a:off x="-109730" y="320954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5" name="Straight Connector 34">
                <a:extLst>
                  <a:ext uri="{FF2B5EF4-FFF2-40B4-BE49-F238E27FC236}">
                    <a16:creationId xmlns:a16="http://schemas.microsoft.com/office/drawing/2014/main" id="{DF1A857E-0280-4D4D-8C5E-78EB4893E8F3}"/>
                  </a:ext>
                </a:extLst>
              </p:cNvPr>
              <p:cNvCxnSpPr/>
              <p:nvPr userDrawn="1"/>
            </p:nvCxnSpPr>
            <p:spPr bwMode="auto">
              <a:xfrm flipH="1">
                <a:off x="-109730" y="384962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6" name="Straight Connector 35">
                <a:extLst>
                  <a:ext uri="{FF2B5EF4-FFF2-40B4-BE49-F238E27FC236}">
                    <a16:creationId xmlns:a16="http://schemas.microsoft.com/office/drawing/2014/main" id="{32EE49FC-4AC3-D84D-B296-8260919A4AFB}"/>
                  </a:ext>
                </a:extLst>
              </p:cNvPr>
              <p:cNvCxnSpPr/>
              <p:nvPr userDrawn="1"/>
            </p:nvCxnSpPr>
            <p:spPr bwMode="auto">
              <a:xfrm flipH="1">
                <a:off x="-109730" y="449427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7" name="Straight Connector 36">
                <a:extLst>
                  <a:ext uri="{FF2B5EF4-FFF2-40B4-BE49-F238E27FC236}">
                    <a16:creationId xmlns:a16="http://schemas.microsoft.com/office/drawing/2014/main" id="{A036B8A6-5887-EB43-A589-E9B55309975E}"/>
                  </a:ext>
                </a:extLst>
              </p:cNvPr>
              <p:cNvCxnSpPr/>
              <p:nvPr userDrawn="1"/>
            </p:nvCxnSpPr>
            <p:spPr bwMode="auto">
              <a:xfrm flipH="1">
                <a:off x="-109730" y="23774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8" name="Straight Connector 37">
                <a:extLst>
                  <a:ext uri="{FF2B5EF4-FFF2-40B4-BE49-F238E27FC236}">
                    <a16:creationId xmlns:a16="http://schemas.microsoft.com/office/drawing/2014/main" id="{886C2E2E-F476-B64B-A78C-E2A4F068B019}"/>
                  </a:ext>
                </a:extLst>
              </p:cNvPr>
              <p:cNvCxnSpPr/>
              <p:nvPr userDrawn="1"/>
            </p:nvCxnSpPr>
            <p:spPr bwMode="auto">
              <a:xfrm flipH="1">
                <a:off x="-109730" y="4902200"/>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20" name="Group 19">
              <a:extLst>
                <a:ext uri="{FF2B5EF4-FFF2-40B4-BE49-F238E27FC236}">
                  <a16:creationId xmlns:a16="http://schemas.microsoft.com/office/drawing/2014/main" id="{568B7B3E-2365-FA48-B0BB-56705EDB6709}"/>
                </a:ext>
              </a:extLst>
            </p:cNvPr>
            <p:cNvGrpSpPr/>
            <p:nvPr userDrawn="1"/>
          </p:nvGrpSpPr>
          <p:grpSpPr>
            <a:xfrm>
              <a:off x="9163050" y="237744"/>
              <a:ext cx="91440" cy="4663440"/>
              <a:chOff x="-109730" y="231394"/>
              <a:chExt cx="91440" cy="4663440"/>
            </a:xfrm>
          </p:grpSpPr>
          <p:cxnSp>
            <p:nvCxnSpPr>
              <p:cNvPr id="21" name="Straight Connector 20">
                <a:extLst>
                  <a:ext uri="{FF2B5EF4-FFF2-40B4-BE49-F238E27FC236}">
                    <a16:creationId xmlns:a16="http://schemas.microsoft.com/office/drawing/2014/main" id="{F8CB4122-4D33-2A42-871B-AB33239DC529}"/>
                  </a:ext>
                </a:extLst>
              </p:cNvPr>
              <p:cNvCxnSpPr/>
              <p:nvPr userDrawn="1"/>
            </p:nvCxnSpPr>
            <p:spPr bwMode="auto">
              <a:xfrm flipH="1">
                <a:off x="-109730" y="64744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E1272E41-0FA7-6B41-B356-7A2B88AC448F}"/>
                  </a:ext>
                </a:extLst>
              </p:cNvPr>
              <p:cNvCxnSpPr/>
              <p:nvPr userDrawn="1"/>
            </p:nvCxnSpPr>
            <p:spPr bwMode="auto">
              <a:xfrm flipH="1">
                <a:off x="-109730" y="128295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3" name="Straight Connector 22">
                <a:extLst>
                  <a:ext uri="{FF2B5EF4-FFF2-40B4-BE49-F238E27FC236}">
                    <a16:creationId xmlns:a16="http://schemas.microsoft.com/office/drawing/2014/main" id="{784B5EE1-D003-1F47-8D33-3E312E35B1E7}"/>
                  </a:ext>
                </a:extLst>
              </p:cNvPr>
              <p:cNvCxnSpPr/>
              <p:nvPr userDrawn="1"/>
            </p:nvCxnSpPr>
            <p:spPr bwMode="auto">
              <a:xfrm flipH="1">
                <a:off x="-109730" y="192303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4" name="Straight Connector 23">
                <a:extLst>
                  <a:ext uri="{FF2B5EF4-FFF2-40B4-BE49-F238E27FC236}">
                    <a16:creationId xmlns:a16="http://schemas.microsoft.com/office/drawing/2014/main" id="{571409CD-4C1B-8E45-ACF9-86D270DA7692}"/>
                  </a:ext>
                </a:extLst>
              </p:cNvPr>
              <p:cNvCxnSpPr/>
              <p:nvPr userDrawn="1"/>
            </p:nvCxnSpPr>
            <p:spPr bwMode="auto">
              <a:xfrm flipH="1">
                <a:off x="-109730" y="256311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5" name="Straight Connector 24">
                <a:extLst>
                  <a:ext uri="{FF2B5EF4-FFF2-40B4-BE49-F238E27FC236}">
                    <a16:creationId xmlns:a16="http://schemas.microsoft.com/office/drawing/2014/main" id="{A131086F-34E8-8C46-8C5C-6BAA87172E82}"/>
                  </a:ext>
                </a:extLst>
              </p:cNvPr>
              <p:cNvCxnSpPr/>
              <p:nvPr userDrawn="1"/>
            </p:nvCxnSpPr>
            <p:spPr bwMode="auto">
              <a:xfrm flipH="1">
                <a:off x="-109730" y="320319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6" name="Straight Connector 25">
                <a:extLst>
                  <a:ext uri="{FF2B5EF4-FFF2-40B4-BE49-F238E27FC236}">
                    <a16:creationId xmlns:a16="http://schemas.microsoft.com/office/drawing/2014/main" id="{0A42B631-F25C-F54E-B854-80328E4DFBBC}"/>
                  </a:ext>
                </a:extLst>
              </p:cNvPr>
              <p:cNvCxnSpPr/>
              <p:nvPr userDrawn="1"/>
            </p:nvCxnSpPr>
            <p:spPr bwMode="auto">
              <a:xfrm flipH="1">
                <a:off x="-109730" y="384327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7" name="Straight Connector 26">
                <a:extLst>
                  <a:ext uri="{FF2B5EF4-FFF2-40B4-BE49-F238E27FC236}">
                    <a16:creationId xmlns:a16="http://schemas.microsoft.com/office/drawing/2014/main" id="{08D46B81-A248-A847-9183-C6BC43C53E85}"/>
                  </a:ext>
                </a:extLst>
              </p:cNvPr>
              <p:cNvCxnSpPr/>
              <p:nvPr userDrawn="1"/>
            </p:nvCxnSpPr>
            <p:spPr bwMode="auto">
              <a:xfrm flipH="1">
                <a:off x="-109730" y="448792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86FA5BE4-E196-EC4A-BC7A-95A47060EE08}"/>
                  </a:ext>
                </a:extLst>
              </p:cNvPr>
              <p:cNvCxnSpPr/>
              <p:nvPr userDrawn="1"/>
            </p:nvCxnSpPr>
            <p:spPr bwMode="auto">
              <a:xfrm flipH="1">
                <a:off x="-109730" y="23139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9" name="Straight Connector 28">
                <a:extLst>
                  <a:ext uri="{FF2B5EF4-FFF2-40B4-BE49-F238E27FC236}">
                    <a16:creationId xmlns:a16="http://schemas.microsoft.com/office/drawing/2014/main" id="{47A74DF6-412C-6548-B80E-F7E7ED8433A9}"/>
                  </a:ext>
                </a:extLst>
              </p:cNvPr>
              <p:cNvCxnSpPr/>
              <p:nvPr userDrawn="1"/>
            </p:nvCxnSpPr>
            <p:spPr bwMode="auto">
              <a:xfrm flipH="1">
                <a:off x="-109730" y="489483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sp>
        <p:nvSpPr>
          <p:cNvPr id="61" name="Rectangle 60">
            <a:extLst>
              <a:ext uri="{FF2B5EF4-FFF2-40B4-BE49-F238E27FC236}">
                <a16:creationId xmlns:a16="http://schemas.microsoft.com/office/drawing/2014/main" id="{A3B021E4-3AF6-0641-BC11-8C76CDA141D9}"/>
              </a:ext>
            </a:extLst>
          </p:cNvPr>
          <p:cNvSpPr/>
          <p:nvPr userDrawn="1"/>
        </p:nvSpPr>
        <p:spPr bwMode="auto">
          <a:xfrm>
            <a:off x="10156415" y="6102524"/>
            <a:ext cx="1730695" cy="448056"/>
          </a:xfrm>
          <a:prstGeom prst="rect">
            <a:avLst/>
          </a:prstGeom>
          <a:solidFill>
            <a:srgbClr val="051243"/>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90000"/>
              </a:lnSpc>
              <a:spcBef>
                <a:spcPct val="0"/>
              </a:spcBef>
              <a:spcAft>
                <a:spcPct val="0"/>
              </a:spcAft>
              <a:buClrTx/>
              <a:buSzTx/>
              <a:buFontTx/>
              <a:buNone/>
              <a:tabLst/>
            </a:pPr>
            <a:endParaRPr kumimoji="0" lang="en-US" sz="2000" b="0" i="0" u="none" strike="noStrike" cap="none" normalizeH="0" baseline="0" dirty="0">
              <a:ln>
                <a:noFill/>
              </a:ln>
              <a:solidFill>
                <a:srgbClr val="191919"/>
              </a:solidFill>
              <a:effectLst/>
              <a:latin typeface="HelvNeue Light for IBM" pitchFamily="34" charset="0"/>
            </a:endParaRPr>
          </a:p>
        </p:txBody>
      </p:sp>
      <p:sp>
        <p:nvSpPr>
          <p:cNvPr id="64" name="TextBox 63">
            <a:extLst>
              <a:ext uri="{FF2B5EF4-FFF2-40B4-BE49-F238E27FC236}">
                <a16:creationId xmlns:a16="http://schemas.microsoft.com/office/drawing/2014/main" id="{0F71610C-2FB1-A843-B01F-965B972D2656}"/>
              </a:ext>
            </a:extLst>
          </p:cNvPr>
          <p:cNvSpPr txBox="1"/>
          <p:nvPr userDrawn="1"/>
        </p:nvSpPr>
        <p:spPr>
          <a:xfrm>
            <a:off x="10359560" y="6135492"/>
            <a:ext cx="1331795" cy="339132"/>
          </a:xfrm>
          <a:prstGeom prst="rect">
            <a:avLst/>
          </a:prstGeom>
          <a:noFill/>
        </p:spPr>
        <p:txBody>
          <a:bodyPr wrap="square" rtlCol="0">
            <a:spAutoFit/>
          </a:bodyPr>
          <a:lstStyle/>
          <a:p>
            <a:pPr>
              <a:lnSpc>
                <a:spcPct val="150000"/>
              </a:lnSpc>
            </a:pPr>
            <a:r>
              <a:rPr lang="en-US" sz="1200" dirty="0">
                <a:solidFill>
                  <a:schemeClr val="bg1"/>
                </a:solidFill>
                <a:ea typeface="IBM Plex Sans" charset="0"/>
                <a:cs typeface="IBM Plex Sans" charset="0"/>
              </a:rPr>
              <a:t>IBM Confidential </a:t>
            </a:r>
          </a:p>
        </p:txBody>
      </p:sp>
    </p:spTree>
    <p:extLst>
      <p:ext uri="{BB962C8B-B14F-4D97-AF65-F5344CB8AC3E}">
        <p14:creationId xmlns:p14="http://schemas.microsoft.com/office/powerpoint/2010/main" val="31689385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vider">
    <p:bg>
      <p:bgPr>
        <a:solidFill>
          <a:srgbClr val="054ADA"/>
        </a:solidFill>
        <a:effectLst/>
      </p:bgPr>
    </p:bg>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4E27F71D-749D-974B-AB68-C90C1F656661}"/>
              </a:ext>
            </a:extLst>
          </p:cNvPr>
          <p:cNvGrpSpPr/>
          <p:nvPr userDrawn="1"/>
        </p:nvGrpSpPr>
        <p:grpSpPr>
          <a:xfrm>
            <a:off x="-146307" y="-147320"/>
            <a:ext cx="12485627" cy="7152640"/>
            <a:chOff x="-109730" y="-110490"/>
            <a:chExt cx="9364220" cy="5364480"/>
          </a:xfrm>
        </p:grpSpPr>
        <p:grpSp>
          <p:nvGrpSpPr>
            <p:cNvPr id="17" name="Group 16">
              <a:extLst>
                <a:ext uri="{FF2B5EF4-FFF2-40B4-BE49-F238E27FC236}">
                  <a16:creationId xmlns:a16="http://schemas.microsoft.com/office/drawing/2014/main" id="{7033ABDB-33FA-424A-8022-BE25064AAE9B}"/>
                </a:ext>
              </a:extLst>
            </p:cNvPr>
            <p:cNvGrpSpPr/>
            <p:nvPr userDrawn="1"/>
          </p:nvGrpSpPr>
          <p:grpSpPr>
            <a:xfrm>
              <a:off x="228600" y="-110490"/>
              <a:ext cx="8686732" cy="91440"/>
              <a:chOff x="228600" y="-152400"/>
              <a:chExt cx="8686732" cy="152400"/>
            </a:xfrm>
          </p:grpSpPr>
          <p:cxnSp>
            <p:nvCxnSpPr>
              <p:cNvPr id="50" name="Straight Connector 49">
                <a:extLst>
                  <a:ext uri="{FF2B5EF4-FFF2-40B4-BE49-F238E27FC236}">
                    <a16:creationId xmlns:a16="http://schemas.microsoft.com/office/drawing/2014/main" id="{E028FABC-C57C-0B4D-ADC6-F0D9AC86E7C9}"/>
                  </a:ext>
                </a:extLst>
              </p:cNvPr>
              <p:cNvCxnSpPr/>
              <p:nvPr userDrawn="1"/>
            </p:nvCxnSpPr>
            <p:spPr bwMode="auto">
              <a:xfrm rot="5400000" flipH="1">
                <a:off x="152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1" name="Straight Connector 50">
                <a:extLst>
                  <a:ext uri="{FF2B5EF4-FFF2-40B4-BE49-F238E27FC236}">
                    <a16:creationId xmlns:a16="http://schemas.microsoft.com/office/drawing/2014/main" id="{CCE52FE3-158F-D14E-B6AE-3EE847C02A23}"/>
                  </a:ext>
                </a:extLst>
              </p:cNvPr>
              <p:cNvCxnSpPr/>
              <p:nvPr userDrawn="1"/>
            </p:nvCxnSpPr>
            <p:spPr bwMode="auto">
              <a:xfrm rot="5400000" flipH="1">
                <a:off x="1981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2" name="Straight Connector 51">
                <a:extLst>
                  <a:ext uri="{FF2B5EF4-FFF2-40B4-BE49-F238E27FC236}">
                    <a16:creationId xmlns:a16="http://schemas.microsoft.com/office/drawing/2014/main" id="{C6326F37-4F20-A241-8AC4-D933542FB91D}"/>
                  </a:ext>
                </a:extLst>
              </p:cNvPr>
              <p:cNvCxnSpPr/>
              <p:nvPr userDrawn="1"/>
            </p:nvCxnSpPr>
            <p:spPr bwMode="auto">
              <a:xfrm rot="5400000" flipH="1">
                <a:off x="2209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3" name="Straight Connector 52">
                <a:extLst>
                  <a:ext uri="{FF2B5EF4-FFF2-40B4-BE49-F238E27FC236}">
                    <a16:creationId xmlns:a16="http://schemas.microsoft.com/office/drawing/2014/main" id="{193EAF95-D519-4A43-A5B7-8F152B7AAAF3}"/>
                  </a:ext>
                </a:extLst>
              </p:cNvPr>
              <p:cNvCxnSpPr/>
              <p:nvPr userDrawn="1"/>
            </p:nvCxnSpPr>
            <p:spPr bwMode="auto">
              <a:xfrm rot="5400000" flipH="1">
                <a:off x="2438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4" name="Straight Connector 53">
                <a:extLst>
                  <a:ext uri="{FF2B5EF4-FFF2-40B4-BE49-F238E27FC236}">
                    <a16:creationId xmlns:a16="http://schemas.microsoft.com/office/drawing/2014/main" id="{63D1F6C8-6E33-8445-84CD-22391B38AE2F}"/>
                  </a:ext>
                </a:extLst>
              </p:cNvPr>
              <p:cNvCxnSpPr/>
              <p:nvPr userDrawn="1"/>
            </p:nvCxnSpPr>
            <p:spPr bwMode="auto">
              <a:xfrm rot="5400000" flipH="1">
                <a:off x="4267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5" name="Straight Connector 54">
                <a:extLst>
                  <a:ext uri="{FF2B5EF4-FFF2-40B4-BE49-F238E27FC236}">
                    <a16:creationId xmlns:a16="http://schemas.microsoft.com/office/drawing/2014/main" id="{7CC00B75-D288-0546-90E6-0FAF60915429}"/>
                  </a:ext>
                </a:extLst>
              </p:cNvPr>
              <p:cNvCxnSpPr/>
              <p:nvPr userDrawn="1"/>
            </p:nvCxnSpPr>
            <p:spPr bwMode="auto">
              <a:xfrm rot="5400000" flipH="1">
                <a:off x="4495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6" name="Straight Connector 55">
                <a:extLst>
                  <a:ext uri="{FF2B5EF4-FFF2-40B4-BE49-F238E27FC236}">
                    <a16:creationId xmlns:a16="http://schemas.microsoft.com/office/drawing/2014/main" id="{9E943793-FE0F-6F4D-98F4-B9E3837BCA91}"/>
                  </a:ext>
                </a:extLst>
              </p:cNvPr>
              <p:cNvCxnSpPr/>
              <p:nvPr userDrawn="1"/>
            </p:nvCxnSpPr>
            <p:spPr bwMode="auto">
              <a:xfrm rot="5400000" flipH="1">
                <a:off x="4724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7" name="Straight Connector 56">
                <a:extLst>
                  <a:ext uri="{FF2B5EF4-FFF2-40B4-BE49-F238E27FC236}">
                    <a16:creationId xmlns:a16="http://schemas.microsoft.com/office/drawing/2014/main" id="{B1C729D8-F1AE-2C45-BF73-3BFD621F4038}"/>
                  </a:ext>
                </a:extLst>
              </p:cNvPr>
              <p:cNvCxnSpPr/>
              <p:nvPr userDrawn="1"/>
            </p:nvCxnSpPr>
            <p:spPr bwMode="auto">
              <a:xfrm rot="5400000" flipH="1">
                <a:off x="6553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8" name="Straight Connector 57">
                <a:extLst>
                  <a:ext uri="{FF2B5EF4-FFF2-40B4-BE49-F238E27FC236}">
                    <a16:creationId xmlns:a16="http://schemas.microsoft.com/office/drawing/2014/main" id="{773341F0-E3B3-EB42-A739-32107097206A}"/>
                  </a:ext>
                </a:extLst>
              </p:cNvPr>
              <p:cNvCxnSpPr/>
              <p:nvPr userDrawn="1"/>
            </p:nvCxnSpPr>
            <p:spPr bwMode="auto">
              <a:xfrm rot="5400000" flipH="1">
                <a:off x="6781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9" name="Straight Connector 58">
                <a:extLst>
                  <a:ext uri="{FF2B5EF4-FFF2-40B4-BE49-F238E27FC236}">
                    <a16:creationId xmlns:a16="http://schemas.microsoft.com/office/drawing/2014/main" id="{89EDDA5B-8572-C545-8DFA-ABC33664C7A1}"/>
                  </a:ext>
                </a:extLst>
              </p:cNvPr>
              <p:cNvCxnSpPr/>
              <p:nvPr userDrawn="1"/>
            </p:nvCxnSpPr>
            <p:spPr bwMode="auto">
              <a:xfrm rot="5400000" flipH="1">
                <a:off x="7010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0" name="Straight Connector 59">
                <a:extLst>
                  <a:ext uri="{FF2B5EF4-FFF2-40B4-BE49-F238E27FC236}">
                    <a16:creationId xmlns:a16="http://schemas.microsoft.com/office/drawing/2014/main" id="{E0B85CAB-A5A1-6546-BA39-1598C1A1BF64}"/>
                  </a:ext>
                </a:extLst>
              </p:cNvPr>
              <p:cNvCxnSpPr/>
              <p:nvPr userDrawn="1"/>
            </p:nvCxnSpPr>
            <p:spPr bwMode="auto">
              <a:xfrm rot="5400000" flipH="1">
                <a:off x="8839132"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18" name="Group 17">
              <a:extLst>
                <a:ext uri="{FF2B5EF4-FFF2-40B4-BE49-F238E27FC236}">
                  <a16:creationId xmlns:a16="http://schemas.microsoft.com/office/drawing/2014/main" id="{4EE9C99B-7B10-AE41-8B1B-D8508EC96D36}"/>
                </a:ext>
              </a:extLst>
            </p:cNvPr>
            <p:cNvGrpSpPr/>
            <p:nvPr userDrawn="1"/>
          </p:nvGrpSpPr>
          <p:grpSpPr>
            <a:xfrm>
              <a:off x="228600" y="5162550"/>
              <a:ext cx="8686732" cy="91440"/>
              <a:chOff x="228600" y="5143500"/>
              <a:chExt cx="8686732" cy="152400"/>
            </a:xfrm>
          </p:grpSpPr>
          <p:cxnSp>
            <p:nvCxnSpPr>
              <p:cNvPr id="39" name="Straight Connector 38">
                <a:extLst>
                  <a:ext uri="{FF2B5EF4-FFF2-40B4-BE49-F238E27FC236}">
                    <a16:creationId xmlns:a16="http://schemas.microsoft.com/office/drawing/2014/main" id="{C65EA58F-D486-A749-9B47-9DD071000D4F}"/>
                  </a:ext>
                </a:extLst>
              </p:cNvPr>
              <p:cNvCxnSpPr/>
              <p:nvPr userDrawn="1"/>
            </p:nvCxnSpPr>
            <p:spPr bwMode="auto">
              <a:xfrm rot="5400000" flipH="1">
                <a:off x="152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9056486B-3E88-1F4E-A5B6-71F9C8038505}"/>
                  </a:ext>
                </a:extLst>
              </p:cNvPr>
              <p:cNvCxnSpPr/>
              <p:nvPr userDrawn="1"/>
            </p:nvCxnSpPr>
            <p:spPr bwMode="auto">
              <a:xfrm rot="5400000" flipH="1">
                <a:off x="1981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1" name="Straight Connector 40">
                <a:extLst>
                  <a:ext uri="{FF2B5EF4-FFF2-40B4-BE49-F238E27FC236}">
                    <a16:creationId xmlns:a16="http://schemas.microsoft.com/office/drawing/2014/main" id="{8F54F4A3-648E-3146-B408-995E6916E7DD}"/>
                  </a:ext>
                </a:extLst>
              </p:cNvPr>
              <p:cNvCxnSpPr/>
              <p:nvPr userDrawn="1"/>
            </p:nvCxnSpPr>
            <p:spPr bwMode="auto">
              <a:xfrm rot="5400000" flipH="1">
                <a:off x="2209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2" name="Straight Connector 41">
                <a:extLst>
                  <a:ext uri="{FF2B5EF4-FFF2-40B4-BE49-F238E27FC236}">
                    <a16:creationId xmlns:a16="http://schemas.microsoft.com/office/drawing/2014/main" id="{1DB512CA-21A6-9E45-BA56-12B8F4FE801F}"/>
                  </a:ext>
                </a:extLst>
              </p:cNvPr>
              <p:cNvCxnSpPr/>
              <p:nvPr userDrawn="1"/>
            </p:nvCxnSpPr>
            <p:spPr bwMode="auto">
              <a:xfrm rot="5400000" flipH="1">
                <a:off x="2438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3" name="Straight Connector 42">
                <a:extLst>
                  <a:ext uri="{FF2B5EF4-FFF2-40B4-BE49-F238E27FC236}">
                    <a16:creationId xmlns:a16="http://schemas.microsoft.com/office/drawing/2014/main" id="{2BFB8868-99DE-1A45-8575-1EA11710057F}"/>
                  </a:ext>
                </a:extLst>
              </p:cNvPr>
              <p:cNvCxnSpPr/>
              <p:nvPr userDrawn="1"/>
            </p:nvCxnSpPr>
            <p:spPr bwMode="auto">
              <a:xfrm rot="5400000" flipH="1">
                <a:off x="4267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4" name="Straight Connector 43">
                <a:extLst>
                  <a:ext uri="{FF2B5EF4-FFF2-40B4-BE49-F238E27FC236}">
                    <a16:creationId xmlns:a16="http://schemas.microsoft.com/office/drawing/2014/main" id="{730DE9A1-D9BD-524C-BE6F-1D6659196FBC}"/>
                  </a:ext>
                </a:extLst>
              </p:cNvPr>
              <p:cNvCxnSpPr/>
              <p:nvPr userDrawn="1"/>
            </p:nvCxnSpPr>
            <p:spPr bwMode="auto">
              <a:xfrm rot="5400000" flipH="1">
                <a:off x="4495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5" name="Straight Connector 44">
                <a:extLst>
                  <a:ext uri="{FF2B5EF4-FFF2-40B4-BE49-F238E27FC236}">
                    <a16:creationId xmlns:a16="http://schemas.microsoft.com/office/drawing/2014/main" id="{5ABAF5C8-E725-FD45-80A0-6EC368BF88BA}"/>
                  </a:ext>
                </a:extLst>
              </p:cNvPr>
              <p:cNvCxnSpPr/>
              <p:nvPr userDrawn="1"/>
            </p:nvCxnSpPr>
            <p:spPr bwMode="auto">
              <a:xfrm rot="5400000" flipH="1">
                <a:off x="4724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6" name="Straight Connector 45">
                <a:extLst>
                  <a:ext uri="{FF2B5EF4-FFF2-40B4-BE49-F238E27FC236}">
                    <a16:creationId xmlns:a16="http://schemas.microsoft.com/office/drawing/2014/main" id="{EBC18DE6-803B-7541-908A-41F6D4494834}"/>
                  </a:ext>
                </a:extLst>
              </p:cNvPr>
              <p:cNvCxnSpPr/>
              <p:nvPr userDrawn="1"/>
            </p:nvCxnSpPr>
            <p:spPr bwMode="auto">
              <a:xfrm rot="5400000" flipH="1">
                <a:off x="6553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7" name="Straight Connector 46">
                <a:extLst>
                  <a:ext uri="{FF2B5EF4-FFF2-40B4-BE49-F238E27FC236}">
                    <a16:creationId xmlns:a16="http://schemas.microsoft.com/office/drawing/2014/main" id="{737A4750-B9D5-5049-A414-7844F44D2F08}"/>
                  </a:ext>
                </a:extLst>
              </p:cNvPr>
              <p:cNvCxnSpPr/>
              <p:nvPr userDrawn="1"/>
            </p:nvCxnSpPr>
            <p:spPr bwMode="auto">
              <a:xfrm rot="5400000" flipH="1">
                <a:off x="6781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8" name="Straight Connector 47">
                <a:extLst>
                  <a:ext uri="{FF2B5EF4-FFF2-40B4-BE49-F238E27FC236}">
                    <a16:creationId xmlns:a16="http://schemas.microsoft.com/office/drawing/2014/main" id="{11CC3856-9176-894C-9678-78854179B583}"/>
                  </a:ext>
                </a:extLst>
              </p:cNvPr>
              <p:cNvCxnSpPr/>
              <p:nvPr userDrawn="1"/>
            </p:nvCxnSpPr>
            <p:spPr bwMode="auto">
              <a:xfrm rot="5400000" flipH="1">
                <a:off x="7010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9" name="Straight Connector 48">
                <a:extLst>
                  <a:ext uri="{FF2B5EF4-FFF2-40B4-BE49-F238E27FC236}">
                    <a16:creationId xmlns:a16="http://schemas.microsoft.com/office/drawing/2014/main" id="{3A4EF373-8CC5-F948-AA7B-C5EF10137299}"/>
                  </a:ext>
                </a:extLst>
              </p:cNvPr>
              <p:cNvCxnSpPr/>
              <p:nvPr userDrawn="1"/>
            </p:nvCxnSpPr>
            <p:spPr bwMode="auto">
              <a:xfrm rot="5400000" flipH="1">
                <a:off x="8839132"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19" name="Group 18">
              <a:extLst>
                <a:ext uri="{FF2B5EF4-FFF2-40B4-BE49-F238E27FC236}">
                  <a16:creationId xmlns:a16="http://schemas.microsoft.com/office/drawing/2014/main" id="{5EDFECA7-68A0-C74C-8702-67F215F53507}"/>
                </a:ext>
              </a:extLst>
            </p:cNvPr>
            <p:cNvGrpSpPr/>
            <p:nvPr userDrawn="1"/>
          </p:nvGrpSpPr>
          <p:grpSpPr>
            <a:xfrm>
              <a:off x="-109730" y="237744"/>
              <a:ext cx="91440" cy="4664456"/>
              <a:chOff x="-109730" y="237744"/>
              <a:chExt cx="91440" cy="4664456"/>
            </a:xfrm>
          </p:grpSpPr>
          <p:cxnSp>
            <p:nvCxnSpPr>
              <p:cNvPr id="30" name="Straight Connector 29">
                <a:extLst>
                  <a:ext uri="{FF2B5EF4-FFF2-40B4-BE49-F238E27FC236}">
                    <a16:creationId xmlns:a16="http://schemas.microsoft.com/office/drawing/2014/main" id="{B42BDEDC-364B-EC4F-9B43-9C5105374A26}"/>
                  </a:ext>
                </a:extLst>
              </p:cNvPr>
              <p:cNvCxnSpPr/>
              <p:nvPr userDrawn="1"/>
            </p:nvCxnSpPr>
            <p:spPr bwMode="auto">
              <a:xfrm flipH="1">
                <a:off x="-109730" y="65379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1" name="Straight Connector 30">
                <a:extLst>
                  <a:ext uri="{FF2B5EF4-FFF2-40B4-BE49-F238E27FC236}">
                    <a16:creationId xmlns:a16="http://schemas.microsoft.com/office/drawing/2014/main" id="{82746AEA-B7EE-6A45-A324-2780C5387E8B}"/>
                  </a:ext>
                </a:extLst>
              </p:cNvPr>
              <p:cNvCxnSpPr/>
              <p:nvPr userDrawn="1"/>
            </p:nvCxnSpPr>
            <p:spPr bwMode="auto">
              <a:xfrm flipH="1">
                <a:off x="-109730" y="128930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2" name="Straight Connector 31">
                <a:extLst>
                  <a:ext uri="{FF2B5EF4-FFF2-40B4-BE49-F238E27FC236}">
                    <a16:creationId xmlns:a16="http://schemas.microsoft.com/office/drawing/2014/main" id="{10F57C53-2F79-4140-B8DD-CFF27135CAA8}"/>
                  </a:ext>
                </a:extLst>
              </p:cNvPr>
              <p:cNvCxnSpPr/>
              <p:nvPr userDrawn="1"/>
            </p:nvCxnSpPr>
            <p:spPr bwMode="auto">
              <a:xfrm flipH="1">
                <a:off x="-109730" y="192938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3" name="Straight Connector 32">
                <a:extLst>
                  <a:ext uri="{FF2B5EF4-FFF2-40B4-BE49-F238E27FC236}">
                    <a16:creationId xmlns:a16="http://schemas.microsoft.com/office/drawing/2014/main" id="{D0D1241B-3B6D-564B-92C0-5F79295699BA}"/>
                  </a:ext>
                </a:extLst>
              </p:cNvPr>
              <p:cNvCxnSpPr/>
              <p:nvPr userDrawn="1"/>
            </p:nvCxnSpPr>
            <p:spPr bwMode="auto">
              <a:xfrm flipH="1">
                <a:off x="-109730" y="2570990"/>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4" name="Straight Connector 33">
                <a:extLst>
                  <a:ext uri="{FF2B5EF4-FFF2-40B4-BE49-F238E27FC236}">
                    <a16:creationId xmlns:a16="http://schemas.microsoft.com/office/drawing/2014/main" id="{4F1A65E1-A6DD-0E48-9328-F63C08A91C80}"/>
                  </a:ext>
                </a:extLst>
              </p:cNvPr>
              <p:cNvCxnSpPr/>
              <p:nvPr userDrawn="1"/>
            </p:nvCxnSpPr>
            <p:spPr bwMode="auto">
              <a:xfrm flipH="1">
                <a:off x="-109730" y="320954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5" name="Straight Connector 34">
                <a:extLst>
                  <a:ext uri="{FF2B5EF4-FFF2-40B4-BE49-F238E27FC236}">
                    <a16:creationId xmlns:a16="http://schemas.microsoft.com/office/drawing/2014/main" id="{DF1A857E-0280-4D4D-8C5E-78EB4893E8F3}"/>
                  </a:ext>
                </a:extLst>
              </p:cNvPr>
              <p:cNvCxnSpPr/>
              <p:nvPr userDrawn="1"/>
            </p:nvCxnSpPr>
            <p:spPr bwMode="auto">
              <a:xfrm flipH="1">
                <a:off x="-109730" y="384962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6" name="Straight Connector 35">
                <a:extLst>
                  <a:ext uri="{FF2B5EF4-FFF2-40B4-BE49-F238E27FC236}">
                    <a16:creationId xmlns:a16="http://schemas.microsoft.com/office/drawing/2014/main" id="{32EE49FC-4AC3-D84D-B296-8260919A4AFB}"/>
                  </a:ext>
                </a:extLst>
              </p:cNvPr>
              <p:cNvCxnSpPr/>
              <p:nvPr userDrawn="1"/>
            </p:nvCxnSpPr>
            <p:spPr bwMode="auto">
              <a:xfrm flipH="1">
                <a:off x="-109730" y="449427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7" name="Straight Connector 36">
                <a:extLst>
                  <a:ext uri="{FF2B5EF4-FFF2-40B4-BE49-F238E27FC236}">
                    <a16:creationId xmlns:a16="http://schemas.microsoft.com/office/drawing/2014/main" id="{A036B8A6-5887-EB43-A589-E9B55309975E}"/>
                  </a:ext>
                </a:extLst>
              </p:cNvPr>
              <p:cNvCxnSpPr/>
              <p:nvPr userDrawn="1"/>
            </p:nvCxnSpPr>
            <p:spPr bwMode="auto">
              <a:xfrm flipH="1">
                <a:off x="-109730" y="23774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8" name="Straight Connector 37">
                <a:extLst>
                  <a:ext uri="{FF2B5EF4-FFF2-40B4-BE49-F238E27FC236}">
                    <a16:creationId xmlns:a16="http://schemas.microsoft.com/office/drawing/2014/main" id="{886C2E2E-F476-B64B-A78C-E2A4F068B019}"/>
                  </a:ext>
                </a:extLst>
              </p:cNvPr>
              <p:cNvCxnSpPr/>
              <p:nvPr userDrawn="1"/>
            </p:nvCxnSpPr>
            <p:spPr bwMode="auto">
              <a:xfrm flipH="1">
                <a:off x="-109730" y="4902200"/>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20" name="Group 19">
              <a:extLst>
                <a:ext uri="{FF2B5EF4-FFF2-40B4-BE49-F238E27FC236}">
                  <a16:creationId xmlns:a16="http://schemas.microsoft.com/office/drawing/2014/main" id="{568B7B3E-2365-FA48-B0BB-56705EDB6709}"/>
                </a:ext>
              </a:extLst>
            </p:cNvPr>
            <p:cNvGrpSpPr/>
            <p:nvPr userDrawn="1"/>
          </p:nvGrpSpPr>
          <p:grpSpPr>
            <a:xfrm>
              <a:off x="9163050" y="237744"/>
              <a:ext cx="91440" cy="4663440"/>
              <a:chOff x="-109730" y="231394"/>
              <a:chExt cx="91440" cy="4663440"/>
            </a:xfrm>
          </p:grpSpPr>
          <p:cxnSp>
            <p:nvCxnSpPr>
              <p:cNvPr id="21" name="Straight Connector 20">
                <a:extLst>
                  <a:ext uri="{FF2B5EF4-FFF2-40B4-BE49-F238E27FC236}">
                    <a16:creationId xmlns:a16="http://schemas.microsoft.com/office/drawing/2014/main" id="{F8CB4122-4D33-2A42-871B-AB33239DC529}"/>
                  </a:ext>
                </a:extLst>
              </p:cNvPr>
              <p:cNvCxnSpPr/>
              <p:nvPr userDrawn="1"/>
            </p:nvCxnSpPr>
            <p:spPr bwMode="auto">
              <a:xfrm flipH="1">
                <a:off x="-109730" y="64744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E1272E41-0FA7-6B41-B356-7A2B88AC448F}"/>
                  </a:ext>
                </a:extLst>
              </p:cNvPr>
              <p:cNvCxnSpPr/>
              <p:nvPr userDrawn="1"/>
            </p:nvCxnSpPr>
            <p:spPr bwMode="auto">
              <a:xfrm flipH="1">
                <a:off x="-109730" y="128295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3" name="Straight Connector 22">
                <a:extLst>
                  <a:ext uri="{FF2B5EF4-FFF2-40B4-BE49-F238E27FC236}">
                    <a16:creationId xmlns:a16="http://schemas.microsoft.com/office/drawing/2014/main" id="{784B5EE1-D003-1F47-8D33-3E312E35B1E7}"/>
                  </a:ext>
                </a:extLst>
              </p:cNvPr>
              <p:cNvCxnSpPr/>
              <p:nvPr userDrawn="1"/>
            </p:nvCxnSpPr>
            <p:spPr bwMode="auto">
              <a:xfrm flipH="1">
                <a:off x="-109730" y="192303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4" name="Straight Connector 23">
                <a:extLst>
                  <a:ext uri="{FF2B5EF4-FFF2-40B4-BE49-F238E27FC236}">
                    <a16:creationId xmlns:a16="http://schemas.microsoft.com/office/drawing/2014/main" id="{571409CD-4C1B-8E45-ACF9-86D270DA7692}"/>
                  </a:ext>
                </a:extLst>
              </p:cNvPr>
              <p:cNvCxnSpPr/>
              <p:nvPr userDrawn="1"/>
            </p:nvCxnSpPr>
            <p:spPr bwMode="auto">
              <a:xfrm flipH="1">
                <a:off x="-109730" y="256311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5" name="Straight Connector 24">
                <a:extLst>
                  <a:ext uri="{FF2B5EF4-FFF2-40B4-BE49-F238E27FC236}">
                    <a16:creationId xmlns:a16="http://schemas.microsoft.com/office/drawing/2014/main" id="{A131086F-34E8-8C46-8C5C-6BAA87172E82}"/>
                  </a:ext>
                </a:extLst>
              </p:cNvPr>
              <p:cNvCxnSpPr/>
              <p:nvPr userDrawn="1"/>
            </p:nvCxnSpPr>
            <p:spPr bwMode="auto">
              <a:xfrm flipH="1">
                <a:off x="-109730" y="320319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6" name="Straight Connector 25">
                <a:extLst>
                  <a:ext uri="{FF2B5EF4-FFF2-40B4-BE49-F238E27FC236}">
                    <a16:creationId xmlns:a16="http://schemas.microsoft.com/office/drawing/2014/main" id="{0A42B631-F25C-F54E-B854-80328E4DFBBC}"/>
                  </a:ext>
                </a:extLst>
              </p:cNvPr>
              <p:cNvCxnSpPr/>
              <p:nvPr userDrawn="1"/>
            </p:nvCxnSpPr>
            <p:spPr bwMode="auto">
              <a:xfrm flipH="1">
                <a:off x="-109730" y="384327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7" name="Straight Connector 26">
                <a:extLst>
                  <a:ext uri="{FF2B5EF4-FFF2-40B4-BE49-F238E27FC236}">
                    <a16:creationId xmlns:a16="http://schemas.microsoft.com/office/drawing/2014/main" id="{08D46B81-A248-A847-9183-C6BC43C53E85}"/>
                  </a:ext>
                </a:extLst>
              </p:cNvPr>
              <p:cNvCxnSpPr/>
              <p:nvPr userDrawn="1"/>
            </p:nvCxnSpPr>
            <p:spPr bwMode="auto">
              <a:xfrm flipH="1">
                <a:off x="-109730" y="448792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86FA5BE4-E196-EC4A-BC7A-95A47060EE08}"/>
                  </a:ext>
                </a:extLst>
              </p:cNvPr>
              <p:cNvCxnSpPr/>
              <p:nvPr userDrawn="1"/>
            </p:nvCxnSpPr>
            <p:spPr bwMode="auto">
              <a:xfrm flipH="1">
                <a:off x="-109730" y="23139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9" name="Straight Connector 28">
                <a:extLst>
                  <a:ext uri="{FF2B5EF4-FFF2-40B4-BE49-F238E27FC236}">
                    <a16:creationId xmlns:a16="http://schemas.microsoft.com/office/drawing/2014/main" id="{47A74DF6-412C-6548-B80E-F7E7ED8433A9}"/>
                  </a:ext>
                </a:extLst>
              </p:cNvPr>
              <p:cNvCxnSpPr/>
              <p:nvPr userDrawn="1"/>
            </p:nvCxnSpPr>
            <p:spPr bwMode="auto">
              <a:xfrm flipH="1">
                <a:off x="-109730" y="489483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sp>
        <p:nvSpPr>
          <p:cNvPr id="61" name="Title 1">
            <a:extLst>
              <a:ext uri="{FF2B5EF4-FFF2-40B4-BE49-F238E27FC236}">
                <a16:creationId xmlns:a16="http://schemas.microsoft.com/office/drawing/2014/main" id="{389FD379-A408-3A40-ACE3-3CBE5A23D7AA}"/>
              </a:ext>
            </a:extLst>
          </p:cNvPr>
          <p:cNvSpPr>
            <a:spLocks noGrp="1"/>
          </p:cNvSpPr>
          <p:nvPr>
            <p:ph type="title" hasCustomPrompt="1"/>
          </p:nvPr>
        </p:nvSpPr>
        <p:spPr>
          <a:xfrm>
            <a:off x="162298" y="317500"/>
            <a:ext cx="8981702" cy="5676900"/>
          </a:xfrm>
          <a:prstGeom prst="rect">
            <a:avLst/>
          </a:prstGeom>
        </p:spPr>
        <p:txBody>
          <a:bodyPr/>
          <a:lstStyle>
            <a:lvl1pPr>
              <a:defRPr sz="7200" b="0" i="0">
                <a:solidFill>
                  <a:schemeClr val="bg1"/>
                </a:solidFill>
                <a:latin typeface="IBM Plex Sans Light" panose="020B0403050203000203" pitchFamily="34" charset="0"/>
              </a:defRPr>
            </a:lvl1pPr>
          </a:lstStyle>
          <a:p>
            <a:r>
              <a:rPr lang="en-US" dirty="0"/>
              <a:t>Divider sleeve</a:t>
            </a:r>
          </a:p>
        </p:txBody>
      </p:sp>
      <p:sp>
        <p:nvSpPr>
          <p:cNvPr id="62" name="Footer Placeholder 2">
            <a:extLst>
              <a:ext uri="{FF2B5EF4-FFF2-40B4-BE49-F238E27FC236}">
                <a16:creationId xmlns:a16="http://schemas.microsoft.com/office/drawing/2014/main" id="{147C000B-8AD2-AF4D-A1AF-CB5C013728EE}"/>
              </a:ext>
            </a:extLst>
          </p:cNvPr>
          <p:cNvSpPr>
            <a:spLocks noGrp="1"/>
          </p:cNvSpPr>
          <p:nvPr>
            <p:ph type="ftr" sz="quarter" idx="3"/>
          </p:nvPr>
        </p:nvSpPr>
        <p:spPr>
          <a:xfrm>
            <a:off x="210312" y="6073456"/>
            <a:ext cx="2438312" cy="546100"/>
          </a:xfrm>
          <a:prstGeom prst="rect">
            <a:avLst/>
          </a:prstGeom>
        </p:spPr>
        <p:txBody>
          <a:bodyPr anchor="b"/>
          <a:lstStyle>
            <a:lvl1pPr>
              <a:lnSpc>
                <a:spcPct val="150000"/>
              </a:lnSpc>
              <a:defRPr sz="1000" b="0" i="0">
                <a:solidFill>
                  <a:schemeClr val="bg1"/>
                </a:solidFill>
                <a:latin typeface="IBM Plex Sans" panose="020B0503050000000000" pitchFamily="34" charset="77"/>
              </a:defRPr>
            </a:lvl1pPr>
          </a:lstStyle>
          <a:p>
            <a:r>
              <a:rPr lang="en-US" b="1">
                <a:latin typeface="IBM Plex Sans SmBld" panose="020B0503050000000000" pitchFamily="34" charset="77"/>
              </a:rPr>
              <a:t>Presentation title</a:t>
            </a:r>
          </a:p>
          <a:p>
            <a:r>
              <a:rPr lang="en-US"/>
              <a:t>IBM  |  Project/team name</a:t>
            </a:r>
            <a:endParaRPr lang="en-US" dirty="0"/>
          </a:p>
        </p:txBody>
      </p:sp>
    </p:spTree>
    <p:extLst>
      <p:ext uri="{BB962C8B-B14F-4D97-AF65-F5344CB8AC3E}">
        <p14:creationId xmlns:p14="http://schemas.microsoft.com/office/powerpoint/2010/main" val="3899414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What's next">
    <p:bg>
      <p:bgPr>
        <a:solidFill>
          <a:srgbClr val="054ADA"/>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711F4B8-BE53-F64A-849C-BB1943AE2F91}"/>
              </a:ext>
            </a:extLst>
          </p:cNvPr>
          <p:cNvSpPr/>
          <p:nvPr userDrawn="1"/>
        </p:nvSpPr>
        <p:spPr bwMode="auto">
          <a:xfrm>
            <a:off x="-1" y="3429000"/>
            <a:ext cx="12192000" cy="3424815"/>
          </a:xfrm>
          <a:prstGeom prst="rect">
            <a:avLst/>
          </a:prstGeom>
          <a:solidFill>
            <a:srgbClr val="051243"/>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90000"/>
              </a:lnSpc>
              <a:spcBef>
                <a:spcPct val="0"/>
              </a:spcBef>
              <a:spcAft>
                <a:spcPct val="0"/>
              </a:spcAft>
              <a:buClrTx/>
              <a:buSzTx/>
              <a:buFontTx/>
              <a:buNone/>
              <a:tabLst/>
            </a:pPr>
            <a:endParaRPr kumimoji="0" lang="en-US" sz="2000" b="0" i="0" u="none" strike="noStrike" cap="none" normalizeH="0" baseline="0" dirty="0">
              <a:ln>
                <a:noFill/>
              </a:ln>
              <a:solidFill>
                <a:srgbClr val="191919"/>
              </a:solidFill>
              <a:effectLst/>
              <a:latin typeface="HelvNeue Light for IBM" pitchFamily="34" charset="0"/>
            </a:endParaRPr>
          </a:p>
        </p:txBody>
      </p:sp>
      <p:sp>
        <p:nvSpPr>
          <p:cNvPr id="66" name="Footer Placeholder 2">
            <a:extLst>
              <a:ext uri="{FF2B5EF4-FFF2-40B4-BE49-F238E27FC236}">
                <a16:creationId xmlns:a16="http://schemas.microsoft.com/office/drawing/2014/main" id="{49933F65-8579-814C-8E4C-AB56AE154C4A}"/>
              </a:ext>
            </a:extLst>
          </p:cNvPr>
          <p:cNvSpPr>
            <a:spLocks noGrp="1"/>
          </p:cNvSpPr>
          <p:nvPr>
            <p:ph type="ftr" sz="quarter" idx="3"/>
          </p:nvPr>
        </p:nvSpPr>
        <p:spPr>
          <a:xfrm>
            <a:off x="210312" y="6073456"/>
            <a:ext cx="2438312" cy="546100"/>
          </a:xfrm>
          <a:prstGeom prst="rect">
            <a:avLst/>
          </a:prstGeom>
        </p:spPr>
        <p:txBody>
          <a:bodyPr anchor="b"/>
          <a:lstStyle>
            <a:lvl1pPr>
              <a:lnSpc>
                <a:spcPct val="150000"/>
              </a:lnSpc>
              <a:defRPr sz="1000" b="0" i="0">
                <a:solidFill>
                  <a:schemeClr val="bg1"/>
                </a:solidFill>
                <a:latin typeface="IBM Plex Sans" panose="020B0503050000000000" pitchFamily="34" charset="77"/>
              </a:defRPr>
            </a:lvl1pPr>
          </a:lstStyle>
          <a:p>
            <a:r>
              <a:rPr lang="en-US" b="1">
                <a:latin typeface="IBM Plex Sans SmBld" panose="020B0503050000000000" pitchFamily="34" charset="77"/>
              </a:rPr>
              <a:t>Presentation title</a:t>
            </a:r>
          </a:p>
          <a:p>
            <a:r>
              <a:rPr lang="en-US"/>
              <a:t>IBM  |  Project/team name</a:t>
            </a:r>
            <a:endParaRPr lang="en-US" dirty="0"/>
          </a:p>
        </p:txBody>
      </p:sp>
      <p:sp>
        <p:nvSpPr>
          <p:cNvPr id="5" name="Title 1">
            <a:extLst>
              <a:ext uri="{FF2B5EF4-FFF2-40B4-BE49-F238E27FC236}">
                <a16:creationId xmlns:a16="http://schemas.microsoft.com/office/drawing/2014/main" id="{E784B002-C820-294C-BCF0-0D8A3BF24C0B}"/>
              </a:ext>
            </a:extLst>
          </p:cNvPr>
          <p:cNvSpPr txBox="1">
            <a:spLocks/>
          </p:cNvSpPr>
          <p:nvPr userDrawn="1"/>
        </p:nvSpPr>
        <p:spPr>
          <a:xfrm>
            <a:off x="189730" y="317500"/>
            <a:ext cx="5906269" cy="4813300"/>
          </a:xfrm>
          <a:prstGeom prst="rect">
            <a:avLst/>
          </a:prstGeom>
        </p:spPr>
        <p:txBody>
          <a:bodyPr/>
          <a:lstStyle>
            <a:lvl1pPr algn="l" rtl="0" eaLnBrk="1" fontAlgn="base" hangingPunct="1">
              <a:lnSpc>
                <a:spcPct val="90000"/>
              </a:lnSpc>
              <a:spcBef>
                <a:spcPct val="0"/>
              </a:spcBef>
              <a:spcAft>
                <a:spcPct val="0"/>
              </a:spcAft>
              <a:defRPr sz="3200" b="0">
                <a:solidFill>
                  <a:schemeClr val="tx1"/>
                </a:solidFill>
                <a:latin typeface="IBM Plex Sans" charset="0"/>
                <a:ea typeface="IBM Plex Sans" charset="0"/>
                <a:cs typeface="IBM Plex Sans" charset="0"/>
              </a:defRPr>
            </a:lvl1pPr>
            <a:lvl2pPr algn="l" rtl="0" eaLnBrk="1" fontAlgn="base" hangingPunct="1">
              <a:lnSpc>
                <a:spcPct val="90000"/>
              </a:lnSpc>
              <a:spcBef>
                <a:spcPct val="0"/>
              </a:spcBef>
              <a:spcAft>
                <a:spcPct val="0"/>
              </a:spcAft>
              <a:defRPr sz="2960">
                <a:solidFill>
                  <a:srgbClr val="191919"/>
                </a:solidFill>
                <a:latin typeface="HelvNeue Light for IBM" pitchFamily="34" charset="0"/>
              </a:defRPr>
            </a:lvl2pPr>
            <a:lvl3pPr algn="l" rtl="0" eaLnBrk="1" fontAlgn="base" hangingPunct="1">
              <a:lnSpc>
                <a:spcPct val="90000"/>
              </a:lnSpc>
              <a:spcBef>
                <a:spcPct val="0"/>
              </a:spcBef>
              <a:spcAft>
                <a:spcPct val="0"/>
              </a:spcAft>
              <a:defRPr sz="2960">
                <a:solidFill>
                  <a:srgbClr val="191919"/>
                </a:solidFill>
                <a:latin typeface="HelvNeue Light for IBM" pitchFamily="34" charset="0"/>
              </a:defRPr>
            </a:lvl3pPr>
            <a:lvl4pPr algn="l" rtl="0" eaLnBrk="1" fontAlgn="base" hangingPunct="1">
              <a:lnSpc>
                <a:spcPct val="90000"/>
              </a:lnSpc>
              <a:spcBef>
                <a:spcPct val="0"/>
              </a:spcBef>
              <a:spcAft>
                <a:spcPct val="0"/>
              </a:spcAft>
              <a:defRPr sz="2960">
                <a:solidFill>
                  <a:srgbClr val="191919"/>
                </a:solidFill>
                <a:latin typeface="HelvNeue Light for IBM" pitchFamily="34" charset="0"/>
              </a:defRPr>
            </a:lvl4pPr>
            <a:lvl5pPr algn="l" rtl="0" eaLnBrk="1" fontAlgn="base" hangingPunct="1">
              <a:lnSpc>
                <a:spcPct val="90000"/>
              </a:lnSpc>
              <a:spcBef>
                <a:spcPct val="0"/>
              </a:spcBef>
              <a:spcAft>
                <a:spcPct val="0"/>
              </a:spcAft>
              <a:defRPr sz="2960">
                <a:solidFill>
                  <a:srgbClr val="191919"/>
                </a:solidFill>
                <a:latin typeface="HelvNeue Light for IBM" pitchFamily="34" charset="0"/>
              </a:defRPr>
            </a:lvl5pPr>
            <a:lvl6pPr marL="483395" algn="l" rtl="0" eaLnBrk="1" fontAlgn="base" hangingPunct="1">
              <a:lnSpc>
                <a:spcPct val="90000"/>
              </a:lnSpc>
              <a:spcBef>
                <a:spcPct val="0"/>
              </a:spcBef>
              <a:spcAft>
                <a:spcPct val="0"/>
              </a:spcAft>
              <a:defRPr sz="2960">
                <a:solidFill>
                  <a:srgbClr val="191919"/>
                </a:solidFill>
                <a:latin typeface="HelvNeue Light for IBM" pitchFamily="34" charset="0"/>
              </a:defRPr>
            </a:lvl6pPr>
            <a:lvl7pPr marL="966792" algn="l" rtl="0" eaLnBrk="1" fontAlgn="base" hangingPunct="1">
              <a:lnSpc>
                <a:spcPct val="90000"/>
              </a:lnSpc>
              <a:spcBef>
                <a:spcPct val="0"/>
              </a:spcBef>
              <a:spcAft>
                <a:spcPct val="0"/>
              </a:spcAft>
              <a:defRPr sz="2960">
                <a:solidFill>
                  <a:srgbClr val="191919"/>
                </a:solidFill>
                <a:latin typeface="HelvNeue Light for IBM" pitchFamily="34" charset="0"/>
              </a:defRPr>
            </a:lvl7pPr>
            <a:lvl8pPr marL="1450185" algn="l" rtl="0" eaLnBrk="1" fontAlgn="base" hangingPunct="1">
              <a:lnSpc>
                <a:spcPct val="90000"/>
              </a:lnSpc>
              <a:spcBef>
                <a:spcPct val="0"/>
              </a:spcBef>
              <a:spcAft>
                <a:spcPct val="0"/>
              </a:spcAft>
              <a:defRPr sz="2960">
                <a:solidFill>
                  <a:srgbClr val="191919"/>
                </a:solidFill>
                <a:latin typeface="HelvNeue Light for IBM" pitchFamily="34" charset="0"/>
              </a:defRPr>
            </a:lvl8pPr>
            <a:lvl9pPr marL="1933581" algn="l" rtl="0" eaLnBrk="1" fontAlgn="base" hangingPunct="1">
              <a:lnSpc>
                <a:spcPct val="90000"/>
              </a:lnSpc>
              <a:spcBef>
                <a:spcPct val="0"/>
              </a:spcBef>
              <a:spcAft>
                <a:spcPct val="0"/>
              </a:spcAft>
              <a:defRPr sz="2960">
                <a:solidFill>
                  <a:srgbClr val="191919"/>
                </a:solidFill>
                <a:latin typeface="HelvNeue Light for IBM" pitchFamily="34" charset="0"/>
              </a:defRPr>
            </a:lvl9pPr>
          </a:lstStyle>
          <a:p>
            <a:r>
              <a:rPr lang="en-US" sz="7200" b="0" i="0" kern="0" dirty="0">
                <a:solidFill>
                  <a:schemeClr val="bg1"/>
                </a:solidFill>
                <a:latin typeface="IBM Plex Sans Light" panose="020B0403050203000203" pitchFamily="34" charset="0"/>
              </a:rPr>
              <a:t>What’s next?</a:t>
            </a:r>
          </a:p>
        </p:txBody>
      </p:sp>
      <p:sp>
        <p:nvSpPr>
          <p:cNvPr id="8" name="Text Placeholder 2">
            <a:extLst>
              <a:ext uri="{FF2B5EF4-FFF2-40B4-BE49-F238E27FC236}">
                <a16:creationId xmlns:a16="http://schemas.microsoft.com/office/drawing/2014/main" id="{C56A0424-3F26-1C4A-85CF-6053410E9316}"/>
              </a:ext>
            </a:extLst>
          </p:cNvPr>
          <p:cNvSpPr>
            <a:spLocks noGrp="1"/>
          </p:cNvSpPr>
          <p:nvPr>
            <p:ph type="body" sz="quarter" idx="11" hasCustomPrompt="1"/>
          </p:nvPr>
        </p:nvSpPr>
        <p:spPr>
          <a:xfrm>
            <a:off x="304800" y="3733800"/>
            <a:ext cx="5486400" cy="381000"/>
          </a:xfrm>
          <a:prstGeom prst="rect">
            <a:avLst/>
          </a:prstGeom>
        </p:spPr>
        <p:txBody>
          <a:bodyPr/>
          <a:lstStyle>
            <a:lvl1pPr>
              <a:lnSpc>
                <a:spcPct val="100000"/>
              </a:lnSpc>
              <a:spcBef>
                <a:spcPts val="600"/>
              </a:spcBef>
              <a:defRPr sz="1800" b="1" i="0">
                <a:solidFill>
                  <a:schemeClr val="bg1"/>
                </a:solidFill>
                <a:latin typeface="IBM Plex Sans SmBld" panose="020B0503050203000203" pitchFamily="34" charset="0"/>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pPr lvl="0"/>
            <a:r>
              <a:rPr lang="en-US" dirty="0"/>
              <a:t>Subheading:</a:t>
            </a:r>
          </a:p>
        </p:txBody>
      </p:sp>
      <p:sp>
        <p:nvSpPr>
          <p:cNvPr id="9" name="Text Placeholder 2">
            <a:extLst>
              <a:ext uri="{FF2B5EF4-FFF2-40B4-BE49-F238E27FC236}">
                <a16:creationId xmlns:a16="http://schemas.microsoft.com/office/drawing/2014/main" id="{711C60B5-961C-4D4B-B555-2062AC0ECA8F}"/>
              </a:ext>
            </a:extLst>
          </p:cNvPr>
          <p:cNvSpPr>
            <a:spLocks noGrp="1"/>
          </p:cNvSpPr>
          <p:nvPr>
            <p:ph type="body" sz="quarter" idx="13" hasCustomPrompt="1"/>
          </p:nvPr>
        </p:nvSpPr>
        <p:spPr>
          <a:xfrm>
            <a:off x="304800" y="4140200"/>
            <a:ext cx="5486400" cy="1852168"/>
          </a:xfrm>
          <a:prstGeom prst="rect">
            <a:avLst/>
          </a:prstGeom>
        </p:spPr>
        <p:txBody>
          <a:bodyPr/>
          <a:lstStyle>
            <a:lvl1pPr>
              <a:lnSpc>
                <a:spcPct val="100000"/>
              </a:lnSpc>
              <a:spcBef>
                <a:spcPts val="600"/>
              </a:spcBef>
              <a:defRPr sz="1800" b="0" i="0">
                <a:solidFill>
                  <a:schemeClr val="bg1"/>
                </a:solidFill>
                <a:latin typeface="IBM Plex Sans" panose="020B0503050203000203" pitchFamily="34" charset="0"/>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pPr lvl="0"/>
            <a:r>
              <a:rPr lang="en-US" dirty="0"/>
              <a:t>Lorem ipsum</a:t>
            </a:r>
          </a:p>
          <a:p>
            <a:pPr lvl="0"/>
            <a:r>
              <a:rPr lang="en-US" dirty="0"/>
              <a:t>Lorem ipsum</a:t>
            </a:r>
          </a:p>
        </p:txBody>
      </p:sp>
      <p:sp>
        <p:nvSpPr>
          <p:cNvPr id="10" name="Text Placeholder 2">
            <a:extLst>
              <a:ext uri="{FF2B5EF4-FFF2-40B4-BE49-F238E27FC236}">
                <a16:creationId xmlns:a16="http://schemas.microsoft.com/office/drawing/2014/main" id="{DF423E3D-D2D6-FC47-8432-D578EEBDFE88}"/>
              </a:ext>
            </a:extLst>
          </p:cNvPr>
          <p:cNvSpPr>
            <a:spLocks noGrp="1"/>
          </p:cNvSpPr>
          <p:nvPr>
            <p:ph type="body" sz="quarter" idx="14" hasCustomPrompt="1"/>
          </p:nvPr>
        </p:nvSpPr>
        <p:spPr>
          <a:xfrm>
            <a:off x="6410446" y="3730906"/>
            <a:ext cx="5486400" cy="381000"/>
          </a:xfrm>
          <a:prstGeom prst="rect">
            <a:avLst/>
          </a:prstGeom>
        </p:spPr>
        <p:txBody>
          <a:bodyPr/>
          <a:lstStyle>
            <a:lvl1pPr>
              <a:lnSpc>
                <a:spcPct val="100000"/>
              </a:lnSpc>
              <a:spcBef>
                <a:spcPts val="600"/>
              </a:spcBef>
              <a:defRPr sz="1800" b="1" i="0">
                <a:solidFill>
                  <a:schemeClr val="bg1"/>
                </a:solidFill>
                <a:latin typeface="IBM Plex Sans SmBld" panose="020B0503050203000203" pitchFamily="34" charset="0"/>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pPr lvl="0"/>
            <a:r>
              <a:rPr lang="en-US" dirty="0"/>
              <a:t>Subheading:</a:t>
            </a:r>
          </a:p>
        </p:txBody>
      </p:sp>
      <p:sp>
        <p:nvSpPr>
          <p:cNvPr id="11" name="Text Placeholder 2">
            <a:extLst>
              <a:ext uri="{FF2B5EF4-FFF2-40B4-BE49-F238E27FC236}">
                <a16:creationId xmlns:a16="http://schemas.microsoft.com/office/drawing/2014/main" id="{4F2AF8AF-4D9D-4547-9260-EF5BDD35A065}"/>
              </a:ext>
            </a:extLst>
          </p:cNvPr>
          <p:cNvSpPr>
            <a:spLocks noGrp="1"/>
          </p:cNvSpPr>
          <p:nvPr>
            <p:ph type="body" sz="quarter" idx="15" hasCustomPrompt="1"/>
          </p:nvPr>
        </p:nvSpPr>
        <p:spPr>
          <a:xfrm>
            <a:off x="6410446" y="4137306"/>
            <a:ext cx="5486400" cy="1852168"/>
          </a:xfrm>
          <a:prstGeom prst="rect">
            <a:avLst/>
          </a:prstGeom>
        </p:spPr>
        <p:txBody>
          <a:bodyPr/>
          <a:lstStyle>
            <a:lvl1pPr>
              <a:lnSpc>
                <a:spcPct val="100000"/>
              </a:lnSpc>
              <a:spcBef>
                <a:spcPts val="600"/>
              </a:spcBef>
              <a:defRPr sz="1800" b="0" i="0">
                <a:solidFill>
                  <a:schemeClr val="bg1"/>
                </a:solidFill>
                <a:latin typeface="IBM Plex Sans" panose="020B0503050203000203" pitchFamily="34" charset="0"/>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pPr lvl="0"/>
            <a:r>
              <a:rPr lang="en-US" dirty="0"/>
              <a:t>&lt;Link&gt;</a:t>
            </a:r>
          </a:p>
          <a:p>
            <a:pPr lvl="0"/>
            <a:r>
              <a:rPr lang="en-US" dirty="0"/>
              <a:t>&lt;Link&gt;</a:t>
            </a:r>
          </a:p>
        </p:txBody>
      </p:sp>
    </p:spTree>
    <p:extLst>
      <p:ext uri="{BB962C8B-B14F-4D97-AF65-F5344CB8AC3E}">
        <p14:creationId xmlns:p14="http://schemas.microsoft.com/office/powerpoint/2010/main" val="27259388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rgbClr val="054ADA"/>
        </a:solidFill>
        <a:effectLst/>
      </p:bgPr>
    </p:bg>
    <p:spTree>
      <p:nvGrpSpPr>
        <p:cNvPr id="1" name=""/>
        <p:cNvGrpSpPr/>
        <p:nvPr/>
      </p:nvGrpSpPr>
      <p:grpSpPr>
        <a:xfrm>
          <a:off x="0" y="0"/>
          <a:ext cx="0" cy="0"/>
          <a:chOff x="0" y="0"/>
          <a:chExt cx="0" cy="0"/>
        </a:xfrm>
      </p:grpSpPr>
      <p:sp>
        <p:nvSpPr>
          <p:cNvPr id="66" name="Footer Placeholder 2">
            <a:extLst>
              <a:ext uri="{FF2B5EF4-FFF2-40B4-BE49-F238E27FC236}">
                <a16:creationId xmlns:a16="http://schemas.microsoft.com/office/drawing/2014/main" id="{49933F65-8579-814C-8E4C-AB56AE154C4A}"/>
              </a:ext>
            </a:extLst>
          </p:cNvPr>
          <p:cNvSpPr>
            <a:spLocks noGrp="1"/>
          </p:cNvSpPr>
          <p:nvPr>
            <p:ph type="ftr" sz="quarter" idx="3"/>
          </p:nvPr>
        </p:nvSpPr>
        <p:spPr>
          <a:xfrm>
            <a:off x="210312" y="6073456"/>
            <a:ext cx="2438312" cy="546100"/>
          </a:xfrm>
          <a:prstGeom prst="rect">
            <a:avLst/>
          </a:prstGeom>
        </p:spPr>
        <p:txBody>
          <a:bodyPr anchor="b"/>
          <a:lstStyle>
            <a:lvl1pPr>
              <a:lnSpc>
                <a:spcPct val="150000"/>
              </a:lnSpc>
              <a:defRPr sz="1000" b="0" i="0">
                <a:solidFill>
                  <a:schemeClr val="bg1"/>
                </a:solidFill>
                <a:latin typeface="IBM Plex Sans" panose="020B0503050000000000" pitchFamily="34" charset="77"/>
              </a:defRPr>
            </a:lvl1pPr>
          </a:lstStyle>
          <a:p>
            <a:r>
              <a:rPr lang="en-US" b="1">
                <a:latin typeface="IBM Plex Sans SmBld" panose="020B0503050000000000" pitchFamily="34" charset="77"/>
              </a:rPr>
              <a:t>Presentation title</a:t>
            </a:r>
          </a:p>
          <a:p>
            <a:r>
              <a:rPr lang="en-US"/>
              <a:t>IBM  |  Project/team name</a:t>
            </a:r>
            <a:endParaRPr lang="en-US" dirty="0"/>
          </a:p>
        </p:txBody>
      </p:sp>
      <p:sp>
        <p:nvSpPr>
          <p:cNvPr id="5" name="Title 1">
            <a:extLst>
              <a:ext uri="{FF2B5EF4-FFF2-40B4-BE49-F238E27FC236}">
                <a16:creationId xmlns:a16="http://schemas.microsoft.com/office/drawing/2014/main" id="{E784B002-C820-294C-BCF0-0D8A3BF24C0B}"/>
              </a:ext>
            </a:extLst>
          </p:cNvPr>
          <p:cNvSpPr txBox="1">
            <a:spLocks/>
          </p:cNvSpPr>
          <p:nvPr userDrawn="1"/>
        </p:nvSpPr>
        <p:spPr>
          <a:xfrm>
            <a:off x="189730" y="317500"/>
            <a:ext cx="5906269" cy="4813300"/>
          </a:xfrm>
          <a:prstGeom prst="rect">
            <a:avLst/>
          </a:prstGeom>
        </p:spPr>
        <p:txBody>
          <a:bodyPr/>
          <a:lstStyle>
            <a:lvl1pPr algn="l" rtl="0" eaLnBrk="1" fontAlgn="base" hangingPunct="1">
              <a:lnSpc>
                <a:spcPct val="90000"/>
              </a:lnSpc>
              <a:spcBef>
                <a:spcPct val="0"/>
              </a:spcBef>
              <a:spcAft>
                <a:spcPct val="0"/>
              </a:spcAft>
              <a:defRPr sz="3200" b="0">
                <a:solidFill>
                  <a:schemeClr val="tx1"/>
                </a:solidFill>
                <a:latin typeface="IBM Plex Sans" charset="0"/>
                <a:ea typeface="IBM Plex Sans" charset="0"/>
                <a:cs typeface="IBM Plex Sans" charset="0"/>
              </a:defRPr>
            </a:lvl1pPr>
            <a:lvl2pPr algn="l" rtl="0" eaLnBrk="1" fontAlgn="base" hangingPunct="1">
              <a:lnSpc>
                <a:spcPct val="90000"/>
              </a:lnSpc>
              <a:spcBef>
                <a:spcPct val="0"/>
              </a:spcBef>
              <a:spcAft>
                <a:spcPct val="0"/>
              </a:spcAft>
              <a:defRPr sz="2960">
                <a:solidFill>
                  <a:srgbClr val="191919"/>
                </a:solidFill>
                <a:latin typeface="HelvNeue Light for IBM" pitchFamily="34" charset="0"/>
              </a:defRPr>
            </a:lvl2pPr>
            <a:lvl3pPr algn="l" rtl="0" eaLnBrk="1" fontAlgn="base" hangingPunct="1">
              <a:lnSpc>
                <a:spcPct val="90000"/>
              </a:lnSpc>
              <a:spcBef>
                <a:spcPct val="0"/>
              </a:spcBef>
              <a:spcAft>
                <a:spcPct val="0"/>
              </a:spcAft>
              <a:defRPr sz="2960">
                <a:solidFill>
                  <a:srgbClr val="191919"/>
                </a:solidFill>
                <a:latin typeface="HelvNeue Light for IBM" pitchFamily="34" charset="0"/>
              </a:defRPr>
            </a:lvl3pPr>
            <a:lvl4pPr algn="l" rtl="0" eaLnBrk="1" fontAlgn="base" hangingPunct="1">
              <a:lnSpc>
                <a:spcPct val="90000"/>
              </a:lnSpc>
              <a:spcBef>
                <a:spcPct val="0"/>
              </a:spcBef>
              <a:spcAft>
                <a:spcPct val="0"/>
              </a:spcAft>
              <a:defRPr sz="2960">
                <a:solidFill>
                  <a:srgbClr val="191919"/>
                </a:solidFill>
                <a:latin typeface="HelvNeue Light for IBM" pitchFamily="34" charset="0"/>
              </a:defRPr>
            </a:lvl4pPr>
            <a:lvl5pPr algn="l" rtl="0" eaLnBrk="1" fontAlgn="base" hangingPunct="1">
              <a:lnSpc>
                <a:spcPct val="90000"/>
              </a:lnSpc>
              <a:spcBef>
                <a:spcPct val="0"/>
              </a:spcBef>
              <a:spcAft>
                <a:spcPct val="0"/>
              </a:spcAft>
              <a:defRPr sz="2960">
                <a:solidFill>
                  <a:srgbClr val="191919"/>
                </a:solidFill>
                <a:latin typeface="HelvNeue Light for IBM" pitchFamily="34" charset="0"/>
              </a:defRPr>
            </a:lvl5pPr>
            <a:lvl6pPr marL="483395" algn="l" rtl="0" eaLnBrk="1" fontAlgn="base" hangingPunct="1">
              <a:lnSpc>
                <a:spcPct val="90000"/>
              </a:lnSpc>
              <a:spcBef>
                <a:spcPct val="0"/>
              </a:spcBef>
              <a:spcAft>
                <a:spcPct val="0"/>
              </a:spcAft>
              <a:defRPr sz="2960">
                <a:solidFill>
                  <a:srgbClr val="191919"/>
                </a:solidFill>
                <a:latin typeface="HelvNeue Light for IBM" pitchFamily="34" charset="0"/>
              </a:defRPr>
            </a:lvl6pPr>
            <a:lvl7pPr marL="966792" algn="l" rtl="0" eaLnBrk="1" fontAlgn="base" hangingPunct="1">
              <a:lnSpc>
                <a:spcPct val="90000"/>
              </a:lnSpc>
              <a:spcBef>
                <a:spcPct val="0"/>
              </a:spcBef>
              <a:spcAft>
                <a:spcPct val="0"/>
              </a:spcAft>
              <a:defRPr sz="2960">
                <a:solidFill>
                  <a:srgbClr val="191919"/>
                </a:solidFill>
                <a:latin typeface="HelvNeue Light for IBM" pitchFamily="34" charset="0"/>
              </a:defRPr>
            </a:lvl7pPr>
            <a:lvl8pPr marL="1450185" algn="l" rtl="0" eaLnBrk="1" fontAlgn="base" hangingPunct="1">
              <a:lnSpc>
                <a:spcPct val="90000"/>
              </a:lnSpc>
              <a:spcBef>
                <a:spcPct val="0"/>
              </a:spcBef>
              <a:spcAft>
                <a:spcPct val="0"/>
              </a:spcAft>
              <a:defRPr sz="2960">
                <a:solidFill>
                  <a:srgbClr val="191919"/>
                </a:solidFill>
                <a:latin typeface="HelvNeue Light for IBM" pitchFamily="34" charset="0"/>
              </a:defRPr>
            </a:lvl8pPr>
            <a:lvl9pPr marL="1933581" algn="l" rtl="0" eaLnBrk="1" fontAlgn="base" hangingPunct="1">
              <a:lnSpc>
                <a:spcPct val="90000"/>
              </a:lnSpc>
              <a:spcBef>
                <a:spcPct val="0"/>
              </a:spcBef>
              <a:spcAft>
                <a:spcPct val="0"/>
              </a:spcAft>
              <a:defRPr sz="2960">
                <a:solidFill>
                  <a:srgbClr val="191919"/>
                </a:solidFill>
                <a:latin typeface="HelvNeue Light for IBM" pitchFamily="34" charset="0"/>
              </a:defRPr>
            </a:lvl9pPr>
          </a:lstStyle>
          <a:p>
            <a:r>
              <a:rPr lang="en-US" sz="7200" b="0" i="0" kern="0" dirty="0">
                <a:solidFill>
                  <a:schemeClr val="bg1"/>
                </a:solidFill>
                <a:latin typeface="IBM Plex Sans Light" panose="020B0403050203000203" pitchFamily="34" charset="0"/>
              </a:rPr>
              <a:t>Thank you</a:t>
            </a:r>
          </a:p>
        </p:txBody>
      </p:sp>
    </p:spTree>
    <p:extLst>
      <p:ext uri="{BB962C8B-B14F-4D97-AF65-F5344CB8AC3E}">
        <p14:creationId xmlns:p14="http://schemas.microsoft.com/office/powerpoint/2010/main" val="17303049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Exit">
    <p:bg>
      <p:bgPr>
        <a:solidFill>
          <a:srgbClr val="051243"/>
        </a:solidFill>
        <a:effectLst/>
      </p:bgPr>
    </p:bg>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4E27F71D-749D-974B-AB68-C90C1F656661}"/>
              </a:ext>
            </a:extLst>
          </p:cNvPr>
          <p:cNvGrpSpPr/>
          <p:nvPr userDrawn="1"/>
        </p:nvGrpSpPr>
        <p:grpSpPr>
          <a:xfrm>
            <a:off x="-146307" y="-147320"/>
            <a:ext cx="12485627" cy="7152640"/>
            <a:chOff x="-109730" y="-110490"/>
            <a:chExt cx="9364220" cy="5364480"/>
          </a:xfrm>
        </p:grpSpPr>
        <p:grpSp>
          <p:nvGrpSpPr>
            <p:cNvPr id="17" name="Group 16">
              <a:extLst>
                <a:ext uri="{FF2B5EF4-FFF2-40B4-BE49-F238E27FC236}">
                  <a16:creationId xmlns:a16="http://schemas.microsoft.com/office/drawing/2014/main" id="{7033ABDB-33FA-424A-8022-BE25064AAE9B}"/>
                </a:ext>
              </a:extLst>
            </p:cNvPr>
            <p:cNvGrpSpPr/>
            <p:nvPr userDrawn="1"/>
          </p:nvGrpSpPr>
          <p:grpSpPr>
            <a:xfrm>
              <a:off x="228600" y="-110490"/>
              <a:ext cx="8686732" cy="91440"/>
              <a:chOff x="228600" y="-152400"/>
              <a:chExt cx="8686732" cy="152400"/>
            </a:xfrm>
          </p:grpSpPr>
          <p:cxnSp>
            <p:nvCxnSpPr>
              <p:cNvPr id="50" name="Straight Connector 49">
                <a:extLst>
                  <a:ext uri="{FF2B5EF4-FFF2-40B4-BE49-F238E27FC236}">
                    <a16:creationId xmlns:a16="http://schemas.microsoft.com/office/drawing/2014/main" id="{E028FABC-C57C-0B4D-ADC6-F0D9AC86E7C9}"/>
                  </a:ext>
                </a:extLst>
              </p:cNvPr>
              <p:cNvCxnSpPr/>
              <p:nvPr userDrawn="1"/>
            </p:nvCxnSpPr>
            <p:spPr bwMode="auto">
              <a:xfrm rot="5400000" flipH="1">
                <a:off x="152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1" name="Straight Connector 50">
                <a:extLst>
                  <a:ext uri="{FF2B5EF4-FFF2-40B4-BE49-F238E27FC236}">
                    <a16:creationId xmlns:a16="http://schemas.microsoft.com/office/drawing/2014/main" id="{CCE52FE3-158F-D14E-B6AE-3EE847C02A23}"/>
                  </a:ext>
                </a:extLst>
              </p:cNvPr>
              <p:cNvCxnSpPr/>
              <p:nvPr userDrawn="1"/>
            </p:nvCxnSpPr>
            <p:spPr bwMode="auto">
              <a:xfrm rot="5400000" flipH="1">
                <a:off x="1981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2" name="Straight Connector 51">
                <a:extLst>
                  <a:ext uri="{FF2B5EF4-FFF2-40B4-BE49-F238E27FC236}">
                    <a16:creationId xmlns:a16="http://schemas.microsoft.com/office/drawing/2014/main" id="{C6326F37-4F20-A241-8AC4-D933542FB91D}"/>
                  </a:ext>
                </a:extLst>
              </p:cNvPr>
              <p:cNvCxnSpPr/>
              <p:nvPr userDrawn="1"/>
            </p:nvCxnSpPr>
            <p:spPr bwMode="auto">
              <a:xfrm rot="5400000" flipH="1">
                <a:off x="2209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3" name="Straight Connector 52">
                <a:extLst>
                  <a:ext uri="{FF2B5EF4-FFF2-40B4-BE49-F238E27FC236}">
                    <a16:creationId xmlns:a16="http://schemas.microsoft.com/office/drawing/2014/main" id="{193EAF95-D519-4A43-A5B7-8F152B7AAAF3}"/>
                  </a:ext>
                </a:extLst>
              </p:cNvPr>
              <p:cNvCxnSpPr/>
              <p:nvPr userDrawn="1"/>
            </p:nvCxnSpPr>
            <p:spPr bwMode="auto">
              <a:xfrm rot="5400000" flipH="1">
                <a:off x="2438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4" name="Straight Connector 53">
                <a:extLst>
                  <a:ext uri="{FF2B5EF4-FFF2-40B4-BE49-F238E27FC236}">
                    <a16:creationId xmlns:a16="http://schemas.microsoft.com/office/drawing/2014/main" id="{63D1F6C8-6E33-8445-84CD-22391B38AE2F}"/>
                  </a:ext>
                </a:extLst>
              </p:cNvPr>
              <p:cNvCxnSpPr/>
              <p:nvPr userDrawn="1"/>
            </p:nvCxnSpPr>
            <p:spPr bwMode="auto">
              <a:xfrm rot="5400000" flipH="1">
                <a:off x="4267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5" name="Straight Connector 54">
                <a:extLst>
                  <a:ext uri="{FF2B5EF4-FFF2-40B4-BE49-F238E27FC236}">
                    <a16:creationId xmlns:a16="http://schemas.microsoft.com/office/drawing/2014/main" id="{7CC00B75-D288-0546-90E6-0FAF60915429}"/>
                  </a:ext>
                </a:extLst>
              </p:cNvPr>
              <p:cNvCxnSpPr/>
              <p:nvPr userDrawn="1"/>
            </p:nvCxnSpPr>
            <p:spPr bwMode="auto">
              <a:xfrm rot="5400000" flipH="1">
                <a:off x="4495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6" name="Straight Connector 55">
                <a:extLst>
                  <a:ext uri="{FF2B5EF4-FFF2-40B4-BE49-F238E27FC236}">
                    <a16:creationId xmlns:a16="http://schemas.microsoft.com/office/drawing/2014/main" id="{9E943793-FE0F-6F4D-98F4-B9E3837BCA91}"/>
                  </a:ext>
                </a:extLst>
              </p:cNvPr>
              <p:cNvCxnSpPr/>
              <p:nvPr userDrawn="1"/>
            </p:nvCxnSpPr>
            <p:spPr bwMode="auto">
              <a:xfrm rot="5400000" flipH="1">
                <a:off x="4724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7" name="Straight Connector 56">
                <a:extLst>
                  <a:ext uri="{FF2B5EF4-FFF2-40B4-BE49-F238E27FC236}">
                    <a16:creationId xmlns:a16="http://schemas.microsoft.com/office/drawing/2014/main" id="{B1C729D8-F1AE-2C45-BF73-3BFD621F4038}"/>
                  </a:ext>
                </a:extLst>
              </p:cNvPr>
              <p:cNvCxnSpPr/>
              <p:nvPr userDrawn="1"/>
            </p:nvCxnSpPr>
            <p:spPr bwMode="auto">
              <a:xfrm rot="5400000" flipH="1">
                <a:off x="6553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8" name="Straight Connector 57">
                <a:extLst>
                  <a:ext uri="{FF2B5EF4-FFF2-40B4-BE49-F238E27FC236}">
                    <a16:creationId xmlns:a16="http://schemas.microsoft.com/office/drawing/2014/main" id="{773341F0-E3B3-EB42-A739-32107097206A}"/>
                  </a:ext>
                </a:extLst>
              </p:cNvPr>
              <p:cNvCxnSpPr/>
              <p:nvPr userDrawn="1"/>
            </p:nvCxnSpPr>
            <p:spPr bwMode="auto">
              <a:xfrm rot="5400000" flipH="1">
                <a:off x="6781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9" name="Straight Connector 58">
                <a:extLst>
                  <a:ext uri="{FF2B5EF4-FFF2-40B4-BE49-F238E27FC236}">
                    <a16:creationId xmlns:a16="http://schemas.microsoft.com/office/drawing/2014/main" id="{89EDDA5B-8572-C545-8DFA-ABC33664C7A1}"/>
                  </a:ext>
                </a:extLst>
              </p:cNvPr>
              <p:cNvCxnSpPr/>
              <p:nvPr userDrawn="1"/>
            </p:nvCxnSpPr>
            <p:spPr bwMode="auto">
              <a:xfrm rot="5400000" flipH="1">
                <a:off x="7010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0" name="Straight Connector 59">
                <a:extLst>
                  <a:ext uri="{FF2B5EF4-FFF2-40B4-BE49-F238E27FC236}">
                    <a16:creationId xmlns:a16="http://schemas.microsoft.com/office/drawing/2014/main" id="{E0B85CAB-A5A1-6546-BA39-1598C1A1BF64}"/>
                  </a:ext>
                </a:extLst>
              </p:cNvPr>
              <p:cNvCxnSpPr/>
              <p:nvPr userDrawn="1"/>
            </p:nvCxnSpPr>
            <p:spPr bwMode="auto">
              <a:xfrm rot="5400000" flipH="1">
                <a:off x="8839132"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18" name="Group 17">
              <a:extLst>
                <a:ext uri="{FF2B5EF4-FFF2-40B4-BE49-F238E27FC236}">
                  <a16:creationId xmlns:a16="http://schemas.microsoft.com/office/drawing/2014/main" id="{4EE9C99B-7B10-AE41-8B1B-D8508EC96D36}"/>
                </a:ext>
              </a:extLst>
            </p:cNvPr>
            <p:cNvGrpSpPr/>
            <p:nvPr userDrawn="1"/>
          </p:nvGrpSpPr>
          <p:grpSpPr>
            <a:xfrm>
              <a:off x="228600" y="5162550"/>
              <a:ext cx="8686732" cy="91440"/>
              <a:chOff x="228600" y="5143500"/>
              <a:chExt cx="8686732" cy="152400"/>
            </a:xfrm>
          </p:grpSpPr>
          <p:cxnSp>
            <p:nvCxnSpPr>
              <p:cNvPr id="39" name="Straight Connector 38">
                <a:extLst>
                  <a:ext uri="{FF2B5EF4-FFF2-40B4-BE49-F238E27FC236}">
                    <a16:creationId xmlns:a16="http://schemas.microsoft.com/office/drawing/2014/main" id="{C65EA58F-D486-A749-9B47-9DD071000D4F}"/>
                  </a:ext>
                </a:extLst>
              </p:cNvPr>
              <p:cNvCxnSpPr/>
              <p:nvPr userDrawn="1"/>
            </p:nvCxnSpPr>
            <p:spPr bwMode="auto">
              <a:xfrm rot="5400000" flipH="1">
                <a:off x="152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9056486B-3E88-1F4E-A5B6-71F9C8038505}"/>
                  </a:ext>
                </a:extLst>
              </p:cNvPr>
              <p:cNvCxnSpPr/>
              <p:nvPr userDrawn="1"/>
            </p:nvCxnSpPr>
            <p:spPr bwMode="auto">
              <a:xfrm rot="5400000" flipH="1">
                <a:off x="1981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1" name="Straight Connector 40">
                <a:extLst>
                  <a:ext uri="{FF2B5EF4-FFF2-40B4-BE49-F238E27FC236}">
                    <a16:creationId xmlns:a16="http://schemas.microsoft.com/office/drawing/2014/main" id="{8F54F4A3-648E-3146-B408-995E6916E7DD}"/>
                  </a:ext>
                </a:extLst>
              </p:cNvPr>
              <p:cNvCxnSpPr/>
              <p:nvPr userDrawn="1"/>
            </p:nvCxnSpPr>
            <p:spPr bwMode="auto">
              <a:xfrm rot="5400000" flipH="1">
                <a:off x="2209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2" name="Straight Connector 41">
                <a:extLst>
                  <a:ext uri="{FF2B5EF4-FFF2-40B4-BE49-F238E27FC236}">
                    <a16:creationId xmlns:a16="http://schemas.microsoft.com/office/drawing/2014/main" id="{1DB512CA-21A6-9E45-BA56-12B8F4FE801F}"/>
                  </a:ext>
                </a:extLst>
              </p:cNvPr>
              <p:cNvCxnSpPr/>
              <p:nvPr userDrawn="1"/>
            </p:nvCxnSpPr>
            <p:spPr bwMode="auto">
              <a:xfrm rot="5400000" flipH="1">
                <a:off x="2438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3" name="Straight Connector 42">
                <a:extLst>
                  <a:ext uri="{FF2B5EF4-FFF2-40B4-BE49-F238E27FC236}">
                    <a16:creationId xmlns:a16="http://schemas.microsoft.com/office/drawing/2014/main" id="{2BFB8868-99DE-1A45-8575-1EA11710057F}"/>
                  </a:ext>
                </a:extLst>
              </p:cNvPr>
              <p:cNvCxnSpPr/>
              <p:nvPr userDrawn="1"/>
            </p:nvCxnSpPr>
            <p:spPr bwMode="auto">
              <a:xfrm rot="5400000" flipH="1">
                <a:off x="4267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4" name="Straight Connector 43">
                <a:extLst>
                  <a:ext uri="{FF2B5EF4-FFF2-40B4-BE49-F238E27FC236}">
                    <a16:creationId xmlns:a16="http://schemas.microsoft.com/office/drawing/2014/main" id="{730DE9A1-D9BD-524C-BE6F-1D6659196FBC}"/>
                  </a:ext>
                </a:extLst>
              </p:cNvPr>
              <p:cNvCxnSpPr/>
              <p:nvPr userDrawn="1"/>
            </p:nvCxnSpPr>
            <p:spPr bwMode="auto">
              <a:xfrm rot="5400000" flipH="1">
                <a:off x="4495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5" name="Straight Connector 44">
                <a:extLst>
                  <a:ext uri="{FF2B5EF4-FFF2-40B4-BE49-F238E27FC236}">
                    <a16:creationId xmlns:a16="http://schemas.microsoft.com/office/drawing/2014/main" id="{5ABAF5C8-E725-FD45-80A0-6EC368BF88BA}"/>
                  </a:ext>
                </a:extLst>
              </p:cNvPr>
              <p:cNvCxnSpPr/>
              <p:nvPr userDrawn="1"/>
            </p:nvCxnSpPr>
            <p:spPr bwMode="auto">
              <a:xfrm rot="5400000" flipH="1">
                <a:off x="4724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6" name="Straight Connector 45">
                <a:extLst>
                  <a:ext uri="{FF2B5EF4-FFF2-40B4-BE49-F238E27FC236}">
                    <a16:creationId xmlns:a16="http://schemas.microsoft.com/office/drawing/2014/main" id="{EBC18DE6-803B-7541-908A-41F6D4494834}"/>
                  </a:ext>
                </a:extLst>
              </p:cNvPr>
              <p:cNvCxnSpPr/>
              <p:nvPr userDrawn="1"/>
            </p:nvCxnSpPr>
            <p:spPr bwMode="auto">
              <a:xfrm rot="5400000" flipH="1">
                <a:off x="6553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7" name="Straight Connector 46">
                <a:extLst>
                  <a:ext uri="{FF2B5EF4-FFF2-40B4-BE49-F238E27FC236}">
                    <a16:creationId xmlns:a16="http://schemas.microsoft.com/office/drawing/2014/main" id="{737A4750-B9D5-5049-A414-7844F44D2F08}"/>
                  </a:ext>
                </a:extLst>
              </p:cNvPr>
              <p:cNvCxnSpPr/>
              <p:nvPr userDrawn="1"/>
            </p:nvCxnSpPr>
            <p:spPr bwMode="auto">
              <a:xfrm rot="5400000" flipH="1">
                <a:off x="6781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8" name="Straight Connector 47">
                <a:extLst>
                  <a:ext uri="{FF2B5EF4-FFF2-40B4-BE49-F238E27FC236}">
                    <a16:creationId xmlns:a16="http://schemas.microsoft.com/office/drawing/2014/main" id="{11CC3856-9176-894C-9678-78854179B583}"/>
                  </a:ext>
                </a:extLst>
              </p:cNvPr>
              <p:cNvCxnSpPr/>
              <p:nvPr userDrawn="1"/>
            </p:nvCxnSpPr>
            <p:spPr bwMode="auto">
              <a:xfrm rot="5400000" flipH="1">
                <a:off x="7010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9" name="Straight Connector 48">
                <a:extLst>
                  <a:ext uri="{FF2B5EF4-FFF2-40B4-BE49-F238E27FC236}">
                    <a16:creationId xmlns:a16="http://schemas.microsoft.com/office/drawing/2014/main" id="{3A4EF373-8CC5-F948-AA7B-C5EF10137299}"/>
                  </a:ext>
                </a:extLst>
              </p:cNvPr>
              <p:cNvCxnSpPr/>
              <p:nvPr userDrawn="1"/>
            </p:nvCxnSpPr>
            <p:spPr bwMode="auto">
              <a:xfrm rot="5400000" flipH="1">
                <a:off x="8839132"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19" name="Group 18">
              <a:extLst>
                <a:ext uri="{FF2B5EF4-FFF2-40B4-BE49-F238E27FC236}">
                  <a16:creationId xmlns:a16="http://schemas.microsoft.com/office/drawing/2014/main" id="{5EDFECA7-68A0-C74C-8702-67F215F53507}"/>
                </a:ext>
              </a:extLst>
            </p:cNvPr>
            <p:cNvGrpSpPr/>
            <p:nvPr userDrawn="1"/>
          </p:nvGrpSpPr>
          <p:grpSpPr>
            <a:xfrm>
              <a:off x="-109730" y="237744"/>
              <a:ext cx="91440" cy="4664456"/>
              <a:chOff x="-109730" y="237744"/>
              <a:chExt cx="91440" cy="4664456"/>
            </a:xfrm>
          </p:grpSpPr>
          <p:cxnSp>
            <p:nvCxnSpPr>
              <p:cNvPr id="30" name="Straight Connector 29">
                <a:extLst>
                  <a:ext uri="{FF2B5EF4-FFF2-40B4-BE49-F238E27FC236}">
                    <a16:creationId xmlns:a16="http://schemas.microsoft.com/office/drawing/2014/main" id="{B42BDEDC-364B-EC4F-9B43-9C5105374A26}"/>
                  </a:ext>
                </a:extLst>
              </p:cNvPr>
              <p:cNvCxnSpPr/>
              <p:nvPr userDrawn="1"/>
            </p:nvCxnSpPr>
            <p:spPr bwMode="auto">
              <a:xfrm flipH="1">
                <a:off x="-109730" y="65379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1" name="Straight Connector 30">
                <a:extLst>
                  <a:ext uri="{FF2B5EF4-FFF2-40B4-BE49-F238E27FC236}">
                    <a16:creationId xmlns:a16="http://schemas.microsoft.com/office/drawing/2014/main" id="{82746AEA-B7EE-6A45-A324-2780C5387E8B}"/>
                  </a:ext>
                </a:extLst>
              </p:cNvPr>
              <p:cNvCxnSpPr/>
              <p:nvPr userDrawn="1"/>
            </p:nvCxnSpPr>
            <p:spPr bwMode="auto">
              <a:xfrm flipH="1">
                <a:off x="-109730" y="128930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2" name="Straight Connector 31">
                <a:extLst>
                  <a:ext uri="{FF2B5EF4-FFF2-40B4-BE49-F238E27FC236}">
                    <a16:creationId xmlns:a16="http://schemas.microsoft.com/office/drawing/2014/main" id="{10F57C53-2F79-4140-B8DD-CFF27135CAA8}"/>
                  </a:ext>
                </a:extLst>
              </p:cNvPr>
              <p:cNvCxnSpPr/>
              <p:nvPr userDrawn="1"/>
            </p:nvCxnSpPr>
            <p:spPr bwMode="auto">
              <a:xfrm flipH="1">
                <a:off x="-109730" y="192938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3" name="Straight Connector 32">
                <a:extLst>
                  <a:ext uri="{FF2B5EF4-FFF2-40B4-BE49-F238E27FC236}">
                    <a16:creationId xmlns:a16="http://schemas.microsoft.com/office/drawing/2014/main" id="{D0D1241B-3B6D-564B-92C0-5F79295699BA}"/>
                  </a:ext>
                </a:extLst>
              </p:cNvPr>
              <p:cNvCxnSpPr/>
              <p:nvPr userDrawn="1"/>
            </p:nvCxnSpPr>
            <p:spPr bwMode="auto">
              <a:xfrm flipH="1">
                <a:off x="-109730" y="2570990"/>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4" name="Straight Connector 33">
                <a:extLst>
                  <a:ext uri="{FF2B5EF4-FFF2-40B4-BE49-F238E27FC236}">
                    <a16:creationId xmlns:a16="http://schemas.microsoft.com/office/drawing/2014/main" id="{4F1A65E1-A6DD-0E48-9328-F63C08A91C80}"/>
                  </a:ext>
                </a:extLst>
              </p:cNvPr>
              <p:cNvCxnSpPr/>
              <p:nvPr userDrawn="1"/>
            </p:nvCxnSpPr>
            <p:spPr bwMode="auto">
              <a:xfrm flipH="1">
                <a:off x="-109730" y="320954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5" name="Straight Connector 34">
                <a:extLst>
                  <a:ext uri="{FF2B5EF4-FFF2-40B4-BE49-F238E27FC236}">
                    <a16:creationId xmlns:a16="http://schemas.microsoft.com/office/drawing/2014/main" id="{DF1A857E-0280-4D4D-8C5E-78EB4893E8F3}"/>
                  </a:ext>
                </a:extLst>
              </p:cNvPr>
              <p:cNvCxnSpPr/>
              <p:nvPr userDrawn="1"/>
            </p:nvCxnSpPr>
            <p:spPr bwMode="auto">
              <a:xfrm flipH="1">
                <a:off x="-109730" y="384962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6" name="Straight Connector 35">
                <a:extLst>
                  <a:ext uri="{FF2B5EF4-FFF2-40B4-BE49-F238E27FC236}">
                    <a16:creationId xmlns:a16="http://schemas.microsoft.com/office/drawing/2014/main" id="{32EE49FC-4AC3-D84D-B296-8260919A4AFB}"/>
                  </a:ext>
                </a:extLst>
              </p:cNvPr>
              <p:cNvCxnSpPr/>
              <p:nvPr userDrawn="1"/>
            </p:nvCxnSpPr>
            <p:spPr bwMode="auto">
              <a:xfrm flipH="1">
                <a:off x="-109730" y="449427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7" name="Straight Connector 36">
                <a:extLst>
                  <a:ext uri="{FF2B5EF4-FFF2-40B4-BE49-F238E27FC236}">
                    <a16:creationId xmlns:a16="http://schemas.microsoft.com/office/drawing/2014/main" id="{A036B8A6-5887-EB43-A589-E9B55309975E}"/>
                  </a:ext>
                </a:extLst>
              </p:cNvPr>
              <p:cNvCxnSpPr/>
              <p:nvPr userDrawn="1"/>
            </p:nvCxnSpPr>
            <p:spPr bwMode="auto">
              <a:xfrm flipH="1">
                <a:off x="-109730" y="23774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8" name="Straight Connector 37">
                <a:extLst>
                  <a:ext uri="{FF2B5EF4-FFF2-40B4-BE49-F238E27FC236}">
                    <a16:creationId xmlns:a16="http://schemas.microsoft.com/office/drawing/2014/main" id="{886C2E2E-F476-B64B-A78C-E2A4F068B019}"/>
                  </a:ext>
                </a:extLst>
              </p:cNvPr>
              <p:cNvCxnSpPr/>
              <p:nvPr userDrawn="1"/>
            </p:nvCxnSpPr>
            <p:spPr bwMode="auto">
              <a:xfrm flipH="1">
                <a:off x="-109730" y="4902200"/>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20" name="Group 19">
              <a:extLst>
                <a:ext uri="{FF2B5EF4-FFF2-40B4-BE49-F238E27FC236}">
                  <a16:creationId xmlns:a16="http://schemas.microsoft.com/office/drawing/2014/main" id="{568B7B3E-2365-FA48-B0BB-56705EDB6709}"/>
                </a:ext>
              </a:extLst>
            </p:cNvPr>
            <p:cNvGrpSpPr/>
            <p:nvPr userDrawn="1"/>
          </p:nvGrpSpPr>
          <p:grpSpPr>
            <a:xfrm>
              <a:off x="9163050" y="237744"/>
              <a:ext cx="91440" cy="4663440"/>
              <a:chOff x="-109730" y="231394"/>
              <a:chExt cx="91440" cy="4663440"/>
            </a:xfrm>
          </p:grpSpPr>
          <p:cxnSp>
            <p:nvCxnSpPr>
              <p:cNvPr id="21" name="Straight Connector 20">
                <a:extLst>
                  <a:ext uri="{FF2B5EF4-FFF2-40B4-BE49-F238E27FC236}">
                    <a16:creationId xmlns:a16="http://schemas.microsoft.com/office/drawing/2014/main" id="{F8CB4122-4D33-2A42-871B-AB33239DC529}"/>
                  </a:ext>
                </a:extLst>
              </p:cNvPr>
              <p:cNvCxnSpPr/>
              <p:nvPr userDrawn="1"/>
            </p:nvCxnSpPr>
            <p:spPr bwMode="auto">
              <a:xfrm flipH="1">
                <a:off x="-109730" y="64744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E1272E41-0FA7-6B41-B356-7A2B88AC448F}"/>
                  </a:ext>
                </a:extLst>
              </p:cNvPr>
              <p:cNvCxnSpPr/>
              <p:nvPr userDrawn="1"/>
            </p:nvCxnSpPr>
            <p:spPr bwMode="auto">
              <a:xfrm flipH="1">
                <a:off x="-109730" y="128295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3" name="Straight Connector 22">
                <a:extLst>
                  <a:ext uri="{FF2B5EF4-FFF2-40B4-BE49-F238E27FC236}">
                    <a16:creationId xmlns:a16="http://schemas.microsoft.com/office/drawing/2014/main" id="{784B5EE1-D003-1F47-8D33-3E312E35B1E7}"/>
                  </a:ext>
                </a:extLst>
              </p:cNvPr>
              <p:cNvCxnSpPr/>
              <p:nvPr userDrawn="1"/>
            </p:nvCxnSpPr>
            <p:spPr bwMode="auto">
              <a:xfrm flipH="1">
                <a:off x="-109730" y="192303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4" name="Straight Connector 23">
                <a:extLst>
                  <a:ext uri="{FF2B5EF4-FFF2-40B4-BE49-F238E27FC236}">
                    <a16:creationId xmlns:a16="http://schemas.microsoft.com/office/drawing/2014/main" id="{571409CD-4C1B-8E45-ACF9-86D270DA7692}"/>
                  </a:ext>
                </a:extLst>
              </p:cNvPr>
              <p:cNvCxnSpPr/>
              <p:nvPr userDrawn="1"/>
            </p:nvCxnSpPr>
            <p:spPr bwMode="auto">
              <a:xfrm flipH="1">
                <a:off x="-109730" y="256311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5" name="Straight Connector 24">
                <a:extLst>
                  <a:ext uri="{FF2B5EF4-FFF2-40B4-BE49-F238E27FC236}">
                    <a16:creationId xmlns:a16="http://schemas.microsoft.com/office/drawing/2014/main" id="{A131086F-34E8-8C46-8C5C-6BAA87172E82}"/>
                  </a:ext>
                </a:extLst>
              </p:cNvPr>
              <p:cNvCxnSpPr/>
              <p:nvPr userDrawn="1"/>
            </p:nvCxnSpPr>
            <p:spPr bwMode="auto">
              <a:xfrm flipH="1">
                <a:off x="-109730" y="320319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6" name="Straight Connector 25">
                <a:extLst>
                  <a:ext uri="{FF2B5EF4-FFF2-40B4-BE49-F238E27FC236}">
                    <a16:creationId xmlns:a16="http://schemas.microsoft.com/office/drawing/2014/main" id="{0A42B631-F25C-F54E-B854-80328E4DFBBC}"/>
                  </a:ext>
                </a:extLst>
              </p:cNvPr>
              <p:cNvCxnSpPr/>
              <p:nvPr userDrawn="1"/>
            </p:nvCxnSpPr>
            <p:spPr bwMode="auto">
              <a:xfrm flipH="1">
                <a:off x="-109730" y="384327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7" name="Straight Connector 26">
                <a:extLst>
                  <a:ext uri="{FF2B5EF4-FFF2-40B4-BE49-F238E27FC236}">
                    <a16:creationId xmlns:a16="http://schemas.microsoft.com/office/drawing/2014/main" id="{08D46B81-A248-A847-9183-C6BC43C53E85}"/>
                  </a:ext>
                </a:extLst>
              </p:cNvPr>
              <p:cNvCxnSpPr/>
              <p:nvPr userDrawn="1"/>
            </p:nvCxnSpPr>
            <p:spPr bwMode="auto">
              <a:xfrm flipH="1">
                <a:off x="-109730" y="448792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86FA5BE4-E196-EC4A-BC7A-95A47060EE08}"/>
                  </a:ext>
                </a:extLst>
              </p:cNvPr>
              <p:cNvCxnSpPr/>
              <p:nvPr userDrawn="1"/>
            </p:nvCxnSpPr>
            <p:spPr bwMode="auto">
              <a:xfrm flipH="1">
                <a:off x="-109730" y="23139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9" name="Straight Connector 28">
                <a:extLst>
                  <a:ext uri="{FF2B5EF4-FFF2-40B4-BE49-F238E27FC236}">
                    <a16:creationId xmlns:a16="http://schemas.microsoft.com/office/drawing/2014/main" id="{47A74DF6-412C-6548-B80E-F7E7ED8433A9}"/>
                  </a:ext>
                </a:extLst>
              </p:cNvPr>
              <p:cNvCxnSpPr/>
              <p:nvPr userDrawn="1"/>
            </p:nvCxnSpPr>
            <p:spPr bwMode="auto">
              <a:xfrm flipH="1">
                <a:off x="-109730" y="489483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pic>
        <p:nvPicPr>
          <p:cNvPr id="61" name="Picture 60">
            <a:extLst>
              <a:ext uri="{FF2B5EF4-FFF2-40B4-BE49-F238E27FC236}">
                <a16:creationId xmlns:a16="http://schemas.microsoft.com/office/drawing/2014/main" id="{380B1FB0-7C5B-1D4A-B91D-8A82ACCCC94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449953" y="3165952"/>
            <a:ext cx="1292094" cy="526097"/>
          </a:xfrm>
          <a:prstGeom prst="rect">
            <a:avLst/>
          </a:prstGeom>
        </p:spPr>
      </p:pic>
    </p:spTree>
    <p:extLst>
      <p:ext uri="{BB962C8B-B14F-4D97-AF65-F5344CB8AC3E}">
        <p14:creationId xmlns:p14="http://schemas.microsoft.com/office/powerpoint/2010/main" val="27095679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le">
    <p:bg>
      <p:bgPr>
        <a:solidFill>
          <a:srgbClr val="121619"/>
        </a:solidFill>
        <a:effectLst/>
      </p:bgPr>
    </p:bg>
    <p:spTree>
      <p:nvGrpSpPr>
        <p:cNvPr id="1" name=""/>
        <p:cNvGrpSpPr/>
        <p:nvPr/>
      </p:nvGrpSpPr>
      <p:grpSpPr>
        <a:xfrm>
          <a:off x="0" y="0"/>
          <a:ext cx="0" cy="0"/>
          <a:chOff x="0" y="0"/>
          <a:chExt cx="0" cy="0"/>
        </a:xfrm>
      </p:grpSpPr>
      <p:sp>
        <p:nvSpPr>
          <p:cNvPr id="63" name="Rectangle 62">
            <a:extLst>
              <a:ext uri="{FF2B5EF4-FFF2-40B4-BE49-F238E27FC236}">
                <a16:creationId xmlns:a16="http://schemas.microsoft.com/office/drawing/2014/main" id="{8A7663DF-8047-4240-8615-31DED1FE088A}"/>
              </a:ext>
            </a:extLst>
          </p:cNvPr>
          <p:cNvSpPr/>
          <p:nvPr userDrawn="1"/>
        </p:nvSpPr>
        <p:spPr bwMode="auto">
          <a:xfrm>
            <a:off x="0" y="3425951"/>
            <a:ext cx="12192000" cy="3457441"/>
          </a:xfrm>
          <a:prstGeom prst="rect">
            <a:avLst/>
          </a:prstGeom>
          <a:solidFill>
            <a:srgbClr val="054ADA"/>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90000"/>
              </a:lnSpc>
              <a:spcBef>
                <a:spcPct val="0"/>
              </a:spcBef>
              <a:spcAft>
                <a:spcPct val="0"/>
              </a:spcAft>
              <a:buClrTx/>
              <a:buSzTx/>
              <a:buFontTx/>
              <a:buNone/>
              <a:tabLst/>
            </a:pPr>
            <a:endParaRPr kumimoji="0" lang="en-US" sz="2000" b="0" i="0" u="none" strike="noStrike" cap="none" normalizeH="0" baseline="0" dirty="0">
              <a:ln>
                <a:noFill/>
              </a:ln>
              <a:solidFill>
                <a:srgbClr val="191919"/>
              </a:solidFill>
              <a:effectLst/>
              <a:latin typeface="HelvNeue Light for IBM" pitchFamily="34" charset="0"/>
            </a:endParaRPr>
          </a:p>
        </p:txBody>
      </p:sp>
      <p:grpSp>
        <p:nvGrpSpPr>
          <p:cNvPr id="16" name="Group 15">
            <a:extLst>
              <a:ext uri="{FF2B5EF4-FFF2-40B4-BE49-F238E27FC236}">
                <a16:creationId xmlns:a16="http://schemas.microsoft.com/office/drawing/2014/main" id="{4E27F71D-749D-974B-AB68-C90C1F656661}"/>
              </a:ext>
            </a:extLst>
          </p:cNvPr>
          <p:cNvGrpSpPr/>
          <p:nvPr userDrawn="1"/>
        </p:nvGrpSpPr>
        <p:grpSpPr>
          <a:xfrm>
            <a:off x="-146307" y="-147320"/>
            <a:ext cx="12485627" cy="7152640"/>
            <a:chOff x="-109730" y="-110490"/>
            <a:chExt cx="9364220" cy="5364480"/>
          </a:xfrm>
        </p:grpSpPr>
        <p:grpSp>
          <p:nvGrpSpPr>
            <p:cNvPr id="17" name="Group 16">
              <a:extLst>
                <a:ext uri="{FF2B5EF4-FFF2-40B4-BE49-F238E27FC236}">
                  <a16:creationId xmlns:a16="http://schemas.microsoft.com/office/drawing/2014/main" id="{7033ABDB-33FA-424A-8022-BE25064AAE9B}"/>
                </a:ext>
              </a:extLst>
            </p:cNvPr>
            <p:cNvGrpSpPr/>
            <p:nvPr userDrawn="1"/>
          </p:nvGrpSpPr>
          <p:grpSpPr>
            <a:xfrm>
              <a:off x="228600" y="-110490"/>
              <a:ext cx="8686732" cy="91440"/>
              <a:chOff x="228600" y="-152400"/>
              <a:chExt cx="8686732" cy="152400"/>
            </a:xfrm>
          </p:grpSpPr>
          <p:cxnSp>
            <p:nvCxnSpPr>
              <p:cNvPr id="50" name="Straight Connector 49">
                <a:extLst>
                  <a:ext uri="{FF2B5EF4-FFF2-40B4-BE49-F238E27FC236}">
                    <a16:creationId xmlns:a16="http://schemas.microsoft.com/office/drawing/2014/main" id="{E028FABC-C57C-0B4D-ADC6-F0D9AC86E7C9}"/>
                  </a:ext>
                </a:extLst>
              </p:cNvPr>
              <p:cNvCxnSpPr/>
              <p:nvPr userDrawn="1"/>
            </p:nvCxnSpPr>
            <p:spPr bwMode="auto">
              <a:xfrm rot="5400000" flipH="1">
                <a:off x="152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1" name="Straight Connector 50">
                <a:extLst>
                  <a:ext uri="{FF2B5EF4-FFF2-40B4-BE49-F238E27FC236}">
                    <a16:creationId xmlns:a16="http://schemas.microsoft.com/office/drawing/2014/main" id="{CCE52FE3-158F-D14E-B6AE-3EE847C02A23}"/>
                  </a:ext>
                </a:extLst>
              </p:cNvPr>
              <p:cNvCxnSpPr/>
              <p:nvPr userDrawn="1"/>
            </p:nvCxnSpPr>
            <p:spPr bwMode="auto">
              <a:xfrm rot="5400000" flipH="1">
                <a:off x="1981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2" name="Straight Connector 51">
                <a:extLst>
                  <a:ext uri="{FF2B5EF4-FFF2-40B4-BE49-F238E27FC236}">
                    <a16:creationId xmlns:a16="http://schemas.microsoft.com/office/drawing/2014/main" id="{C6326F37-4F20-A241-8AC4-D933542FB91D}"/>
                  </a:ext>
                </a:extLst>
              </p:cNvPr>
              <p:cNvCxnSpPr/>
              <p:nvPr userDrawn="1"/>
            </p:nvCxnSpPr>
            <p:spPr bwMode="auto">
              <a:xfrm rot="5400000" flipH="1">
                <a:off x="2209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3" name="Straight Connector 52">
                <a:extLst>
                  <a:ext uri="{FF2B5EF4-FFF2-40B4-BE49-F238E27FC236}">
                    <a16:creationId xmlns:a16="http://schemas.microsoft.com/office/drawing/2014/main" id="{193EAF95-D519-4A43-A5B7-8F152B7AAAF3}"/>
                  </a:ext>
                </a:extLst>
              </p:cNvPr>
              <p:cNvCxnSpPr/>
              <p:nvPr userDrawn="1"/>
            </p:nvCxnSpPr>
            <p:spPr bwMode="auto">
              <a:xfrm rot="5400000" flipH="1">
                <a:off x="2438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4" name="Straight Connector 53">
                <a:extLst>
                  <a:ext uri="{FF2B5EF4-FFF2-40B4-BE49-F238E27FC236}">
                    <a16:creationId xmlns:a16="http://schemas.microsoft.com/office/drawing/2014/main" id="{63D1F6C8-6E33-8445-84CD-22391B38AE2F}"/>
                  </a:ext>
                </a:extLst>
              </p:cNvPr>
              <p:cNvCxnSpPr/>
              <p:nvPr userDrawn="1"/>
            </p:nvCxnSpPr>
            <p:spPr bwMode="auto">
              <a:xfrm rot="5400000" flipH="1">
                <a:off x="4267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5" name="Straight Connector 54">
                <a:extLst>
                  <a:ext uri="{FF2B5EF4-FFF2-40B4-BE49-F238E27FC236}">
                    <a16:creationId xmlns:a16="http://schemas.microsoft.com/office/drawing/2014/main" id="{7CC00B75-D288-0546-90E6-0FAF60915429}"/>
                  </a:ext>
                </a:extLst>
              </p:cNvPr>
              <p:cNvCxnSpPr/>
              <p:nvPr userDrawn="1"/>
            </p:nvCxnSpPr>
            <p:spPr bwMode="auto">
              <a:xfrm rot="5400000" flipH="1">
                <a:off x="4495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6" name="Straight Connector 55">
                <a:extLst>
                  <a:ext uri="{FF2B5EF4-FFF2-40B4-BE49-F238E27FC236}">
                    <a16:creationId xmlns:a16="http://schemas.microsoft.com/office/drawing/2014/main" id="{9E943793-FE0F-6F4D-98F4-B9E3837BCA91}"/>
                  </a:ext>
                </a:extLst>
              </p:cNvPr>
              <p:cNvCxnSpPr/>
              <p:nvPr userDrawn="1"/>
            </p:nvCxnSpPr>
            <p:spPr bwMode="auto">
              <a:xfrm rot="5400000" flipH="1">
                <a:off x="4724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7" name="Straight Connector 56">
                <a:extLst>
                  <a:ext uri="{FF2B5EF4-FFF2-40B4-BE49-F238E27FC236}">
                    <a16:creationId xmlns:a16="http://schemas.microsoft.com/office/drawing/2014/main" id="{B1C729D8-F1AE-2C45-BF73-3BFD621F4038}"/>
                  </a:ext>
                </a:extLst>
              </p:cNvPr>
              <p:cNvCxnSpPr/>
              <p:nvPr userDrawn="1"/>
            </p:nvCxnSpPr>
            <p:spPr bwMode="auto">
              <a:xfrm rot="5400000" flipH="1">
                <a:off x="6553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8" name="Straight Connector 57">
                <a:extLst>
                  <a:ext uri="{FF2B5EF4-FFF2-40B4-BE49-F238E27FC236}">
                    <a16:creationId xmlns:a16="http://schemas.microsoft.com/office/drawing/2014/main" id="{773341F0-E3B3-EB42-A739-32107097206A}"/>
                  </a:ext>
                </a:extLst>
              </p:cNvPr>
              <p:cNvCxnSpPr/>
              <p:nvPr userDrawn="1"/>
            </p:nvCxnSpPr>
            <p:spPr bwMode="auto">
              <a:xfrm rot="5400000" flipH="1">
                <a:off x="6781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9" name="Straight Connector 58">
                <a:extLst>
                  <a:ext uri="{FF2B5EF4-FFF2-40B4-BE49-F238E27FC236}">
                    <a16:creationId xmlns:a16="http://schemas.microsoft.com/office/drawing/2014/main" id="{89EDDA5B-8572-C545-8DFA-ABC33664C7A1}"/>
                  </a:ext>
                </a:extLst>
              </p:cNvPr>
              <p:cNvCxnSpPr/>
              <p:nvPr userDrawn="1"/>
            </p:nvCxnSpPr>
            <p:spPr bwMode="auto">
              <a:xfrm rot="5400000" flipH="1">
                <a:off x="7010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0" name="Straight Connector 59">
                <a:extLst>
                  <a:ext uri="{FF2B5EF4-FFF2-40B4-BE49-F238E27FC236}">
                    <a16:creationId xmlns:a16="http://schemas.microsoft.com/office/drawing/2014/main" id="{E0B85CAB-A5A1-6546-BA39-1598C1A1BF64}"/>
                  </a:ext>
                </a:extLst>
              </p:cNvPr>
              <p:cNvCxnSpPr/>
              <p:nvPr userDrawn="1"/>
            </p:nvCxnSpPr>
            <p:spPr bwMode="auto">
              <a:xfrm rot="5400000" flipH="1">
                <a:off x="8839132"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18" name="Group 17">
              <a:extLst>
                <a:ext uri="{FF2B5EF4-FFF2-40B4-BE49-F238E27FC236}">
                  <a16:creationId xmlns:a16="http://schemas.microsoft.com/office/drawing/2014/main" id="{4EE9C99B-7B10-AE41-8B1B-D8508EC96D36}"/>
                </a:ext>
              </a:extLst>
            </p:cNvPr>
            <p:cNvGrpSpPr/>
            <p:nvPr userDrawn="1"/>
          </p:nvGrpSpPr>
          <p:grpSpPr>
            <a:xfrm>
              <a:off x="228600" y="5162550"/>
              <a:ext cx="8686732" cy="91440"/>
              <a:chOff x="228600" y="5143500"/>
              <a:chExt cx="8686732" cy="152400"/>
            </a:xfrm>
          </p:grpSpPr>
          <p:cxnSp>
            <p:nvCxnSpPr>
              <p:cNvPr id="39" name="Straight Connector 38">
                <a:extLst>
                  <a:ext uri="{FF2B5EF4-FFF2-40B4-BE49-F238E27FC236}">
                    <a16:creationId xmlns:a16="http://schemas.microsoft.com/office/drawing/2014/main" id="{C65EA58F-D486-A749-9B47-9DD071000D4F}"/>
                  </a:ext>
                </a:extLst>
              </p:cNvPr>
              <p:cNvCxnSpPr/>
              <p:nvPr userDrawn="1"/>
            </p:nvCxnSpPr>
            <p:spPr bwMode="auto">
              <a:xfrm rot="5400000" flipH="1">
                <a:off x="152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9056486B-3E88-1F4E-A5B6-71F9C8038505}"/>
                  </a:ext>
                </a:extLst>
              </p:cNvPr>
              <p:cNvCxnSpPr/>
              <p:nvPr userDrawn="1"/>
            </p:nvCxnSpPr>
            <p:spPr bwMode="auto">
              <a:xfrm rot="5400000" flipH="1">
                <a:off x="1981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1" name="Straight Connector 40">
                <a:extLst>
                  <a:ext uri="{FF2B5EF4-FFF2-40B4-BE49-F238E27FC236}">
                    <a16:creationId xmlns:a16="http://schemas.microsoft.com/office/drawing/2014/main" id="{8F54F4A3-648E-3146-B408-995E6916E7DD}"/>
                  </a:ext>
                </a:extLst>
              </p:cNvPr>
              <p:cNvCxnSpPr/>
              <p:nvPr userDrawn="1"/>
            </p:nvCxnSpPr>
            <p:spPr bwMode="auto">
              <a:xfrm rot="5400000" flipH="1">
                <a:off x="2209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2" name="Straight Connector 41">
                <a:extLst>
                  <a:ext uri="{FF2B5EF4-FFF2-40B4-BE49-F238E27FC236}">
                    <a16:creationId xmlns:a16="http://schemas.microsoft.com/office/drawing/2014/main" id="{1DB512CA-21A6-9E45-BA56-12B8F4FE801F}"/>
                  </a:ext>
                </a:extLst>
              </p:cNvPr>
              <p:cNvCxnSpPr/>
              <p:nvPr userDrawn="1"/>
            </p:nvCxnSpPr>
            <p:spPr bwMode="auto">
              <a:xfrm rot="5400000" flipH="1">
                <a:off x="2438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3" name="Straight Connector 42">
                <a:extLst>
                  <a:ext uri="{FF2B5EF4-FFF2-40B4-BE49-F238E27FC236}">
                    <a16:creationId xmlns:a16="http://schemas.microsoft.com/office/drawing/2014/main" id="{2BFB8868-99DE-1A45-8575-1EA11710057F}"/>
                  </a:ext>
                </a:extLst>
              </p:cNvPr>
              <p:cNvCxnSpPr/>
              <p:nvPr userDrawn="1"/>
            </p:nvCxnSpPr>
            <p:spPr bwMode="auto">
              <a:xfrm rot="5400000" flipH="1">
                <a:off x="4267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4" name="Straight Connector 43">
                <a:extLst>
                  <a:ext uri="{FF2B5EF4-FFF2-40B4-BE49-F238E27FC236}">
                    <a16:creationId xmlns:a16="http://schemas.microsoft.com/office/drawing/2014/main" id="{730DE9A1-D9BD-524C-BE6F-1D6659196FBC}"/>
                  </a:ext>
                </a:extLst>
              </p:cNvPr>
              <p:cNvCxnSpPr/>
              <p:nvPr userDrawn="1"/>
            </p:nvCxnSpPr>
            <p:spPr bwMode="auto">
              <a:xfrm rot="5400000" flipH="1">
                <a:off x="4495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5" name="Straight Connector 44">
                <a:extLst>
                  <a:ext uri="{FF2B5EF4-FFF2-40B4-BE49-F238E27FC236}">
                    <a16:creationId xmlns:a16="http://schemas.microsoft.com/office/drawing/2014/main" id="{5ABAF5C8-E725-FD45-80A0-6EC368BF88BA}"/>
                  </a:ext>
                </a:extLst>
              </p:cNvPr>
              <p:cNvCxnSpPr/>
              <p:nvPr userDrawn="1"/>
            </p:nvCxnSpPr>
            <p:spPr bwMode="auto">
              <a:xfrm rot="5400000" flipH="1">
                <a:off x="4724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6" name="Straight Connector 45">
                <a:extLst>
                  <a:ext uri="{FF2B5EF4-FFF2-40B4-BE49-F238E27FC236}">
                    <a16:creationId xmlns:a16="http://schemas.microsoft.com/office/drawing/2014/main" id="{EBC18DE6-803B-7541-908A-41F6D4494834}"/>
                  </a:ext>
                </a:extLst>
              </p:cNvPr>
              <p:cNvCxnSpPr/>
              <p:nvPr userDrawn="1"/>
            </p:nvCxnSpPr>
            <p:spPr bwMode="auto">
              <a:xfrm rot="5400000" flipH="1">
                <a:off x="6553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7" name="Straight Connector 46">
                <a:extLst>
                  <a:ext uri="{FF2B5EF4-FFF2-40B4-BE49-F238E27FC236}">
                    <a16:creationId xmlns:a16="http://schemas.microsoft.com/office/drawing/2014/main" id="{737A4750-B9D5-5049-A414-7844F44D2F08}"/>
                  </a:ext>
                </a:extLst>
              </p:cNvPr>
              <p:cNvCxnSpPr/>
              <p:nvPr userDrawn="1"/>
            </p:nvCxnSpPr>
            <p:spPr bwMode="auto">
              <a:xfrm rot="5400000" flipH="1">
                <a:off x="6781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8" name="Straight Connector 47">
                <a:extLst>
                  <a:ext uri="{FF2B5EF4-FFF2-40B4-BE49-F238E27FC236}">
                    <a16:creationId xmlns:a16="http://schemas.microsoft.com/office/drawing/2014/main" id="{11CC3856-9176-894C-9678-78854179B583}"/>
                  </a:ext>
                </a:extLst>
              </p:cNvPr>
              <p:cNvCxnSpPr/>
              <p:nvPr userDrawn="1"/>
            </p:nvCxnSpPr>
            <p:spPr bwMode="auto">
              <a:xfrm rot="5400000" flipH="1">
                <a:off x="7010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9" name="Straight Connector 48">
                <a:extLst>
                  <a:ext uri="{FF2B5EF4-FFF2-40B4-BE49-F238E27FC236}">
                    <a16:creationId xmlns:a16="http://schemas.microsoft.com/office/drawing/2014/main" id="{3A4EF373-8CC5-F948-AA7B-C5EF10137299}"/>
                  </a:ext>
                </a:extLst>
              </p:cNvPr>
              <p:cNvCxnSpPr/>
              <p:nvPr userDrawn="1"/>
            </p:nvCxnSpPr>
            <p:spPr bwMode="auto">
              <a:xfrm rot="5400000" flipH="1">
                <a:off x="8839132"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19" name="Group 18">
              <a:extLst>
                <a:ext uri="{FF2B5EF4-FFF2-40B4-BE49-F238E27FC236}">
                  <a16:creationId xmlns:a16="http://schemas.microsoft.com/office/drawing/2014/main" id="{5EDFECA7-68A0-C74C-8702-67F215F53507}"/>
                </a:ext>
              </a:extLst>
            </p:cNvPr>
            <p:cNvGrpSpPr/>
            <p:nvPr userDrawn="1"/>
          </p:nvGrpSpPr>
          <p:grpSpPr>
            <a:xfrm>
              <a:off x="-109730" y="237744"/>
              <a:ext cx="91440" cy="4664456"/>
              <a:chOff x="-109730" y="237744"/>
              <a:chExt cx="91440" cy="4664456"/>
            </a:xfrm>
          </p:grpSpPr>
          <p:cxnSp>
            <p:nvCxnSpPr>
              <p:cNvPr id="30" name="Straight Connector 29">
                <a:extLst>
                  <a:ext uri="{FF2B5EF4-FFF2-40B4-BE49-F238E27FC236}">
                    <a16:creationId xmlns:a16="http://schemas.microsoft.com/office/drawing/2014/main" id="{B42BDEDC-364B-EC4F-9B43-9C5105374A26}"/>
                  </a:ext>
                </a:extLst>
              </p:cNvPr>
              <p:cNvCxnSpPr/>
              <p:nvPr userDrawn="1"/>
            </p:nvCxnSpPr>
            <p:spPr bwMode="auto">
              <a:xfrm flipH="1">
                <a:off x="-109730" y="65379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1" name="Straight Connector 30">
                <a:extLst>
                  <a:ext uri="{FF2B5EF4-FFF2-40B4-BE49-F238E27FC236}">
                    <a16:creationId xmlns:a16="http://schemas.microsoft.com/office/drawing/2014/main" id="{82746AEA-B7EE-6A45-A324-2780C5387E8B}"/>
                  </a:ext>
                </a:extLst>
              </p:cNvPr>
              <p:cNvCxnSpPr/>
              <p:nvPr userDrawn="1"/>
            </p:nvCxnSpPr>
            <p:spPr bwMode="auto">
              <a:xfrm flipH="1">
                <a:off x="-109730" y="128930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2" name="Straight Connector 31">
                <a:extLst>
                  <a:ext uri="{FF2B5EF4-FFF2-40B4-BE49-F238E27FC236}">
                    <a16:creationId xmlns:a16="http://schemas.microsoft.com/office/drawing/2014/main" id="{10F57C53-2F79-4140-B8DD-CFF27135CAA8}"/>
                  </a:ext>
                </a:extLst>
              </p:cNvPr>
              <p:cNvCxnSpPr/>
              <p:nvPr userDrawn="1"/>
            </p:nvCxnSpPr>
            <p:spPr bwMode="auto">
              <a:xfrm flipH="1">
                <a:off x="-109730" y="192938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3" name="Straight Connector 32">
                <a:extLst>
                  <a:ext uri="{FF2B5EF4-FFF2-40B4-BE49-F238E27FC236}">
                    <a16:creationId xmlns:a16="http://schemas.microsoft.com/office/drawing/2014/main" id="{D0D1241B-3B6D-564B-92C0-5F79295699BA}"/>
                  </a:ext>
                </a:extLst>
              </p:cNvPr>
              <p:cNvCxnSpPr/>
              <p:nvPr userDrawn="1"/>
            </p:nvCxnSpPr>
            <p:spPr bwMode="auto">
              <a:xfrm flipH="1">
                <a:off x="-109730" y="2570990"/>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4" name="Straight Connector 33">
                <a:extLst>
                  <a:ext uri="{FF2B5EF4-FFF2-40B4-BE49-F238E27FC236}">
                    <a16:creationId xmlns:a16="http://schemas.microsoft.com/office/drawing/2014/main" id="{4F1A65E1-A6DD-0E48-9328-F63C08A91C80}"/>
                  </a:ext>
                </a:extLst>
              </p:cNvPr>
              <p:cNvCxnSpPr/>
              <p:nvPr userDrawn="1"/>
            </p:nvCxnSpPr>
            <p:spPr bwMode="auto">
              <a:xfrm flipH="1">
                <a:off x="-109730" y="320954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5" name="Straight Connector 34">
                <a:extLst>
                  <a:ext uri="{FF2B5EF4-FFF2-40B4-BE49-F238E27FC236}">
                    <a16:creationId xmlns:a16="http://schemas.microsoft.com/office/drawing/2014/main" id="{DF1A857E-0280-4D4D-8C5E-78EB4893E8F3}"/>
                  </a:ext>
                </a:extLst>
              </p:cNvPr>
              <p:cNvCxnSpPr/>
              <p:nvPr userDrawn="1"/>
            </p:nvCxnSpPr>
            <p:spPr bwMode="auto">
              <a:xfrm flipH="1">
                <a:off x="-109730" y="384962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6" name="Straight Connector 35">
                <a:extLst>
                  <a:ext uri="{FF2B5EF4-FFF2-40B4-BE49-F238E27FC236}">
                    <a16:creationId xmlns:a16="http://schemas.microsoft.com/office/drawing/2014/main" id="{32EE49FC-4AC3-D84D-B296-8260919A4AFB}"/>
                  </a:ext>
                </a:extLst>
              </p:cNvPr>
              <p:cNvCxnSpPr/>
              <p:nvPr userDrawn="1"/>
            </p:nvCxnSpPr>
            <p:spPr bwMode="auto">
              <a:xfrm flipH="1">
                <a:off x="-109730" y="449427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7" name="Straight Connector 36">
                <a:extLst>
                  <a:ext uri="{FF2B5EF4-FFF2-40B4-BE49-F238E27FC236}">
                    <a16:creationId xmlns:a16="http://schemas.microsoft.com/office/drawing/2014/main" id="{A036B8A6-5887-EB43-A589-E9B55309975E}"/>
                  </a:ext>
                </a:extLst>
              </p:cNvPr>
              <p:cNvCxnSpPr/>
              <p:nvPr userDrawn="1"/>
            </p:nvCxnSpPr>
            <p:spPr bwMode="auto">
              <a:xfrm flipH="1">
                <a:off x="-109730" y="23774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8" name="Straight Connector 37">
                <a:extLst>
                  <a:ext uri="{FF2B5EF4-FFF2-40B4-BE49-F238E27FC236}">
                    <a16:creationId xmlns:a16="http://schemas.microsoft.com/office/drawing/2014/main" id="{886C2E2E-F476-B64B-A78C-E2A4F068B019}"/>
                  </a:ext>
                </a:extLst>
              </p:cNvPr>
              <p:cNvCxnSpPr/>
              <p:nvPr userDrawn="1"/>
            </p:nvCxnSpPr>
            <p:spPr bwMode="auto">
              <a:xfrm flipH="1">
                <a:off x="-109730" y="4902200"/>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20" name="Group 19">
              <a:extLst>
                <a:ext uri="{FF2B5EF4-FFF2-40B4-BE49-F238E27FC236}">
                  <a16:creationId xmlns:a16="http://schemas.microsoft.com/office/drawing/2014/main" id="{568B7B3E-2365-FA48-B0BB-56705EDB6709}"/>
                </a:ext>
              </a:extLst>
            </p:cNvPr>
            <p:cNvGrpSpPr/>
            <p:nvPr userDrawn="1"/>
          </p:nvGrpSpPr>
          <p:grpSpPr>
            <a:xfrm>
              <a:off x="9163050" y="237744"/>
              <a:ext cx="91440" cy="4663440"/>
              <a:chOff x="-109730" y="231394"/>
              <a:chExt cx="91440" cy="4663440"/>
            </a:xfrm>
          </p:grpSpPr>
          <p:cxnSp>
            <p:nvCxnSpPr>
              <p:cNvPr id="21" name="Straight Connector 20">
                <a:extLst>
                  <a:ext uri="{FF2B5EF4-FFF2-40B4-BE49-F238E27FC236}">
                    <a16:creationId xmlns:a16="http://schemas.microsoft.com/office/drawing/2014/main" id="{F8CB4122-4D33-2A42-871B-AB33239DC529}"/>
                  </a:ext>
                </a:extLst>
              </p:cNvPr>
              <p:cNvCxnSpPr/>
              <p:nvPr userDrawn="1"/>
            </p:nvCxnSpPr>
            <p:spPr bwMode="auto">
              <a:xfrm flipH="1">
                <a:off x="-109730" y="64744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E1272E41-0FA7-6B41-B356-7A2B88AC448F}"/>
                  </a:ext>
                </a:extLst>
              </p:cNvPr>
              <p:cNvCxnSpPr/>
              <p:nvPr userDrawn="1"/>
            </p:nvCxnSpPr>
            <p:spPr bwMode="auto">
              <a:xfrm flipH="1">
                <a:off x="-109730" y="128295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3" name="Straight Connector 22">
                <a:extLst>
                  <a:ext uri="{FF2B5EF4-FFF2-40B4-BE49-F238E27FC236}">
                    <a16:creationId xmlns:a16="http://schemas.microsoft.com/office/drawing/2014/main" id="{784B5EE1-D003-1F47-8D33-3E312E35B1E7}"/>
                  </a:ext>
                </a:extLst>
              </p:cNvPr>
              <p:cNvCxnSpPr/>
              <p:nvPr userDrawn="1"/>
            </p:nvCxnSpPr>
            <p:spPr bwMode="auto">
              <a:xfrm flipH="1">
                <a:off x="-109730" y="192303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4" name="Straight Connector 23">
                <a:extLst>
                  <a:ext uri="{FF2B5EF4-FFF2-40B4-BE49-F238E27FC236}">
                    <a16:creationId xmlns:a16="http://schemas.microsoft.com/office/drawing/2014/main" id="{571409CD-4C1B-8E45-ACF9-86D270DA7692}"/>
                  </a:ext>
                </a:extLst>
              </p:cNvPr>
              <p:cNvCxnSpPr/>
              <p:nvPr userDrawn="1"/>
            </p:nvCxnSpPr>
            <p:spPr bwMode="auto">
              <a:xfrm flipH="1">
                <a:off x="-109730" y="256311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5" name="Straight Connector 24">
                <a:extLst>
                  <a:ext uri="{FF2B5EF4-FFF2-40B4-BE49-F238E27FC236}">
                    <a16:creationId xmlns:a16="http://schemas.microsoft.com/office/drawing/2014/main" id="{A131086F-34E8-8C46-8C5C-6BAA87172E82}"/>
                  </a:ext>
                </a:extLst>
              </p:cNvPr>
              <p:cNvCxnSpPr/>
              <p:nvPr userDrawn="1"/>
            </p:nvCxnSpPr>
            <p:spPr bwMode="auto">
              <a:xfrm flipH="1">
                <a:off x="-109730" y="320319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6" name="Straight Connector 25">
                <a:extLst>
                  <a:ext uri="{FF2B5EF4-FFF2-40B4-BE49-F238E27FC236}">
                    <a16:creationId xmlns:a16="http://schemas.microsoft.com/office/drawing/2014/main" id="{0A42B631-F25C-F54E-B854-80328E4DFBBC}"/>
                  </a:ext>
                </a:extLst>
              </p:cNvPr>
              <p:cNvCxnSpPr/>
              <p:nvPr userDrawn="1"/>
            </p:nvCxnSpPr>
            <p:spPr bwMode="auto">
              <a:xfrm flipH="1">
                <a:off x="-109730" y="384327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7" name="Straight Connector 26">
                <a:extLst>
                  <a:ext uri="{FF2B5EF4-FFF2-40B4-BE49-F238E27FC236}">
                    <a16:creationId xmlns:a16="http://schemas.microsoft.com/office/drawing/2014/main" id="{08D46B81-A248-A847-9183-C6BC43C53E85}"/>
                  </a:ext>
                </a:extLst>
              </p:cNvPr>
              <p:cNvCxnSpPr/>
              <p:nvPr userDrawn="1"/>
            </p:nvCxnSpPr>
            <p:spPr bwMode="auto">
              <a:xfrm flipH="1">
                <a:off x="-109730" y="448792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86FA5BE4-E196-EC4A-BC7A-95A47060EE08}"/>
                  </a:ext>
                </a:extLst>
              </p:cNvPr>
              <p:cNvCxnSpPr/>
              <p:nvPr userDrawn="1"/>
            </p:nvCxnSpPr>
            <p:spPr bwMode="auto">
              <a:xfrm flipH="1">
                <a:off x="-109730" y="23139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9" name="Straight Connector 28">
                <a:extLst>
                  <a:ext uri="{FF2B5EF4-FFF2-40B4-BE49-F238E27FC236}">
                    <a16:creationId xmlns:a16="http://schemas.microsoft.com/office/drawing/2014/main" id="{47A74DF6-412C-6548-B80E-F7E7ED8433A9}"/>
                  </a:ext>
                </a:extLst>
              </p:cNvPr>
              <p:cNvCxnSpPr/>
              <p:nvPr userDrawn="1"/>
            </p:nvCxnSpPr>
            <p:spPr bwMode="auto">
              <a:xfrm flipH="1">
                <a:off x="-109730" y="489483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sp>
        <p:nvSpPr>
          <p:cNvPr id="64" name="Text Placeholder 2">
            <a:extLst>
              <a:ext uri="{FF2B5EF4-FFF2-40B4-BE49-F238E27FC236}">
                <a16:creationId xmlns:a16="http://schemas.microsoft.com/office/drawing/2014/main" id="{19C5E913-189F-184E-B704-44BC3508810E}"/>
              </a:ext>
            </a:extLst>
          </p:cNvPr>
          <p:cNvSpPr>
            <a:spLocks noGrp="1"/>
          </p:cNvSpPr>
          <p:nvPr>
            <p:ph type="body" sz="quarter" idx="12" hasCustomPrompt="1"/>
          </p:nvPr>
        </p:nvSpPr>
        <p:spPr>
          <a:xfrm>
            <a:off x="6400799" y="3733800"/>
            <a:ext cx="5485174" cy="2258568"/>
          </a:xfrm>
          <a:prstGeom prst="rect">
            <a:avLst/>
          </a:prstGeom>
        </p:spPr>
        <p:txBody>
          <a:bodyPr/>
          <a:lstStyle>
            <a:lvl1pPr>
              <a:spcBef>
                <a:spcPts val="600"/>
              </a:spcBef>
              <a:defRPr sz="1800" b="0" i="0">
                <a:solidFill>
                  <a:schemeClr val="bg1"/>
                </a:solidFill>
                <a:latin typeface="IBM Plex Sans" panose="020B05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pPr lvl="0"/>
            <a:r>
              <a:rPr lang="en-US" dirty="0"/>
              <a:t>Product</a:t>
            </a:r>
          </a:p>
          <a:p>
            <a:pPr lvl="0"/>
            <a:r>
              <a:rPr lang="en-US" dirty="0"/>
              <a:t>Team or domain</a:t>
            </a:r>
          </a:p>
          <a:p>
            <a:pPr lvl="0"/>
            <a:r>
              <a:rPr lang="en-US" dirty="0"/>
              <a:t>Date</a:t>
            </a:r>
          </a:p>
        </p:txBody>
      </p:sp>
      <p:pic>
        <p:nvPicPr>
          <p:cNvPr id="4" name="Picture 3">
            <a:extLst>
              <a:ext uri="{FF2B5EF4-FFF2-40B4-BE49-F238E27FC236}">
                <a16:creationId xmlns:a16="http://schemas.microsoft.com/office/drawing/2014/main" id="{E3046668-5C8A-E141-8BE9-D6CD46563E0C}"/>
              </a:ext>
            </a:extLst>
          </p:cNvPr>
          <p:cNvPicPr>
            <a:picLocks noChangeAspect="1"/>
          </p:cNvPicPr>
          <p:nvPr userDrawn="1"/>
        </p:nvPicPr>
        <p:blipFill>
          <a:blip r:embed="rId2"/>
          <a:stretch>
            <a:fillRect/>
          </a:stretch>
        </p:blipFill>
        <p:spPr>
          <a:xfrm>
            <a:off x="10844573" y="6141212"/>
            <a:ext cx="1041400" cy="393700"/>
          </a:xfrm>
          <a:prstGeom prst="rect">
            <a:avLst/>
          </a:prstGeom>
        </p:spPr>
      </p:pic>
      <p:sp>
        <p:nvSpPr>
          <p:cNvPr id="67" name="Text Placeholder 64">
            <a:extLst>
              <a:ext uri="{FF2B5EF4-FFF2-40B4-BE49-F238E27FC236}">
                <a16:creationId xmlns:a16="http://schemas.microsoft.com/office/drawing/2014/main" id="{629ABFE0-DE5F-DE4E-951B-DD1974E1BC49}"/>
              </a:ext>
            </a:extLst>
          </p:cNvPr>
          <p:cNvSpPr>
            <a:spLocks noGrp="1"/>
          </p:cNvSpPr>
          <p:nvPr>
            <p:ph type="body" sz="quarter" idx="10" hasCustomPrompt="1"/>
          </p:nvPr>
        </p:nvSpPr>
        <p:spPr>
          <a:xfrm>
            <a:off x="218506" y="316992"/>
            <a:ext cx="8925495" cy="2307320"/>
          </a:xfrm>
          <a:prstGeom prst="rect">
            <a:avLst/>
          </a:prstGeom>
        </p:spPr>
        <p:txBody>
          <a:bodyPr anchor="t">
            <a:noAutofit/>
          </a:bodyPr>
          <a:lstStyle>
            <a:lvl1pPr>
              <a:defRPr sz="6800" b="0" i="0">
                <a:solidFill>
                  <a:schemeClr val="bg1"/>
                </a:solidFill>
                <a:latin typeface="IBM Plex Sans Light" panose="020B0403050203000203" pitchFamily="34" charset="0"/>
              </a:defRPr>
            </a:lvl1pPr>
          </a:lstStyle>
          <a:p>
            <a:pPr lvl="0"/>
            <a:r>
              <a:rPr lang="en-US" dirty="0"/>
              <a:t>1-2 Line Presentation Title Example</a:t>
            </a:r>
          </a:p>
        </p:txBody>
      </p:sp>
      <p:sp>
        <p:nvSpPr>
          <p:cNvPr id="71" name="Text Placeholder 2">
            <a:extLst>
              <a:ext uri="{FF2B5EF4-FFF2-40B4-BE49-F238E27FC236}">
                <a16:creationId xmlns:a16="http://schemas.microsoft.com/office/drawing/2014/main" id="{63887D93-7A60-284B-8B28-CC3A5E5353C2}"/>
              </a:ext>
            </a:extLst>
          </p:cNvPr>
          <p:cNvSpPr>
            <a:spLocks noGrp="1"/>
          </p:cNvSpPr>
          <p:nvPr>
            <p:ph type="body" sz="quarter" idx="11" hasCustomPrompt="1"/>
          </p:nvPr>
        </p:nvSpPr>
        <p:spPr>
          <a:xfrm>
            <a:off x="304800" y="3733800"/>
            <a:ext cx="5486400" cy="381000"/>
          </a:xfrm>
          <a:prstGeom prst="rect">
            <a:avLst/>
          </a:prstGeom>
        </p:spPr>
        <p:txBody>
          <a:bodyPr/>
          <a:lstStyle>
            <a:lvl1pPr>
              <a:lnSpc>
                <a:spcPct val="100000"/>
              </a:lnSpc>
              <a:spcBef>
                <a:spcPts val="600"/>
              </a:spcBef>
              <a:defRPr sz="1800" b="1" i="0">
                <a:solidFill>
                  <a:schemeClr val="bg1"/>
                </a:solidFill>
                <a:latin typeface="IBM Plex Sans SmBld" panose="020B0503050203000203" pitchFamily="34" charset="0"/>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pPr lvl="0"/>
            <a:r>
              <a:rPr lang="en-US" dirty="0"/>
              <a:t>Subheading:</a:t>
            </a:r>
          </a:p>
        </p:txBody>
      </p:sp>
      <p:sp>
        <p:nvSpPr>
          <p:cNvPr id="72" name="Text Placeholder 2">
            <a:extLst>
              <a:ext uri="{FF2B5EF4-FFF2-40B4-BE49-F238E27FC236}">
                <a16:creationId xmlns:a16="http://schemas.microsoft.com/office/drawing/2014/main" id="{5A4A77D6-38EE-0248-B2EC-2F058B7AEC21}"/>
              </a:ext>
            </a:extLst>
          </p:cNvPr>
          <p:cNvSpPr>
            <a:spLocks noGrp="1"/>
          </p:cNvSpPr>
          <p:nvPr>
            <p:ph type="body" sz="quarter" idx="13" hasCustomPrompt="1"/>
          </p:nvPr>
        </p:nvSpPr>
        <p:spPr>
          <a:xfrm>
            <a:off x="304800" y="4140200"/>
            <a:ext cx="5486400" cy="1852168"/>
          </a:xfrm>
          <a:prstGeom prst="rect">
            <a:avLst/>
          </a:prstGeom>
        </p:spPr>
        <p:txBody>
          <a:bodyPr/>
          <a:lstStyle>
            <a:lvl1pPr>
              <a:lnSpc>
                <a:spcPct val="100000"/>
              </a:lnSpc>
              <a:spcBef>
                <a:spcPts val="600"/>
              </a:spcBef>
              <a:defRPr sz="1800" b="0" i="0">
                <a:solidFill>
                  <a:schemeClr val="bg1"/>
                </a:solidFill>
                <a:latin typeface="IBM Plex Sans" panose="020B0503050203000203" pitchFamily="34" charset="0"/>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pPr lvl="0"/>
            <a:r>
              <a:rPr lang="en-US" dirty="0"/>
              <a:t>Lorem ipsum</a:t>
            </a:r>
          </a:p>
          <a:p>
            <a:pPr lvl="0"/>
            <a:r>
              <a:rPr lang="en-US" dirty="0"/>
              <a:t>Lorem ipsum</a:t>
            </a:r>
          </a:p>
          <a:p>
            <a:pPr lvl="0"/>
            <a:r>
              <a:rPr lang="en-US" dirty="0"/>
              <a:t>Lorem ipsum</a:t>
            </a:r>
          </a:p>
          <a:p>
            <a:pPr lvl="0"/>
            <a:endParaRPr lang="en-US" dirty="0"/>
          </a:p>
        </p:txBody>
      </p:sp>
    </p:spTree>
    <p:extLst>
      <p:ext uri="{BB962C8B-B14F-4D97-AF65-F5344CB8AC3E}">
        <p14:creationId xmlns:p14="http://schemas.microsoft.com/office/powerpoint/2010/main" val="28785900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vider">
    <p:bg>
      <p:bgPr>
        <a:solidFill>
          <a:srgbClr val="121619"/>
        </a:solidFill>
        <a:effectLst/>
      </p:bgPr>
    </p:bg>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4E27F71D-749D-974B-AB68-C90C1F656661}"/>
              </a:ext>
            </a:extLst>
          </p:cNvPr>
          <p:cNvGrpSpPr/>
          <p:nvPr userDrawn="1"/>
        </p:nvGrpSpPr>
        <p:grpSpPr>
          <a:xfrm>
            <a:off x="-146307" y="-147320"/>
            <a:ext cx="12485627" cy="7152640"/>
            <a:chOff x="-109730" y="-110490"/>
            <a:chExt cx="9364220" cy="5364480"/>
          </a:xfrm>
        </p:grpSpPr>
        <p:grpSp>
          <p:nvGrpSpPr>
            <p:cNvPr id="17" name="Group 16">
              <a:extLst>
                <a:ext uri="{FF2B5EF4-FFF2-40B4-BE49-F238E27FC236}">
                  <a16:creationId xmlns:a16="http://schemas.microsoft.com/office/drawing/2014/main" id="{7033ABDB-33FA-424A-8022-BE25064AAE9B}"/>
                </a:ext>
              </a:extLst>
            </p:cNvPr>
            <p:cNvGrpSpPr/>
            <p:nvPr userDrawn="1"/>
          </p:nvGrpSpPr>
          <p:grpSpPr>
            <a:xfrm>
              <a:off x="228600" y="-110490"/>
              <a:ext cx="8686732" cy="91440"/>
              <a:chOff x="228600" y="-152400"/>
              <a:chExt cx="8686732" cy="152400"/>
            </a:xfrm>
          </p:grpSpPr>
          <p:cxnSp>
            <p:nvCxnSpPr>
              <p:cNvPr id="50" name="Straight Connector 49">
                <a:extLst>
                  <a:ext uri="{FF2B5EF4-FFF2-40B4-BE49-F238E27FC236}">
                    <a16:creationId xmlns:a16="http://schemas.microsoft.com/office/drawing/2014/main" id="{E028FABC-C57C-0B4D-ADC6-F0D9AC86E7C9}"/>
                  </a:ext>
                </a:extLst>
              </p:cNvPr>
              <p:cNvCxnSpPr/>
              <p:nvPr userDrawn="1"/>
            </p:nvCxnSpPr>
            <p:spPr bwMode="auto">
              <a:xfrm rot="5400000" flipH="1">
                <a:off x="152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1" name="Straight Connector 50">
                <a:extLst>
                  <a:ext uri="{FF2B5EF4-FFF2-40B4-BE49-F238E27FC236}">
                    <a16:creationId xmlns:a16="http://schemas.microsoft.com/office/drawing/2014/main" id="{CCE52FE3-158F-D14E-B6AE-3EE847C02A23}"/>
                  </a:ext>
                </a:extLst>
              </p:cNvPr>
              <p:cNvCxnSpPr/>
              <p:nvPr userDrawn="1"/>
            </p:nvCxnSpPr>
            <p:spPr bwMode="auto">
              <a:xfrm rot="5400000" flipH="1">
                <a:off x="1981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2" name="Straight Connector 51">
                <a:extLst>
                  <a:ext uri="{FF2B5EF4-FFF2-40B4-BE49-F238E27FC236}">
                    <a16:creationId xmlns:a16="http://schemas.microsoft.com/office/drawing/2014/main" id="{C6326F37-4F20-A241-8AC4-D933542FB91D}"/>
                  </a:ext>
                </a:extLst>
              </p:cNvPr>
              <p:cNvCxnSpPr/>
              <p:nvPr userDrawn="1"/>
            </p:nvCxnSpPr>
            <p:spPr bwMode="auto">
              <a:xfrm rot="5400000" flipH="1">
                <a:off x="2209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3" name="Straight Connector 52">
                <a:extLst>
                  <a:ext uri="{FF2B5EF4-FFF2-40B4-BE49-F238E27FC236}">
                    <a16:creationId xmlns:a16="http://schemas.microsoft.com/office/drawing/2014/main" id="{193EAF95-D519-4A43-A5B7-8F152B7AAAF3}"/>
                  </a:ext>
                </a:extLst>
              </p:cNvPr>
              <p:cNvCxnSpPr/>
              <p:nvPr userDrawn="1"/>
            </p:nvCxnSpPr>
            <p:spPr bwMode="auto">
              <a:xfrm rot="5400000" flipH="1">
                <a:off x="2438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4" name="Straight Connector 53">
                <a:extLst>
                  <a:ext uri="{FF2B5EF4-FFF2-40B4-BE49-F238E27FC236}">
                    <a16:creationId xmlns:a16="http://schemas.microsoft.com/office/drawing/2014/main" id="{63D1F6C8-6E33-8445-84CD-22391B38AE2F}"/>
                  </a:ext>
                </a:extLst>
              </p:cNvPr>
              <p:cNvCxnSpPr/>
              <p:nvPr userDrawn="1"/>
            </p:nvCxnSpPr>
            <p:spPr bwMode="auto">
              <a:xfrm rot="5400000" flipH="1">
                <a:off x="4267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5" name="Straight Connector 54">
                <a:extLst>
                  <a:ext uri="{FF2B5EF4-FFF2-40B4-BE49-F238E27FC236}">
                    <a16:creationId xmlns:a16="http://schemas.microsoft.com/office/drawing/2014/main" id="{7CC00B75-D288-0546-90E6-0FAF60915429}"/>
                  </a:ext>
                </a:extLst>
              </p:cNvPr>
              <p:cNvCxnSpPr/>
              <p:nvPr userDrawn="1"/>
            </p:nvCxnSpPr>
            <p:spPr bwMode="auto">
              <a:xfrm rot="5400000" flipH="1">
                <a:off x="4495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6" name="Straight Connector 55">
                <a:extLst>
                  <a:ext uri="{FF2B5EF4-FFF2-40B4-BE49-F238E27FC236}">
                    <a16:creationId xmlns:a16="http://schemas.microsoft.com/office/drawing/2014/main" id="{9E943793-FE0F-6F4D-98F4-B9E3837BCA91}"/>
                  </a:ext>
                </a:extLst>
              </p:cNvPr>
              <p:cNvCxnSpPr/>
              <p:nvPr userDrawn="1"/>
            </p:nvCxnSpPr>
            <p:spPr bwMode="auto">
              <a:xfrm rot="5400000" flipH="1">
                <a:off x="4724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7" name="Straight Connector 56">
                <a:extLst>
                  <a:ext uri="{FF2B5EF4-FFF2-40B4-BE49-F238E27FC236}">
                    <a16:creationId xmlns:a16="http://schemas.microsoft.com/office/drawing/2014/main" id="{B1C729D8-F1AE-2C45-BF73-3BFD621F4038}"/>
                  </a:ext>
                </a:extLst>
              </p:cNvPr>
              <p:cNvCxnSpPr/>
              <p:nvPr userDrawn="1"/>
            </p:nvCxnSpPr>
            <p:spPr bwMode="auto">
              <a:xfrm rot="5400000" flipH="1">
                <a:off x="6553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8" name="Straight Connector 57">
                <a:extLst>
                  <a:ext uri="{FF2B5EF4-FFF2-40B4-BE49-F238E27FC236}">
                    <a16:creationId xmlns:a16="http://schemas.microsoft.com/office/drawing/2014/main" id="{773341F0-E3B3-EB42-A739-32107097206A}"/>
                  </a:ext>
                </a:extLst>
              </p:cNvPr>
              <p:cNvCxnSpPr/>
              <p:nvPr userDrawn="1"/>
            </p:nvCxnSpPr>
            <p:spPr bwMode="auto">
              <a:xfrm rot="5400000" flipH="1">
                <a:off x="6781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9" name="Straight Connector 58">
                <a:extLst>
                  <a:ext uri="{FF2B5EF4-FFF2-40B4-BE49-F238E27FC236}">
                    <a16:creationId xmlns:a16="http://schemas.microsoft.com/office/drawing/2014/main" id="{89EDDA5B-8572-C545-8DFA-ABC33664C7A1}"/>
                  </a:ext>
                </a:extLst>
              </p:cNvPr>
              <p:cNvCxnSpPr/>
              <p:nvPr userDrawn="1"/>
            </p:nvCxnSpPr>
            <p:spPr bwMode="auto">
              <a:xfrm rot="5400000" flipH="1">
                <a:off x="7010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0" name="Straight Connector 59">
                <a:extLst>
                  <a:ext uri="{FF2B5EF4-FFF2-40B4-BE49-F238E27FC236}">
                    <a16:creationId xmlns:a16="http://schemas.microsoft.com/office/drawing/2014/main" id="{E0B85CAB-A5A1-6546-BA39-1598C1A1BF64}"/>
                  </a:ext>
                </a:extLst>
              </p:cNvPr>
              <p:cNvCxnSpPr/>
              <p:nvPr userDrawn="1"/>
            </p:nvCxnSpPr>
            <p:spPr bwMode="auto">
              <a:xfrm rot="5400000" flipH="1">
                <a:off x="8839132"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18" name="Group 17">
              <a:extLst>
                <a:ext uri="{FF2B5EF4-FFF2-40B4-BE49-F238E27FC236}">
                  <a16:creationId xmlns:a16="http://schemas.microsoft.com/office/drawing/2014/main" id="{4EE9C99B-7B10-AE41-8B1B-D8508EC96D36}"/>
                </a:ext>
              </a:extLst>
            </p:cNvPr>
            <p:cNvGrpSpPr/>
            <p:nvPr userDrawn="1"/>
          </p:nvGrpSpPr>
          <p:grpSpPr>
            <a:xfrm>
              <a:off x="228600" y="5162550"/>
              <a:ext cx="8686732" cy="91440"/>
              <a:chOff x="228600" y="5143500"/>
              <a:chExt cx="8686732" cy="152400"/>
            </a:xfrm>
          </p:grpSpPr>
          <p:cxnSp>
            <p:nvCxnSpPr>
              <p:cNvPr id="39" name="Straight Connector 38">
                <a:extLst>
                  <a:ext uri="{FF2B5EF4-FFF2-40B4-BE49-F238E27FC236}">
                    <a16:creationId xmlns:a16="http://schemas.microsoft.com/office/drawing/2014/main" id="{C65EA58F-D486-A749-9B47-9DD071000D4F}"/>
                  </a:ext>
                </a:extLst>
              </p:cNvPr>
              <p:cNvCxnSpPr/>
              <p:nvPr userDrawn="1"/>
            </p:nvCxnSpPr>
            <p:spPr bwMode="auto">
              <a:xfrm rot="5400000" flipH="1">
                <a:off x="152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9056486B-3E88-1F4E-A5B6-71F9C8038505}"/>
                  </a:ext>
                </a:extLst>
              </p:cNvPr>
              <p:cNvCxnSpPr/>
              <p:nvPr userDrawn="1"/>
            </p:nvCxnSpPr>
            <p:spPr bwMode="auto">
              <a:xfrm rot="5400000" flipH="1">
                <a:off x="1981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1" name="Straight Connector 40">
                <a:extLst>
                  <a:ext uri="{FF2B5EF4-FFF2-40B4-BE49-F238E27FC236}">
                    <a16:creationId xmlns:a16="http://schemas.microsoft.com/office/drawing/2014/main" id="{8F54F4A3-648E-3146-B408-995E6916E7DD}"/>
                  </a:ext>
                </a:extLst>
              </p:cNvPr>
              <p:cNvCxnSpPr/>
              <p:nvPr userDrawn="1"/>
            </p:nvCxnSpPr>
            <p:spPr bwMode="auto">
              <a:xfrm rot="5400000" flipH="1">
                <a:off x="2209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2" name="Straight Connector 41">
                <a:extLst>
                  <a:ext uri="{FF2B5EF4-FFF2-40B4-BE49-F238E27FC236}">
                    <a16:creationId xmlns:a16="http://schemas.microsoft.com/office/drawing/2014/main" id="{1DB512CA-21A6-9E45-BA56-12B8F4FE801F}"/>
                  </a:ext>
                </a:extLst>
              </p:cNvPr>
              <p:cNvCxnSpPr/>
              <p:nvPr userDrawn="1"/>
            </p:nvCxnSpPr>
            <p:spPr bwMode="auto">
              <a:xfrm rot="5400000" flipH="1">
                <a:off x="2438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3" name="Straight Connector 42">
                <a:extLst>
                  <a:ext uri="{FF2B5EF4-FFF2-40B4-BE49-F238E27FC236}">
                    <a16:creationId xmlns:a16="http://schemas.microsoft.com/office/drawing/2014/main" id="{2BFB8868-99DE-1A45-8575-1EA11710057F}"/>
                  </a:ext>
                </a:extLst>
              </p:cNvPr>
              <p:cNvCxnSpPr/>
              <p:nvPr userDrawn="1"/>
            </p:nvCxnSpPr>
            <p:spPr bwMode="auto">
              <a:xfrm rot="5400000" flipH="1">
                <a:off x="4267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4" name="Straight Connector 43">
                <a:extLst>
                  <a:ext uri="{FF2B5EF4-FFF2-40B4-BE49-F238E27FC236}">
                    <a16:creationId xmlns:a16="http://schemas.microsoft.com/office/drawing/2014/main" id="{730DE9A1-D9BD-524C-BE6F-1D6659196FBC}"/>
                  </a:ext>
                </a:extLst>
              </p:cNvPr>
              <p:cNvCxnSpPr/>
              <p:nvPr userDrawn="1"/>
            </p:nvCxnSpPr>
            <p:spPr bwMode="auto">
              <a:xfrm rot="5400000" flipH="1">
                <a:off x="4495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5" name="Straight Connector 44">
                <a:extLst>
                  <a:ext uri="{FF2B5EF4-FFF2-40B4-BE49-F238E27FC236}">
                    <a16:creationId xmlns:a16="http://schemas.microsoft.com/office/drawing/2014/main" id="{5ABAF5C8-E725-FD45-80A0-6EC368BF88BA}"/>
                  </a:ext>
                </a:extLst>
              </p:cNvPr>
              <p:cNvCxnSpPr/>
              <p:nvPr userDrawn="1"/>
            </p:nvCxnSpPr>
            <p:spPr bwMode="auto">
              <a:xfrm rot="5400000" flipH="1">
                <a:off x="4724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6" name="Straight Connector 45">
                <a:extLst>
                  <a:ext uri="{FF2B5EF4-FFF2-40B4-BE49-F238E27FC236}">
                    <a16:creationId xmlns:a16="http://schemas.microsoft.com/office/drawing/2014/main" id="{EBC18DE6-803B-7541-908A-41F6D4494834}"/>
                  </a:ext>
                </a:extLst>
              </p:cNvPr>
              <p:cNvCxnSpPr/>
              <p:nvPr userDrawn="1"/>
            </p:nvCxnSpPr>
            <p:spPr bwMode="auto">
              <a:xfrm rot="5400000" flipH="1">
                <a:off x="6553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7" name="Straight Connector 46">
                <a:extLst>
                  <a:ext uri="{FF2B5EF4-FFF2-40B4-BE49-F238E27FC236}">
                    <a16:creationId xmlns:a16="http://schemas.microsoft.com/office/drawing/2014/main" id="{737A4750-B9D5-5049-A414-7844F44D2F08}"/>
                  </a:ext>
                </a:extLst>
              </p:cNvPr>
              <p:cNvCxnSpPr/>
              <p:nvPr userDrawn="1"/>
            </p:nvCxnSpPr>
            <p:spPr bwMode="auto">
              <a:xfrm rot="5400000" flipH="1">
                <a:off x="6781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8" name="Straight Connector 47">
                <a:extLst>
                  <a:ext uri="{FF2B5EF4-FFF2-40B4-BE49-F238E27FC236}">
                    <a16:creationId xmlns:a16="http://schemas.microsoft.com/office/drawing/2014/main" id="{11CC3856-9176-894C-9678-78854179B583}"/>
                  </a:ext>
                </a:extLst>
              </p:cNvPr>
              <p:cNvCxnSpPr/>
              <p:nvPr userDrawn="1"/>
            </p:nvCxnSpPr>
            <p:spPr bwMode="auto">
              <a:xfrm rot="5400000" flipH="1">
                <a:off x="7010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9" name="Straight Connector 48">
                <a:extLst>
                  <a:ext uri="{FF2B5EF4-FFF2-40B4-BE49-F238E27FC236}">
                    <a16:creationId xmlns:a16="http://schemas.microsoft.com/office/drawing/2014/main" id="{3A4EF373-8CC5-F948-AA7B-C5EF10137299}"/>
                  </a:ext>
                </a:extLst>
              </p:cNvPr>
              <p:cNvCxnSpPr/>
              <p:nvPr userDrawn="1"/>
            </p:nvCxnSpPr>
            <p:spPr bwMode="auto">
              <a:xfrm rot="5400000" flipH="1">
                <a:off x="8839132"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19" name="Group 18">
              <a:extLst>
                <a:ext uri="{FF2B5EF4-FFF2-40B4-BE49-F238E27FC236}">
                  <a16:creationId xmlns:a16="http://schemas.microsoft.com/office/drawing/2014/main" id="{5EDFECA7-68A0-C74C-8702-67F215F53507}"/>
                </a:ext>
              </a:extLst>
            </p:cNvPr>
            <p:cNvGrpSpPr/>
            <p:nvPr userDrawn="1"/>
          </p:nvGrpSpPr>
          <p:grpSpPr>
            <a:xfrm>
              <a:off x="-109730" y="237744"/>
              <a:ext cx="91440" cy="4664456"/>
              <a:chOff x="-109730" y="237744"/>
              <a:chExt cx="91440" cy="4664456"/>
            </a:xfrm>
          </p:grpSpPr>
          <p:cxnSp>
            <p:nvCxnSpPr>
              <p:cNvPr id="30" name="Straight Connector 29">
                <a:extLst>
                  <a:ext uri="{FF2B5EF4-FFF2-40B4-BE49-F238E27FC236}">
                    <a16:creationId xmlns:a16="http://schemas.microsoft.com/office/drawing/2014/main" id="{B42BDEDC-364B-EC4F-9B43-9C5105374A26}"/>
                  </a:ext>
                </a:extLst>
              </p:cNvPr>
              <p:cNvCxnSpPr/>
              <p:nvPr userDrawn="1"/>
            </p:nvCxnSpPr>
            <p:spPr bwMode="auto">
              <a:xfrm flipH="1">
                <a:off x="-109730" y="65379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1" name="Straight Connector 30">
                <a:extLst>
                  <a:ext uri="{FF2B5EF4-FFF2-40B4-BE49-F238E27FC236}">
                    <a16:creationId xmlns:a16="http://schemas.microsoft.com/office/drawing/2014/main" id="{82746AEA-B7EE-6A45-A324-2780C5387E8B}"/>
                  </a:ext>
                </a:extLst>
              </p:cNvPr>
              <p:cNvCxnSpPr/>
              <p:nvPr userDrawn="1"/>
            </p:nvCxnSpPr>
            <p:spPr bwMode="auto">
              <a:xfrm flipH="1">
                <a:off x="-109730" y="128930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2" name="Straight Connector 31">
                <a:extLst>
                  <a:ext uri="{FF2B5EF4-FFF2-40B4-BE49-F238E27FC236}">
                    <a16:creationId xmlns:a16="http://schemas.microsoft.com/office/drawing/2014/main" id="{10F57C53-2F79-4140-B8DD-CFF27135CAA8}"/>
                  </a:ext>
                </a:extLst>
              </p:cNvPr>
              <p:cNvCxnSpPr/>
              <p:nvPr userDrawn="1"/>
            </p:nvCxnSpPr>
            <p:spPr bwMode="auto">
              <a:xfrm flipH="1">
                <a:off x="-109730" y="192938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3" name="Straight Connector 32">
                <a:extLst>
                  <a:ext uri="{FF2B5EF4-FFF2-40B4-BE49-F238E27FC236}">
                    <a16:creationId xmlns:a16="http://schemas.microsoft.com/office/drawing/2014/main" id="{D0D1241B-3B6D-564B-92C0-5F79295699BA}"/>
                  </a:ext>
                </a:extLst>
              </p:cNvPr>
              <p:cNvCxnSpPr/>
              <p:nvPr userDrawn="1"/>
            </p:nvCxnSpPr>
            <p:spPr bwMode="auto">
              <a:xfrm flipH="1">
                <a:off x="-109730" y="2570990"/>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4" name="Straight Connector 33">
                <a:extLst>
                  <a:ext uri="{FF2B5EF4-FFF2-40B4-BE49-F238E27FC236}">
                    <a16:creationId xmlns:a16="http://schemas.microsoft.com/office/drawing/2014/main" id="{4F1A65E1-A6DD-0E48-9328-F63C08A91C80}"/>
                  </a:ext>
                </a:extLst>
              </p:cNvPr>
              <p:cNvCxnSpPr/>
              <p:nvPr userDrawn="1"/>
            </p:nvCxnSpPr>
            <p:spPr bwMode="auto">
              <a:xfrm flipH="1">
                <a:off x="-109730" y="320954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5" name="Straight Connector 34">
                <a:extLst>
                  <a:ext uri="{FF2B5EF4-FFF2-40B4-BE49-F238E27FC236}">
                    <a16:creationId xmlns:a16="http://schemas.microsoft.com/office/drawing/2014/main" id="{DF1A857E-0280-4D4D-8C5E-78EB4893E8F3}"/>
                  </a:ext>
                </a:extLst>
              </p:cNvPr>
              <p:cNvCxnSpPr/>
              <p:nvPr userDrawn="1"/>
            </p:nvCxnSpPr>
            <p:spPr bwMode="auto">
              <a:xfrm flipH="1">
                <a:off x="-109730" y="384962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6" name="Straight Connector 35">
                <a:extLst>
                  <a:ext uri="{FF2B5EF4-FFF2-40B4-BE49-F238E27FC236}">
                    <a16:creationId xmlns:a16="http://schemas.microsoft.com/office/drawing/2014/main" id="{32EE49FC-4AC3-D84D-B296-8260919A4AFB}"/>
                  </a:ext>
                </a:extLst>
              </p:cNvPr>
              <p:cNvCxnSpPr/>
              <p:nvPr userDrawn="1"/>
            </p:nvCxnSpPr>
            <p:spPr bwMode="auto">
              <a:xfrm flipH="1">
                <a:off x="-109730" y="449427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7" name="Straight Connector 36">
                <a:extLst>
                  <a:ext uri="{FF2B5EF4-FFF2-40B4-BE49-F238E27FC236}">
                    <a16:creationId xmlns:a16="http://schemas.microsoft.com/office/drawing/2014/main" id="{A036B8A6-5887-EB43-A589-E9B55309975E}"/>
                  </a:ext>
                </a:extLst>
              </p:cNvPr>
              <p:cNvCxnSpPr/>
              <p:nvPr userDrawn="1"/>
            </p:nvCxnSpPr>
            <p:spPr bwMode="auto">
              <a:xfrm flipH="1">
                <a:off x="-109730" y="23774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8" name="Straight Connector 37">
                <a:extLst>
                  <a:ext uri="{FF2B5EF4-FFF2-40B4-BE49-F238E27FC236}">
                    <a16:creationId xmlns:a16="http://schemas.microsoft.com/office/drawing/2014/main" id="{886C2E2E-F476-B64B-A78C-E2A4F068B019}"/>
                  </a:ext>
                </a:extLst>
              </p:cNvPr>
              <p:cNvCxnSpPr/>
              <p:nvPr userDrawn="1"/>
            </p:nvCxnSpPr>
            <p:spPr bwMode="auto">
              <a:xfrm flipH="1">
                <a:off x="-109730" y="4902200"/>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20" name="Group 19">
              <a:extLst>
                <a:ext uri="{FF2B5EF4-FFF2-40B4-BE49-F238E27FC236}">
                  <a16:creationId xmlns:a16="http://schemas.microsoft.com/office/drawing/2014/main" id="{568B7B3E-2365-FA48-B0BB-56705EDB6709}"/>
                </a:ext>
              </a:extLst>
            </p:cNvPr>
            <p:cNvGrpSpPr/>
            <p:nvPr userDrawn="1"/>
          </p:nvGrpSpPr>
          <p:grpSpPr>
            <a:xfrm>
              <a:off x="9163050" y="237744"/>
              <a:ext cx="91440" cy="4663440"/>
              <a:chOff x="-109730" y="231394"/>
              <a:chExt cx="91440" cy="4663440"/>
            </a:xfrm>
          </p:grpSpPr>
          <p:cxnSp>
            <p:nvCxnSpPr>
              <p:cNvPr id="21" name="Straight Connector 20">
                <a:extLst>
                  <a:ext uri="{FF2B5EF4-FFF2-40B4-BE49-F238E27FC236}">
                    <a16:creationId xmlns:a16="http://schemas.microsoft.com/office/drawing/2014/main" id="{F8CB4122-4D33-2A42-871B-AB33239DC529}"/>
                  </a:ext>
                </a:extLst>
              </p:cNvPr>
              <p:cNvCxnSpPr/>
              <p:nvPr userDrawn="1"/>
            </p:nvCxnSpPr>
            <p:spPr bwMode="auto">
              <a:xfrm flipH="1">
                <a:off x="-109730" y="64744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E1272E41-0FA7-6B41-B356-7A2B88AC448F}"/>
                  </a:ext>
                </a:extLst>
              </p:cNvPr>
              <p:cNvCxnSpPr/>
              <p:nvPr userDrawn="1"/>
            </p:nvCxnSpPr>
            <p:spPr bwMode="auto">
              <a:xfrm flipH="1">
                <a:off x="-109730" y="128295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3" name="Straight Connector 22">
                <a:extLst>
                  <a:ext uri="{FF2B5EF4-FFF2-40B4-BE49-F238E27FC236}">
                    <a16:creationId xmlns:a16="http://schemas.microsoft.com/office/drawing/2014/main" id="{784B5EE1-D003-1F47-8D33-3E312E35B1E7}"/>
                  </a:ext>
                </a:extLst>
              </p:cNvPr>
              <p:cNvCxnSpPr/>
              <p:nvPr userDrawn="1"/>
            </p:nvCxnSpPr>
            <p:spPr bwMode="auto">
              <a:xfrm flipH="1">
                <a:off x="-109730" y="192303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4" name="Straight Connector 23">
                <a:extLst>
                  <a:ext uri="{FF2B5EF4-FFF2-40B4-BE49-F238E27FC236}">
                    <a16:creationId xmlns:a16="http://schemas.microsoft.com/office/drawing/2014/main" id="{571409CD-4C1B-8E45-ACF9-86D270DA7692}"/>
                  </a:ext>
                </a:extLst>
              </p:cNvPr>
              <p:cNvCxnSpPr/>
              <p:nvPr userDrawn="1"/>
            </p:nvCxnSpPr>
            <p:spPr bwMode="auto">
              <a:xfrm flipH="1">
                <a:off x="-109730" y="256311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5" name="Straight Connector 24">
                <a:extLst>
                  <a:ext uri="{FF2B5EF4-FFF2-40B4-BE49-F238E27FC236}">
                    <a16:creationId xmlns:a16="http://schemas.microsoft.com/office/drawing/2014/main" id="{A131086F-34E8-8C46-8C5C-6BAA87172E82}"/>
                  </a:ext>
                </a:extLst>
              </p:cNvPr>
              <p:cNvCxnSpPr/>
              <p:nvPr userDrawn="1"/>
            </p:nvCxnSpPr>
            <p:spPr bwMode="auto">
              <a:xfrm flipH="1">
                <a:off x="-109730" y="320319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6" name="Straight Connector 25">
                <a:extLst>
                  <a:ext uri="{FF2B5EF4-FFF2-40B4-BE49-F238E27FC236}">
                    <a16:creationId xmlns:a16="http://schemas.microsoft.com/office/drawing/2014/main" id="{0A42B631-F25C-F54E-B854-80328E4DFBBC}"/>
                  </a:ext>
                </a:extLst>
              </p:cNvPr>
              <p:cNvCxnSpPr/>
              <p:nvPr userDrawn="1"/>
            </p:nvCxnSpPr>
            <p:spPr bwMode="auto">
              <a:xfrm flipH="1">
                <a:off x="-109730" y="384327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7" name="Straight Connector 26">
                <a:extLst>
                  <a:ext uri="{FF2B5EF4-FFF2-40B4-BE49-F238E27FC236}">
                    <a16:creationId xmlns:a16="http://schemas.microsoft.com/office/drawing/2014/main" id="{08D46B81-A248-A847-9183-C6BC43C53E85}"/>
                  </a:ext>
                </a:extLst>
              </p:cNvPr>
              <p:cNvCxnSpPr/>
              <p:nvPr userDrawn="1"/>
            </p:nvCxnSpPr>
            <p:spPr bwMode="auto">
              <a:xfrm flipH="1">
                <a:off x="-109730" y="448792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86FA5BE4-E196-EC4A-BC7A-95A47060EE08}"/>
                  </a:ext>
                </a:extLst>
              </p:cNvPr>
              <p:cNvCxnSpPr/>
              <p:nvPr userDrawn="1"/>
            </p:nvCxnSpPr>
            <p:spPr bwMode="auto">
              <a:xfrm flipH="1">
                <a:off x="-109730" y="23139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9" name="Straight Connector 28">
                <a:extLst>
                  <a:ext uri="{FF2B5EF4-FFF2-40B4-BE49-F238E27FC236}">
                    <a16:creationId xmlns:a16="http://schemas.microsoft.com/office/drawing/2014/main" id="{47A74DF6-412C-6548-B80E-F7E7ED8433A9}"/>
                  </a:ext>
                </a:extLst>
              </p:cNvPr>
              <p:cNvCxnSpPr/>
              <p:nvPr userDrawn="1"/>
            </p:nvCxnSpPr>
            <p:spPr bwMode="auto">
              <a:xfrm flipH="1">
                <a:off x="-109730" y="489483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sp>
        <p:nvSpPr>
          <p:cNvPr id="61" name="Title 1">
            <a:extLst>
              <a:ext uri="{FF2B5EF4-FFF2-40B4-BE49-F238E27FC236}">
                <a16:creationId xmlns:a16="http://schemas.microsoft.com/office/drawing/2014/main" id="{389FD379-A408-3A40-ACE3-3CBE5A23D7AA}"/>
              </a:ext>
            </a:extLst>
          </p:cNvPr>
          <p:cNvSpPr>
            <a:spLocks noGrp="1"/>
          </p:cNvSpPr>
          <p:nvPr>
            <p:ph type="title" hasCustomPrompt="1"/>
          </p:nvPr>
        </p:nvSpPr>
        <p:spPr>
          <a:xfrm>
            <a:off x="162298" y="317500"/>
            <a:ext cx="8981702" cy="5676900"/>
          </a:xfrm>
          <a:prstGeom prst="rect">
            <a:avLst/>
          </a:prstGeom>
        </p:spPr>
        <p:txBody>
          <a:bodyPr/>
          <a:lstStyle>
            <a:lvl1pPr>
              <a:defRPr sz="7200" b="0" i="0">
                <a:solidFill>
                  <a:schemeClr val="bg1"/>
                </a:solidFill>
                <a:latin typeface="+mn-lt"/>
              </a:defRPr>
            </a:lvl1pPr>
          </a:lstStyle>
          <a:p>
            <a:r>
              <a:rPr lang="en-US" dirty="0"/>
              <a:t>Divider sleeve</a:t>
            </a:r>
          </a:p>
        </p:txBody>
      </p:sp>
      <p:sp>
        <p:nvSpPr>
          <p:cNvPr id="62" name="Footer Placeholder 2">
            <a:extLst>
              <a:ext uri="{FF2B5EF4-FFF2-40B4-BE49-F238E27FC236}">
                <a16:creationId xmlns:a16="http://schemas.microsoft.com/office/drawing/2014/main" id="{147C000B-8AD2-AF4D-A1AF-CB5C013728EE}"/>
              </a:ext>
            </a:extLst>
          </p:cNvPr>
          <p:cNvSpPr>
            <a:spLocks noGrp="1"/>
          </p:cNvSpPr>
          <p:nvPr>
            <p:ph type="ftr" sz="quarter" idx="3"/>
          </p:nvPr>
        </p:nvSpPr>
        <p:spPr>
          <a:xfrm>
            <a:off x="210312" y="6073456"/>
            <a:ext cx="2438312" cy="546100"/>
          </a:xfrm>
          <a:prstGeom prst="rect">
            <a:avLst/>
          </a:prstGeom>
        </p:spPr>
        <p:txBody>
          <a:bodyPr anchor="b"/>
          <a:lstStyle>
            <a:lvl1pPr>
              <a:lnSpc>
                <a:spcPct val="150000"/>
              </a:lnSpc>
              <a:defRPr sz="1000" b="0" i="0">
                <a:solidFill>
                  <a:schemeClr val="bg1"/>
                </a:solidFill>
                <a:latin typeface="IBM Plex Sans" panose="020B0503050000000000" pitchFamily="34" charset="77"/>
              </a:defRPr>
            </a:lvl1pPr>
          </a:lstStyle>
          <a:p>
            <a:r>
              <a:rPr lang="en-US" b="1">
                <a:latin typeface="IBM Plex Sans SmBld" panose="020B0503050000000000" pitchFamily="34" charset="77"/>
              </a:rPr>
              <a:t>Presentation title</a:t>
            </a:r>
          </a:p>
          <a:p>
            <a:r>
              <a:rPr lang="en-US"/>
              <a:t>IBM  |  Project/team name</a:t>
            </a:r>
            <a:endParaRPr lang="en-US" dirty="0"/>
          </a:p>
        </p:txBody>
      </p:sp>
    </p:spTree>
    <p:extLst>
      <p:ext uri="{BB962C8B-B14F-4D97-AF65-F5344CB8AC3E}">
        <p14:creationId xmlns:p14="http://schemas.microsoft.com/office/powerpoint/2010/main" val="691388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What's next">
    <p:bg>
      <p:bgPr>
        <a:solidFill>
          <a:srgbClr val="121619"/>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711F4B8-BE53-F64A-849C-BB1943AE2F91}"/>
              </a:ext>
            </a:extLst>
          </p:cNvPr>
          <p:cNvSpPr/>
          <p:nvPr userDrawn="1"/>
        </p:nvSpPr>
        <p:spPr bwMode="auto">
          <a:xfrm>
            <a:off x="-1" y="3429000"/>
            <a:ext cx="12192000" cy="3424815"/>
          </a:xfrm>
          <a:prstGeom prst="rect">
            <a:avLst/>
          </a:prstGeom>
          <a:solidFill>
            <a:schemeClr val="bg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90000"/>
              </a:lnSpc>
              <a:spcBef>
                <a:spcPct val="0"/>
              </a:spcBef>
              <a:spcAft>
                <a:spcPct val="0"/>
              </a:spcAft>
              <a:buClrTx/>
              <a:buSzTx/>
              <a:buFontTx/>
              <a:buNone/>
              <a:tabLst/>
            </a:pPr>
            <a:endParaRPr kumimoji="0" lang="en-US" sz="2000" b="0" i="0" u="none" strike="noStrike" cap="none" normalizeH="0" baseline="0" dirty="0">
              <a:ln>
                <a:noFill/>
              </a:ln>
              <a:solidFill>
                <a:srgbClr val="191919"/>
              </a:solidFill>
              <a:effectLst/>
              <a:latin typeface="HelvNeue Light for IBM" pitchFamily="34" charset="0"/>
            </a:endParaRPr>
          </a:p>
        </p:txBody>
      </p:sp>
      <p:sp>
        <p:nvSpPr>
          <p:cNvPr id="66" name="Footer Placeholder 2">
            <a:extLst>
              <a:ext uri="{FF2B5EF4-FFF2-40B4-BE49-F238E27FC236}">
                <a16:creationId xmlns:a16="http://schemas.microsoft.com/office/drawing/2014/main" id="{49933F65-8579-814C-8E4C-AB56AE154C4A}"/>
              </a:ext>
            </a:extLst>
          </p:cNvPr>
          <p:cNvSpPr>
            <a:spLocks noGrp="1"/>
          </p:cNvSpPr>
          <p:nvPr>
            <p:ph type="ftr" sz="quarter" idx="3"/>
          </p:nvPr>
        </p:nvSpPr>
        <p:spPr>
          <a:xfrm>
            <a:off x="210312" y="6073456"/>
            <a:ext cx="2438312" cy="546100"/>
          </a:xfrm>
          <a:prstGeom prst="rect">
            <a:avLst/>
          </a:prstGeom>
        </p:spPr>
        <p:txBody>
          <a:bodyPr anchor="b"/>
          <a:lstStyle>
            <a:lvl1pPr>
              <a:lnSpc>
                <a:spcPct val="150000"/>
              </a:lnSpc>
              <a:defRPr sz="1000" b="0" i="0">
                <a:solidFill>
                  <a:schemeClr val="tx1"/>
                </a:solidFill>
                <a:latin typeface="IBM Plex Sans" panose="020B0503050000000000" pitchFamily="34" charset="77"/>
              </a:defRPr>
            </a:lvl1pPr>
          </a:lstStyle>
          <a:p>
            <a:r>
              <a:rPr lang="en-US" b="1">
                <a:latin typeface="IBM Plex Sans SmBld" panose="020B0503050000000000" pitchFamily="34" charset="77"/>
              </a:rPr>
              <a:t>Presentation title</a:t>
            </a:r>
          </a:p>
          <a:p>
            <a:r>
              <a:rPr lang="en-US"/>
              <a:t>IBM  |  Project/team name</a:t>
            </a:r>
            <a:endParaRPr lang="en-US" dirty="0"/>
          </a:p>
        </p:txBody>
      </p:sp>
      <p:sp>
        <p:nvSpPr>
          <p:cNvPr id="5" name="Title 1">
            <a:extLst>
              <a:ext uri="{FF2B5EF4-FFF2-40B4-BE49-F238E27FC236}">
                <a16:creationId xmlns:a16="http://schemas.microsoft.com/office/drawing/2014/main" id="{E784B002-C820-294C-BCF0-0D8A3BF24C0B}"/>
              </a:ext>
            </a:extLst>
          </p:cNvPr>
          <p:cNvSpPr txBox="1">
            <a:spLocks/>
          </p:cNvSpPr>
          <p:nvPr userDrawn="1"/>
        </p:nvSpPr>
        <p:spPr>
          <a:xfrm>
            <a:off x="189730" y="317500"/>
            <a:ext cx="5906269" cy="4813300"/>
          </a:xfrm>
          <a:prstGeom prst="rect">
            <a:avLst/>
          </a:prstGeom>
        </p:spPr>
        <p:txBody>
          <a:bodyPr/>
          <a:lstStyle>
            <a:lvl1pPr algn="l" rtl="0" eaLnBrk="1" fontAlgn="base" hangingPunct="1">
              <a:lnSpc>
                <a:spcPct val="90000"/>
              </a:lnSpc>
              <a:spcBef>
                <a:spcPct val="0"/>
              </a:spcBef>
              <a:spcAft>
                <a:spcPct val="0"/>
              </a:spcAft>
              <a:defRPr sz="3200" b="0">
                <a:solidFill>
                  <a:schemeClr val="tx1"/>
                </a:solidFill>
                <a:latin typeface="IBM Plex Sans" charset="0"/>
                <a:ea typeface="IBM Plex Sans" charset="0"/>
                <a:cs typeface="IBM Plex Sans" charset="0"/>
              </a:defRPr>
            </a:lvl1pPr>
            <a:lvl2pPr algn="l" rtl="0" eaLnBrk="1" fontAlgn="base" hangingPunct="1">
              <a:lnSpc>
                <a:spcPct val="90000"/>
              </a:lnSpc>
              <a:spcBef>
                <a:spcPct val="0"/>
              </a:spcBef>
              <a:spcAft>
                <a:spcPct val="0"/>
              </a:spcAft>
              <a:defRPr sz="2960">
                <a:solidFill>
                  <a:srgbClr val="191919"/>
                </a:solidFill>
                <a:latin typeface="HelvNeue Light for IBM" pitchFamily="34" charset="0"/>
              </a:defRPr>
            </a:lvl2pPr>
            <a:lvl3pPr algn="l" rtl="0" eaLnBrk="1" fontAlgn="base" hangingPunct="1">
              <a:lnSpc>
                <a:spcPct val="90000"/>
              </a:lnSpc>
              <a:spcBef>
                <a:spcPct val="0"/>
              </a:spcBef>
              <a:spcAft>
                <a:spcPct val="0"/>
              </a:spcAft>
              <a:defRPr sz="2960">
                <a:solidFill>
                  <a:srgbClr val="191919"/>
                </a:solidFill>
                <a:latin typeface="HelvNeue Light for IBM" pitchFamily="34" charset="0"/>
              </a:defRPr>
            </a:lvl3pPr>
            <a:lvl4pPr algn="l" rtl="0" eaLnBrk="1" fontAlgn="base" hangingPunct="1">
              <a:lnSpc>
                <a:spcPct val="90000"/>
              </a:lnSpc>
              <a:spcBef>
                <a:spcPct val="0"/>
              </a:spcBef>
              <a:spcAft>
                <a:spcPct val="0"/>
              </a:spcAft>
              <a:defRPr sz="2960">
                <a:solidFill>
                  <a:srgbClr val="191919"/>
                </a:solidFill>
                <a:latin typeface="HelvNeue Light for IBM" pitchFamily="34" charset="0"/>
              </a:defRPr>
            </a:lvl4pPr>
            <a:lvl5pPr algn="l" rtl="0" eaLnBrk="1" fontAlgn="base" hangingPunct="1">
              <a:lnSpc>
                <a:spcPct val="90000"/>
              </a:lnSpc>
              <a:spcBef>
                <a:spcPct val="0"/>
              </a:spcBef>
              <a:spcAft>
                <a:spcPct val="0"/>
              </a:spcAft>
              <a:defRPr sz="2960">
                <a:solidFill>
                  <a:srgbClr val="191919"/>
                </a:solidFill>
                <a:latin typeface="HelvNeue Light for IBM" pitchFamily="34" charset="0"/>
              </a:defRPr>
            </a:lvl5pPr>
            <a:lvl6pPr marL="483395" algn="l" rtl="0" eaLnBrk="1" fontAlgn="base" hangingPunct="1">
              <a:lnSpc>
                <a:spcPct val="90000"/>
              </a:lnSpc>
              <a:spcBef>
                <a:spcPct val="0"/>
              </a:spcBef>
              <a:spcAft>
                <a:spcPct val="0"/>
              </a:spcAft>
              <a:defRPr sz="2960">
                <a:solidFill>
                  <a:srgbClr val="191919"/>
                </a:solidFill>
                <a:latin typeface="HelvNeue Light for IBM" pitchFamily="34" charset="0"/>
              </a:defRPr>
            </a:lvl6pPr>
            <a:lvl7pPr marL="966792" algn="l" rtl="0" eaLnBrk="1" fontAlgn="base" hangingPunct="1">
              <a:lnSpc>
                <a:spcPct val="90000"/>
              </a:lnSpc>
              <a:spcBef>
                <a:spcPct val="0"/>
              </a:spcBef>
              <a:spcAft>
                <a:spcPct val="0"/>
              </a:spcAft>
              <a:defRPr sz="2960">
                <a:solidFill>
                  <a:srgbClr val="191919"/>
                </a:solidFill>
                <a:latin typeface="HelvNeue Light for IBM" pitchFamily="34" charset="0"/>
              </a:defRPr>
            </a:lvl7pPr>
            <a:lvl8pPr marL="1450185" algn="l" rtl="0" eaLnBrk="1" fontAlgn="base" hangingPunct="1">
              <a:lnSpc>
                <a:spcPct val="90000"/>
              </a:lnSpc>
              <a:spcBef>
                <a:spcPct val="0"/>
              </a:spcBef>
              <a:spcAft>
                <a:spcPct val="0"/>
              </a:spcAft>
              <a:defRPr sz="2960">
                <a:solidFill>
                  <a:srgbClr val="191919"/>
                </a:solidFill>
                <a:latin typeface="HelvNeue Light for IBM" pitchFamily="34" charset="0"/>
              </a:defRPr>
            </a:lvl8pPr>
            <a:lvl9pPr marL="1933581" algn="l" rtl="0" eaLnBrk="1" fontAlgn="base" hangingPunct="1">
              <a:lnSpc>
                <a:spcPct val="90000"/>
              </a:lnSpc>
              <a:spcBef>
                <a:spcPct val="0"/>
              </a:spcBef>
              <a:spcAft>
                <a:spcPct val="0"/>
              </a:spcAft>
              <a:defRPr sz="2960">
                <a:solidFill>
                  <a:srgbClr val="191919"/>
                </a:solidFill>
                <a:latin typeface="HelvNeue Light for IBM" pitchFamily="34" charset="0"/>
              </a:defRPr>
            </a:lvl9pPr>
          </a:lstStyle>
          <a:p>
            <a:r>
              <a:rPr lang="en-US" sz="7200" b="0" i="0" kern="0" dirty="0">
                <a:solidFill>
                  <a:schemeClr val="bg1"/>
                </a:solidFill>
                <a:latin typeface="IBM Plex Sans Light" panose="020B0403050203000203" pitchFamily="34" charset="0"/>
              </a:rPr>
              <a:t>What’s next?</a:t>
            </a:r>
          </a:p>
        </p:txBody>
      </p:sp>
      <p:sp>
        <p:nvSpPr>
          <p:cNvPr id="8" name="Text Placeholder 2">
            <a:extLst>
              <a:ext uri="{FF2B5EF4-FFF2-40B4-BE49-F238E27FC236}">
                <a16:creationId xmlns:a16="http://schemas.microsoft.com/office/drawing/2014/main" id="{C56A0424-3F26-1C4A-85CF-6053410E9316}"/>
              </a:ext>
            </a:extLst>
          </p:cNvPr>
          <p:cNvSpPr>
            <a:spLocks noGrp="1"/>
          </p:cNvSpPr>
          <p:nvPr>
            <p:ph type="body" sz="quarter" idx="11" hasCustomPrompt="1"/>
          </p:nvPr>
        </p:nvSpPr>
        <p:spPr>
          <a:xfrm>
            <a:off x="304800" y="3733800"/>
            <a:ext cx="5486400" cy="381000"/>
          </a:xfrm>
          <a:prstGeom prst="rect">
            <a:avLst/>
          </a:prstGeom>
        </p:spPr>
        <p:txBody>
          <a:bodyPr/>
          <a:lstStyle>
            <a:lvl1pPr>
              <a:lnSpc>
                <a:spcPct val="100000"/>
              </a:lnSpc>
              <a:spcBef>
                <a:spcPts val="600"/>
              </a:spcBef>
              <a:defRPr sz="1800" b="1" i="0">
                <a:solidFill>
                  <a:schemeClr val="tx1"/>
                </a:solidFill>
                <a:latin typeface="IBM Plex Sans SmBld" panose="020B0503050203000203" pitchFamily="34" charset="0"/>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pPr lvl="0"/>
            <a:r>
              <a:rPr lang="en-US" dirty="0"/>
              <a:t>Subheading:</a:t>
            </a:r>
          </a:p>
        </p:txBody>
      </p:sp>
      <p:sp>
        <p:nvSpPr>
          <p:cNvPr id="9" name="Text Placeholder 2">
            <a:extLst>
              <a:ext uri="{FF2B5EF4-FFF2-40B4-BE49-F238E27FC236}">
                <a16:creationId xmlns:a16="http://schemas.microsoft.com/office/drawing/2014/main" id="{711C60B5-961C-4D4B-B555-2062AC0ECA8F}"/>
              </a:ext>
            </a:extLst>
          </p:cNvPr>
          <p:cNvSpPr>
            <a:spLocks noGrp="1"/>
          </p:cNvSpPr>
          <p:nvPr>
            <p:ph type="body" sz="quarter" idx="13" hasCustomPrompt="1"/>
          </p:nvPr>
        </p:nvSpPr>
        <p:spPr>
          <a:xfrm>
            <a:off x="304800" y="4140200"/>
            <a:ext cx="5486400" cy="1852168"/>
          </a:xfrm>
          <a:prstGeom prst="rect">
            <a:avLst/>
          </a:prstGeom>
        </p:spPr>
        <p:txBody>
          <a:bodyPr/>
          <a:lstStyle>
            <a:lvl1pPr>
              <a:lnSpc>
                <a:spcPct val="100000"/>
              </a:lnSpc>
              <a:spcBef>
                <a:spcPts val="600"/>
              </a:spcBef>
              <a:defRPr sz="1800" b="0" i="0">
                <a:solidFill>
                  <a:schemeClr val="tx1"/>
                </a:solidFill>
                <a:latin typeface="IBM Plex Sans" panose="020B0503050203000203" pitchFamily="34" charset="0"/>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pPr lvl="0"/>
            <a:r>
              <a:rPr lang="en-US" dirty="0"/>
              <a:t>Lorem ipsum</a:t>
            </a:r>
          </a:p>
          <a:p>
            <a:pPr lvl="0"/>
            <a:r>
              <a:rPr lang="en-US" dirty="0"/>
              <a:t>Lorem ipsum</a:t>
            </a:r>
          </a:p>
        </p:txBody>
      </p:sp>
      <p:sp>
        <p:nvSpPr>
          <p:cNvPr id="10" name="Text Placeholder 2">
            <a:extLst>
              <a:ext uri="{FF2B5EF4-FFF2-40B4-BE49-F238E27FC236}">
                <a16:creationId xmlns:a16="http://schemas.microsoft.com/office/drawing/2014/main" id="{DF423E3D-D2D6-FC47-8432-D578EEBDFE88}"/>
              </a:ext>
            </a:extLst>
          </p:cNvPr>
          <p:cNvSpPr>
            <a:spLocks noGrp="1"/>
          </p:cNvSpPr>
          <p:nvPr>
            <p:ph type="body" sz="quarter" idx="14" hasCustomPrompt="1"/>
          </p:nvPr>
        </p:nvSpPr>
        <p:spPr>
          <a:xfrm>
            <a:off x="6410446" y="3730906"/>
            <a:ext cx="5486400" cy="381000"/>
          </a:xfrm>
          <a:prstGeom prst="rect">
            <a:avLst/>
          </a:prstGeom>
        </p:spPr>
        <p:txBody>
          <a:bodyPr/>
          <a:lstStyle>
            <a:lvl1pPr>
              <a:lnSpc>
                <a:spcPct val="100000"/>
              </a:lnSpc>
              <a:spcBef>
                <a:spcPts val="600"/>
              </a:spcBef>
              <a:defRPr sz="1800" b="1" i="0">
                <a:solidFill>
                  <a:schemeClr val="tx1"/>
                </a:solidFill>
                <a:latin typeface="IBM Plex Sans SmBld" panose="020B0503050203000203" pitchFamily="34" charset="0"/>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pPr lvl="0"/>
            <a:r>
              <a:rPr lang="en-US" dirty="0"/>
              <a:t>Subheading:</a:t>
            </a:r>
          </a:p>
        </p:txBody>
      </p:sp>
      <p:sp>
        <p:nvSpPr>
          <p:cNvPr id="11" name="Text Placeholder 2">
            <a:extLst>
              <a:ext uri="{FF2B5EF4-FFF2-40B4-BE49-F238E27FC236}">
                <a16:creationId xmlns:a16="http://schemas.microsoft.com/office/drawing/2014/main" id="{4F2AF8AF-4D9D-4547-9260-EF5BDD35A065}"/>
              </a:ext>
            </a:extLst>
          </p:cNvPr>
          <p:cNvSpPr>
            <a:spLocks noGrp="1"/>
          </p:cNvSpPr>
          <p:nvPr>
            <p:ph type="body" sz="quarter" idx="15" hasCustomPrompt="1"/>
          </p:nvPr>
        </p:nvSpPr>
        <p:spPr>
          <a:xfrm>
            <a:off x="6410446" y="4137306"/>
            <a:ext cx="5486400" cy="1852168"/>
          </a:xfrm>
          <a:prstGeom prst="rect">
            <a:avLst/>
          </a:prstGeom>
        </p:spPr>
        <p:txBody>
          <a:bodyPr/>
          <a:lstStyle>
            <a:lvl1pPr>
              <a:lnSpc>
                <a:spcPct val="100000"/>
              </a:lnSpc>
              <a:spcBef>
                <a:spcPts val="600"/>
              </a:spcBef>
              <a:defRPr sz="1800" b="0" i="0">
                <a:solidFill>
                  <a:schemeClr val="tx1"/>
                </a:solidFill>
                <a:latin typeface="IBM Plex Sans" panose="020B0503050203000203" pitchFamily="34" charset="0"/>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pPr lvl="0"/>
            <a:r>
              <a:rPr lang="en-US" dirty="0"/>
              <a:t>&lt;Link&gt;</a:t>
            </a:r>
          </a:p>
          <a:p>
            <a:pPr lvl="0"/>
            <a:r>
              <a:rPr lang="en-US" dirty="0"/>
              <a:t>&lt;Link&gt;</a:t>
            </a:r>
          </a:p>
        </p:txBody>
      </p:sp>
    </p:spTree>
    <p:extLst>
      <p:ext uri="{BB962C8B-B14F-4D97-AF65-F5344CB8AC3E}">
        <p14:creationId xmlns:p14="http://schemas.microsoft.com/office/powerpoint/2010/main" val="35929227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rgbClr val="121619"/>
        </a:solidFill>
        <a:effectLst/>
      </p:bgPr>
    </p:bg>
    <p:spTree>
      <p:nvGrpSpPr>
        <p:cNvPr id="1" name=""/>
        <p:cNvGrpSpPr/>
        <p:nvPr/>
      </p:nvGrpSpPr>
      <p:grpSpPr>
        <a:xfrm>
          <a:off x="0" y="0"/>
          <a:ext cx="0" cy="0"/>
          <a:chOff x="0" y="0"/>
          <a:chExt cx="0" cy="0"/>
        </a:xfrm>
      </p:grpSpPr>
      <p:sp>
        <p:nvSpPr>
          <p:cNvPr id="66" name="Footer Placeholder 2">
            <a:extLst>
              <a:ext uri="{FF2B5EF4-FFF2-40B4-BE49-F238E27FC236}">
                <a16:creationId xmlns:a16="http://schemas.microsoft.com/office/drawing/2014/main" id="{49933F65-8579-814C-8E4C-AB56AE154C4A}"/>
              </a:ext>
            </a:extLst>
          </p:cNvPr>
          <p:cNvSpPr>
            <a:spLocks noGrp="1"/>
          </p:cNvSpPr>
          <p:nvPr>
            <p:ph type="ftr" sz="quarter" idx="3"/>
          </p:nvPr>
        </p:nvSpPr>
        <p:spPr>
          <a:xfrm>
            <a:off x="210312" y="6073456"/>
            <a:ext cx="2438312" cy="546100"/>
          </a:xfrm>
          <a:prstGeom prst="rect">
            <a:avLst/>
          </a:prstGeom>
        </p:spPr>
        <p:txBody>
          <a:bodyPr anchor="b"/>
          <a:lstStyle>
            <a:lvl1pPr>
              <a:lnSpc>
                <a:spcPct val="150000"/>
              </a:lnSpc>
              <a:defRPr sz="1000" b="0" i="0">
                <a:solidFill>
                  <a:schemeClr val="bg1"/>
                </a:solidFill>
                <a:latin typeface="IBM Plex Sans" panose="020B0503050000000000" pitchFamily="34" charset="77"/>
              </a:defRPr>
            </a:lvl1pPr>
          </a:lstStyle>
          <a:p>
            <a:r>
              <a:rPr lang="en-US" b="1">
                <a:latin typeface="IBM Plex Sans SmBld" panose="020B0503050000000000" pitchFamily="34" charset="77"/>
              </a:rPr>
              <a:t>Presentation title</a:t>
            </a:r>
          </a:p>
          <a:p>
            <a:r>
              <a:rPr lang="en-US"/>
              <a:t>IBM  |  Project/team name</a:t>
            </a:r>
            <a:endParaRPr lang="en-US" dirty="0"/>
          </a:p>
        </p:txBody>
      </p:sp>
      <p:sp>
        <p:nvSpPr>
          <p:cNvPr id="6" name="Title 1">
            <a:extLst>
              <a:ext uri="{FF2B5EF4-FFF2-40B4-BE49-F238E27FC236}">
                <a16:creationId xmlns:a16="http://schemas.microsoft.com/office/drawing/2014/main" id="{25D6FA1A-8EE0-8547-BA42-8CC931592E57}"/>
              </a:ext>
            </a:extLst>
          </p:cNvPr>
          <p:cNvSpPr txBox="1">
            <a:spLocks/>
          </p:cNvSpPr>
          <p:nvPr userDrawn="1"/>
        </p:nvSpPr>
        <p:spPr>
          <a:xfrm>
            <a:off x="189730" y="317500"/>
            <a:ext cx="5906269" cy="4813300"/>
          </a:xfrm>
          <a:prstGeom prst="rect">
            <a:avLst/>
          </a:prstGeom>
        </p:spPr>
        <p:txBody>
          <a:bodyPr/>
          <a:lstStyle>
            <a:lvl1pPr algn="l" rtl="0" eaLnBrk="1" fontAlgn="base" hangingPunct="1">
              <a:lnSpc>
                <a:spcPct val="90000"/>
              </a:lnSpc>
              <a:spcBef>
                <a:spcPct val="0"/>
              </a:spcBef>
              <a:spcAft>
                <a:spcPct val="0"/>
              </a:spcAft>
              <a:defRPr sz="3200" b="0">
                <a:solidFill>
                  <a:schemeClr val="tx1"/>
                </a:solidFill>
                <a:latin typeface="IBM Plex Sans" charset="0"/>
                <a:ea typeface="IBM Plex Sans" charset="0"/>
                <a:cs typeface="IBM Plex Sans" charset="0"/>
              </a:defRPr>
            </a:lvl1pPr>
            <a:lvl2pPr algn="l" rtl="0" eaLnBrk="1" fontAlgn="base" hangingPunct="1">
              <a:lnSpc>
                <a:spcPct val="90000"/>
              </a:lnSpc>
              <a:spcBef>
                <a:spcPct val="0"/>
              </a:spcBef>
              <a:spcAft>
                <a:spcPct val="0"/>
              </a:spcAft>
              <a:defRPr sz="2960">
                <a:solidFill>
                  <a:srgbClr val="191919"/>
                </a:solidFill>
                <a:latin typeface="HelvNeue Light for IBM" pitchFamily="34" charset="0"/>
              </a:defRPr>
            </a:lvl2pPr>
            <a:lvl3pPr algn="l" rtl="0" eaLnBrk="1" fontAlgn="base" hangingPunct="1">
              <a:lnSpc>
                <a:spcPct val="90000"/>
              </a:lnSpc>
              <a:spcBef>
                <a:spcPct val="0"/>
              </a:spcBef>
              <a:spcAft>
                <a:spcPct val="0"/>
              </a:spcAft>
              <a:defRPr sz="2960">
                <a:solidFill>
                  <a:srgbClr val="191919"/>
                </a:solidFill>
                <a:latin typeface="HelvNeue Light for IBM" pitchFamily="34" charset="0"/>
              </a:defRPr>
            </a:lvl3pPr>
            <a:lvl4pPr algn="l" rtl="0" eaLnBrk="1" fontAlgn="base" hangingPunct="1">
              <a:lnSpc>
                <a:spcPct val="90000"/>
              </a:lnSpc>
              <a:spcBef>
                <a:spcPct val="0"/>
              </a:spcBef>
              <a:spcAft>
                <a:spcPct val="0"/>
              </a:spcAft>
              <a:defRPr sz="2960">
                <a:solidFill>
                  <a:srgbClr val="191919"/>
                </a:solidFill>
                <a:latin typeface="HelvNeue Light for IBM" pitchFamily="34" charset="0"/>
              </a:defRPr>
            </a:lvl4pPr>
            <a:lvl5pPr algn="l" rtl="0" eaLnBrk="1" fontAlgn="base" hangingPunct="1">
              <a:lnSpc>
                <a:spcPct val="90000"/>
              </a:lnSpc>
              <a:spcBef>
                <a:spcPct val="0"/>
              </a:spcBef>
              <a:spcAft>
                <a:spcPct val="0"/>
              </a:spcAft>
              <a:defRPr sz="2960">
                <a:solidFill>
                  <a:srgbClr val="191919"/>
                </a:solidFill>
                <a:latin typeface="HelvNeue Light for IBM" pitchFamily="34" charset="0"/>
              </a:defRPr>
            </a:lvl5pPr>
            <a:lvl6pPr marL="483395" algn="l" rtl="0" eaLnBrk="1" fontAlgn="base" hangingPunct="1">
              <a:lnSpc>
                <a:spcPct val="90000"/>
              </a:lnSpc>
              <a:spcBef>
                <a:spcPct val="0"/>
              </a:spcBef>
              <a:spcAft>
                <a:spcPct val="0"/>
              </a:spcAft>
              <a:defRPr sz="2960">
                <a:solidFill>
                  <a:srgbClr val="191919"/>
                </a:solidFill>
                <a:latin typeface="HelvNeue Light for IBM" pitchFamily="34" charset="0"/>
              </a:defRPr>
            </a:lvl6pPr>
            <a:lvl7pPr marL="966792" algn="l" rtl="0" eaLnBrk="1" fontAlgn="base" hangingPunct="1">
              <a:lnSpc>
                <a:spcPct val="90000"/>
              </a:lnSpc>
              <a:spcBef>
                <a:spcPct val="0"/>
              </a:spcBef>
              <a:spcAft>
                <a:spcPct val="0"/>
              </a:spcAft>
              <a:defRPr sz="2960">
                <a:solidFill>
                  <a:srgbClr val="191919"/>
                </a:solidFill>
                <a:latin typeface="HelvNeue Light for IBM" pitchFamily="34" charset="0"/>
              </a:defRPr>
            </a:lvl7pPr>
            <a:lvl8pPr marL="1450185" algn="l" rtl="0" eaLnBrk="1" fontAlgn="base" hangingPunct="1">
              <a:lnSpc>
                <a:spcPct val="90000"/>
              </a:lnSpc>
              <a:spcBef>
                <a:spcPct val="0"/>
              </a:spcBef>
              <a:spcAft>
                <a:spcPct val="0"/>
              </a:spcAft>
              <a:defRPr sz="2960">
                <a:solidFill>
                  <a:srgbClr val="191919"/>
                </a:solidFill>
                <a:latin typeface="HelvNeue Light for IBM" pitchFamily="34" charset="0"/>
              </a:defRPr>
            </a:lvl8pPr>
            <a:lvl9pPr marL="1933581" algn="l" rtl="0" eaLnBrk="1" fontAlgn="base" hangingPunct="1">
              <a:lnSpc>
                <a:spcPct val="90000"/>
              </a:lnSpc>
              <a:spcBef>
                <a:spcPct val="0"/>
              </a:spcBef>
              <a:spcAft>
                <a:spcPct val="0"/>
              </a:spcAft>
              <a:defRPr sz="2960">
                <a:solidFill>
                  <a:srgbClr val="191919"/>
                </a:solidFill>
                <a:latin typeface="HelvNeue Light for IBM" pitchFamily="34" charset="0"/>
              </a:defRPr>
            </a:lvl9pPr>
          </a:lstStyle>
          <a:p>
            <a:r>
              <a:rPr lang="en-US" sz="7200" b="0" i="0" kern="0" dirty="0">
                <a:solidFill>
                  <a:schemeClr val="bg1"/>
                </a:solidFill>
                <a:latin typeface="IBM Plex Sans Light" panose="020B0403050203000203" pitchFamily="34" charset="0"/>
              </a:rPr>
              <a:t>Thank you</a:t>
            </a:r>
          </a:p>
        </p:txBody>
      </p:sp>
    </p:spTree>
    <p:extLst>
      <p:ext uri="{BB962C8B-B14F-4D97-AF65-F5344CB8AC3E}">
        <p14:creationId xmlns:p14="http://schemas.microsoft.com/office/powerpoint/2010/main" val="14512164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Exit">
    <p:bg>
      <p:bgPr>
        <a:solidFill>
          <a:srgbClr val="121619"/>
        </a:solidFill>
        <a:effectLst/>
      </p:bgPr>
    </p:bg>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4E27F71D-749D-974B-AB68-C90C1F656661}"/>
              </a:ext>
            </a:extLst>
          </p:cNvPr>
          <p:cNvGrpSpPr/>
          <p:nvPr userDrawn="1"/>
        </p:nvGrpSpPr>
        <p:grpSpPr>
          <a:xfrm>
            <a:off x="-146307" y="-147320"/>
            <a:ext cx="12485627" cy="7152640"/>
            <a:chOff x="-109730" y="-110490"/>
            <a:chExt cx="9364220" cy="5364480"/>
          </a:xfrm>
        </p:grpSpPr>
        <p:grpSp>
          <p:nvGrpSpPr>
            <p:cNvPr id="17" name="Group 16">
              <a:extLst>
                <a:ext uri="{FF2B5EF4-FFF2-40B4-BE49-F238E27FC236}">
                  <a16:creationId xmlns:a16="http://schemas.microsoft.com/office/drawing/2014/main" id="{7033ABDB-33FA-424A-8022-BE25064AAE9B}"/>
                </a:ext>
              </a:extLst>
            </p:cNvPr>
            <p:cNvGrpSpPr/>
            <p:nvPr userDrawn="1"/>
          </p:nvGrpSpPr>
          <p:grpSpPr>
            <a:xfrm>
              <a:off x="228600" y="-110490"/>
              <a:ext cx="8686732" cy="91440"/>
              <a:chOff x="228600" y="-152400"/>
              <a:chExt cx="8686732" cy="152400"/>
            </a:xfrm>
          </p:grpSpPr>
          <p:cxnSp>
            <p:nvCxnSpPr>
              <p:cNvPr id="50" name="Straight Connector 49">
                <a:extLst>
                  <a:ext uri="{FF2B5EF4-FFF2-40B4-BE49-F238E27FC236}">
                    <a16:creationId xmlns:a16="http://schemas.microsoft.com/office/drawing/2014/main" id="{E028FABC-C57C-0B4D-ADC6-F0D9AC86E7C9}"/>
                  </a:ext>
                </a:extLst>
              </p:cNvPr>
              <p:cNvCxnSpPr/>
              <p:nvPr userDrawn="1"/>
            </p:nvCxnSpPr>
            <p:spPr bwMode="auto">
              <a:xfrm rot="5400000" flipH="1">
                <a:off x="152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1" name="Straight Connector 50">
                <a:extLst>
                  <a:ext uri="{FF2B5EF4-FFF2-40B4-BE49-F238E27FC236}">
                    <a16:creationId xmlns:a16="http://schemas.microsoft.com/office/drawing/2014/main" id="{CCE52FE3-158F-D14E-B6AE-3EE847C02A23}"/>
                  </a:ext>
                </a:extLst>
              </p:cNvPr>
              <p:cNvCxnSpPr/>
              <p:nvPr userDrawn="1"/>
            </p:nvCxnSpPr>
            <p:spPr bwMode="auto">
              <a:xfrm rot="5400000" flipH="1">
                <a:off x="1981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2" name="Straight Connector 51">
                <a:extLst>
                  <a:ext uri="{FF2B5EF4-FFF2-40B4-BE49-F238E27FC236}">
                    <a16:creationId xmlns:a16="http://schemas.microsoft.com/office/drawing/2014/main" id="{C6326F37-4F20-A241-8AC4-D933542FB91D}"/>
                  </a:ext>
                </a:extLst>
              </p:cNvPr>
              <p:cNvCxnSpPr/>
              <p:nvPr userDrawn="1"/>
            </p:nvCxnSpPr>
            <p:spPr bwMode="auto">
              <a:xfrm rot="5400000" flipH="1">
                <a:off x="2209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3" name="Straight Connector 52">
                <a:extLst>
                  <a:ext uri="{FF2B5EF4-FFF2-40B4-BE49-F238E27FC236}">
                    <a16:creationId xmlns:a16="http://schemas.microsoft.com/office/drawing/2014/main" id="{193EAF95-D519-4A43-A5B7-8F152B7AAAF3}"/>
                  </a:ext>
                </a:extLst>
              </p:cNvPr>
              <p:cNvCxnSpPr/>
              <p:nvPr userDrawn="1"/>
            </p:nvCxnSpPr>
            <p:spPr bwMode="auto">
              <a:xfrm rot="5400000" flipH="1">
                <a:off x="2438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4" name="Straight Connector 53">
                <a:extLst>
                  <a:ext uri="{FF2B5EF4-FFF2-40B4-BE49-F238E27FC236}">
                    <a16:creationId xmlns:a16="http://schemas.microsoft.com/office/drawing/2014/main" id="{63D1F6C8-6E33-8445-84CD-22391B38AE2F}"/>
                  </a:ext>
                </a:extLst>
              </p:cNvPr>
              <p:cNvCxnSpPr/>
              <p:nvPr userDrawn="1"/>
            </p:nvCxnSpPr>
            <p:spPr bwMode="auto">
              <a:xfrm rot="5400000" flipH="1">
                <a:off x="4267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5" name="Straight Connector 54">
                <a:extLst>
                  <a:ext uri="{FF2B5EF4-FFF2-40B4-BE49-F238E27FC236}">
                    <a16:creationId xmlns:a16="http://schemas.microsoft.com/office/drawing/2014/main" id="{7CC00B75-D288-0546-90E6-0FAF60915429}"/>
                  </a:ext>
                </a:extLst>
              </p:cNvPr>
              <p:cNvCxnSpPr/>
              <p:nvPr userDrawn="1"/>
            </p:nvCxnSpPr>
            <p:spPr bwMode="auto">
              <a:xfrm rot="5400000" flipH="1">
                <a:off x="4495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6" name="Straight Connector 55">
                <a:extLst>
                  <a:ext uri="{FF2B5EF4-FFF2-40B4-BE49-F238E27FC236}">
                    <a16:creationId xmlns:a16="http://schemas.microsoft.com/office/drawing/2014/main" id="{9E943793-FE0F-6F4D-98F4-B9E3837BCA91}"/>
                  </a:ext>
                </a:extLst>
              </p:cNvPr>
              <p:cNvCxnSpPr/>
              <p:nvPr userDrawn="1"/>
            </p:nvCxnSpPr>
            <p:spPr bwMode="auto">
              <a:xfrm rot="5400000" flipH="1">
                <a:off x="4724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7" name="Straight Connector 56">
                <a:extLst>
                  <a:ext uri="{FF2B5EF4-FFF2-40B4-BE49-F238E27FC236}">
                    <a16:creationId xmlns:a16="http://schemas.microsoft.com/office/drawing/2014/main" id="{B1C729D8-F1AE-2C45-BF73-3BFD621F4038}"/>
                  </a:ext>
                </a:extLst>
              </p:cNvPr>
              <p:cNvCxnSpPr/>
              <p:nvPr userDrawn="1"/>
            </p:nvCxnSpPr>
            <p:spPr bwMode="auto">
              <a:xfrm rot="5400000" flipH="1">
                <a:off x="6553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8" name="Straight Connector 57">
                <a:extLst>
                  <a:ext uri="{FF2B5EF4-FFF2-40B4-BE49-F238E27FC236}">
                    <a16:creationId xmlns:a16="http://schemas.microsoft.com/office/drawing/2014/main" id="{773341F0-E3B3-EB42-A739-32107097206A}"/>
                  </a:ext>
                </a:extLst>
              </p:cNvPr>
              <p:cNvCxnSpPr/>
              <p:nvPr userDrawn="1"/>
            </p:nvCxnSpPr>
            <p:spPr bwMode="auto">
              <a:xfrm rot="5400000" flipH="1">
                <a:off x="6781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9" name="Straight Connector 58">
                <a:extLst>
                  <a:ext uri="{FF2B5EF4-FFF2-40B4-BE49-F238E27FC236}">
                    <a16:creationId xmlns:a16="http://schemas.microsoft.com/office/drawing/2014/main" id="{89EDDA5B-8572-C545-8DFA-ABC33664C7A1}"/>
                  </a:ext>
                </a:extLst>
              </p:cNvPr>
              <p:cNvCxnSpPr/>
              <p:nvPr userDrawn="1"/>
            </p:nvCxnSpPr>
            <p:spPr bwMode="auto">
              <a:xfrm rot="5400000" flipH="1">
                <a:off x="7010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0" name="Straight Connector 59">
                <a:extLst>
                  <a:ext uri="{FF2B5EF4-FFF2-40B4-BE49-F238E27FC236}">
                    <a16:creationId xmlns:a16="http://schemas.microsoft.com/office/drawing/2014/main" id="{E0B85CAB-A5A1-6546-BA39-1598C1A1BF64}"/>
                  </a:ext>
                </a:extLst>
              </p:cNvPr>
              <p:cNvCxnSpPr/>
              <p:nvPr userDrawn="1"/>
            </p:nvCxnSpPr>
            <p:spPr bwMode="auto">
              <a:xfrm rot="5400000" flipH="1">
                <a:off x="8839132"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18" name="Group 17">
              <a:extLst>
                <a:ext uri="{FF2B5EF4-FFF2-40B4-BE49-F238E27FC236}">
                  <a16:creationId xmlns:a16="http://schemas.microsoft.com/office/drawing/2014/main" id="{4EE9C99B-7B10-AE41-8B1B-D8508EC96D36}"/>
                </a:ext>
              </a:extLst>
            </p:cNvPr>
            <p:cNvGrpSpPr/>
            <p:nvPr userDrawn="1"/>
          </p:nvGrpSpPr>
          <p:grpSpPr>
            <a:xfrm>
              <a:off x="228600" y="5162550"/>
              <a:ext cx="8686732" cy="91440"/>
              <a:chOff x="228600" y="5143500"/>
              <a:chExt cx="8686732" cy="152400"/>
            </a:xfrm>
          </p:grpSpPr>
          <p:cxnSp>
            <p:nvCxnSpPr>
              <p:cNvPr id="39" name="Straight Connector 38">
                <a:extLst>
                  <a:ext uri="{FF2B5EF4-FFF2-40B4-BE49-F238E27FC236}">
                    <a16:creationId xmlns:a16="http://schemas.microsoft.com/office/drawing/2014/main" id="{C65EA58F-D486-A749-9B47-9DD071000D4F}"/>
                  </a:ext>
                </a:extLst>
              </p:cNvPr>
              <p:cNvCxnSpPr/>
              <p:nvPr userDrawn="1"/>
            </p:nvCxnSpPr>
            <p:spPr bwMode="auto">
              <a:xfrm rot="5400000" flipH="1">
                <a:off x="152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9056486B-3E88-1F4E-A5B6-71F9C8038505}"/>
                  </a:ext>
                </a:extLst>
              </p:cNvPr>
              <p:cNvCxnSpPr/>
              <p:nvPr userDrawn="1"/>
            </p:nvCxnSpPr>
            <p:spPr bwMode="auto">
              <a:xfrm rot="5400000" flipH="1">
                <a:off x="1981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1" name="Straight Connector 40">
                <a:extLst>
                  <a:ext uri="{FF2B5EF4-FFF2-40B4-BE49-F238E27FC236}">
                    <a16:creationId xmlns:a16="http://schemas.microsoft.com/office/drawing/2014/main" id="{8F54F4A3-648E-3146-B408-995E6916E7DD}"/>
                  </a:ext>
                </a:extLst>
              </p:cNvPr>
              <p:cNvCxnSpPr/>
              <p:nvPr userDrawn="1"/>
            </p:nvCxnSpPr>
            <p:spPr bwMode="auto">
              <a:xfrm rot="5400000" flipH="1">
                <a:off x="2209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2" name="Straight Connector 41">
                <a:extLst>
                  <a:ext uri="{FF2B5EF4-FFF2-40B4-BE49-F238E27FC236}">
                    <a16:creationId xmlns:a16="http://schemas.microsoft.com/office/drawing/2014/main" id="{1DB512CA-21A6-9E45-BA56-12B8F4FE801F}"/>
                  </a:ext>
                </a:extLst>
              </p:cNvPr>
              <p:cNvCxnSpPr/>
              <p:nvPr userDrawn="1"/>
            </p:nvCxnSpPr>
            <p:spPr bwMode="auto">
              <a:xfrm rot="5400000" flipH="1">
                <a:off x="2438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3" name="Straight Connector 42">
                <a:extLst>
                  <a:ext uri="{FF2B5EF4-FFF2-40B4-BE49-F238E27FC236}">
                    <a16:creationId xmlns:a16="http://schemas.microsoft.com/office/drawing/2014/main" id="{2BFB8868-99DE-1A45-8575-1EA11710057F}"/>
                  </a:ext>
                </a:extLst>
              </p:cNvPr>
              <p:cNvCxnSpPr/>
              <p:nvPr userDrawn="1"/>
            </p:nvCxnSpPr>
            <p:spPr bwMode="auto">
              <a:xfrm rot="5400000" flipH="1">
                <a:off x="4267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4" name="Straight Connector 43">
                <a:extLst>
                  <a:ext uri="{FF2B5EF4-FFF2-40B4-BE49-F238E27FC236}">
                    <a16:creationId xmlns:a16="http://schemas.microsoft.com/office/drawing/2014/main" id="{730DE9A1-D9BD-524C-BE6F-1D6659196FBC}"/>
                  </a:ext>
                </a:extLst>
              </p:cNvPr>
              <p:cNvCxnSpPr/>
              <p:nvPr userDrawn="1"/>
            </p:nvCxnSpPr>
            <p:spPr bwMode="auto">
              <a:xfrm rot="5400000" flipH="1">
                <a:off x="4495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5" name="Straight Connector 44">
                <a:extLst>
                  <a:ext uri="{FF2B5EF4-FFF2-40B4-BE49-F238E27FC236}">
                    <a16:creationId xmlns:a16="http://schemas.microsoft.com/office/drawing/2014/main" id="{5ABAF5C8-E725-FD45-80A0-6EC368BF88BA}"/>
                  </a:ext>
                </a:extLst>
              </p:cNvPr>
              <p:cNvCxnSpPr/>
              <p:nvPr userDrawn="1"/>
            </p:nvCxnSpPr>
            <p:spPr bwMode="auto">
              <a:xfrm rot="5400000" flipH="1">
                <a:off x="4724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6" name="Straight Connector 45">
                <a:extLst>
                  <a:ext uri="{FF2B5EF4-FFF2-40B4-BE49-F238E27FC236}">
                    <a16:creationId xmlns:a16="http://schemas.microsoft.com/office/drawing/2014/main" id="{EBC18DE6-803B-7541-908A-41F6D4494834}"/>
                  </a:ext>
                </a:extLst>
              </p:cNvPr>
              <p:cNvCxnSpPr/>
              <p:nvPr userDrawn="1"/>
            </p:nvCxnSpPr>
            <p:spPr bwMode="auto">
              <a:xfrm rot="5400000" flipH="1">
                <a:off x="6553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7" name="Straight Connector 46">
                <a:extLst>
                  <a:ext uri="{FF2B5EF4-FFF2-40B4-BE49-F238E27FC236}">
                    <a16:creationId xmlns:a16="http://schemas.microsoft.com/office/drawing/2014/main" id="{737A4750-B9D5-5049-A414-7844F44D2F08}"/>
                  </a:ext>
                </a:extLst>
              </p:cNvPr>
              <p:cNvCxnSpPr/>
              <p:nvPr userDrawn="1"/>
            </p:nvCxnSpPr>
            <p:spPr bwMode="auto">
              <a:xfrm rot="5400000" flipH="1">
                <a:off x="6781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8" name="Straight Connector 47">
                <a:extLst>
                  <a:ext uri="{FF2B5EF4-FFF2-40B4-BE49-F238E27FC236}">
                    <a16:creationId xmlns:a16="http://schemas.microsoft.com/office/drawing/2014/main" id="{11CC3856-9176-894C-9678-78854179B583}"/>
                  </a:ext>
                </a:extLst>
              </p:cNvPr>
              <p:cNvCxnSpPr/>
              <p:nvPr userDrawn="1"/>
            </p:nvCxnSpPr>
            <p:spPr bwMode="auto">
              <a:xfrm rot="5400000" flipH="1">
                <a:off x="7010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9" name="Straight Connector 48">
                <a:extLst>
                  <a:ext uri="{FF2B5EF4-FFF2-40B4-BE49-F238E27FC236}">
                    <a16:creationId xmlns:a16="http://schemas.microsoft.com/office/drawing/2014/main" id="{3A4EF373-8CC5-F948-AA7B-C5EF10137299}"/>
                  </a:ext>
                </a:extLst>
              </p:cNvPr>
              <p:cNvCxnSpPr/>
              <p:nvPr userDrawn="1"/>
            </p:nvCxnSpPr>
            <p:spPr bwMode="auto">
              <a:xfrm rot="5400000" flipH="1">
                <a:off x="8839132"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19" name="Group 18">
              <a:extLst>
                <a:ext uri="{FF2B5EF4-FFF2-40B4-BE49-F238E27FC236}">
                  <a16:creationId xmlns:a16="http://schemas.microsoft.com/office/drawing/2014/main" id="{5EDFECA7-68A0-C74C-8702-67F215F53507}"/>
                </a:ext>
              </a:extLst>
            </p:cNvPr>
            <p:cNvGrpSpPr/>
            <p:nvPr userDrawn="1"/>
          </p:nvGrpSpPr>
          <p:grpSpPr>
            <a:xfrm>
              <a:off x="-109730" y="237744"/>
              <a:ext cx="91440" cy="4664456"/>
              <a:chOff x="-109730" y="237744"/>
              <a:chExt cx="91440" cy="4664456"/>
            </a:xfrm>
          </p:grpSpPr>
          <p:cxnSp>
            <p:nvCxnSpPr>
              <p:cNvPr id="30" name="Straight Connector 29">
                <a:extLst>
                  <a:ext uri="{FF2B5EF4-FFF2-40B4-BE49-F238E27FC236}">
                    <a16:creationId xmlns:a16="http://schemas.microsoft.com/office/drawing/2014/main" id="{B42BDEDC-364B-EC4F-9B43-9C5105374A26}"/>
                  </a:ext>
                </a:extLst>
              </p:cNvPr>
              <p:cNvCxnSpPr/>
              <p:nvPr userDrawn="1"/>
            </p:nvCxnSpPr>
            <p:spPr bwMode="auto">
              <a:xfrm flipH="1">
                <a:off x="-109730" y="65379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1" name="Straight Connector 30">
                <a:extLst>
                  <a:ext uri="{FF2B5EF4-FFF2-40B4-BE49-F238E27FC236}">
                    <a16:creationId xmlns:a16="http://schemas.microsoft.com/office/drawing/2014/main" id="{82746AEA-B7EE-6A45-A324-2780C5387E8B}"/>
                  </a:ext>
                </a:extLst>
              </p:cNvPr>
              <p:cNvCxnSpPr/>
              <p:nvPr userDrawn="1"/>
            </p:nvCxnSpPr>
            <p:spPr bwMode="auto">
              <a:xfrm flipH="1">
                <a:off x="-109730" y="128930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2" name="Straight Connector 31">
                <a:extLst>
                  <a:ext uri="{FF2B5EF4-FFF2-40B4-BE49-F238E27FC236}">
                    <a16:creationId xmlns:a16="http://schemas.microsoft.com/office/drawing/2014/main" id="{10F57C53-2F79-4140-B8DD-CFF27135CAA8}"/>
                  </a:ext>
                </a:extLst>
              </p:cNvPr>
              <p:cNvCxnSpPr/>
              <p:nvPr userDrawn="1"/>
            </p:nvCxnSpPr>
            <p:spPr bwMode="auto">
              <a:xfrm flipH="1">
                <a:off x="-109730" y="192938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3" name="Straight Connector 32">
                <a:extLst>
                  <a:ext uri="{FF2B5EF4-FFF2-40B4-BE49-F238E27FC236}">
                    <a16:creationId xmlns:a16="http://schemas.microsoft.com/office/drawing/2014/main" id="{D0D1241B-3B6D-564B-92C0-5F79295699BA}"/>
                  </a:ext>
                </a:extLst>
              </p:cNvPr>
              <p:cNvCxnSpPr/>
              <p:nvPr userDrawn="1"/>
            </p:nvCxnSpPr>
            <p:spPr bwMode="auto">
              <a:xfrm flipH="1">
                <a:off x="-109730" y="2570990"/>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4" name="Straight Connector 33">
                <a:extLst>
                  <a:ext uri="{FF2B5EF4-FFF2-40B4-BE49-F238E27FC236}">
                    <a16:creationId xmlns:a16="http://schemas.microsoft.com/office/drawing/2014/main" id="{4F1A65E1-A6DD-0E48-9328-F63C08A91C80}"/>
                  </a:ext>
                </a:extLst>
              </p:cNvPr>
              <p:cNvCxnSpPr/>
              <p:nvPr userDrawn="1"/>
            </p:nvCxnSpPr>
            <p:spPr bwMode="auto">
              <a:xfrm flipH="1">
                <a:off x="-109730" y="320954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5" name="Straight Connector 34">
                <a:extLst>
                  <a:ext uri="{FF2B5EF4-FFF2-40B4-BE49-F238E27FC236}">
                    <a16:creationId xmlns:a16="http://schemas.microsoft.com/office/drawing/2014/main" id="{DF1A857E-0280-4D4D-8C5E-78EB4893E8F3}"/>
                  </a:ext>
                </a:extLst>
              </p:cNvPr>
              <p:cNvCxnSpPr/>
              <p:nvPr userDrawn="1"/>
            </p:nvCxnSpPr>
            <p:spPr bwMode="auto">
              <a:xfrm flipH="1">
                <a:off x="-109730" y="384962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6" name="Straight Connector 35">
                <a:extLst>
                  <a:ext uri="{FF2B5EF4-FFF2-40B4-BE49-F238E27FC236}">
                    <a16:creationId xmlns:a16="http://schemas.microsoft.com/office/drawing/2014/main" id="{32EE49FC-4AC3-D84D-B296-8260919A4AFB}"/>
                  </a:ext>
                </a:extLst>
              </p:cNvPr>
              <p:cNvCxnSpPr/>
              <p:nvPr userDrawn="1"/>
            </p:nvCxnSpPr>
            <p:spPr bwMode="auto">
              <a:xfrm flipH="1">
                <a:off x="-109730" y="449427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7" name="Straight Connector 36">
                <a:extLst>
                  <a:ext uri="{FF2B5EF4-FFF2-40B4-BE49-F238E27FC236}">
                    <a16:creationId xmlns:a16="http://schemas.microsoft.com/office/drawing/2014/main" id="{A036B8A6-5887-EB43-A589-E9B55309975E}"/>
                  </a:ext>
                </a:extLst>
              </p:cNvPr>
              <p:cNvCxnSpPr/>
              <p:nvPr userDrawn="1"/>
            </p:nvCxnSpPr>
            <p:spPr bwMode="auto">
              <a:xfrm flipH="1">
                <a:off x="-109730" y="23774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8" name="Straight Connector 37">
                <a:extLst>
                  <a:ext uri="{FF2B5EF4-FFF2-40B4-BE49-F238E27FC236}">
                    <a16:creationId xmlns:a16="http://schemas.microsoft.com/office/drawing/2014/main" id="{886C2E2E-F476-B64B-A78C-E2A4F068B019}"/>
                  </a:ext>
                </a:extLst>
              </p:cNvPr>
              <p:cNvCxnSpPr/>
              <p:nvPr userDrawn="1"/>
            </p:nvCxnSpPr>
            <p:spPr bwMode="auto">
              <a:xfrm flipH="1">
                <a:off x="-109730" y="4902200"/>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20" name="Group 19">
              <a:extLst>
                <a:ext uri="{FF2B5EF4-FFF2-40B4-BE49-F238E27FC236}">
                  <a16:creationId xmlns:a16="http://schemas.microsoft.com/office/drawing/2014/main" id="{568B7B3E-2365-FA48-B0BB-56705EDB6709}"/>
                </a:ext>
              </a:extLst>
            </p:cNvPr>
            <p:cNvGrpSpPr/>
            <p:nvPr userDrawn="1"/>
          </p:nvGrpSpPr>
          <p:grpSpPr>
            <a:xfrm>
              <a:off x="9163050" y="237744"/>
              <a:ext cx="91440" cy="4663440"/>
              <a:chOff x="-109730" y="231394"/>
              <a:chExt cx="91440" cy="4663440"/>
            </a:xfrm>
          </p:grpSpPr>
          <p:cxnSp>
            <p:nvCxnSpPr>
              <p:cNvPr id="21" name="Straight Connector 20">
                <a:extLst>
                  <a:ext uri="{FF2B5EF4-FFF2-40B4-BE49-F238E27FC236}">
                    <a16:creationId xmlns:a16="http://schemas.microsoft.com/office/drawing/2014/main" id="{F8CB4122-4D33-2A42-871B-AB33239DC529}"/>
                  </a:ext>
                </a:extLst>
              </p:cNvPr>
              <p:cNvCxnSpPr/>
              <p:nvPr userDrawn="1"/>
            </p:nvCxnSpPr>
            <p:spPr bwMode="auto">
              <a:xfrm flipH="1">
                <a:off x="-109730" y="64744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E1272E41-0FA7-6B41-B356-7A2B88AC448F}"/>
                  </a:ext>
                </a:extLst>
              </p:cNvPr>
              <p:cNvCxnSpPr/>
              <p:nvPr userDrawn="1"/>
            </p:nvCxnSpPr>
            <p:spPr bwMode="auto">
              <a:xfrm flipH="1">
                <a:off x="-109730" y="128295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3" name="Straight Connector 22">
                <a:extLst>
                  <a:ext uri="{FF2B5EF4-FFF2-40B4-BE49-F238E27FC236}">
                    <a16:creationId xmlns:a16="http://schemas.microsoft.com/office/drawing/2014/main" id="{784B5EE1-D003-1F47-8D33-3E312E35B1E7}"/>
                  </a:ext>
                </a:extLst>
              </p:cNvPr>
              <p:cNvCxnSpPr/>
              <p:nvPr userDrawn="1"/>
            </p:nvCxnSpPr>
            <p:spPr bwMode="auto">
              <a:xfrm flipH="1">
                <a:off x="-109730" y="192303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4" name="Straight Connector 23">
                <a:extLst>
                  <a:ext uri="{FF2B5EF4-FFF2-40B4-BE49-F238E27FC236}">
                    <a16:creationId xmlns:a16="http://schemas.microsoft.com/office/drawing/2014/main" id="{571409CD-4C1B-8E45-ACF9-86D270DA7692}"/>
                  </a:ext>
                </a:extLst>
              </p:cNvPr>
              <p:cNvCxnSpPr/>
              <p:nvPr userDrawn="1"/>
            </p:nvCxnSpPr>
            <p:spPr bwMode="auto">
              <a:xfrm flipH="1">
                <a:off x="-109730" y="256311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5" name="Straight Connector 24">
                <a:extLst>
                  <a:ext uri="{FF2B5EF4-FFF2-40B4-BE49-F238E27FC236}">
                    <a16:creationId xmlns:a16="http://schemas.microsoft.com/office/drawing/2014/main" id="{A131086F-34E8-8C46-8C5C-6BAA87172E82}"/>
                  </a:ext>
                </a:extLst>
              </p:cNvPr>
              <p:cNvCxnSpPr/>
              <p:nvPr userDrawn="1"/>
            </p:nvCxnSpPr>
            <p:spPr bwMode="auto">
              <a:xfrm flipH="1">
                <a:off x="-109730" y="320319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6" name="Straight Connector 25">
                <a:extLst>
                  <a:ext uri="{FF2B5EF4-FFF2-40B4-BE49-F238E27FC236}">
                    <a16:creationId xmlns:a16="http://schemas.microsoft.com/office/drawing/2014/main" id="{0A42B631-F25C-F54E-B854-80328E4DFBBC}"/>
                  </a:ext>
                </a:extLst>
              </p:cNvPr>
              <p:cNvCxnSpPr/>
              <p:nvPr userDrawn="1"/>
            </p:nvCxnSpPr>
            <p:spPr bwMode="auto">
              <a:xfrm flipH="1">
                <a:off x="-109730" y="384327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7" name="Straight Connector 26">
                <a:extLst>
                  <a:ext uri="{FF2B5EF4-FFF2-40B4-BE49-F238E27FC236}">
                    <a16:creationId xmlns:a16="http://schemas.microsoft.com/office/drawing/2014/main" id="{08D46B81-A248-A847-9183-C6BC43C53E85}"/>
                  </a:ext>
                </a:extLst>
              </p:cNvPr>
              <p:cNvCxnSpPr/>
              <p:nvPr userDrawn="1"/>
            </p:nvCxnSpPr>
            <p:spPr bwMode="auto">
              <a:xfrm flipH="1">
                <a:off x="-109730" y="448792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86FA5BE4-E196-EC4A-BC7A-95A47060EE08}"/>
                  </a:ext>
                </a:extLst>
              </p:cNvPr>
              <p:cNvCxnSpPr/>
              <p:nvPr userDrawn="1"/>
            </p:nvCxnSpPr>
            <p:spPr bwMode="auto">
              <a:xfrm flipH="1">
                <a:off x="-109730" y="23139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9" name="Straight Connector 28">
                <a:extLst>
                  <a:ext uri="{FF2B5EF4-FFF2-40B4-BE49-F238E27FC236}">
                    <a16:creationId xmlns:a16="http://schemas.microsoft.com/office/drawing/2014/main" id="{47A74DF6-412C-6548-B80E-F7E7ED8433A9}"/>
                  </a:ext>
                </a:extLst>
              </p:cNvPr>
              <p:cNvCxnSpPr/>
              <p:nvPr userDrawn="1"/>
            </p:nvCxnSpPr>
            <p:spPr bwMode="auto">
              <a:xfrm flipH="1">
                <a:off x="-109730" y="489483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pic>
        <p:nvPicPr>
          <p:cNvPr id="61" name="Picture 60">
            <a:extLst>
              <a:ext uri="{FF2B5EF4-FFF2-40B4-BE49-F238E27FC236}">
                <a16:creationId xmlns:a16="http://schemas.microsoft.com/office/drawing/2014/main" id="{380B1FB0-7C5B-1D4A-B91D-8A82ACCCC94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449953" y="3165952"/>
            <a:ext cx="1292094" cy="526097"/>
          </a:xfrm>
          <a:prstGeom prst="rect">
            <a:avLst/>
          </a:prstGeom>
        </p:spPr>
      </p:pic>
    </p:spTree>
    <p:extLst>
      <p:ext uri="{BB962C8B-B14F-4D97-AF65-F5344CB8AC3E}">
        <p14:creationId xmlns:p14="http://schemas.microsoft.com/office/powerpoint/2010/main" val="28169070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2 Left">
    <p:spTree>
      <p:nvGrpSpPr>
        <p:cNvPr id="1" name=""/>
        <p:cNvGrpSpPr/>
        <p:nvPr/>
      </p:nvGrpSpPr>
      <p:grpSpPr>
        <a:xfrm>
          <a:off x="0" y="0"/>
          <a:ext cx="0" cy="0"/>
          <a:chOff x="0" y="0"/>
          <a:chExt cx="0" cy="0"/>
        </a:xfrm>
      </p:grpSpPr>
      <p:sp>
        <p:nvSpPr>
          <p:cNvPr id="71" name="Rectangle 70">
            <a:extLst>
              <a:ext uri="{FF2B5EF4-FFF2-40B4-BE49-F238E27FC236}">
                <a16:creationId xmlns:a16="http://schemas.microsoft.com/office/drawing/2014/main" id="{E3D35D99-0C4E-AA47-B9B3-35527D214953}"/>
              </a:ext>
            </a:extLst>
          </p:cNvPr>
          <p:cNvSpPr/>
          <p:nvPr userDrawn="1"/>
        </p:nvSpPr>
        <p:spPr bwMode="auto">
          <a:xfrm>
            <a:off x="6096000" y="-1"/>
            <a:ext cx="6096000" cy="6857991"/>
          </a:xfrm>
          <a:prstGeom prst="rect">
            <a:avLst/>
          </a:prstGeom>
          <a:solidFill>
            <a:srgbClr val="F2F4F8"/>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90000"/>
              </a:lnSpc>
              <a:spcBef>
                <a:spcPct val="0"/>
              </a:spcBef>
              <a:spcAft>
                <a:spcPct val="0"/>
              </a:spcAft>
              <a:buClrTx/>
              <a:buSzTx/>
              <a:buFontTx/>
              <a:buNone/>
              <a:tabLst/>
            </a:pPr>
            <a:endParaRPr kumimoji="0" lang="en-US" sz="2000" b="0" i="0" u="none" strike="noStrike" cap="none" normalizeH="0" baseline="0" dirty="0">
              <a:ln>
                <a:noFill/>
              </a:ln>
              <a:solidFill>
                <a:srgbClr val="191919"/>
              </a:solidFill>
              <a:effectLst/>
              <a:latin typeface="HelvNeue Light for IBM" pitchFamily="34" charset="0"/>
            </a:endParaRPr>
          </a:p>
        </p:txBody>
      </p:sp>
      <p:grpSp>
        <p:nvGrpSpPr>
          <p:cNvPr id="16" name="Group 15">
            <a:extLst>
              <a:ext uri="{FF2B5EF4-FFF2-40B4-BE49-F238E27FC236}">
                <a16:creationId xmlns:a16="http://schemas.microsoft.com/office/drawing/2014/main" id="{4E27F71D-749D-974B-AB68-C90C1F656661}"/>
              </a:ext>
            </a:extLst>
          </p:cNvPr>
          <p:cNvGrpSpPr/>
          <p:nvPr userDrawn="1"/>
        </p:nvGrpSpPr>
        <p:grpSpPr>
          <a:xfrm>
            <a:off x="-146307" y="-147320"/>
            <a:ext cx="12485627" cy="7152640"/>
            <a:chOff x="-109730" y="-110490"/>
            <a:chExt cx="9364220" cy="5364480"/>
          </a:xfrm>
        </p:grpSpPr>
        <p:grpSp>
          <p:nvGrpSpPr>
            <p:cNvPr id="17" name="Group 16">
              <a:extLst>
                <a:ext uri="{FF2B5EF4-FFF2-40B4-BE49-F238E27FC236}">
                  <a16:creationId xmlns:a16="http://schemas.microsoft.com/office/drawing/2014/main" id="{7033ABDB-33FA-424A-8022-BE25064AAE9B}"/>
                </a:ext>
              </a:extLst>
            </p:cNvPr>
            <p:cNvGrpSpPr/>
            <p:nvPr userDrawn="1"/>
          </p:nvGrpSpPr>
          <p:grpSpPr>
            <a:xfrm>
              <a:off x="228600" y="-110490"/>
              <a:ext cx="8686732" cy="91440"/>
              <a:chOff x="228600" y="-152400"/>
              <a:chExt cx="8686732" cy="152400"/>
            </a:xfrm>
          </p:grpSpPr>
          <p:cxnSp>
            <p:nvCxnSpPr>
              <p:cNvPr id="50" name="Straight Connector 49">
                <a:extLst>
                  <a:ext uri="{FF2B5EF4-FFF2-40B4-BE49-F238E27FC236}">
                    <a16:creationId xmlns:a16="http://schemas.microsoft.com/office/drawing/2014/main" id="{E028FABC-C57C-0B4D-ADC6-F0D9AC86E7C9}"/>
                  </a:ext>
                </a:extLst>
              </p:cNvPr>
              <p:cNvCxnSpPr/>
              <p:nvPr userDrawn="1"/>
            </p:nvCxnSpPr>
            <p:spPr bwMode="auto">
              <a:xfrm rot="5400000" flipH="1">
                <a:off x="152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1" name="Straight Connector 50">
                <a:extLst>
                  <a:ext uri="{FF2B5EF4-FFF2-40B4-BE49-F238E27FC236}">
                    <a16:creationId xmlns:a16="http://schemas.microsoft.com/office/drawing/2014/main" id="{CCE52FE3-158F-D14E-B6AE-3EE847C02A23}"/>
                  </a:ext>
                </a:extLst>
              </p:cNvPr>
              <p:cNvCxnSpPr/>
              <p:nvPr userDrawn="1"/>
            </p:nvCxnSpPr>
            <p:spPr bwMode="auto">
              <a:xfrm rot="5400000" flipH="1">
                <a:off x="1981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2" name="Straight Connector 51">
                <a:extLst>
                  <a:ext uri="{FF2B5EF4-FFF2-40B4-BE49-F238E27FC236}">
                    <a16:creationId xmlns:a16="http://schemas.microsoft.com/office/drawing/2014/main" id="{C6326F37-4F20-A241-8AC4-D933542FB91D}"/>
                  </a:ext>
                </a:extLst>
              </p:cNvPr>
              <p:cNvCxnSpPr/>
              <p:nvPr userDrawn="1"/>
            </p:nvCxnSpPr>
            <p:spPr bwMode="auto">
              <a:xfrm rot="5400000" flipH="1">
                <a:off x="2209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3" name="Straight Connector 52">
                <a:extLst>
                  <a:ext uri="{FF2B5EF4-FFF2-40B4-BE49-F238E27FC236}">
                    <a16:creationId xmlns:a16="http://schemas.microsoft.com/office/drawing/2014/main" id="{193EAF95-D519-4A43-A5B7-8F152B7AAAF3}"/>
                  </a:ext>
                </a:extLst>
              </p:cNvPr>
              <p:cNvCxnSpPr/>
              <p:nvPr userDrawn="1"/>
            </p:nvCxnSpPr>
            <p:spPr bwMode="auto">
              <a:xfrm rot="5400000" flipH="1">
                <a:off x="2438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4" name="Straight Connector 53">
                <a:extLst>
                  <a:ext uri="{FF2B5EF4-FFF2-40B4-BE49-F238E27FC236}">
                    <a16:creationId xmlns:a16="http://schemas.microsoft.com/office/drawing/2014/main" id="{63D1F6C8-6E33-8445-84CD-22391B38AE2F}"/>
                  </a:ext>
                </a:extLst>
              </p:cNvPr>
              <p:cNvCxnSpPr/>
              <p:nvPr userDrawn="1"/>
            </p:nvCxnSpPr>
            <p:spPr bwMode="auto">
              <a:xfrm rot="5400000" flipH="1">
                <a:off x="4267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5" name="Straight Connector 54">
                <a:extLst>
                  <a:ext uri="{FF2B5EF4-FFF2-40B4-BE49-F238E27FC236}">
                    <a16:creationId xmlns:a16="http://schemas.microsoft.com/office/drawing/2014/main" id="{7CC00B75-D288-0546-90E6-0FAF60915429}"/>
                  </a:ext>
                </a:extLst>
              </p:cNvPr>
              <p:cNvCxnSpPr/>
              <p:nvPr userDrawn="1"/>
            </p:nvCxnSpPr>
            <p:spPr bwMode="auto">
              <a:xfrm rot="5400000" flipH="1">
                <a:off x="4495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6" name="Straight Connector 55">
                <a:extLst>
                  <a:ext uri="{FF2B5EF4-FFF2-40B4-BE49-F238E27FC236}">
                    <a16:creationId xmlns:a16="http://schemas.microsoft.com/office/drawing/2014/main" id="{9E943793-FE0F-6F4D-98F4-B9E3837BCA91}"/>
                  </a:ext>
                </a:extLst>
              </p:cNvPr>
              <p:cNvCxnSpPr/>
              <p:nvPr userDrawn="1"/>
            </p:nvCxnSpPr>
            <p:spPr bwMode="auto">
              <a:xfrm rot="5400000" flipH="1">
                <a:off x="4724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7" name="Straight Connector 56">
                <a:extLst>
                  <a:ext uri="{FF2B5EF4-FFF2-40B4-BE49-F238E27FC236}">
                    <a16:creationId xmlns:a16="http://schemas.microsoft.com/office/drawing/2014/main" id="{B1C729D8-F1AE-2C45-BF73-3BFD621F4038}"/>
                  </a:ext>
                </a:extLst>
              </p:cNvPr>
              <p:cNvCxnSpPr/>
              <p:nvPr userDrawn="1"/>
            </p:nvCxnSpPr>
            <p:spPr bwMode="auto">
              <a:xfrm rot="5400000" flipH="1">
                <a:off x="6553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8" name="Straight Connector 57">
                <a:extLst>
                  <a:ext uri="{FF2B5EF4-FFF2-40B4-BE49-F238E27FC236}">
                    <a16:creationId xmlns:a16="http://schemas.microsoft.com/office/drawing/2014/main" id="{773341F0-E3B3-EB42-A739-32107097206A}"/>
                  </a:ext>
                </a:extLst>
              </p:cNvPr>
              <p:cNvCxnSpPr/>
              <p:nvPr userDrawn="1"/>
            </p:nvCxnSpPr>
            <p:spPr bwMode="auto">
              <a:xfrm rot="5400000" flipH="1">
                <a:off x="6781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9" name="Straight Connector 58">
                <a:extLst>
                  <a:ext uri="{FF2B5EF4-FFF2-40B4-BE49-F238E27FC236}">
                    <a16:creationId xmlns:a16="http://schemas.microsoft.com/office/drawing/2014/main" id="{89EDDA5B-8572-C545-8DFA-ABC33664C7A1}"/>
                  </a:ext>
                </a:extLst>
              </p:cNvPr>
              <p:cNvCxnSpPr/>
              <p:nvPr userDrawn="1"/>
            </p:nvCxnSpPr>
            <p:spPr bwMode="auto">
              <a:xfrm rot="5400000" flipH="1">
                <a:off x="7010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0" name="Straight Connector 59">
                <a:extLst>
                  <a:ext uri="{FF2B5EF4-FFF2-40B4-BE49-F238E27FC236}">
                    <a16:creationId xmlns:a16="http://schemas.microsoft.com/office/drawing/2014/main" id="{E0B85CAB-A5A1-6546-BA39-1598C1A1BF64}"/>
                  </a:ext>
                </a:extLst>
              </p:cNvPr>
              <p:cNvCxnSpPr/>
              <p:nvPr userDrawn="1"/>
            </p:nvCxnSpPr>
            <p:spPr bwMode="auto">
              <a:xfrm rot="5400000" flipH="1">
                <a:off x="8839132"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18" name="Group 17">
              <a:extLst>
                <a:ext uri="{FF2B5EF4-FFF2-40B4-BE49-F238E27FC236}">
                  <a16:creationId xmlns:a16="http://schemas.microsoft.com/office/drawing/2014/main" id="{4EE9C99B-7B10-AE41-8B1B-D8508EC96D36}"/>
                </a:ext>
              </a:extLst>
            </p:cNvPr>
            <p:cNvGrpSpPr/>
            <p:nvPr userDrawn="1"/>
          </p:nvGrpSpPr>
          <p:grpSpPr>
            <a:xfrm>
              <a:off x="228600" y="5162550"/>
              <a:ext cx="8686732" cy="91440"/>
              <a:chOff x="228600" y="5143500"/>
              <a:chExt cx="8686732" cy="152400"/>
            </a:xfrm>
          </p:grpSpPr>
          <p:cxnSp>
            <p:nvCxnSpPr>
              <p:cNvPr id="39" name="Straight Connector 38">
                <a:extLst>
                  <a:ext uri="{FF2B5EF4-FFF2-40B4-BE49-F238E27FC236}">
                    <a16:creationId xmlns:a16="http://schemas.microsoft.com/office/drawing/2014/main" id="{C65EA58F-D486-A749-9B47-9DD071000D4F}"/>
                  </a:ext>
                </a:extLst>
              </p:cNvPr>
              <p:cNvCxnSpPr/>
              <p:nvPr userDrawn="1"/>
            </p:nvCxnSpPr>
            <p:spPr bwMode="auto">
              <a:xfrm rot="5400000" flipH="1">
                <a:off x="152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9056486B-3E88-1F4E-A5B6-71F9C8038505}"/>
                  </a:ext>
                </a:extLst>
              </p:cNvPr>
              <p:cNvCxnSpPr/>
              <p:nvPr userDrawn="1"/>
            </p:nvCxnSpPr>
            <p:spPr bwMode="auto">
              <a:xfrm rot="5400000" flipH="1">
                <a:off x="1981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1" name="Straight Connector 40">
                <a:extLst>
                  <a:ext uri="{FF2B5EF4-FFF2-40B4-BE49-F238E27FC236}">
                    <a16:creationId xmlns:a16="http://schemas.microsoft.com/office/drawing/2014/main" id="{8F54F4A3-648E-3146-B408-995E6916E7DD}"/>
                  </a:ext>
                </a:extLst>
              </p:cNvPr>
              <p:cNvCxnSpPr/>
              <p:nvPr userDrawn="1"/>
            </p:nvCxnSpPr>
            <p:spPr bwMode="auto">
              <a:xfrm rot="5400000" flipH="1">
                <a:off x="2209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2" name="Straight Connector 41">
                <a:extLst>
                  <a:ext uri="{FF2B5EF4-FFF2-40B4-BE49-F238E27FC236}">
                    <a16:creationId xmlns:a16="http://schemas.microsoft.com/office/drawing/2014/main" id="{1DB512CA-21A6-9E45-BA56-12B8F4FE801F}"/>
                  </a:ext>
                </a:extLst>
              </p:cNvPr>
              <p:cNvCxnSpPr/>
              <p:nvPr userDrawn="1"/>
            </p:nvCxnSpPr>
            <p:spPr bwMode="auto">
              <a:xfrm rot="5400000" flipH="1">
                <a:off x="2438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3" name="Straight Connector 42">
                <a:extLst>
                  <a:ext uri="{FF2B5EF4-FFF2-40B4-BE49-F238E27FC236}">
                    <a16:creationId xmlns:a16="http://schemas.microsoft.com/office/drawing/2014/main" id="{2BFB8868-99DE-1A45-8575-1EA11710057F}"/>
                  </a:ext>
                </a:extLst>
              </p:cNvPr>
              <p:cNvCxnSpPr/>
              <p:nvPr userDrawn="1"/>
            </p:nvCxnSpPr>
            <p:spPr bwMode="auto">
              <a:xfrm rot="5400000" flipH="1">
                <a:off x="4267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4" name="Straight Connector 43">
                <a:extLst>
                  <a:ext uri="{FF2B5EF4-FFF2-40B4-BE49-F238E27FC236}">
                    <a16:creationId xmlns:a16="http://schemas.microsoft.com/office/drawing/2014/main" id="{730DE9A1-D9BD-524C-BE6F-1D6659196FBC}"/>
                  </a:ext>
                </a:extLst>
              </p:cNvPr>
              <p:cNvCxnSpPr/>
              <p:nvPr userDrawn="1"/>
            </p:nvCxnSpPr>
            <p:spPr bwMode="auto">
              <a:xfrm rot="5400000" flipH="1">
                <a:off x="4495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5" name="Straight Connector 44">
                <a:extLst>
                  <a:ext uri="{FF2B5EF4-FFF2-40B4-BE49-F238E27FC236}">
                    <a16:creationId xmlns:a16="http://schemas.microsoft.com/office/drawing/2014/main" id="{5ABAF5C8-E725-FD45-80A0-6EC368BF88BA}"/>
                  </a:ext>
                </a:extLst>
              </p:cNvPr>
              <p:cNvCxnSpPr/>
              <p:nvPr userDrawn="1"/>
            </p:nvCxnSpPr>
            <p:spPr bwMode="auto">
              <a:xfrm rot="5400000" flipH="1">
                <a:off x="4724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6" name="Straight Connector 45">
                <a:extLst>
                  <a:ext uri="{FF2B5EF4-FFF2-40B4-BE49-F238E27FC236}">
                    <a16:creationId xmlns:a16="http://schemas.microsoft.com/office/drawing/2014/main" id="{EBC18DE6-803B-7541-908A-41F6D4494834}"/>
                  </a:ext>
                </a:extLst>
              </p:cNvPr>
              <p:cNvCxnSpPr/>
              <p:nvPr userDrawn="1"/>
            </p:nvCxnSpPr>
            <p:spPr bwMode="auto">
              <a:xfrm rot="5400000" flipH="1">
                <a:off x="6553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7" name="Straight Connector 46">
                <a:extLst>
                  <a:ext uri="{FF2B5EF4-FFF2-40B4-BE49-F238E27FC236}">
                    <a16:creationId xmlns:a16="http://schemas.microsoft.com/office/drawing/2014/main" id="{737A4750-B9D5-5049-A414-7844F44D2F08}"/>
                  </a:ext>
                </a:extLst>
              </p:cNvPr>
              <p:cNvCxnSpPr/>
              <p:nvPr userDrawn="1"/>
            </p:nvCxnSpPr>
            <p:spPr bwMode="auto">
              <a:xfrm rot="5400000" flipH="1">
                <a:off x="6781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8" name="Straight Connector 47">
                <a:extLst>
                  <a:ext uri="{FF2B5EF4-FFF2-40B4-BE49-F238E27FC236}">
                    <a16:creationId xmlns:a16="http://schemas.microsoft.com/office/drawing/2014/main" id="{11CC3856-9176-894C-9678-78854179B583}"/>
                  </a:ext>
                </a:extLst>
              </p:cNvPr>
              <p:cNvCxnSpPr/>
              <p:nvPr userDrawn="1"/>
            </p:nvCxnSpPr>
            <p:spPr bwMode="auto">
              <a:xfrm rot="5400000" flipH="1">
                <a:off x="7010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9" name="Straight Connector 48">
                <a:extLst>
                  <a:ext uri="{FF2B5EF4-FFF2-40B4-BE49-F238E27FC236}">
                    <a16:creationId xmlns:a16="http://schemas.microsoft.com/office/drawing/2014/main" id="{3A4EF373-8CC5-F948-AA7B-C5EF10137299}"/>
                  </a:ext>
                </a:extLst>
              </p:cNvPr>
              <p:cNvCxnSpPr/>
              <p:nvPr userDrawn="1"/>
            </p:nvCxnSpPr>
            <p:spPr bwMode="auto">
              <a:xfrm rot="5400000" flipH="1">
                <a:off x="8839132"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19" name="Group 18">
              <a:extLst>
                <a:ext uri="{FF2B5EF4-FFF2-40B4-BE49-F238E27FC236}">
                  <a16:creationId xmlns:a16="http://schemas.microsoft.com/office/drawing/2014/main" id="{5EDFECA7-68A0-C74C-8702-67F215F53507}"/>
                </a:ext>
              </a:extLst>
            </p:cNvPr>
            <p:cNvGrpSpPr/>
            <p:nvPr userDrawn="1"/>
          </p:nvGrpSpPr>
          <p:grpSpPr>
            <a:xfrm>
              <a:off x="-109730" y="237744"/>
              <a:ext cx="91440" cy="4664456"/>
              <a:chOff x="-109730" y="237744"/>
              <a:chExt cx="91440" cy="4664456"/>
            </a:xfrm>
          </p:grpSpPr>
          <p:cxnSp>
            <p:nvCxnSpPr>
              <p:cNvPr id="30" name="Straight Connector 29">
                <a:extLst>
                  <a:ext uri="{FF2B5EF4-FFF2-40B4-BE49-F238E27FC236}">
                    <a16:creationId xmlns:a16="http://schemas.microsoft.com/office/drawing/2014/main" id="{B42BDEDC-364B-EC4F-9B43-9C5105374A26}"/>
                  </a:ext>
                </a:extLst>
              </p:cNvPr>
              <p:cNvCxnSpPr/>
              <p:nvPr userDrawn="1"/>
            </p:nvCxnSpPr>
            <p:spPr bwMode="auto">
              <a:xfrm flipH="1">
                <a:off x="-109730" y="65379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1" name="Straight Connector 30">
                <a:extLst>
                  <a:ext uri="{FF2B5EF4-FFF2-40B4-BE49-F238E27FC236}">
                    <a16:creationId xmlns:a16="http://schemas.microsoft.com/office/drawing/2014/main" id="{82746AEA-B7EE-6A45-A324-2780C5387E8B}"/>
                  </a:ext>
                </a:extLst>
              </p:cNvPr>
              <p:cNvCxnSpPr/>
              <p:nvPr userDrawn="1"/>
            </p:nvCxnSpPr>
            <p:spPr bwMode="auto">
              <a:xfrm flipH="1">
                <a:off x="-109730" y="128930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2" name="Straight Connector 31">
                <a:extLst>
                  <a:ext uri="{FF2B5EF4-FFF2-40B4-BE49-F238E27FC236}">
                    <a16:creationId xmlns:a16="http://schemas.microsoft.com/office/drawing/2014/main" id="{10F57C53-2F79-4140-B8DD-CFF27135CAA8}"/>
                  </a:ext>
                </a:extLst>
              </p:cNvPr>
              <p:cNvCxnSpPr/>
              <p:nvPr userDrawn="1"/>
            </p:nvCxnSpPr>
            <p:spPr bwMode="auto">
              <a:xfrm flipH="1">
                <a:off x="-109730" y="192938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3" name="Straight Connector 32">
                <a:extLst>
                  <a:ext uri="{FF2B5EF4-FFF2-40B4-BE49-F238E27FC236}">
                    <a16:creationId xmlns:a16="http://schemas.microsoft.com/office/drawing/2014/main" id="{D0D1241B-3B6D-564B-92C0-5F79295699BA}"/>
                  </a:ext>
                </a:extLst>
              </p:cNvPr>
              <p:cNvCxnSpPr/>
              <p:nvPr userDrawn="1"/>
            </p:nvCxnSpPr>
            <p:spPr bwMode="auto">
              <a:xfrm flipH="1">
                <a:off x="-109730" y="2570990"/>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4" name="Straight Connector 33">
                <a:extLst>
                  <a:ext uri="{FF2B5EF4-FFF2-40B4-BE49-F238E27FC236}">
                    <a16:creationId xmlns:a16="http://schemas.microsoft.com/office/drawing/2014/main" id="{4F1A65E1-A6DD-0E48-9328-F63C08A91C80}"/>
                  </a:ext>
                </a:extLst>
              </p:cNvPr>
              <p:cNvCxnSpPr/>
              <p:nvPr userDrawn="1"/>
            </p:nvCxnSpPr>
            <p:spPr bwMode="auto">
              <a:xfrm flipH="1">
                <a:off x="-109730" y="320954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5" name="Straight Connector 34">
                <a:extLst>
                  <a:ext uri="{FF2B5EF4-FFF2-40B4-BE49-F238E27FC236}">
                    <a16:creationId xmlns:a16="http://schemas.microsoft.com/office/drawing/2014/main" id="{DF1A857E-0280-4D4D-8C5E-78EB4893E8F3}"/>
                  </a:ext>
                </a:extLst>
              </p:cNvPr>
              <p:cNvCxnSpPr/>
              <p:nvPr userDrawn="1"/>
            </p:nvCxnSpPr>
            <p:spPr bwMode="auto">
              <a:xfrm flipH="1">
                <a:off x="-109730" y="384962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6" name="Straight Connector 35">
                <a:extLst>
                  <a:ext uri="{FF2B5EF4-FFF2-40B4-BE49-F238E27FC236}">
                    <a16:creationId xmlns:a16="http://schemas.microsoft.com/office/drawing/2014/main" id="{32EE49FC-4AC3-D84D-B296-8260919A4AFB}"/>
                  </a:ext>
                </a:extLst>
              </p:cNvPr>
              <p:cNvCxnSpPr/>
              <p:nvPr userDrawn="1"/>
            </p:nvCxnSpPr>
            <p:spPr bwMode="auto">
              <a:xfrm flipH="1">
                <a:off x="-109730" y="449427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7" name="Straight Connector 36">
                <a:extLst>
                  <a:ext uri="{FF2B5EF4-FFF2-40B4-BE49-F238E27FC236}">
                    <a16:creationId xmlns:a16="http://schemas.microsoft.com/office/drawing/2014/main" id="{A036B8A6-5887-EB43-A589-E9B55309975E}"/>
                  </a:ext>
                </a:extLst>
              </p:cNvPr>
              <p:cNvCxnSpPr/>
              <p:nvPr userDrawn="1"/>
            </p:nvCxnSpPr>
            <p:spPr bwMode="auto">
              <a:xfrm flipH="1">
                <a:off x="-109730" y="23774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8" name="Straight Connector 37">
                <a:extLst>
                  <a:ext uri="{FF2B5EF4-FFF2-40B4-BE49-F238E27FC236}">
                    <a16:creationId xmlns:a16="http://schemas.microsoft.com/office/drawing/2014/main" id="{886C2E2E-F476-B64B-A78C-E2A4F068B019}"/>
                  </a:ext>
                </a:extLst>
              </p:cNvPr>
              <p:cNvCxnSpPr/>
              <p:nvPr userDrawn="1"/>
            </p:nvCxnSpPr>
            <p:spPr bwMode="auto">
              <a:xfrm flipH="1">
                <a:off x="-109730" y="4902200"/>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20" name="Group 19">
              <a:extLst>
                <a:ext uri="{FF2B5EF4-FFF2-40B4-BE49-F238E27FC236}">
                  <a16:creationId xmlns:a16="http://schemas.microsoft.com/office/drawing/2014/main" id="{568B7B3E-2365-FA48-B0BB-56705EDB6709}"/>
                </a:ext>
              </a:extLst>
            </p:cNvPr>
            <p:cNvGrpSpPr/>
            <p:nvPr userDrawn="1"/>
          </p:nvGrpSpPr>
          <p:grpSpPr>
            <a:xfrm>
              <a:off x="9163050" y="237744"/>
              <a:ext cx="91440" cy="4663440"/>
              <a:chOff x="-109730" y="231394"/>
              <a:chExt cx="91440" cy="4663440"/>
            </a:xfrm>
          </p:grpSpPr>
          <p:cxnSp>
            <p:nvCxnSpPr>
              <p:cNvPr id="21" name="Straight Connector 20">
                <a:extLst>
                  <a:ext uri="{FF2B5EF4-FFF2-40B4-BE49-F238E27FC236}">
                    <a16:creationId xmlns:a16="http://schemas.microsoft.com/office/drawing/2014/main" id="{F8CB4122-4D33-2A42-871B-AB33239DC529}"/>
                  </a:ext>
                </a:extLst>
              </p:cNvPr>
              <p:cNvCxnSpPr/>
              <p:nvPr userDrawn="1"/>
            </p:nvCxnSpPr>
            <p:spPr bwMode="auto">
              <a:xfrm flipH="1">
                <a:off x="-109730" y="64744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E1272E41-0FA7-6B41-B356-7A2B88AC448F}"/>
                  </a:ext>
                </a:extLst>
              </p:cNvPr>
              <p:cNvCxnSpPr/>
              <p:nvPr userDrawn="1"/>
            </p:nvCxnSpPr>
            <p:spPr bwMode="auto">
              <a:xfrm flipH="1">
                <a:off x="-109730" y="128295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3" name="Straight Connector 22">
                <a:extLst>
                  <a:ext uri="{FF2B5EF4-FFF2-40B4-BE49-F238E27FC236}">
                    <a16:creationId xmlns:a16="http://schemas.microsoft.com/office/drawing/2014/main" id="{784B5EE1-D003-1F47-8D33-3E312E35B1E7}"/>
                  </a:ext>
                </a:extLst>
              </p:cNvPr>
              <p:cNvCxnSpPr/>
              <p:nvPr userDrawn="1"/>
            </p:nvCxnSpPr>
            <p:spPr bwMode="auto">
              <a:xfrm flipH="1">
                <a:off x="-109730" y="192303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4" name="Straight Connector 23">
                <a:extLst>
                  <a:ext uri="{FF2B5EF4-FFF2-40B4-BE49-F238E27FC236}">
                    <a16:creationId xmlns:a16="http://schemas.microsoft.com/office/drawing/2014/main" id="{571409CD-4C1B-8E45-ACF9-86D270DA7692}"/>
                  </a:ext>
                </a:extLst>
              </p:cNvPr>
              <p:cNvCxnSpPr/>
              <p:nvPr userDrawn="1"/>
            </p:nvCxnSpPr>
            <p:spPr bwMode="auto">
              <a:xfrm flipH="1">
                <a:off x="-109730" y="256311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5" name="Straight Connector 24">
                <a:extLst>
                  <a:ext uri="{FF2B5EF4-FFF2-40B4-BE49-F238E27FC236}">
                    <a16:creationId xmlns:a16="http://schemas.microsoft.com/office/drawing/2014/main" id="{A131086F-34E8-8C46-8C5C-6BAA87172E82}"/>
                  </a:ext>
                </a:extLst>
              </p:cNvPr>
              <p:cNvCxnSpPr/>
              <p:nvPr userDrawn="1"/>
            </p:nvCxnSpPr>
            <p:spPr bwMode="auto">
              <a:xfrm flipH="1">
                <a:off x="-109730" y="320319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6" name="Straight Connector 25">
                <a:extLst>
                  <a:ext uri="{FF2B5EF4-FFF2-40B4-BE49-F238E27FC236}">
                    <a16:creationId xmlns:a16="http://schemas.microsoft.com/office/drawing/2014/main" id="{0A42B631-F25C-F54E-B854-80328E4DFBBC}"/>
                  </a:ext>
                </a:extLst>
              </p:cNvPr>
              <p:cNvCxnSpPr/>
              <p:nvPr userDrawn="1"/>
            </p:nvCxnSpPr>
            <p:spPr bwMode="auto">
              <a:xfrm flipH="1">
                <a:off x="-109730" y="384327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7" name="Straight Connector 26">
                <a:extLst>
                  <a:ext uri="{FF2B5EF4-FFF2-40B4-BE49-F238E27FC236}">
                    <a16:creationId xmlns:a16="http://schemas.microsoft.com/office/drawing/2014/main" id="{08D46B81-A248-A847-9183-C6BC43C53E85}"/>
                  </a:ext>
                </a:extLst>
              </p:cNvPr>
              <p:cNvCxnSpPr/>
              <p:nvPr userDrawn="1"/>
            </p:nvCxnSpPr>
            <p:spPr bwMode="auto">
              <a:xfrm flipH="1">
                <a:off x="-109730" y="448792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86FA5BE4-E196-EC4A-BC7A-95A47060EE08}"/>
                  </a:ext>
                </a:extLst>
              </p:cNvPr>
              <p:cNvCxnSpPr/>
              <p:nvPr userDrawn="1"/>
            </p:nvCxnSpPr>
            <p:spPr bwMode="auto">
              <a:xfrm flipH="1">
                <a:off x="-109730" y="23139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9" name="Straight Connector 28">
                <a:extLst>
                  <a:ext uri="{FF2B5EF4-FFF2-40B4-BE49-F238E27FC236}">
                    <a16:creationId xmlns:a16="http://schemas.microsoft.com/office/drawing/2014/main" id="{47A74DF6-412C-6548-B80E-F7E7ED8433A9}"/>
                  </a:ext>
                </a:extLst>
              </p:cNvPr>
              <p:cNvCxnSpPr/>
              <p:nvPr userDrawn="1"/>
            </p:nvCxnSpPr>
            <p:spPr bwMode="auto">
              <a:xfrm flipH="1">
                <a:off x="-109730" y="489483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sp>
        <p:nvSpPr>
          <p:cNvPr id="62" name="Text Placeholder 64">
            <a:extLst>
              <a:ext uri="{FF2B5EF4-FFF2-40B4-BE49-F238E27FC236}">
                <a16:creationId xmlns:a16="http://schemas.microsoft.com/office/drawing/2014/main" id="{76B87092-98C5-4647-AEF4-47F71250D4C3}"/>
              </a:ext>
            </a:extLst>
          </p:cNvPr>
          <p:cNvSpPr>
            <a:spLocks noGrp="1"/>
          </p:cNvSpPr>
          <p:nvPr>
            <p:ph type="body" sz="quarter" idx="10" hasCustomPrompt="1"/>
          </p:nvPr>
        </p:nvSpPr>
        <p:spPr>
          <a:xfrm>
            <a:off x="218507" y="2587193"/>
            <a:ext cx="5477691" cy="496097"/>
          </a:xfrm>
          <a:prstGeom prst="rect">
            <a:avLst/>
          </a:prstGeom>
        </p:spPr>
        <p:txBody>
          <a:bodyPr>
            <a:normAutofit/>
          </a:bodyPr>
          <a:lstStyle>
            <a:lvl1pPr>
              <a:defRPr sz="2400" b="0" i="0">
                <a:latin typeface="IBM Plex Sans" panose="020B0503050203000203" pitchFamily="34" charset="0"/>
              </a:defRPr>
            </a:lvl1pPr>
          </a:lstStyle>
          <a:p>
            <a:pPr lvl="0"/>
            <a:r>
              <a:rPr lang="en-US" dirty="0"/>
              <a:t>Slide title</a:t>
            </a:r>
          </a:p>
        </p:txBody>
      </p:sp>
      <p:sp>
        <p:nvSpPr>
          <p:cNvPr id="63" name="Text Placeholder 2">
            <a:extLst>
              <a:ext uri="{FF2B5EF4-FFF2-40B4-BE49-F238E27FC236}">
                <a16:creationId xmlns:a16="http://schemas.microsoft.com/office/drawing/2014/main" id="{AB0E1DFD-DE03-C443-B314-E691A7349737}"/>
              </a:ext>
            </a:extLst>
          </p:cNvPr>
          <p:cNvSpPr>
            <a:spLocks noGrp="1"/>
          </p:cNvSpPr>
          <p:nvPr>
            <p:ph type="body" sz="quarter" idx="11" hasCustomPrompt="1"/>
          </p:nvPr>
        </p:nvSpPr>
        <p:spPr>
          <a:xfrm>
            <a:off x="217736" y="3110357"/>
            <a:ext cx="5478462" cy="354012"/>
          </a:xfrm>
          <a:prstGeom prst="rect">
            <a:avLst/>
          </a:prstGeom>
        </p:spPr>
        <p:txBody>
          <a:bodyPr/>
          <a:lstStyle>
            <a:lvl1pPr>
              <a:defRPr sz="1600" b="0" i="0">
                <a:solidFill>
                  <a:schemeClr val="tx1"/>
                </a:solidFill>
                <a:latin typeface="IBM Plex Sans" panose="020B05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pPr lvl="0"/>
            <a:r>
              <a:rPr lang="en-US" dirty="0"/>
              <a:t>Click to edit text</a:t>
            </a:r>
          </a:p>
        </p:txBody>
      </p:sp>
      <p:sp>
        <p:nvSpPr>
          <p:cNvPr id="61" name="Footer Placeholder 2">
            <a:extLst>
              <a:ext uri="{FF2B5EF4-FFF2-40B4-BE49-F238E27FC236}">
                <a16:creationId xmlns:a16="http://schemas.microsoft.com/office/drawing/2014/main" id="{BBD1F5F3-7E65-1242-805A-B8BBED4DCC67}"/>
              </a:ext>
            </a:extLst>
          </p:cNvPr>
          <p:cNvSpPr>
            <a:spLocks noGrp="1"/>
          </p:cNvSpPr>
          <p:nvPr>
            <p:ph type="ftr" sz="quarter" idx="3"/>
          </p:nvPr>
        </p:nvSpPr>
        <p:spPr>
          <a:xfrm>
            <a:off x="215654" y="6071058"/>
            <a:ext cx="2438312" cy="546100"/>
          </a:xfrm>
          <a:prstGeom prst="rect">
            <a:avLst/>
          </a:prstGeom>
        </p:spPr>
        <p:txBody>
          <a:bodyPr anchor="b"/>
          <a:lstStyle>
            <a:lvl1pPr>
              <a:lnSpc>
                <a:spcPct val="150000"/>
              </a:lnSpc>
              <a:defRPr sz="1000" b="0" i="0">
                <a:solidFill>
                  <a:srgbClr val="50565B"/>
                </a:solidFill>
                <a:latin typeface="IBM Plex Sans" panose="020B0503050000000000" pitchFamily="34" charset="77"/>
              </a:defRPr>
            </a:lvl1pPr>
          </a:lstStyle>
          <a:p>
            <a:r>
              <a:rPr lang="en-US" b="1">
                <a:solidFill>
                  <a:schemeClr val="tx1"/>
                </a:solidFill>
                <a:latin typeface="IBM Plex Sans SmBld" panose="020B0503050000000000" pitchFamily="34" charset="77"/>
              </a:rPr>
              <a:t>Presentation title</a:t>
            </a:r>
          </a:p>
          <a:p>
            <a:r>
              <a:rPr lang="en-US"/>
              <a:t>IBM  |  Project/team name</a:t>
            </a:r>
            <a:endParaRPr lang="en-US" dirty="0"/>
          </a:p>
        </p:txBody>
      </p:sp>
    </p:spTree>
    <p:extLst>
      <p:ext uri="{BB962C8B-B14F-4D97-AF65-F5344CB8AC3E}">
        <p14:creationId xmlns:p14="http://schemas.microsoft.com/office/powerpoint/2010/main" val="198932580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2 Right">
    <p:spTree>
      <p:nvGrpSpPr>
        <p:cNvPr id="1" name=""/>
        <p:cNvGrpSpPr/>
        <p:nvPr/>
      </p:nvGrpSpPr>
      <p:grpSpPr>
        <a:xfrm>
          <a:off x="0" y="0"/>
          <a:ext cx="0" cy="0"/>
          <a:chOff x="0" y="0"/>
          <a:chExt cx="0" cy="0"/>
        </a:xfrm>
      </p:grpSpPr>
      <p:sp>
        <p:nvSpPr>
          <p:cNvPr id="71" name="Rectangle 70">
            <a:extLst>
              <a:ext uri="{FF2B5EF4-FFF2-40B4-BE49-F238E27FC236}">
                <a16:creationId xmlns:a16="http://schemas.microsoft.com/office/drawing/2014/main" id="{E3D35D99-0C4E-AA47-B9B3-35527D214953}"/>
              </a:ext>
            </a:extLst>
          </p:cNvPr>
          <p:cNvSpPr/>
          <p:nvPr userDrawn="1"/>
        </p:nvSpPr>
        <p:spPr bwMode="auto">
          <a:xfrm>
            <a:off x="0" y="-1"/>
            <a:ext cx="6096000" cy="6857991"/>
          </a:xfrm>
          <a:prstGeom prst="rect">
            <a:avLst/>
          </a:prstGeom>
          <a:solidFill>
            <a:srgbClr val="F2F4F8"/>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90000"/>
              </a:lnSpc>
              <a:spcBef>
                <a:spcPct val="0"/>
              </a:spcBef>
              <a:spcAft>
                <a:spcPct val="0"/>
              </a:spcAft>
              <a:buClrTx/>
              <a:buSzTx/>
              <a:buFontTx/>
              <a:buNone/>
              <a:tabLst/>
            </a:pPr>
            <a:endParaRPr kumimoji="0" lang="en-US" sz="2000" b="0" i="0" u="none" strike="noStrike" cap="none" normalizeH="0" baseline="0" dirty="0">
              <a:ln>
                <a:noFill/>
              </a:ln>
              <a:solidFill>
                <a:srgbClr val="191919"/>
              </a:solidFill>
              <a:effectLst/>
              <a:latin typeface="HelvNeue Light for IBM" pitchFamily="34" charset="0"/>
            </a:endParaRPr>
          </a:p>
        </p:txBody>
      </p:sp>
      <p:grpSp>
        <p:nvGrpSpPr>
          <p:cNvPr id="16" name="Group 15">
            <a:extLst>
              <a:ext uri="{FF2B5EF4-FFF2-40B4-BE49-F238E27FC236}">
                <a16:creationId xmlns:a16="http://schemas.microsoft.com/office/drawing/2014/main" id="{4E27F71D-749D-974B-AB68-C90C1F656661}"/>
              </a:ext>
            </a:extLst>
          </p:cNvPr>
          <p:cNvGrpSpPr/>
          <p:nvPr userDrawn="1"/>
        </p:nvGrpSpPr>
        <p:grpSpPr>
          <a:xfrm>
            <a:off x="-146307" y="-147320"/>
            <a:ext cx="12485627" cy="7152640"/>
            <a:chOff x="-109730" y="-110490"/>
            <a:chExt cx="9364220" cy="5364480"/>
          </a:xfrm>
        </p:grpSpPr>
        <p:grpSp>
          <p:nvGrpSpPr>
            <p:cNvPr id="17" name="Group 16">
              <a:extLst>
                <a:ext uri="{FF2B5EF4-FFF2-40B4-BE49-F238E27FC236}">
                  <a16:creationId xmlns:a16="http://schemas.microsoft.com/office/drawing/2014/main" id="{7033ABDB-33FA-424A-8022-BE25064AAE9B}"/>
                </a:ext>
              </a:extLst>
            </p:cNvPr>
            <p:cNvGrpSpPr/>
            <p:nvPr userDrawn="1"/>
          </p:nvGrpSpPr>
          <p:grpSpPr>
            <a:xfrm>
              <a:off x="228600" y="-110490"/>
              <a:ext cx="8686732" cy="91440"/>
              <a:chOff x="228600" y="-152400"/>
              <a:chExt cx="8686732" cy="152400"/>
            </a:xfrm>
          </p:grpSpPr>
          <p:cxnSp>
            <p:nvCxnSpPr>
              <p:cNvPr id="50" name="Straight Connector 49">
                <a:extLst>
                  <a:ext uri="{FF2B5EF4-FFF2-40B4-BE49-F238E27FC236}">
                    <a16:creationId xmlns:a16="http://schemas.microsoft.com/office/drawing/2014/main" id="{E028FABC-C57C-0B4D-ADC6-F0D9AC86E7C9}"/>
                  </a:ext>
                </a:extLst>
              </p:cNvPr>
              <p:cNvCxnSpPr/>
              <p:nvPr userDrawn="1"/>
            </p:nvCxnSpPr>
            <p:spPr bwMode="auto">
              <a:xfrm rot="5400000" flipH="1">
                <a:off x="152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1" name="Straight Connector 50">
                <a:extLst>
                  <a:ext uri="{FF2B5EF4-FFF2-40B4-BE49-F238E27FC236}">
                    <a16:creationId xmlns:a16="http://schemas.microsoft.com/office/drawing/2014/main" id="{CCE52FE3-158F-D14E-B6AE-3EE847C02A23}"/>
                  </a:ext>
                </a:extLst>
              </p:cNvPr>
              <p:cNvCxnSpPr/>
              <p:nvPr userDrawn="1"/>
            </p:nvCxnSpPr>
            <p:spPr bwMode="auto">
              <a:xfrm rot="5400000" flipH="1">
                <a:off x="1981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2" name="Straight Connector 51">
                <a:extLst>
                  <a:ext uri="{FF2B5EF4-FFF2-40B4-BE49-F238E27FC236}">
                    <a16:creationId xmlns:a16="http://schemas.microsoft.com/office/drawing/2014/main" id="{C6326F37-4F20-A241-8AC4-D933542FB91D}"/>
                  </a:ext>
                </a:extLst>
              </p:cNvPr>
              <p:cNvCxnSpPr/>
              <p:nvPr userDrawn="1"/>
            </p:nvCxnSpPr>
            <p:spPr bwMode="auto">
              <a:xfrm rot="5400000" flipH="1">
                <a:off x="2209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3" name="Straight Connector 52">
                <a:extLst>
                  <a:ext uri="{FF2B5EF4-FFF2-40B4-BE49-F238E27FC236}">
                    <a16:creationId xmlns:a16="http://schemas.microsoft.com/office/drawing/2014/main" id="{193EAF95-D519-4A43-A5B7-8F152B7AAAF3}"/>
                  </a:ext>
                </a:extLst>
              </p:cNvPr>
              <p:cNvCxnSpPr/>
              <p:nvPr userDrawn="1"/>
            </p:nvCxnSpPr>
            <p:spPr bwMode="auto">
              <a:xfrm rot="5400000" flipH="1">
                <a:off x="2438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4" name="Straight Connector 53">
                <a:extLst>
                  <a:ext uri="{FF2B5EF4-FFF2-40B4-BE49-F238E27FC236}">
                    <a16:creationId xmlns:a16="http://schemas.microsoft.com/office/drawing/2014/main" id="{63D1F6C8-6E33-8445-84CD-22391B38AE2F}"/>
                  </a:ext>
                </a:extLst>
              </p:cNvPr>
              <p:cNvCxnSpPr/>
              <p:nvPr userDrawn="1"/>
            </p:nvCxnSpPr>
            <p:spPr bwMode="auto">
              <a:xfrm rot="5400000" flipH="1">
                <a:off x="4267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5" name="Straight Connector 54">
                <a:extLst>
                  <a:ext uri="{FF2B5EF4-FFF2-40B4-BE49-F238E27FC236}">
                    <a16:creationId xmlns:a16="http://schemas.microsoft.com/office/drawing/2014/main" id="{7CC00B75-D288-0546-90E6-0FAF60915429}"/>
                  </a:ext>
                </a:extLst>
              </p:cNvPr>
              <p:cNvCxnSpPr/>
              <p:nvPr userDrawn="1"/>
            </p:nvCxnSpPr>
            <p:spPr bwMode="auto">
              <a:xfrm rot="5400000" flipH="1">
                <a:off x="4495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6" name="Straight Connector 55">
                <a:extLst>
                  <a:ext uri="{FF2B5EF4-FFF2-40B4-BE49-F238E27FC236}">
                    <a16:creationId xmlns:a16="http://schemas.microsoft.com/office/drawing/2014/main" id="{9E943793-FE0F-6F4D-98F4-B9E3837BCA91}"/>
                  </a:ext>
                </a:extLst>
              </p:cNvPr>
              <p:cNvCxnSpPr/>
              <p:nvPr userDrawn="1"/>
            </p:nvCxnSpPr>
            <p:spPr bwMode="auto">
              <a:xfrm rot="5400000" flipH="1">
                <a:off x="4724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7" name="Straight Connector 56">
                <a:extLst>
                  <a:ext uri="{FF2B5EF4-FFF2-40B4-BE49-F238E27FC236}">
                    <a16:creationId xmlns:a16="http://schemas.microsoft.com/office/drawing/2014/main" id="{B1C729D8-F1AE-2C45-BF73-3BFD621F4038}"/>
                  </a:ext>
                </a:extLst>
              </p:cNvPr>
              <p:cNvCxnSpPr/>
              <p:nvPr userDrawn="1"/>
            </p:nvCxnSpPr>
            <p:spPr bwMode="auto">
              <a:xfrm rot="5400000" flipH="1">
                <a:off x="6553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8" name="Straight Connector 57">
                <a:extLst>
                  <a:ext uri="{FF2B5EF4-FFF2-40B4-BE49-F238E27FC236}">
                    <a16:creationId xmlns:a16="http://schemas.microsoft.com/office/drawing/2014/main" id="{773341F0-E3B3-EB42-A739-32107097206A}"/>
                  </a:ext>
                </a:extLst>
              </p:cNvPr>
              <p:cNvCxnSpPr/>
              <p:nvPr userDrawn="1"/>
            </p:nvCxnSpPr>
            <p:spPr bwMode="auto">
              <a:xfrm rot="5400000" flipH="1">
                <a:off x="6781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9" name="Straight Connector 58">
                <a:extLst>
                  <a:ext uri="{FF2B5EF4-FFF2-40B4-BE49-F238E27FC236}">
                    <a16:creationId xmlns:a16="http://schemas.microsoft.com/office/drawing/2014/main" id="{89EDDA5B-8572-C545-8DFA-ABC33664C7A1}"/>
                  </a:ext>
                </a:extLst>
              </p:cNvPr>
              <p:cNvCxnSpPr/>
              <p:nvPr userDrawn="1"/>
            </p:nvCxnSpPr>
            <p:spPr bwMode="auto">
              <a:xfrm rot="5400000" flipH="1">
                <a:off x="7010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0" name="Straight Connector 59">
                <a:extLst>
                  <a:ext uri="{FF2B5EF4-FFF2-40B4-BE49-F238E27FC236}">
                    <a16:creationId xmlns:a16="http://schemas.microsoft.com/office/drawing/2014/main" id="{E0B85CAB-A5A1-6546-BA39-1598C1A1BF64}"/>
                  </a:ext>
                </a:extLst>
              </p:cNvPr>
              <p:cNvCxnSpPr/>
              <p:nvPr userDrawn="1"/>
            </p:nvCxnSpPr>
            <p:spPr bwMode="auto">
              <a:xfrm rot="5400000" flipH="1">
                <a:off x="8839132"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18" name="Group 17">
              <a:extLst>
                <a:ext uri="{FF2B5EF4-FFF2-40B4-BE49-F238E27FC236}">
                  <a16:creationId xmlns:a16="http://schemas.microsoft.com/office/drawing/2014/main" id="{4EE9C99B-7B10-AE41-8B1B-D8508EC96D36}"/>
                </a:ext>
              </a:extLst>
            </p:cNvPr>
            <p:cNvGrpSpPr/>
            <p:nvPr userDrawn="1"/>
          </p:nvGrpSpPr>
          <p:grpSpPr>
            <a:xfrm>
              <a:off x="228600" y="5162550"/>
              <a:ext cx="8686732" cy="91440"/>
              <a:chOff x="228600" y="5143500"/>
              <a:chExt cx="8686732" cy="152400"/>
            </a:xfrm>
          </p:grpSpPr>
          <p:cxnSp>
            <p:nvCxnSpPr>
              <p:cNvPr id="39" name="Straight Connector 38">
                <a:extLst>
                  <a:ext uri="{FF2B5EF4-FFF2-40B4-BE49-F238E27FC236}">
                    <a16:creationId xmlns:a16="http://schemas.microsoft.com/office/drawing/2014/main" id="{C65EA58F-D486-A749-9B47-9DD071000D4F}"/>
                  </a:ext>
                </a:extLst>
              </p:cNvPr>
              <p:cNvCxnSpPr/>
              <p:nvPr userDrawn="1"/>
            </p:nvCxnSpPr>
            <p:spPr bwMode="auto">
              <a:xfrm rot="5400000" flipH="1">
                <a:off x="152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9056486B-3E88-1F4E-A5B6-71F9C8038505}"/>
                  </a:ext>
                </a:extLst>
              </p:cNvPr>
              <p:cNvCxnSpPr/>
              <p:nvPr userDrawn="1"/>
            </p:nvCxnSpPr>
            <p:spPr bwMode="auto">
              <a:xfrm rot="5400000" flipH="1">
                <a:off x="1981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1" name="Straight Connector 40">
                <a:extLst>
                  <a:ext uri="{FF2B5EF4-FFF2-40B4-BE49-F238E27FC236}">
                    <a16:creationId xmlns:a16="http://schemas.microsoft.com/office/drawing/2014/main" id="{8F54F4A3-648E-3146-B408-995E6916E7DD}"/>
                  </a:ext>
                </a:extLst>
              </p:cNvPr>
              <p:cNvCxnSpPr/>
              <p:nvPr userDrawn="1"/>
            </p:nvCxnSpPr>
            <p:spPr bwMode="auto">
              <a:xfrm rot="5400000" flipH="1">
                <a:off x="2209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2" name="Straight Connector 41">
                <a:extLst>
                  <a:ext uri="{FF2B5EF4-FFF2-40B4-BE49-F238E27FC236}">
                    <a16:creationId xmlns:a16="http://schemas.microsoft.com/office/drawing/2014/main" id="{1DB512CA-21A6-9E45-BA56-12B8F4FE801F}"/>
                  </a:ext>
                </a:extLst>
              </p:cNvPr>
              <p:cNvCxnSpPr/>
              <p:nvPr userDrawn="1"/>
            </p:nvCxnSpPr>
            <p:spPr bwMode="auto">
              <a:xfrm rot="5400000" flipH="1">
                <a:off x="2438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3" name="Straight Connector 42">
                <a:extLst>
                  <a:ext uri="{FF2B5EF4-FFF2-40B4-BE49-F238E27FC236}">
                    <a16:creationId xmlns:a16="http://schemas.microsoft.com/office/drawing/2014/main" id="{2BFB8868-99DE-1A45-8575-1EA11710057F}"/>
                  </a:ext>
                </a:extLst>
              </p:cNvPr>
              <p:cNvCxnSpPr/>
              <p:nvPr userDrawn="1"/>
            </p:nvCxnSpPr>
            <p:spPr bwMode="auto">
              <a:xfrm rot="5400000" flipH="1">
                <a:off x="4267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4" name="Straight Connector 43">
                <a:extLst>
                  <a:ext uri="{FF2B5EF4-FFF2-40B4-BE49-F238E27FC236}">
                    <a16:creationId xmlns:a16="http://schemas.microsoft.com/office/drawing/2014/main" id="{730DE9A1-D9BD-524C-BE6F-1D6659196FBC}"/>
                  </a:ext>
                </a:extLst>
              </p:cNvPr>
              <p:cNvCxnSpPr/>
              <p:nvPr userDrawn="1"/>
            </p:nvCxnSpPr>
            <p:spPr bwMode="auto">
              <a:xfrm rot="5400000" flipH="1">
                <a:off x="4495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5" name="Straight Connector 44">
                <a:extLst>
                  <a:ext uri="{FF2B5EF4-FFF2-40B4-BE49-F238E27FC236}">
                    <a16:creationId xmlns:a16="http://schemas.microsoft.com/office/drawing/2014/main" id="{5ABAF5C8-E725-FD45-80A0-6EC368BF88BA}"/>
                  </a:ext>
                </a:extLst>
              </p:cNvPr>
              <p:cNvCxnSpPr/>
              <p:nvPr userDrawn="1"/>
            </p:nvCxnSpPr>
            <p:spPr bwMode="auto">
              <a:xfrm rot="5400000" flipH="1">
                <a:off x="4724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6" name="Straight Connector 45">
                <a:extLst>
                  <a:ext uri="{FF2B5EF4-FFF2-40B4-BE49-F238E27FC236}">
                    <a16:creationId xmlns:a16="http://schemas.microsoft.com/office/drawing/2014/main" id="{EBC18DE6-803B-7541-908A-41F6D4494834}"/>
                  </a:ext>
                </a:extLst>
              </p:cNvPr>
              <p:cNvCxnSpPr/>
              <p:nvPr userDrawn="1"/>
            </p:nvCxnSpPr>
            <p:spPr bwMode="auto">
              <a:xfrm rot="5400000" flipH="1">
                <a:off x="6553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7" name="Straight Connector 46">
                <a:extLst>
                  <a:ext uri="{FF2B5EF4-FFF2-40B4-BE49-F238E27FC236}">
                    <a16:creationId xmlns:a16="http://schemas.microsoft.com/office/drawing/2014/main" id="{737A4750-B9D5-5049-A414-7844F44D2F08}"/>
                  </a:ext>
                </a:extLst>
              </p:cNvPr>
              <p:cNvCxnSpPr/>
              <p:nvPr userDrawn="1"/>
            </p:nvCxnSpPr>
            <p:spPr bwMode="auto">
              <a:xfrm rot="5400000" flipH="1">
                <a:off x="6781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8" name="Straight Connector 47">
                <a:extLst>
                  <a:ext uri="{FF2B5EF4-FFF2-40B4-BE49-F238E27FC236}">
                    <a16:creationId xmlns:a16="http://schemas.microsoft.com/office/drawing/2014/main" id="{11CC3856-9176-894C-9678-78854179B583}"/>
                  </a:ext>
                </a:extLst>
              </p:cNvPr>
              <p:cNvCxnSpPr/>
              <p:nvPr userDrawn="1"/>
            </p:nvCxnSpPr>
            <p:spPr bwMode="auto">
              <a:xfrm rot="5400000" flipH="1">
                <a:off x="7010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9" name="Straight Connector 48">
                <a:extLst>
                  <a:ext uri="{FF2B5EF4-FFF2-40B4-BE49-F238E27FC236}">
                    <a16:creationId xmlns:a16="http://schemas.microsoft.com/office/drawing/2014/main" id="{3A4EF373-8CC5-F948-AA7B-C5EF10137299}"/>
                  </a:ext>
                </a:extLst>
              </p:cNvPr>
              <p:cNvCxnSpPr/>
              <p:nvPr userDrawn="1"/>
            </p:nvCxnSpPr>
            <p:spPr bwMode="auto">
              <a:xfrm rot="5400000" flipH="1">
                <a:off x="8839132"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19" name="Group 18">
              <a:extLst>
                <a:ext uri="{FF2B5EF4-FFF2-40B4-BE49-F238E27FC236}">
                  <a16:creationId xmlns:a16="http://schemas.microsoft.com/office/drawing/2014/main" id="{5EDFECA7-68A0-C74C-8702-67F215F53507}"/>
                </a:ext>
              </a:extLst>
            </p:cNvPr>
            <p:cNvGrpSpPr/>
            <p:nvPr userDrawn="1"/>
          </p:nvGrpSpPr>
          <p:grpSpPr>
            <a:xfrm>
              <a:off x="-109730" y="237744"/>
              <a:ext cx="91440" cy="4664456"/>
              <a:chOff x="-109730" y="237744"/>
              <a:chExt cx="91440" cy="4664456"/>
            </a:xfrm>
          </p:grpSpPr>
          <p:cxnSp>
            <p:nvCxnSpPr>
              <p:cNvPr id="30" name="Straight Connector 29">
                <a:extLst>
                  <a:ext uri="{FF2B5EF4-FFF2-40B4-BE49-F238E27FC236}">
                    <a16:creationId xmlns:a16="http://schemas.microsoft.com/office/drawing/2014/main" id="{B42BDEDC-364B-EC4F-9B43-9C5105374A26}"/>
                  </a:ext>
                </a:extLst>
              </p:cNvPr>
              <p:cNvCxnSpPr/>
              <p:nvPr userDrawn="1"/>
            </p:nvCxnSpPr>
            <p:spPr bwMode="auto">
              <a:xfrm flipH="1">
                <a:off x="-109730" y="65379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1" name="Straight Connector 30">
                <a:extLst>
                  <a:ext uri="{FF2B5EF4-FFF2-40B4-BE49-F238E27FC236}">
                    <a16:creationId xmlns:a16="http://schemas.microsoft.com/office/drawing/2014/main" id="{82746AEA-B7EE-6A45-A324-2780C5387E8B}"/>
                  </a:ext>
                </a:extLst>
              </p:cNvPr>
              <p:cNvCxnSpPr/>
              <p:nvPr userDrawn="1"/>
            </p:nvCxnSpPr>
            <p:spPr bwMode="auto">
              <a:xfrm flipH="1">
                <a:off x="-109730" y="128930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2" name="Straight Connector 31">
                <a:extLst>
                  <a:ext uri="{FF2B5EF4-FFF2-40B4-BE49-F238E27FC236}">
                    <a16:creationId xmlns:a16="http://schemas.microsoft.com/office/drawing/2014/main" id="{10F57C53-2F79-4140-B8DD-CFF27135CAA8}"/>
                  </a:ext>
                </a:extLst>
              </p:cNvPr>
              <p:cNvCxnSpPr/>
              <p:nvPr userDrawn="1"/>
            </p:nvCxnSpPr>
            <p:spPr bwMode="auto">
              <a:xfrm flipH="1">
                <a:off x="-109730" y="192938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3" name="Straight Connector 32">
                <a:extLst>
                  <a:ext uri="{FF2B5EF4-FFF2-40B4-BE49-F238E27FC236}">
                    <a16:creationId xmlns:a16="http://schemas.microsoft.com/office/drawing/2014/main" id="{D0D1241B-3B6D-564B-92C0-5F79295699BA}"/>
                  </a:ext>
                </a:extLst>
              </p:cNvPr>
              <p:cNvCxnSpPr/>
              <p:nvPr userDrawn="1"/>
            </p:nvCxnSpPr>
            <p:spPr bwMode="auto">
              <a:xfrm flipH="1">
                <a:off x="-109730" y="2570990"/>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4" name="Straight Connector 33">
                <a:extLst>
                  <a:ext uri="{FF2B5EF4-FFF2-40B4-BE49-F238E27FC236}">
                    <a16:creationId xmlns:a16="http://schemas.microsoft.com/office/drawing/2014/main" id="{4F1A65E1-A6DD-0E48-9328-F63C08A91C80}"/>
                  </a:ext>
                </a:extLst>
              </p:cNvPr>
              <p:cNvCxnSpPr/>
              <p:nvPr userDrawn="1"/>
            </p:nvCxnSpPr>
            <p:spPr bwMode="auto">
              <a:xfrm flipH="1">
                <a:off x="-109730" y="320954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5" name="Straight Connector 34">
                <a:extLst>
                  <a:ext uri="{FF2B5EF4-FFF2-40B4-BE49-F238E27FC236}">
                    <a16:creationId xmlns:a16="http://schemas.microsoft.com/office/drawing/2014/main" id="{DF1A857E-0280-4D4D-8C5E-78EB4893E8F3}"/>
                  </a:ext>
                </a:extLst>
              </p:cNvPr>
              <p:cNvCxnSpPr/>
              <p:nvPr userDrawn="1"/>
            </p:nvCxnSpPr>
            <p:spPr bwMode="auto">
              <a:xfrm flipH="1">
                <a:off x="-109730" y="384962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6" name="Straight Connector 35">
                <a:extLst>
                  <a:ext uri="{FF2B5EF4-FFF2-40B4-BE49-F238E27FC236}">
                    <a16:creationId xmlns:a16="http://schemas.microsoft.com/office/drawing/2014/main" id="{32EE49FC-4AC3-D84D-B296-8260919A4AFB}"/>
                  </a:ext>
                </a:extLst>
              </p:cNvPr>
              <p:cNvCxnSpPr/>
              <p:nvPr userDrawn="1"/>
            </p:nvCxnSpPr>
            <p:spPr bwMode="auto">
              <a:xfrm flipH="1">
                <a:off x="-109730" y="449427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7" name="Straight Connector 36">
                <a:extLst>
                  <a:ext uri="{FF2B5EF4-FFF2-40B4-BE49-F238E27FC236}">
                    <a16:creationId xmlns:a16="http://schemas.microsoft.com/office/drawing/2014/main" id="{A036B8A6-5887-EB43-A589-E9B55309975E}"/>
                  </a:ext>
                </a:extLst>
              </p:cNvPr>
              <p:cNvCxnSpPr/>
              <p:nvPr userDrawn="1"/>
            </p:nvCxnSpPr>
            <p:spPr bwMode="auto">
              <a:xfrm flipH="1">
                <a:off x="-109730" y="23774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8" name="Straight Connector 37">
                <a:extLst>
                  <a:ext uri="{FF2B5EF4-FFF2-40B4-BE49-F238E27FC236}">
                    <a16:creationId xmlns:a16="http://schemas.microsoft.com/office/drawing/2014/main" id="{886C2E2E-F476-B64B-A78C-E2A4F068B019}"/>
                  </a:ext>
                </a:extLst>
              </p:cNvPr>
              <p:cNvCxnSpPr/>
              <p:nvPr userDrawn="1"/>
            </p:nvCxnSpPr>
            <p:spPr bwMode="auto">
              <a:xfrm flipH="1">
                <a:off x="-109730" y="4902200"/>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20" name="Group 19">
              <a:extLst>
                <a:ext uri="{FF2B5EF4-FFF2-40B4-BE49-F238E27FC236}">
                  <a16:creationId xmlns:a16="http://schemas.microsoft.com/office/drawing/2014/main" id="{568B7B3E-2365-FA48-B0BB-56705EDB6709}"/>
                </a:ext>
              </a:extLst>
            </p:cNvPr>
            <p:cNvGrpSpPr/>
            <p:nvPr userDrawn="1"/>
          </p:nvGrpSpPr>
          <p:grpSpPr>
            <a:xfrm>
              <a:off x="9163050" y="237744"/>
              <a:ext cx="91440" cy="4663440"/>
              <a:chOff x="-109730" y="231394"/>
              <a:chExt cx="91440" cy="4663440"/>
            </a:xfrm>
          </p:grpSpPr>
          <p:cxnSp>
            <p:nvCxnSpPr>
              <p:cNvPr id="21" name="Straight Connector 20">
                <a:extLst>
                  <a:ext uri="{FF2B5EF4-FFF2-40B4-BE49-F238E27FC236}">
                    <a16:creationId xmlns:a16="http://schemas.microsoft.com/office/drawing/2014/main" id="{F8CB4122-4D33-2A42-871B-AB33239DC529}"/>
                  </a:ext>
                </a:extLst>
              </p:cNvPr>
              <p:cNvCxnSpPr/>
              <p:nvPr userDrawn="1"/>
            </p:nvCxnSpPr>
            <p:spPr bwMode="auto">
              <a:xfrm flipH="1">
                <a:off x="-109730" y="64744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E1272E41-0FA7-6B41-B356-7A2B88AC448F}"/>
                  </a:ext>
                </a:extLst>
              </p:cNvPr>
              <p:cNvCxnSpPr/>
              <p:nvPr userDrawn="1"/>
            </p:nvCxnSpPr>
            <p:spPr bwMode="auto">
              <a:xfrm flipH="1">
                <a:off x="-109730" y="128295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3" name="Straight Connector 22">
                <a:extLst>
                  <a:ext uri="{FF2B5EF4-FFF2-40B4-BE49-F238E27FC236}">
                    <a16:creationId xmlns:a16="http://schemas.microsoft.com/office/drawing/2014/main" id="{784B5EE1-D003-1F47-8D33-3E312E35B1E7}"/>
                  </a:ext>
                </a:extLst>
              </p:cNvPr>
              <p:cNvCxnSpPr/>
              <p:nvPr userDrawn="1"/>
            </p:nvCxnSpPr>
            <p:spPr bwMode="auto">
              <a:xfrm flipH="1">
                <a:off x="-109730" y="192303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4" name="Straight Connector 23">
                <a:extLst>
                  <a:ext uri="{FF2B5EF4-FFF2-40B4-BE49-F238E27FC236}">
                    <a16:creationId xmlns:a16="http://schemas.microsoft.com/office/drawing/2014/main" id="{571409CD-4C1B-8E45-ACF9-86D270DA7692}"/>
                  </a:ext>
                </a:extLst>
              </p:cNvPr>
              <p:cNvCxnSpPr/>
              <p:nvPr userDrawn="1"/>
            </p:nvCxnSpPr>
            <p:spPr bwMode="auto">
              <a:xfrm flipH="1">
                <a:off x="-109730" y="256311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5" name="Straight Connector 24">
                <a:extLst>
                  <a:ext uri="{FF2B5EF4-FFF2-40B4-BE49-F238E27FC236}">
                    <a16:creationId xmlns:a16="http://schemas.microsoft.com/office/drawing/2014/main" id="{A131086F-34E8-8C46-8C5C-6BAA87172E82}"/>
                  </a:ext>
                </a:extLst>
              </p:cNvPr>
              <p:cNvCxnSpPr/>
              <p:nvPr userDrawn="1"/>
            </p:nvCxnSpPr>
            <p:spPr bwMode="auto">
              <a:xfrm flipH="1">
                <a:off x="-109730" y="320319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6" name="Straight Connector 25">
                <a:extLst>
                  <a:ext uri="{FF2B5EF4-FFF2-40B4-BE49-F238E27FC236}">
                    <a16:creationId xmlns:a16="http://schemas.microsoft.com/office/drawing/2014/main" id="{0A42B631-F25C-F54E-B854-80328E4DFBBC}"/>
                  </a:ext>
                </a:extLst>
              </p:cNvPr>
              <p:cNvCxnSpPr/>
              <p:nvPr userDrawn="1"/>
            </p:nvCxnSpPr>
            <p:spPr bwMode="auto">
              <a:xfrm flipH="1">
                <a:off x="-109730" y="384327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7" name="Straight Connector 26">
                <a:extLst>
                  <a:ext uri="{FF2B5EF4-FFF2-40B4-BE49-F238E27FC236}">
                    <a16:creationId xmlns:a16="http://schemas.microsoft.com/office/drawing/2014/main" id="{08D46B81-A248-A847-9183-C6BC43C53E85}"/>
                  </a:ext>
                </a:extLst>
              </p:cNvPr>
              <p:cNvCxnSpPr/>
              <p:nvPr userDrawn="1"/>
            </p:nvCxnSpPr>
            <p:spPr bwMode="auto">
              <a:xfrm flipH="1">
                <a:off x="-109730" y="448792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86FA5BE4-E196-EC4A-BC7A-95A47060EE08}"/>
                  </a:ext>
                </a:extLst>
              </p:cNvPr>
              <p:cNvCxnSpPr/>
              <p:nvPr userDrawn="1"/>
            </p:nvCxnSpPr>
            <p:spPr bwMode="auto">
              <a:xfrm flipH="1">
                <a:off x="-109730" y="23139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9" name="Straight Connector 28">
                <a:extLst>
                  <a:ext uri="{FF2B5EF4-FFF2-40B4-BE49-F238E27FC236}">
                    <a16:creationId xmlns:a16="http://schemas.microsoft.com/office/drawing/2014/main" id="{47A74DF6-412C-6548-B80E-F7E7ED8433A9}"/>
                  </a:ext>
                </a:extLst>
              </p:cNvPr>
              <p:cNvCxnSpPr/>
              <p:nvPr userDrawn="1"/>
            </p:nvCxnSpPr>
            <p:spPr bwMode="auto">
              <a:xfrm flipH="1">
                <a:off x="-109730" y="489483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sp>
        <p:nvSpPr>
          <p:cNvPr id="62" name="Text Placeholder 64">
            <a:extLst>
              <a:ext uri="{FF2B5EF4-FFF2-40B4-BE49-F238E27FC236}">
                <a16:creationId xmlns:a16="http://schemas.microsoft.com/office/drawing/2014/main" id="{E2F53600-67C4-974C-97EF-ED4B05DBA6E3}"/>
              </a:ext>
            </a:extLst>
          </p:cNvPr>
          <p:cNvSpPr>
            <a:spLocks noGrp="1"/>
          </p:cNvSpPr>
          <p:nvPr>
            <p:ph type="body" sz="quarter" idx="10" hasCustomPrompt="1"/>
          </p:nvPr>
        </p:nvSpPr>
        <p:spPr>
          <a:xfrm>
            <a:off x="6319655" y="2587193"/>
            <a:ext cx="5472454" cy="496097"/>
          </a:xfrm>
          <a:prstGeom prst="rect">
            <a:avLst/>
          </a:prstGeom>
        </p:spPr>
        <p:txBody>
          <a:bodyPr>
            <a:normAutofit/>
          </a:bodyPr>
          <a:lstStyle>
            <a:lvl1pPr>
              <a:defRPr sz="2400" b="0" i="0">
                <a:latin typeface="IBM Plex Sans" panose="020B0503050203000203" pitchFamily="34" charset="0"/>
              </a:defRPr>
            </a:lvl1pPr>
          </a:lstStyle>
          <a:p>
            <a:pPr lvl="0"/>
            <a:r>
              <a:rPr lang="en-US" dirty="0"/>
              <a:t>Slide title</a:t>
            </a:r>
          </a:p>
        </p:txBody>
      </p:sp>
      <p:sp>
        <p:nvSpPr>
          <p:cNvPr id="63" name="Text Placeholder 2">
            <a:extLst>
              <a:ext uri="{FF2B5EF4-FFF2-40B4-BE49-F238E27FC236}">
                <a16:creationId xmlns:a16="http://schemas.microsoft.com/office/drawing/2014/main" id="{D74049CF-B08D-CA47-96EF-72D671F1D720}"/>
              </a:ext>
            </a:extLst>
          </p:cNvPr>
          <p:cNvSpPr>
            <a:spLocks noGrp="1"/>
          </p:cNvSpPr>
          <p:nvPr>
            <p:ph type="body" sz="quarter" idx="11" hasCustomPrompt="1"/>
          </p:nvPr>
        </p:nvSpPr>
        <p:spPr>
          <a:xfrm>
            <a:off x="6318884" y="3110357"/>
            <a:ext cx="5473316" cy="354012"/>
          </a:xfrm>
          <a:prstGeom prst="rect">
            <a:avLst/>
          </a:prstGeom>
        </p:spPr>
        <p:txBody>
          <a:bodyPr/>
          <a:lstStyle>
            <a:lvl1pPr>
              <a:defRPr sz="1600" b="0" i="0">
                <a:solidFill>
                  <a:schemeClr val="tx1"/>
                </a:solidFill>
                <a:latin typeface="IBM Plex Sans" panose="020B05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pPr lvl="0"/>
            <a:r>
              <a:rPr lang="en-US" dirty="0"/>
              <a:t>Click to edit text</a:t>
            </a:r>
          </a:p>
        </p:txBody>
      </p:sp>
      <p:sp>
        <p:nvSpPr>
          <p:cNvPr id="64" name="Footer Placeholder 2">
            <a:extLst>
              <a:ext uri="{FF2B5EF4-FFF2-40B4-BE49-F238E27FC236}">
                <a16:creationId xmlns:a16="http://schemas.microsoft.com/office/drawing/2014/main" id="{E82F4038-79DB-5C41-B79E-B93079C3B86E}"/>
              </a:ext>
            </a:extLst>
          </p:cNvPr>
          <p:cNvSpPr>
            <a:spLocks noGrp="1"/>
          </p:cNvSpPr>
          <p:nvPr>
            <p:ph type="ftr" sz="quarter" idx="3"/>
          </p:nvPr>
        </p:nvSpPr>
        <p:spPr>
          <a:xfrm>
            <a:off x="215654" y="6071058"/>
            <a:ext cx="2438312" cy="546100"/>
          </a:xfrm>
          <a:prstGeom prst="rect">
            <a:avLst/>
          </a:prstGeom>
        </p:spPr>
        <p:txBody>
          <a:bodyPr anchor="b"/>
          <a:lstStyle>
            <a:lvl1pPr>
              <a:lnSpc>
                <a:spcPct val="150000"/>
              </a:lnSpc>
              <a:defRPr sz="1000" b="0" i="0">
                <a:solidFill>
                  <a:srgbClr val="50565B"/>
                </a:solidFill>
                <a:latin typeface="IBM Plex Sans" panose="020B0503050000000000" pitchFamily="34" charset="77"/>
              </a:defRPr>
            </a:lvl1pPr>
          </a:lstStyle>
          <a:p>
            <a:r>
              <a:rPr lang="en-US" b="1">
                <a:solidFill>
                  <a:schemeClr val="tx1"/>
                </a:solidFill>
                <a:latin typeface="IBM Plex Sans SmBld" panose="020B0503050000000000" pitchFamily="34" charset="77"/>
              </a:rPr>
              <a:t>Presentation title</a:t>
            </a:r>
          </a:p>
          <a:p>
            <a:r>
              <a:rPr lang="en-US"/>
              <a:t>IBM  |  Project/team name</a:t>
            </a:r>
            <a:endParaRPr lang="en-US" dirty="0"/>
          </a:p>
        </p:txBody>
      </p:sp>
    </p:spTree>
    <p:extLst>
      <p:ext uri="{BB962C8B-B14F-4D97-AF65-F5344CB8AC3E}">
        <p14:creationId xmlns:p14="http://schemas.microsoft.com/office/powerpoint/2010/main" val="39449243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4 Right">
    <p:spTree>
      <p:nvGrpSpPr>
        <p:cNvPr id="1" name=""/>
        <p:cNvGrpSpPr/>
        <p:nvPr/>
      </p:nvGrpSpPr>
      <p:grpSpPr>
        <a:xfrm>
          <a:off x="0" y="0"/>
          <a:ext cx="0" cy="0"/>
          <a:chOff x="0" y="0"/>
          <a:chExt cx="0" cy="0"/>
        </a:xfrm>
      </p:grpSpPr>
      <p:sp>
        <p:nvSpPr>
          <p:cNvPr id="71" name="Rectangle 70">
            <a:extLst>
              <a:ext uri="{FF2B5EF4-FFF2-40B4-BE49-F238E27FC236}">
                <a16:creationId xmlns:a16="http://schemas.microsoft.com/office/drawing/2014/main" id="{E3D35D99-0C4E-AA47-B9B3-35527D214953}"/>
              </a:ext>
            </a:extLst>
          </p:cNvPr>
          <p:cNvSpPr/>
          <p:nvPr userDrawn="1"/>
        </p:nvSpPr>
        <p:spPr bwMode="auto">
          <a:xfrm>
            <a:off x="11" y="-1"/>
            <a:ext cx="9143990" cy="6857991"/>
          </a:xfrm>
          <a:prstGeom prst="rect">
            <a:avLst/>
          </a:prstGeom>
          <a:solidFill>
            <a:srgbClr val="F2F4F8"/>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90000"/>
              </a:lnSpc>
              <a:spcBef>
                <a:spcPct val="0"/>
              </a:spcBef>
              <a:spcAft>
                <a:spcPct val="0"/>
              </a:spcAft>
              <a:buClrTx/>
              <a:buSzTx/>
              <a:buFontTx/>
              <a:buNone/>
              <a:tabLst/>
            </a:pPr>
            <a:endParaRPr kumimoji="0" lang="en-US" sz="2000" b="0" i="0" u="none" strike="noStrike" cap="none" normalizeH="0" baseline="0" dirty="0">
              <a:ln>
                <a:noFill/>
              </a:ln>
              <a:solidFill>
                <a:srgbClr val="191919"/>
              </a:solidFill>
              <a:effectLst/>
              <a:latin typeface="HelvNeue Light for IBM" pitchFamily="34" charset="0"/>
            </a:endParaRPr>
          </a:p>
        </p:txBody>
      </p:sp>
      <p:grpSp>
        <p:nvGrpSpPr>
          <p:cNvPr id="16" name="Group 15">
            <a:extLst>
              <a:ext uri="{FF2B5EF4-FFF2-40B4-BE49-F238E27FC236}">
                <a16:creationId xmlns:a16="http://schemas.microsoft.com/office/drawing/2014/main" id="{4E27F71D-749D-974B-AB68-C90C1F656661}"/>
              </a:ext>
            </a:extLst>
          </p:cNvPr>
          <p:cNvGrpSpPr/>
          <p:nvPr userDrawn="1"/>
        </p:nvGrpSpPr>
        <p:grpSpPr>
          <a:xfrm>
            <a:off x="-146307" y="-147320"/>
            <a:ext cx="12485627" cy="7152640"/>
            <a:chOff x="-109730" y="-110490"/>
            <a:chExt cx="9364220" cy="5364480"/>
          </a:xfrm>
        </p:grpSpPr>
        <p:grpSp>
          <p:nvGrpSpPr>
            <p:cNvPr id="17" name="Group 16">
              <a:extLst>
                <a:ext uri="{FF2B5EF4-FFF2-40B4-BE49-F238E27FC236}">
                  <a16:creationId xmlns:a16="http://schemas.microsoft.com/office/drawing/2014/main" id="{7033ABDB-33FA-424A-8022-BE25064AAE9B}"/>
                </a:ext>
              </a:extLst>
            </p:cNvPr>
            <p:cNvGrpSpPr/>
            <p:nvPr userDrawn="1"/>
          </p:nvGrpSpPr>
          <p:grpSpPr>
            <a:xfrm>
              <a:off x="228600" y="-110490"/>
              <a:ext cx="8686732" cy="91440"/>
              <a:chOff x="228600" y="-152400"/>
              <a:chExt cx="8686732" cy="152400"/>
            </a:xfrm>
          </p:grpSpPr>
          <p:cxnSp>
            <p:nvCxnSpPr>
              <p:cNvPr id="50" name="Straight Connector 49">
                <a:extLst>
                  <a:ext uri="{FF2B5EF4-FFF2-40B4-BE49-F238E27FC236}">
                    <a16:creationId xmlns:a16="http://schemas.microsoft.com/office/drawing/2014/main" id="{E028FABC-C57C-0B4D-ADC6-F0D9AC86E7C9}"/>
                  </a:ext>
                </a:extLst>
              </p:cNvPr>
              <p:cNvCxnSpPr/>
              <p:nvPr userDrawn="1"/>
            </p:nvCxnSpPr>
            <p:spPr bwMode="auto">
              <a:xfrm rot="5400000" flipH="1">
                <a:off x="152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1" name="Straight Connector 50">
                <a:extLst>
                  <a:ext uri="{FF2B5EF4-FFF2-40B4-BE49-F238E27FC236}">
                    <a16:creationId xmlns:a16="http://schemas.microsoft.com/office/drawing/2014/main" id="{CCE52FE3-158F-D14E-B6AE-3EE847C02A23}"/>
                  </a:ext>
                </a:extLst>
              </p:cNvPr>
              <p:cNvCxnSpPr/>
              <p:nvPr userDrawn="1"/>
            </p:nvCxnSpPr>
            <p:spPr bwMode="auto">
              <a:xfrm rot="5400000" flipH="1">
                <a:off x="1981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2" name="Straight Connector 51">
                <a:extLst>
                  <a:ext uri="{FF2B5EF4-FFF2-40B4-BE49-F238E27FC236}">
                    <a16:creationId xmlns:a16="http://schemas.microsoft.com/office/drawing/2014/main" id="{C6326F37-4F20-A241-8AC4-D933542FB91D}"/>
                  </a:ext>
                </a:extLst>
              </p:cNvPr>
              <p:cNvCxnSpPr/>
              <p:nvPr userDrawn="1"/>
            </p:nvCxnSpPr>
            <p:spPr bwMode="auto">
              <a:xfrm rot="5400000" flipH="1">
                <a:off x="2209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3" name="Straight Connector 52">
                <a:extLst>
                  <a:ext uri="{FF2B5EF4-FFF2-40B4-BE49-F238E27FC236}">
                    <a16:creationId xmlns:a16="http://schemas.microsoft.com/office/drawing/2014/main" id="{193EAF95-D519-4A43-A5B7-8F152B7AAAF3}"/>
                  </a:ext>
                </a:extLst>
              </p:cNvPr>
              <p:cNvCxnSpPr/>
              <p:nvPr userDrawn="1"/>
            </p:nvCxnSpPr>
            <p:spPr bwMode="auto">
              <a:xfrm rot="5400000" flipH="1">
                <a:off x="2438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4" name="Straight Connector 53">
                <a:extLst>
                  <a:ext uri="{FF2B5EF4-FFF2-40B4-BE49-F238E27FC236}">
                    <a16:creationId xmlns:a16="http://schemas.microsoft.com/office/drawing/2014/main" id="{63D1F6C8-6E33-8445-84CD-22391B38AE2F}"/>
                  </a:ext>
                </a:extLst>
              </p:cNvPr>
              <p:cNvCxnSpPr/>
              <p:nvPr userDrawn="1"/>
            </p:nvCxnSpPr>
            <p:spPr bwMode="auto">
              <a:xfrm rot="5400000" flipH="1">
                <a:off x="4267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5" name="Straight Connector 54">
                <a:extLst>
                  <a:ext uri="{FF2B5EF4-FFF2-40B4-BE49-F238E27FC236}">
                    <a16:creationId xmlns:a16="http://schemas.microsoft.com/office/drawing/2014/main" id="{7CC00B75-D288-0546-90E6-0FAF60915429}"/>
                  </a:ext>
                </a:extLst>
              </p:cNvPr>
              <p:cNvCxnSpPr/>
              <p:nvPr userDrawn="1"/>
            </p:nvCxnSpPr>
            <p:spPr bwMode="auto">
              <a:xfrm rot="5400000" flipH="1">
                <a:off x="4495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6" name="Straight Connector 55">
                <a:extLst>
                  <a:ext uri="{FF2B5EF4-FFF2-40B4-BE49-F238E27FC236}">
                    <a16:creationId xmlns:a16="http://schemas.microsoft.com/office/drawing/2014/main" id="{9E943793-FE0F-6F4D-98F4-B9E3837BCA91}"/>
                  </a:ext>
                </a:extLst>
              </p:cNvPr>
              <p:cNvCxnSpPr/>
              <p:nvPr userDrawn="1"/>
            </p:nvCxnSpPr>
            <p:spPr bwMode="auto">
              <a:xfrm rot="5400000" flipH="1">
                <a:off x="4724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7" name="Straight Connector 56">
                <a:extLst>
                  <a:ext uri="{FF2B5EF4-FFF2-40B4-BE49-F238E27FC236}">
                    <a16:creationId xmlns:a16="http://schemas.microsoft.com/office/drawing/2014/main" id="{B1C729D8-F1AE-2C45-BF73-3BFD621F4038}"/>
                  </a:ext>
                </a:extLst>
              </p:cNvPr>
              <p:cNvCxnSpPr/>
              <p:nvPr userDrawn="1"/>
            </p:nvCxnSpPr>
            <p:spPr bwMode="auto">
              <a:xfrm rot="5400000" flipH="1">
                <a:off x="6553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8" name="Straight Connector 57">
                <a:extLst>
                  <a:ext uri="{FF2B5EF4-FFF2-40B4-BE49-F238E27FC236}">
                    <a16:creationId xmlns:a16="http://schemas.microsoft.com/office/drawing/2014/main" id="{773341F0-E3B3-EB42-A739-32107097206A}"/>
                  </a:ext>
                </a:extLst>
              </p:cNvPr>
              <p:cNvCxnSpPr/>
              <p:nvPr userDrawn="1"/>
            </p:nvCxnSpPr>
            <p:spPr bwMode="auto">
              <a:xfrm rot="5400000" flipH="1">
                <a:off x="6781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9" name="Straight Connector 58">
                <a:extLst>
                  <a:ext uri="{FF2B5EF4-FFF2-40B4-BE49-F238E27FC236}">
                    <a16:creationId xmlns:a16="http://schemas.microsoft.com/office/drawing/2014/main" id="{89EDDA5B-8572-C545-8DFA-ABC33664C7A1}"/>
                  </a:ext>
                </a:extLst>
              </p:cNvPr>
              <p:cNvCxnSpPr/>
              <p:nvPr userDrawn="1"/>
            </p:nvCxnSpPr>
            <p:spPr bwMode="auto">
              <a:xfrm rot="5400000" flipH="1">
                <a:off x="7010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0" name="Straight Connector 59">
                <a:extLst>
                  <a:ext uri="{FF2B5EF4-FFF2-40B4-BE49-F238E27FC236}">
                    <a16:creationId xmlns:a16="http://schemas.microsoft.com/office/drawing/2014/main" id="{E0B85CAB-A5A1-6546-BA39-1598C1A1BF64}"/>
                  </a:ext>
                </a:extLst>
              </p:cNvPr>
              <p:cNvCxnSpPr/>
              <p:nvPr userDrawn="1"/>
            </p:nvCxnSpPr>
            <p:spPr bwMode="auto">
              <a:xfrm rot="5400000" flipH="1">
                <a:off x="8839132"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18" name="Group 17">
              <a:extLst>
                <a:ext uri="{FF2B5EF4-FFF2-40B4-BE49-F238E27FC236}">
                  <a16:creationId xmlns:a16="http://schemas.microsoft.com/office/drawing/2014/main" id="{4EE9C99B-7B10-AE41-8B1B-D8508EC96D36}"/>
                </a:ext>
              </a:extLst>
            </p:cNvPr>
            <p:cNvGrpSpPr/>
            <p:nvPr userDrawn="1"/>
          </p:nvGrpSpPr>
          <p:grpSpPr>
            <a:xfrm>
              <a:off x="228600" y="5162550"/>
              <a:ext cx="8686732" cy="91440"/>
              <a:chOff x="228600" y="5143500"/>
              <a:chExt cx="8686732" cy="152400"/>
            </a:xfrm>
          </p:grpSpPr>
          <p:cxnSp>
            <p:nvCxnSpPr>
              <p:cNvPr id="39" name="Straight Connector 38">
                <a:extLst>
                  <a:ext uri="{FF2B5EF4-FFF2-40B4-BE49-F238E27FC236}">
                    <a16:creationId xmlns:a16="http://schemas.microsoft.com/office/drawing/2014/main" id="{C65EA58F-D486-A749-9B47-9DD071000D4F}"/>
                  </a:ext>
                </a:extLst>
              </p:cNvPr>
              <p:cNvCxnSpPr/>
              <p:nvPr userDrawn="1"/>
            </p:nvCxnSpPr>
            <p:spPr bwMode="auto">
              <a:xfrm rot="5400000" flipH="1">
                <a:off x="152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9056486B-3E88-1F4E-A5B6-71F9C8038505}"/>
                  </a:ext>
                </a:extLst>
              </p:cNvPr>
              <p:cNvCxnSpPr/>
              <p:nvPr userDrawn="1"/>
            </p:nvCxnSpPr>
            <p:spPr bwMode="auto">
              <a:xfrm rot="5400000" flipH="1">
                <a:off x="1981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1" name="Straight Connector 40">
                <a:extLst>
                  <a:ext uri="{FF2B5EF4-FFF2-40B4-BE49-F238E27FC236}">
                    <a16:creationId xmlns:a16="http://schemas.microsoft.com/office/drawing/2014/main" id="{8F54F4A3-648E-3146-B408-995E6916E7DD}"/>
                  </a:ext>
                </a:extLst>
              </p:cNvPr>
              <p:cNvCxnSpPr/>
              <p:nvPr userDrawn="1"/>
            </p:nvCxnSpPr>
            <p:spPr bwMode="auto">
              <a:xfrm rot="5400000" flipH="1">
                <a:off x="2209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2" name="Straight Connector 41">
                <a:extLst>
                  <a:ext uri="{FF2B5EF4-FFF2-40B4-BE49-F238E27FC236}">
                    <a16:creationId xmlns:a16="http://schemas.microsoft.com/office/drawing/2014/main" id="{1DB512CA-21A6-9E45-BA56-12B8F4FE801F}"/>
                  </a:ext>
                </a:extLst>
              </p:cNvPr>
              <p:cNvCxnSpPr/>
              <p:nvPr userDrawn="1"/>
            </p:nvCxnSpPr>
            <p:spPr bwMode="auto">
              <a:xfrm rot="5400000" flipH="1">
                <a:off x="2438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3" name="Straight Connector 42">
                <a:extLst>
                  <a:ext uri="{FF2B5EF4-FFF2-40B4-BE49-F238E27FC236}">
                    <a16:creationId xmlns:a16="http://schemas.microsoft.com/office/drawing/2014/main" id="{2BFB8868-99DE-1A45-8575-1EA11710057F}"/>
                  </a:ext>
                </a:extLst>
              </p:cNvPr>
              <p:cNvCxnSpPr/>
              <p:nvPr userDrawn="1"/>
            </p:nvCxnSpPr>
            <p:spPr bwMode="auto">
              <a:xfrm rot="5400000" flipH="1">
                <a:off x="4267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4" name="Straight Connector 43">
                <a:extLst>
                  <a:ext uri="{FF2B5EF4-FFF2-40B4-BE49-F238E27FC236}">
                    <a16:creationId xmlns:a16="http://schemas.microsoft.com/office/drawing/2014/main" id="{730DE9A1-D9BD-524C-BE6F-1D6659196FBC}"/>
                  </a:ext>
                </a:extLst>
              </p:cNvPr>
              <p:cNvCxnSpPr/>
              <p:nvPr userDrawn="1"/>
            </p:nvCxnSpPr>
            <p:spPr bwMode="auto">
              <a:xfrm rot="5400000" flipH="1">
                <a:off x="4495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5" name="Straight Connector 44">
                <a:extLst>
                  <a:ext uri="{FF2B5EF4-FFF2-40B4-BE49-F238E27FC236}">
                    <a16:creationId xmlns:a16="http://schemas.microsoft.com/office/drawing/2014/main" id="{5ABAF5C8-E725-FD45-80A0-6EC368BF88BA}"/>
                  </a:ext>
                </a:extLst>
              </p:cNvPr>
              <p:cNvCxnSpPr/>
              <p:nvPr userDrawn="1"/>
            </p:nvCxnSpPr>
            <p:spPr bwMode="auto">
              <a:xfrm rot="5400000" flipH="1">
                <a:off x="4724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6" name="Straight Connector 45">
                <a:extLst>
                  <a:ext uri="{FF2B5EF4-FFF2-40B4-BE49-F238E27FC236}">
                    <a16:creationId xmlns:a16="http://schemas.microsoft.com/office/drawing/2014/main" id="{EBC18DE6-803B-7541-908A-41F6D4494834}"/>
                  </a:ext>
                </a:extLst>
              </p:cNvPr>
              <p:cNvCxnSpPr/>
              <p:nvPr userDrawn="1"/>
            </p:nvCxnSpPr>
            <p:spPr bwMode="auto">
              <a:xfrm rot="5400000" flipH="1">
                <a:off x="6553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7" name="Straight Connector 46">
                <a:extLst>
                  <a:ext uri="{FF2B5EF4-FFF2-40B4-BE49-F238E27FC236}">
                    <a16:creationId xmlns:a16="http://schemas.microsoft.com/office/drawing/2014/main" id="{737A4750-B9D5-5049-A414-7844F44D2F08}"/>
                  </a:ext>
                </a:extLst>
              </p:cNvPr>
              <p:cNvCxnSpPr/>
              <p:nvPr userDrawn="1"/>
            </p:nvCxnSpPr>
            <p:spPr bwMode="auto">
              <a:xfrm rot="5400000" flipH="1">
                <a:off x="6781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8" name="Straight Connector 47">
                <a:extLst>
                  <a:ext uri="{FF2B5EF4-FFF2-40B4-BE49-F238E27FC236}">
                    <a16:creationId xmlns:a16="http://schemas.microsoft.com/office/drawing/2014/main" id="{11CC3856-9176-894C-9678-78854179B583}"/>
                  </a:ext>
                </a:extLst>
              </p:cNvPr>
              <p:cNvCxnSpPr/>
              <p:nvPr userDrawn="1"/>
            </p:nvCxnSpPr>
            <p:spPr bwMode="auto">
              <a:xfrm rot="5400000" flipH="1">
                <a:off x="7010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9" name="Straight Connector 48">
                <a:extLst>
                  <a:ext uri="{FF2B5EF4-FFF2-40B4-BE49-F238E27FC236}">
                    <a16:creationId xmlns:a16="http://schemas.microsoft.com/office/drawing/2014/main" id="{3A4EF373-8CC5-F948-AA7B-C5EF10137299}"/>
                  </a:ext>
                </a:extLst>
              </p:cNvPr>
              <p:cNvCxnSpPr/>
              <p:nvPr userDrawn="1"/>
            </p:nvCxnSpPr>
            <p:spPr bwMode="auto">
              <a:xfrm rot="5400000" flipH="1">
                <a:off x="8839132"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19" name="Group 18">
              <a:extLst>
                <a:ext uri="{FF2B5EF4-FFF2-40B4-BE49-F238E27FC236}">
                  <a16:creationId xmlns:a16="http://schemas.microsoft.com/office/drawing/2014/main" id="{5EDFECA7-68A0-C74C-8702-67F215F53507}"/>
                </a:ext>
              </a:extLst>
            </p:cNvPr>
            <p:cNvGrpSpPr/>
            <p:nvPr userDrawn="1"/>
          </p:nvGrpSpPr>
          <p:grpSpPr>
            <a:xfrm>
              <a:off x="-109730" y="237744"/>
              <a:ext cx="91440" cy="4664456"/>
              <a:chOff x="-109730" y="237744"/>
              <a:chExt cx="91440" cy="4664456"/>
            </a:xfrm>
          </p:grpSpPr>
          <p:cxnSp>
            <p:nvCxnSpPr>
              <p:cNvPr id="30" name="Straight Connector 29">
                <a:extLst>
                  <a:ext uri="{FF2B5EF4-FFF2-40B4-BE49-F238E27FC236}">
                    <a16:creationId xmlns:a16="http://schemas.microsoft.com/office/drawing/2014/main" id="{B42BDEDC-364B-EC4F-9B43-9C5105374A26}"/>
                  </a:ext>
                </a:extLst>
              </p:cNvPr>
              <p:cNvCxnSpPr/>
              <p:nvPr userDrawn="1"/>
            </p:nvCxnSpPr>
            <p:spPr bwMode="auto">
              <a:xfrm flipH="1">
                <a:off x="-109730" y="65379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1" name="Straight Connector 30">
                <a:extLst>
                  <a:ext uri="{FF2B5EF4-FFF2-40B4-BE49-F238E27FC236}">
                    <a16:creationId xmlns:a16="http://schemas.microsoft.com/office/drawing/2014/main" id="{82746AEA-B7EE-6A45-A324-2780C5387E8B}"/>
                  </a:ext>
                </a:extLst>
              </p:cNvPr>
              <p:cNvCxnSpPr/>
              <p:nvPr userDrawn="1"/>
            </p:nvCxnSpPr>
            <p:spPr bwMode="auto">
              <a:xfrm flipH="1">
                <a:off x="-109730" y="128930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2" name="Straight Connector 31">
                <a:extLst>
                  <a:ext uri="{FF2B5EF4-FFF2-40B4-BE49-F238E27FC236}">
                    <a16:creationId xmlns:a16="http://schemas.microsoft.com/office/drawing/2014/main" id="{10F57C53-2F79-4140-B8DD-CFF27135CAA8}"/>
                  </a:ext>
                </a:extLst>
              </p:cNvPr>
              <p:cNvCxnSpPr/>
              <p:nvPr userDrawn="1"/>
            </p:nvCxnSpPr>
            <p:spPr bwMode="auto">
              <a:xfrm flipH="1">
                <a:off x="-109730" y="192938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3" name="Straight Connector 32">
                <a:extLst>
                  <a:ext uri="{FF2B5EF4-FFF2-40B4-BE49-F238E27FC236}">
                    <a16:creationId xmlns:a16="http://schemas.microsoft.com/office/drawing/2014/main" id="{D0D1241B-3B6D-564B-92C0-5F79295699BA}"/>
                  </a:ext>
                </a:extLst>
              </p:cNvPr>
              <p:cNvCxnSpPr/>
              <p:nvPr userDrawn="1"/>
            </p:nvCxnSpPr>
            <p:spPr bwMode="auto">
              <a:xfrm flipH="1">
                <a:off x="-109730" y="2570990"/>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4" name="Straight Connector 33">
                <a:extLst>
                  <a:ext uri="{FF2B5EF4-FFF2-40B4-BE49-F238E27FC236}">
                    <a16:creationId xmlns:a16="http://schemas.microsoft.com/office/drawing/2014/main" id="{4F1A65E1-A6DD-0E48-9328-F63C08A91C80}"/>
                  </a:ext>
                </a:extLst>
              </p:cNvPr>
              <p:cNvCxnSpPr/>
              <p:nvPr userDrawn="1"/>
            </p:nvCxnSpPr>
            <p:spPr bwMode="auto">
              <a:xfrm flipH="1">
                <a:off x="-109730" y="320954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5" name="Straight Connector 34">
                <a:extLst>
                  <a:ext uri="{FF2B5EF4-FFF2-40B4-BE49-F238E27FC236}">
                    <a16:creationId xmlns:a16="http://schemas.microsoft.com/office/drawing/2014/main" id="{DF1A857E-0280-4D4D-8C5E-78EB4893E8F3}"/>
                  </a:ext>
                </a:extLst>
              </p:cNvPr>
              <p:cNvCxnSpPr/>
              <p:nvPr userDrawn="1"/>
            </p:nvCxnSpPr>
            <p:spPr bwMode="auto">
              <a:xfrm flipH="1">
                <a:off x="-109730" y="384962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6" name="Straight Connector 35">
                <a:extLst>
                  <a:ext uri="{FF2B5EF4-FFF2-40B4-BE49-F238E27FC236}">
                    <a16:creationId xmlns:a16="http://schemas.microsoft.com/office/drawing/2014/main" id="{32EE49FC-4AC3-D84D-B296-8260919A4AFB}"/>
                  </a:ext>
                </a:extLst>
              </p:cNvPr>
              <p:cNvCxnSpPr/>
              <p:nvPr userDrawn="1"/>
            </p:nvCxnSpPr>
            <p:spPr bwMode="auto">
              <a:xfrm flipH="1">
                <a:off x="-109730" y="449427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7" name="Straight Connector 36">
                <a:extLst>
                  <a:ext uri="{FF2B5EF4-FFF2-40B4-BE49-F238E27FC236}">
                    <a16:creationId xmlns:a16="http://schemas.microsoft.com/office/drawing/2014/main" id="{A036B8A6-5887-EB43-A589-E9B55309975E}"/>
                  </a:ext>
                </a:extLst>
              </p:cNvPr>
              <p:cNvCxnSpPr/>
              <p:nvPr userDrawn="1"/>
            </p:nvCxnSpPr>
            <p:spPr bwMode="auto">
              <a:xfrm flipH="1">
                <a:off x="-109730" y="23774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8" name="Straight Connector 37">
                <a:extLst>
                  <a:ext uri="{FF2B5EF4-FFF2-40B4-BE49-F238E27FC236}">
                    <a16:creationId xmlns:a16="http://schemas.microsoft.com/office/drawing/2014/main" id="{886C2E2E-F476-B64B-A78C-E2A4F068B019}"/>
                  </a:ext>
                </a:extLst>
              </p:cNvPr>
              <p:cNvCxnSpPr/>
              <p:nvPr userDrawn="1"/>
            </p:nvCxnSpPr>
            <p:spPr bwMode="auto">
              <a:xfrm flipH="1">
                <a:off x="-109730" y="4902200"/>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20" name="Group 19">
              <a:extLst>
                <a:ext uri="{FF2B5EF4-FFF2-40B4-BE49-F238E27FC236}">
                  <a16:creationId xmlns:a16="http://schemas.microsoft.com/office/drawing/2014/main" id="{568B7B3E-2365-FA48-B0BB-56705EDB6709}"/>
                </a:ext>
              </a:extLst>
            </p:cNvPr>
            <p:cNvGrpSpPr/>
            <p:nvPr userDrawn="1"/>
          </p:nvGrpSpPr>
          <p:grpSpPr>
            <a:xfrm>
              <a:off x="9163050" y="237744"/>
              <a:ext cx="91440" cy="4663440"/>
              <a:chOff x="-109730" y="231394"/>
              <a:chExt cx="91440" cy="4663440"/>
            </a:xfrm>
          </p:grpSpPr>
          <p:cxnSp>
            <p:nvCxnSpPr>
              <p:cNvPr id="21" name="Straight Connector 20">
                <a:extLst>
                  <a:ext uri="{FF2B5EF4-FFF2-40B4-BE49-F238E27FC236}">
                    <a16:creationId xmlns:a16="http://schemas.microsoft.com/office/drawing/2014/main" id="{F8CB4122-4D33-2A42-871B-AB33239DC529}"/>
                  </a:ext>
                </a:extLst>
              </p:cNvPr>
              <p:cNvCxnSpPr/>
              <p:nvPr userDrawn="1"/>
            </p:nvCxnSpPr>
            <p:spPr bwMode="auto">
              <a:xfrm flipH="1">
                <a:off x="-109730" y="64744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E1272E41-0FA7-6B41-B356-7A2B88AC448F}"/>
                  </a:ext>
                </a:extLst>
              </p:cNvPr>
              <p:cNvCxnSpPr/>
              <p:nvPr userDrawn="1"/>
            </p:nvCxnSpPr>
            <p:spPr bwMode="auto">
              <a:xfrm flipH="1">
                <a:off x="-109730" y="128295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3" name="Straight Connector 22">
                <a:extLst>
                  <a:ext uri="{FF2B5EF4-FFF2-40B4-BE49-F238E27FC236}">
                    <a16:creationId xmlns:a16="http://schemas.microsoft.com/office/drawing/2014/main" id="{784B5EE1-D003-1F47-8D33-3E312E35B1E7}"/>
                  </a:ext>
                </a:extLst>
              </p:cNvPr>
              <p:cNvCxnSpPr/>
              <p:nvPr userDrawn="1"/>
            </p:nvCxnSpPr>
            <p:spPr bwMode="auto">
              <a:xfrm flipH="1">
                <a:off x="-109730" y="192303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4" name="Straight Connector 23">
                <a:extLst>
                  <a:ext uri="{FF2B5EF4-FFF2-40B4-BE49-F238E27FC236}">
                    <a16:creationId xmlns:a16="http://schemas.microsoft.com/office/drawing/2014/main" id="{571409CD-4C1B-8E45-ACF9-86D270DA7692}"/>
                  </a:ext>
                </a:extLst>
              </p:cNvPr>
              <p:cNvCxnSpPr/>
              <p:nvPr userDrawn="1"/>
            </p:nvCxnSpPr>
            <p:spPr bwMode="auto">
              <a:xfrm flipH="1">
                <a:off x="-109730" y="256311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5" name="Straight Connector 24">
                <a:extLst>
                  <a:ext uri="{FF2B5EF4-FFF2-40B4-BE49-F238E27FC236}">
                    <a16:creationId xmlns:a16="http://schemas.microsoft.com/office/drawing/2014/main" id="{A131086F-34E8-8C46-8C5C-6BAA87172E82}"/>
                  </a:ext>
                </a:extLst>
              </p:cNvPr>
              <p:cNvCxnSpPr/>
              <p:nvPr userDrawn="1"/>
            </p:nvCxnSpPr>
            <p:spPr bwMode="auto">
              <a:xfrm flipH="1">
                <a:off x="-109730" y="320319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6" name="Straight Connector 25">
                <a:extLst>
                  <a:ext uri="{FF2B5EF4-FFF2-40B4-BE49-F238E27FC236}">
                    <a16:creationId xmlns:a16="http://schemas.microsoft.com/office/drawing/2014/main" id="{0A42B631-F25C-F54E-B854-80328E4DFBBC}"/>
                  </a:ext>
                </a:extLst>
              </p:cNvPr>
              <p:cNvCxnSpPr/>
              <p:nvPr userDrawn="1"/>
            </p:nvCxnSpPr>
            <p:spPr bwMode="auto">
              <a:xfrm flipH="1">
                <a:off x="-109730" y="384327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7" name="Straight Connector 26">
                <a:extLst>
                  <a:ext uri="{FF2B5EF4-FFF2-40B4-BE49-F238E27FC236}">
                    <a16:creationId xmlns:a16="http://schemas.microsoft.com/office/drawing/2014/main" id="{08D46B81-A248-A847-9183-C6BC43C53E85}"/>
                  </a:ext>
                </a:extLst>
              </p:cNvPr>
              <p:cNvCxnSpPr/>
              <p:nvPr userDrawn="1"/>
            </p:nvCxnSpPr>
            <p:spPr bwMode="auto">
              <a:xfrm flipH="1">
                <a:off x="-109730" y="448792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86FA5BE4-E196-EC4A-BC7A-95A47060EE08}"/>
                  </a:ext>
                </a:extLst>
              </p:cNvPr>
              <p:cNvCxnSpPr/>
              <p:nvPr userDrawn="1"/>
            </p:nvCxnSpPr>
            <p:spPr bwMode="auto">
              <a:xfrm flipH="1">
                <a:off x="-109730" y="23139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9" name="Straight Connector 28">
                <a:extLst>
                  <a:ext uri="{FF2B5EF4-FFF2-40B4-BE49-F238E27FC236}">
                    <a16:creationId xmlns:a16="http://schemas.microsoft.com/office/drawing/2014/main" id="{47A74DF6-412C-6548-B80E-F7E7ED8433A9}"/>
                  </a:ext>
                </a:extLst>
              </p:cNvPr>
              <p:cNvCxnSpPr/>
              <p:nvPr userDrawn="1"/>
            </p:nvCxnSpPr>
            <p:spPr bwMode="auto">
              <a:xfrm flipH="1">
                <a:off x="-109730" y="489483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sp>
        <p:nvSpPr>
          <p:cNvPr id="65" name="Text Placeholder 64">
            <a:extLst>
              <a:ext uri="{FF2B5EF4-FFF2-40B4-BE49-F238E27FC236}">
                <a16:creationId xmlns:a16="http://schemas.microsoft.com/office/drawing/2014/main" id="{27EAE956-C530-B548-8E34-B81EB6A4D6F7}"/>
              </a:ext>
            </a:extLst>
          </p:cNvPr>
          <p:cNvSpPr>
            <a:spLocks noGrp="1"/>
          </p:cNvSpPr>
          <p:nvPr>
            <p:ph type="body" sz="quarter" idx="10" hasCustomPrompt="1"/>
          </p:nvPr>
        </p:nvSpPr>
        <p:spPr>
          <a:xfrm>
            <a:off x="9353708" y="326928"/>
            <a:ext cx="2438400" cy="1392335"/>
          </a:xfrm>
          <a:prstGeom prst="rect">
            <a:avLst/>
          </a:prstGeom>
        </p:spPr>
        <p:txBody>
          <a:bodyPr>
            <a:normAutofit/>
          </a:bodyPr>
          <a:lstStyle>
            <a:lvl1pPr>
              <a:defRPr sz="2400" b="0" i="0">
                <a:latin typeface="IBM Plex Sans" panose="020B0503050203000203" pitchFamily="34" charset="0"/>
              </a:defRPr>
            </a:lvl1pPr>
          </a:lstStyle>
          <a:p>
            <a:pPr lvl="0"/>
            <a:r>
              <a:rPr lang="en-US" dirty="0"/>
              <a:t>Slide title</a:t>
            </a:r>
          </a:p>
        </p:txBody>
      </p:sp>
      <p:sp>
        <p:nvSpPr>
          <p:cNvPr id="61" name="Footer Placeholder 2">
            <a:extLst>
              <a:ext uri="{FF2B5EF4-FFF2-40B4-BE49-F238E27FC236}">
                <a16:creationId xmlns:a16="http://schemas.microsoft.com/office/drawing/2014/main" id="{7767B9CA-E13D-D446-B870-D57B6B3673C5}"/>
              </a:ext>
            </a:extLst>
          </p:cNvPr>
          <p:cNvSpPr>
            <a:spLocks noGrp="1"/>
          </p:cNvSpPr>
          <p:nvPr>
            <p:ph type="ftr" sz="quarter" idx="3"/>
          </p:nvPr>
        </p:nvSpPr>
        <p:spPr>
          <a:xfrm>
            <a:off x="9350730" y="6073456"/>
            <a:ext cx="2438312" cy="546100"/>
          </a:xfrm>
          <a:prstGeom prst="rect">
            <a:avLst/>
          </a:prstGeom>
        </p:spPr>
        <p:txBody>
          <a:bodyPr anchor="b"/>
          <a:lstStyle>
            <a:lvl1pPr>
              <a:lnSpc>
                <a:spcPct val="150000"/>
              </a:lnSpc>
              <a:defRPr sz="1000" b="0" i="0">
                <a:solidFill>
                  <a:srgbClr val="50565B"/>
                </a:solidFill>
                <a:latin typeface="IBM Plex Sans" panose="020B0503050000000000" pitchFamily="34" charset="77"/>
              </a:defRPr>
            </a:lvl1pPr>
          </a:lstStyle>
          <a:p>
            <a:r>
              <a:rPr lang="en-US" b="1">
                <a:solidFill>
                  <a:schemeClr val="tx1"/>
                </a:solidFill>
                <a:latin typeface="IBM Plex Sans SmBld" panose="020B0503050000000000" pitchFamily="34" charset="77"/>
              </a:rPr>
              <a:t>Presentation title</a:t>
            </a:r>
          </a:p>
          <a:p>
            <a:r>
              <a:rPr lang="en-US"/>
              <a:t>IBM  |  Project/team name</a:t>
            </a:r>
            <a:endParaRPr lang="en-US" dirty="0"/>
          </a:p>
        </p:txBody>
      </p:sp>
    </p:spTree>
    <p:extLst>
      <p:ext uri="{BB962C8B-B14F-4D97-AF65-F5344CB8AC3E}">
        <p14:creationId xmlns:p14="http://schemas.microsoft.com/office/powerpoint/2010/main" val="146124150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4 Left">
    <p:spTree>
      <p:nvGrpSpPr>
        <p:cNvPr id="1" name=""/>
        <p:cNvGrpSpPr/>
        <p:nvPr/>
      </p:nvGrpSpPr>
      <p:grpSpPr>
        <a:xfrm>
          <a:off x="0" y="0"/>
          <a:ext cx="0" cy="0"/>
          <a:chOff x="0" y="0"/>
          <a:chExt cx="0" cy="0"/>
        </a:xfrm>
      </p:grpSpPr>
      <p:sp>
        <p:nvSpPr>
          <p:cNvPr id="71" name="Rectangle 70">
            <a:extLst>
              <a:ext uri="{FF2B5EF4-FFF2-40B4-BE49-F238E27FC236}">
                <a16:creationId xmlns:a16="http://schemas.microsoft.com/office/drawing/2014/main" id="{E3D35D99-0C4E-AA47-B9B3-35527D214953}"/>
              </a:ext>
            </a:extLst>
          </p:cNvPr>
          <p:cNvSpPr/>
          <p:nvPr userDrawn="1"/>
        </p:nvSpPr>
        <p:spPr bwMode="auto">
          <a:xfrm>
            <a:off x="9144000" y="-1"/>
            <a:ext cx="3047990" cy="6857991"/>
          </a:xfrm>
          <a:prstGeom prst="rect">
            <a:avLst/>
          </a:prstGeom>
          <a:solidFill>
            <a:srgbClr val="F2F4F8"/>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90000"/>
              </a:lnSpc>
              <a:spcBef>
                <a:spcPct val="0"/>
              </a:spcBef>
              <a:spcAft>
                <a:spcPct val="0"/>
              </a:spcAft>
              <a:buClrTx/>
              <a:buSzTx/>
              <a:buFontTx/>
              <a:buNone/>
              <a:tabLst/>
            </a:pPr>
            <a:endParaRPr kumimoji="0" lang="en-US" sz="2000" b="0" i="0" u="none" strike="noStrike" cap="none" normalizeH="0" baseline="0" dirty="0">
              <a:ln>
                <a:noFill/>
              </a:ln>
              <a:solidFill>
                <a:srgbClr val="191919"/>
              </a:solidFill>
              <a:effectLst/>
              <a:latin typeface="HelvNeue Light for IBM" pitchFamily="34" charset="0"/>
            </a:endParaRPr>
          </a:p>
        </p:txBody>
      </p:sp>
      <p:grpSp>
        <p:nvGrpSpPr>
          <p:cNvPr id="16" name="Group 15">
            <a:extLst>
              <a:ext uri="{FF2B5EF4-FFF2-40B4-BE49-F238E27FC236}">
                <a16:creationId xmlns:a16="http://schemas.microsoft.com/office/drawing/2014/main" id="{4E27F71D-749D-974B-AB68-C90C1F656661}"/>
              </a:ext>
            </a:extLst>
          </p:cNvPr>
          <p:cNvGrpSpPr/>
          <p:nvPr userDrawn="1"/>
        </p:nvGrpSpPr>
        <p:grpSpPr>
          <a:xfrm>
            <a:off x="-146307" y="-147320"/>
            <a:ext cx="12485627" cy="7152640"/>
            <a:chOff x="-109730" y="-110490"/>
            <a:chExt cx="9364220" cy="5364480"/>
          </a:xfrm>
        </p:grpSpPr>
        <p:grpSp>
          <p:nvGrpSpPr>
            <p:cNvPr id="17" name="Group 16">
              <a:extLst>
                <a:ext uri="{FF2B5EF4-FFF2-40B4-BE49-F238E27FC236}">
                  <a16:creationId xmlns:a16="http://schemas.microsoft.com/office/drawing/2014/main" id="{7033ABDB-33FA-424A-8022-BE25064AAE9B}"/>
                </a:ext>
              </a:extLst>
            </p:cNvPr>
            <p:cNvGrpSpPr/>
            <p:nvPr userDrawn="1"/>
          </p:nvGrpSpPr>
          <p:grpSpPr>
            <a:xfrm>
              <a:off x="228600" y="-110490"/>
              <a:ext cx="8686732" cy="91440"/>
              <a:chOff x="228600" y="-152400"/>
              <a:chExt cx="8686732" cy="152400"/>
            </a:xfrm>
          </p:grpSpPr>
          <p:cxnSp>
            <p:nvCxnSpPr>
              <p:cNvPr id="50" name="Straight Connector 49">
                <a:extLst>
                  <a:ext uri="{FF2B5EF4-FFF2-40B4-BE49-F238E27FC236}">
                    <a16:creationId xmlns:a16="http://schemas.microsoft.com/office/drawing/2014/main" id="{E028FABC-C57C-0B4D-ADC6-F0D9AC86E7C9}"/>
                  </a:ext>
                </a:extLst>
              </p:cNvPr>
              <p:cNvCxnSpPr/>
              <p:nvPr userDrawn="1"/>
            </p:nvCxnSpPr>
            <p:spPr bwMode="auto">
              <a:xfrm rot="5400000" flipH="1">
                <a:off x="152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1" name="Straight Connector 50">
                <a:extLst>
                  <a:ext uri="{FF2B5EF4-FFF2-40B4-BE49-F238E27FC236}">
                    <a16:creationId xmlns:a16="http://schemas.microsoft.com/office/drawing/2014/main" id="{CCE52FE3-158F-D14E-B6AE-3EE847C02A23}"/>
                  </a:ext>
                </a:extLst>
              </p:cNvPr>
              <p:cNvCxnSpPr/>
              <p:nvPr userDrawn="1"/>
            </p:nvCxnSpPr>
            <p:spPr bwMode="auto">
              <a:xfrm rot="5400000" flipH="1">
                <a:off x="1981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2" name="Straight Connector 51">
                <a:extLst>
                  <a:ext uri="{FF2B5EF4-FFF2-40B4-BE49-F238E27FC236}">
                    <a16:creationId xmlns:a16="http://schemas.microsoft.com/office/drawing/2014/main" id="{C6326F37-4F20-A241-8AC4-D933542FB91D}"/>
                  </a:ext>
                </a:extLst>
              </p:cNvPr>
              <p:cNvCxnSpPr/>
              <p:nvPr userDrawn="1"/>
            </p:nvCxnSpPr>
            <p:spPr bwMode="auto">
              <a:xfrm rot="5400000" flipH="1">
                <a:off x="2209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3" name="Straight Connector 52">
                <a:extLst>
                  <a:ext uri="{FF2B5EF4-FFF2-40B4-BE49-F238E27FC236}">
                    <a16:creationId xmlns:a16="http://schemas.microsoft.com/office/drawing/2014/main" id="{193EAF95-D519-4A43-A5B7-8F152B7AAAF3}"/>
                  </a:ext>
                </a:extLst>
              </p:cNvPr>
              <p:cNvCxnSpPr/>
              <p:nvPr userDrawn="1"/>
            </p:nvCxnSpPr>
            <p:spPr bwMode="auto">
              <a:xfrm rot="5400000" flipH="1">
                <a:off x="2438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4" name="Straight Connector 53">
                <a:extLst>
                  <a:ext uri="{FF2B5EF4-FFF2-40B4-BE49-F238E27FC236}">
                    <a16:creationId xmlns:a16="http://schemas.microsoft.com/office/drawing/2014/main" id="{63D1F6C8-6E33-8445-84CD-22391B38AE2F}"/>
                  </a:ext>
                </a:extLst>
              </p:cNvPr>
              <p:cNvCxnSpPr/>
              <p:nvPr userDrawn="1"/>
            </p:nvCxnSpPr>
            <p:spPr bwMode="auto">
              <a:xfrm rot="5400000" flipH="1">
                <a:off x="4267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5" name="Straight Connector 54">
                <a:extLst>
                  <a:ext uri="{FF2B5EF4-FFF2-40B4-BE49-F238E27FC236}">
                    <a16:creationId xmlns:a16="http://schemas.microsoft.com/office/drawing/2014/main" id="{7CC00B75-D288-0546-90E6-0FAF60915429}"/>
                  </a:ext>
                </a:extLst>
              </p:cNvPr>
              <p:cNvCxnSpPr/>
              <p:nvPr userDrawn="1"/>
            </p:nvCxnSpPr>
            <p:spPr bwMode="auto">
              <a:xfrm rot="5400000" flipH="1">
                <a:off x="4495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6" name="Straight Connector 55">
                <a:extLst>
                  <a:ext uri="{FF2B5EF4-FFF2-40B4-BE49-F238E27FC236}">
                    <a16:creationId xmlns:a16="http://schemas.microsoft.com/office/drawing/2014/main" id="{9E943793-FE0F-6F4D-98F4-B9E3837BCA91}"/>
                  </a:ext>
                </a:extLst>
              </p:cNvPr>
              <p:cNvCxnSpPr/>
              <p:nvPr userDrawn="1"/>
            </p:nvCxnSpPr>
            <p:spPr bwMode="auto">
              <a:xfrm rot="5400000" flipH="1">
                <a:off x="4724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7" name="Straight Connector 56">
                <a:extLst>
                  <a:ext uri="{FF2B5EF4-FFF2-40B4-BE49-F238E27FC236}">
                    <a16:creationId xmlns:a16="http://schemas.microsoft.com/office/drawing/2014/main" id="{B1C729D8-F1AE-2C45-BF73-3BFD621F4038}"/>
                  </a:ext>
                </a:extLst>
              </p:cNvPr>
              <p:cNvCxnSpPr/>
              <p:nvPr userDrawn="1"/>
            </p:nvCxnSpPr>
            <p:spPr bwMode="auto">
              <a:xfrm rot="5400000" flipH="1">
                <a:off x="6553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8" name="Straight Connector 57">
                <a:extLst>
                  <a:ext uri="{FF2B5EF4-FFF2-40B4-BE49-F238E27FC236}">
                    <a16:creationId xmlns:a16="http://schemas.microsoft.com/office/drawing/2014/main" id="{773341F0-E3B3-EB42-A739-32107097206A}"/>
                  </a:ext>
                </a:extLst>
              </p:cNvPr>
              <p:cNvCxnSpPr/>
              <p:nvPr userDrawn="1"/>
            </p:nvCxnSpPr>
            <p:spPr bwMode="auto">
              <a:xfrm rot="5400000" flipH="1">
                <a:off x="6781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9" name="Straight Connector 58">
                <a:extLst>
                  <a:ext uri="{FF2B5EF4-FFF2-40B4-BE49-F238E27FC236}">
                    <a16:creationId xmlns:a16="http://schemas.microsoft.com/office/drawing/2014/main" id="{89EDDA5B-8572-C545-8DFA-ABC33664C7A1}"/>
                  </a:ext>
                </a:extLst>
              </p:cNvPr>
              <p:cNvCxnSpPr/>
              <p:nvPr userDrawn="1"/>
            </p:nvCxnSpPr>
            <p:spPr bwMode="auto">
              <a:xfrm rot="5400000" flipH="1">
                <a:off x="7010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0" name="Straight Connector 59">
                <a:extLst>
                  <a:ext uri="{FF2B5EF4-FFF2-40B4-BE49-F238E27FC236}">
                    <a16:creationId xmlns:a16="http://schemas.microsoft.com/office/drawing/2014/main" id="{E0B85CAB-A5A1-6546-BA39-1598C1A1BF64}"/>
                  </a:ext>
                </a:extLst>
              </p:cNvPr>
              <p:cNvCxnSpPr/>
              <p:nvPr userDrawn="1"/>
            </p:nvCxnSpPr>
            <p:spPr bwMode="auto">
              <a:xfrm rot="5400000" flipH="1">
                <a:off x="8839132"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18" name="Group 17">
              <a:extLst>
                <a:ext uri="{FF2B5EF4-FFF2-40B4-BE49-F238E27FC236}">
                  <a16:creationId xmlns:a16="http://schemas.microsoft.com/office/drawing/2014/main" id="{4EE9C99B-7B10-AE41-8B1B-D8508EC96D36}"/>
                </a:ext>
              </a:extLst>
            </p:cNvPr>
            <p:cNvGrpSpPr/>
            <p:nvPr userDrawn="1"/>
          </p:nvGrpSpPr>
          <p:grpSpPr>
            <a:xfrm>
              <a:off x="228600" y="5162550"/>
              <a:ext cx="8686732" cy="91440"/>
              <a:chOff x="228600" y="5143500"/>
              <a:chExt cx="8686732" cy="152400"/>
            </a:xfrm>
          </p:grpSpPr>
          <p:cxnSp>
            <p:nvCxnSpPr>
              <p:cNvPr id="39" name="Straight Connector 38">
                <a:extLst>
                  <a:ext uri="{FF2B5EF4-FFF2-40B4-BE49-F238E27FC236}">
                    <a16:creationId xmlns:a16="http://schemas.microsoft.com/office/drawing/2014/main" id="{C65EA58F-D486-A749-9B47-9DD071000D4F}"/>
                  </a:ext>
                </a:extLst>
              </p:cNvPr>
              <p:cNvCxnSpPr/>
              <p:nvPr userDrawn="1"/>
            </p:nvCxnSpPr>
            <p:spPr bwMode="auto">
              <a:xfrm rot="5400000" flipH="1">
                <a:off x="152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9056486B-3E88-1F4E-A5B6-71F9C8038505}"/>
                  </a:ext>
                </a:extLst>
              </p:cNvPr>
              <p:cNvCxnSpPr/>
              <p:nvPr userDrawn="1"/>
            </p:nvCxnSpPr>
            <p:spPr bwMode="auto">
              <a:xfrm rot="5400000" flipH="1">
                <a:off x="1981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1" name="Straight Connector 40">
                <a:extLst>
                  <a:ext uri="{FF2B5EF4-FFF2-40B4-BE49-F238E27FC236}">
                    <a16:creationId xmlns:a16="http://schemas.microsoft.com/office/drawing/2014/main" id="{8F54F4A3-648E-3146-B408-995E6916E7DD}"/>
                  </a:ext>
                </a:extLst>
              </p:cNvPr>
              <p:cNvCxnSpPr/>
              <p:nvPr userDrawn="1"/>
            </p:nvCxnSpPr>
            <p:spPr bwMode="auto">
              <a:xfrm rot="5400000" flipH="1">
                <a:off x="2209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2" name="Straight Connector 41">
                <a:extLst>
                  <a:ext uri="{FF2B5EF4-FFF2-40B4-BE49-F238E27FC236}">
                    <a16:creationId xmlns:a16="http://schemas.microsoft.com/office/drawing/2014/main" id="{1DB512CA-21A6-9E45-BA56-12B8F4FE801F}"/>
                  </a:ext>
                </a:extLst>
              </p:cNvPr>
              <p:cNvCxnSpPr/>
              <p:nvPr userDrawn="1"/>
            </p:nvCxnSpPr>
            <p:spPr bwMode="auto">
              <a:xfrm rot="5400000" flipH="1">
                <a:off x="2438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3" name="Straight Connector 42">
                <a:extLst>
                  <a:ext uri="{FF2B5EF4-FFF2-40B4-BE49-F238E27FC236}">
                    <a16:creationId xmlns:a16="http://schemas.microsoft.com/office/drawing/2014/main" id="{2BFB8868-99DE-1A45-8575-1EA11710057F}"/>
                  </a:ext>
                </a:extLst>
              </p:cNvPr>
              <p:cNvCxnSpPr/>
              <p:nvPr userDrawn="1"/>
            </p:nvCxnSpPr>
            <p:spPr bwMode="auto">
              <a:xfrm rot="5400000" flipH="1">
                <a:off x="4267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4" name="Straight Connector 43">
                <a:extLst>
                  <a:ext uri="{FF2B5EF4-FFF2-40B4-BE49-F238E27FC236}">
                    <a16:creationId xmlns:a16="http://schemas.microsoft.com/office/drawing/2014/main" id="{730DE9A1-D9BD-524C-BE6F-1D6659196FBC}"/>
                  </a:ext>
                </a:extLst>
              </p:cNvPr>
              <p:cNvCxnSpPr/>
              <p:nvPr userDrawn="1"/>
            </p:nvCxnSpPr>
            <p:spPr bwMode="auto">
              <a:xfrm rot="5400000" flipH="1">
                <a:off x="4495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5" name="Straight Connector 44">
                <a:extLst>
                  <a:ext uri="{FF2B5EF4-FFF2-40B4-BE49-F238E27FC236}">
                    <a16:creationId xmlns:a16="http://schemas.microsoft.com/office/drawing/2014/main" id="{5ABAF5C8-E725-FD45-80A0-6EC368BF88BA}"/>
                  </a:ext>
                </a:extLst>
              </p:cNvPr>
              <p:cNvCxnSpPr/>
              <p:nvPr userDrawn="1"/>
            </p:nvCxnSpPr>
            <p:spPr bwMode="auto">
              <a:xfrm rot="5400000" flipH="1">
                <a:off x="4724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6" name="Straight Connector 45">
                <a:extLst>
                  <a:ext uri="{FF2B5EF4-FFF2-40B4-BE49-F238E27FC236}">
                    <a16:creationId xmlns:a16="http://schemas.microsoft.com/office/drawing/2014/main" id="{EBC18DE6-803B-7541-908A-41F6D4494834}"/>
                  </a:ext>
                </a:extLst>
              </p:cNvPr>
              <p:cNvCxnSpPr/>
              <p:nvPr userDrawn="1"/>
            </p:nvCxnSpPr>
            <p:spPr bwMode="auto">
              <a:xfrm rot="5400000" flipH="1">
                <a:off x="6553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7" name="Straight Connector 46">
                <a:extLst>
                  <a:ext uri="{FF2B5EF4-FFF2-40B4-BE49-F238E27FC236}">
                    <a16:creationId xmlns:a16="http://schemas.microsoft.com/office/drawing/2014/main" id="{737A4750-B9D5-5049-A414-7844F44D2F08}"/>
                  </a:ext>
                </a:extLst>
              </p:cNvPr>
              <p:cNvCxnSpPr/>
              <p:nvPr userDrawn="1"/>
            </p:nvCxnSpPr>
            <p:spPr bwMode="auto">
              <a:xfrm rot="5400000" flipH="1">
                <a:off x="6781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8" name="Straight Connector 47">
                <a:extLst>
                  <a:ext uri="{FF2B5EF4-FFF2-40B4-BE49-F238E27FC236}">
                    <a16:creationId xmlns:a16="http://schemas.microsoft.com/office/drawing/2014/main" id="{11CC3856-9176-894C-9678-78854179B583}"/>
                  </a:ext>
                </a:extLst>
              </p:cNvPr>
              <p:cNvCxnSpPr/>
              <p:nvPr userDrawn="1"/>
            </p:nvCxnSpPr>
            <p:spPr bwMode="auto">
              <a:xfrm rot="5400000" flipH="1">
                <a:off x="7010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9" name="Straight Connector 48">
                <a:extLst>
                  <a:ext uri="{FF2B5EF4-FFF2-40B4-BE49-F238E27FC236}">
                    <a16:creationId xmlns:a16="http://schemas.microsoft.com/office/drawing/2014/main" id="{3A4EF373-8CC5-F948-AA7B-C5EF10137299}"/>
                  </a:ext>
                </a:extLst>
              </p:cNvPr>
              <p:cNvCxnSpPr/>
              <p:nvPr userDrawn="1"/>
            </p:nvCxnSpPr>
            <p:spPr bwMode="auto">
              <a:xfrm rot="5400000" flipH="1">
                <a:off x="8839132"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19" name="Group 18">
              <a:extLst>
                <a:ext uri="{FF2B5EF4-FFF2-40B4-BE49-F238E27FC236}">
                  <a16:creationId xmlns:a16="http://schemas.microsoft.com/office/drawing/2014/main" id="{5EDFECA7-68A0-C74C-8702-67F215F53507}"/>
                </a:ext>
              </a:extLst>
            </p:cNvPr>
            <p:cNvGrpSpPr/>
            <p:nvPr userDrawn="1"/>
          </p:nvGrpSpPr>
          <p:grpSpPr>
            <a:xfrm>
              <a:off x="-109730" y="237744"/>
              <a:ext cx="91440" cy="4664456"/>
              <a:chOff x="-109730" y="237744"/>
              <a:chExt cx="91440" cy="4664456"/>
            </a:xfrm>
          </p:grpSpPr>
          <p:cxnSp>
            <p:nvCxnSpPr>
              <p:cNvPr id="30" name="Straight Connector 29">
                <a:extLst>
                  <a:ext uri="{FF2B5EF4-FFF2-40B4-BE49-F238E27FC236}">
                    <a16:creationId xmlns:a16="http://schemas.microsoft.com/office/drawing/2014/main" id="{B42BDEDC-364B-EC4F-9B43-9C5105374A26}"/>
                  </a:ext>
                </a:extLst>
              </p:cNvPr>
              <p:cNvCxnSpPr/>
              <p:nvPr userDrawn="1"/>
            </p:nvCxnSpPr>
            <p:spPr bwMode="auto">
              <a:xfrm flipH="1">
                <a:off x="-109730" y="65379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1" name="Straight Connector 30">
                <a:extLst>
                  <a:ext uri="{FF2B5EF4-FFF2-40B4-BE49-F238E27FC236}">
                    <a16:creationId xmlns:a16="http://schemas.microsoft.com/office/drawing/2014/main" id="{82746AEA-B7EE-6A45-A324-2780C5387E8B}"/>
                  </a:ext>
                </a:extLst>
              </p:cNvPr>
              <p:cNvCxnSpPr/>
              <p:nvPr userDrawn="1"/>
            </p:nvCxnSpPr>
            <p:spPr bwMode="auto">
              <a:xfrm flipH="1">
                <a:off x="-109730" y="128930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2" name="Straight Connector 31">
                <a:extLst>
                  <a:ext uri="{FF2B5EF4-FFF2-40B4-BE49-F238E27FC236}">
                    <a16:creationId xmlns:a16="http://schemas.microsoft.com/office/drawing/2014/main" id="{10F57C53-2F79-4140-B8DD-CFF27135CAA8}"/>
                  </a:ext>
                </a:extLst>
              </p:cNvPr>
              <p:cNvCxnSpPr/>
              <p:nvPr userDrawn="1"/>
            </p:nvCxnSpPr>
            <p:spPr bwMode="auto">
              <a:xfrm flipH="1">
                <a:off x="-109730" y="192938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3" name="Straight Connector 32">
                <a:extLst>
                  <a:ext uri="{FF2B5EF4-FFF2-40B4-BE49-F238E27FC236}">
                    <a16:creationId xmlns:a16="http://schemas.microsoft.com/office/drawing/2014/main" id="{D0D1241B-3B6D-564B-92C0-5F79295699BA}"/>
                  </a:ext>
                </a:extLst>
              </p:cNvPr>
              <p:cNvCxnSpPr/>
              <p:nvPr userDrawn="1"/>
            </p:nvCxnSpPr>
            <p:spPr bwMode="auto">
              <a:xfrm flipH="1">
                <a:off x="-109730" y="2570990"/>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4" name="Straight Connector 33">
                <a:extLst>
                  <a:ext uri="{FF2B5EF4-FFF2-40B4-BE49-F238E27FC236}">
                    <a16:creationId xmlns:a16="http://schemas.microsoft.com/office/drawing/2014/main" id="{4F1A65E1-A6DD-0E48-9328-F63C08A91C80}"/>
                  </a:ext>
                </a:extLst>
              </p:cNvPr>
              <p:cNvCxnSpPr/>
              <p:nvPr userDrawn="1"/>
            </p:nvCxnSpPr>
            <p:spPr bwMode="auto">
              <a:xfrm flipH="1">
                <a:off x="-109730" y="320954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5" name="Straight Connector 34">
                <a:extLst>
                  <a:ext uri="{FF2B5EF4-FFF2-40B4-BE49-F238E27FC236}">
                    <a16:creationId xmlns:a16="http://schemas.microsoft.com/office/drawing/2014/main" id="{DF1A857E-0280-4D4D-8C5E-78EB4893E8F3}"/>
                  </a:ext>
                </a:extLst>
              </p:cNvPr>
              <p:cNvCxnSpPr/>
              <p:nvPr userDrawn="1"/>
            </p:nvCxnSpPr>
            <p:spPr bwMode="auto">
              <a:xfrm flipH="1">
                <a:off x="-109730" y="384962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6" name="Straight Connector 35">
                <a:extLst>
                  <a:ext uri="{FF2B5EF4-FFF2-40B4-BE49-F238E27FC236}">
                    <a16:creationId xmlns:a16="http://schemas.microsoft.com/office/drawing/2014/main" id="{32EE49FC-4AC3-D84D-B296-8260919A4AFB}"/>
                  </a:ext>
                </a:extLst>
              </p:cNvPr>
              <p:cNvCxnSpPr/>
              <p:nvPr userDrawn="1"/>
            </p:nvCxnSpPr>
            <p:spPr bwMode="auto">
              <a:xfrm flipH="1">
                <a:off x="-109730" y="449427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7" name="Straight Connector 36">
                <a:extLst>
                  <a:ext uri="{FF2B5EF4-FFF2-40B4-BE49-F238E27FC236}">
                    <a16:creationId xmlns:a16="http://schemas.microsoft.com/office/drawing/2014/main" id="{A036B8A6-5887-EB43-A589-E9B55309975E}"/>
                  </a:ext>
                </a:extLst>
              </p:cNvPr>
              <p:cNvCxnSpPr/>
              <p:nvPr userDrawn="1"/>
            </p:nvCxnSpPr>
            <p:spPr bwMode="auto">
              <a:xfrm flipH="1">
                <a:off x="-109730" y="23774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8" name="Straight Connector 37">
                <a:extLst>
                  <a:ext uri="{FF2B5EF4-FFF2-40B4-BE49-F238E27FC236}">
                    <a16:creationId xmlns:a16="http://schemas.microsoft.com/office/drawing/2014/main" id="{886C2E2E-F476-B64B-A78C-E2A4F068B019}"/>
                  </a:ext>
                </a:extLst>
              </p:cNvPr>
              <p:cNvCxnSpPr/>
              <p:nvPr userDrawn="1"/>
            </p:nvCxnSpPr>
            <p:spPr bwMode="auto">
              <a:xfrm flipH="1">
                <a:off x="-109730" y="4902200"/>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20" name="Group 19">
              <a:extLst>
                <a:ext uri="{FF2B5EF4-FFF2-40B4-BE49-F238E27FC236}">
                  <a16:creationId xmlns:a16="http://schemas.microsoft.com/office/drawing/2014/main" id="{568B7B3E-2365-FA48-B0BB-56705EDB6709}"/>
                </a:ext>
              </a:extLst>
            </p:cNvPr>
            <p:cNvGrpSpPr/>
            <p:nvPr userDrawn="1"/>
          </p:nvGrpSpPr>
          <p:grpSpPr>
            <a:xfrm>
              <a:off x="9163050" y="237744"/>
              <a:ext cx="91440" cy="4663440"/>
              <a:chOff x="-109730" y="231394"/>
              <a:chExt cx="91440" cy="4663440"/>
            </a:xfrm>
          </p:grpSpPr>
          <p:cxnSp>
            <p:nvCxnSpPr>
              <p:cNvPr id="21" name="Straight Connector 20">
                <a:extLst>
                  <a:ext uri="{FF2B5EF4-FFF2-40B4-BE49-F238E27FC236}">
                    <a16:creationId xmlns:a16="http://schemas.microsoft.com/office/drawing/2014/main" id="{F8CB4122-4D33-2A42-871B-AB33239DC529}"/>
                  </a:ext>
                </a:extLst>
              </p:cNvPr>
              <p:cNvCxnSpPr/>
              <p:nvPr userDrawn="1"/>
            </p:nvCxnSpPr>
            <p:spPr bwMode="auto">
              <a:xfrm flipH="1">
                <a:off x="-109730" y="64744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E1272E41-0FA7-6B41-B356-7A2B88AC448F}"/>
                  </a:ext>
                </a:extLst>
              </p:cNvPr>
              <p:cNvCxnSpPr/>
              <p:nvPr userDrawn="1"/>
            </p:nvCxnSpPr>
            <p:spPr bwMode="auto">
              <a:xfrm flipH="1">
                <a:off x="-109730" y="128295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3" name="Straight Connector 22">
                <a:extLst>
                  <a:ext uri="{FF2B5EF4-FFF2-40B4-BE49-F238E27FC236}">
                    <a16:creationId xmlns:a16="http://schemas.microsoft.com/office/drawing/2014/main" id="{784B5EE1-D003-1F47-8D33-3E312E35B1E7}"/>
                  </a:ext>
                </a:extLst>
              </p:cNvPr>
              <p:cNvCxnSpPr/>
              <p:nvPr userDrawn="1"/>
            </p:nvCxnSpPr>
            <p:spPr bwMode="auto">
              <a:xfrm flipH="1">
                <a:off x="-109730" y="192303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4" name="Straight Connector 23">
                <a:extLst>
                  <a:ext uri="{FF2B5EF4-FFF2-40B4-BE49-F238E27FC236}">
                    <a16:creationId xmlns:a16="http://schemas.microsoft.com/office/drawing/2014/main" id="{571409CD-4C1B-8E45-ACF9-86D270DA7692}"/>
                  </a:ext>
                </a:extLst>
              </p:cNvPr>
              <p:cNvCxnSpPr/>
              <p:nvPr userDrawn="1"/>
            </p:nvCxnSpPr>
            <p:spPr bwMode="auto">
              <a:xfrm flipH="1">
                <a:off x="-109730" y="256311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5" name="Straight Connector 24">
                <a:extLst>
                  <a:ext uri="{FF2B5EF4-FFF2-40B4-BE49-F238E27FC236}">
                    <a16:creationId xmlns:a16="http://schemas.microsoft.com/office/drawing/2014/main" id="{A131086F-34E8-8C46-8C5C-6BAA87172E82}"/>
                  </a:ext>
                </a:extLst>
              </p:cNvPr>
              <p:cNvCxnSpPr/>
              <p:nvPr userDrawn="1"/>
            </p:nvCxnSpPr>
            <p:spPr bwMode="auto">
              <a:xfrm flipH="1">
                <a:off x="-109730" y="320319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6" name="Straight Connector 25">
                <a:extLst>
                  <a:ext uri="{FF2B5EF4-FFF2-40B4-BE49-F238E27FC236}">
                    <a16:creationId xmlns:a16="http://schemas.microsoft.com/office/drawing/2014/main" id="{0A42B631-F25C-F54E-B854-80328E4DFBBC}"/>
                  </a:ext>
                </a:extLst>
              </p:cNvPr>
              <p:cNvCxnSpPr/>
              <p:nvPr userDrawn="1"/>
            </p:nvCxnSpPr>
            <p:spPr bwMode="auto">
              <a:xfrm flipH="1">
                <a:off x="-109730" y="384327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7" name="Straight Connector 26">
                <a:extLst>
                  <a:ext uri="{FF2B5EF4-FFF2-40B4-BE49-F238E27FC236}">
                    <a16:creationId xmlns:a16="http://schemas.microsoft.com/office/drawing/2014/main" id="{08D46B81-A248-A847-9183-C6BC43C53E85}"/>
                  </a:ext>
                </a:extLst>
              </p:cNvPr>
              <p:cNvCxnSpPr/>
              <p:nvPr userDrawn="1"/>
            </p:nvCxnSpPr>
            <p:spPr bwMode="auto">
              <a:xfrm flipH="1">
                <a:off x="-109730" y="448792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86FA5BE4-E196-EC4A-BC7A-95A47060EE08}"/>
                  </a:ext>
                </a:extLst>
              </p:cNvPr>
              <p:cNvCxnSpPr/>
              <p:nvPr userDrawn="1"/>
            </p:nvCxnSpPr>
            <p:spPr bwMode="auto">
              <a:xfrm flipH="1">
                <a:off x="-109730" y="23139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9" name="Straight Connector 28">
                <a:extLst>
                  <a:ext uri="{FF2B5EF4-FFF2-40B4-BE49-F238E27FC236}">
                    <a16:creationId xmlns:a16="http://schemas.microsoft.com/office/drawing/2014/main" id="{47A74DF6-412C-6548-B80E-F7E7ED8433A9}"/>
                  </a:ext>
                </a:extLst>
              </p:cNvPr>
              <p:cNvCxnSpPr/>
              <p:nvPr userDrawn="1"/>
            </p:nvCxnSpPr>
            <p:spPr bwMode="auto">
              <a:xfrm flipH="1">
                <a:off x="-109730" y="489483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sp>
        <p:nvSpPr>
          <p:cNvPr id="62" name="Footer Placeholder 2">
            <a:extLst>
              <a:ext uri="{FF2B5EF4-FFF2-40B4-BE49-F238E27FC236}">
                <a16:creationId xmlns:a16="http://schemas.microsoft.com/office/drawing/2014/main" id="{FD045E09-78BA-1C4D-9960-D7A24CDA85FA}"/>
              </a:ext>
            </a:extLst>
          </p:cNvPr>
          <p:cNvSpPr>
            <a:spLocks noGrp="1"/>
          </p:cNvSpPr>
          <p:nvPr>
            <p:ph type="ftr" sz="quarter" idx="3"/>
          </p:nvPr>
        </p:nvSpPr>
        <p:spPr>
          <a:xfrm>
            <a:off x="210312" y="6073456"/>
            <a:ext cx="2438312" cy="546100"/>
          </a:xfrm>
          <a:prstGeom prst="rect">
            <a:avLst/>
          </a:prstGeom>
        </p:spPr>
        <p:txBody>
          <a:bodyPr anchor="b"/>
          <a:lstStyle>
            <a:lvl1pPr>
              <a:lnSpc>
                <a:spcPct val="150000"/>
              </a:lnSpc>
              <a:defRPr sz="1000" b="0" i="0">
                <a:solidFill>
                  <a:srgbClr val="50565B"/>
                </a:solidFill>
                <a:latin typeface="IBM Plex Sans" panose="020B0503050000000000" pitchFamily="34" charset="77"/>
              </a:defRPr>
            </a:lvl1pPr>
          </a:lstStyle>
          <a:p>
            <a:r>
              <a:rPr lang="en-US" b="1">
                <a:solidFill>
                  <a:schemeClr val="tx1"/>
                </a:solidFill>
                <a:latin typeface="IBM Plex Sans SmBld" panose="020B0503050000000000" pitchFamily="34" charset="77"/>
              </a:rPr>
              <a:t>Presentation title</a:t>
            </a:r>
          </a:p>
          <a:p>
            <a:r>
              <a:rPr lang="en-US"/>
              <a:t>IBM  |  Project/team name</a:t>
            </a:r>
            <a:endParaRPr lang="en-US" dirty="0"/>
          </a:p>
        </p:txBody>
      </p:sp>
      <p:sp>
        <p:nvSpPr>
          <p:cNvPr id="72" name="Text Placeholder 2">
            <a:extLst>
              <a:ext uri="{FF2B5EF4-FFF2-40B4-BE49-F238E27FC236}">
                <a16:creationId xmlns:a16="http://schemas.microsoft.com/office/drawing/2014/main" id="{51BF1D54-7969-E645-BF90-8DC77BA8ED48}"/>
              </a:ext>
            </a:extLst>
          </p:cNvPr>
          <p:cNvSpPr>
            <a:spLocks noGrp="1"/>
          </p:cNvSpPr>
          <p:nvPr>
            <p:ph type="body" sz="quarter" idx="11" hasCustomPrompt="1"/>
          </p:nvPr>
        </p:nvSpPr>
        <p:spPr>
          <a:xfrm>
            <a:off x="214138" y="1293145"/>
            <a:ext cx="5478462" cy="354012"/>
          </a:xfrm>
          <a:prstGeom prst="rect">
            <a:avLst/>
          </a:prstGeom>
        </p:spPr>
        <p:txBody>
          <a:bodyPr/>
          <a:lstStyle>
            <a:lvl1pPr>
              <a:defRPr sz="1800" b="1" i="0">
                <a:solidFill>
                  <a:schemeClr val="tx1"/>
                </a:solidFill>
                <a:latin typeface="IBM Plex Sans SmBld" panose="020B0503050203000203" pitchFamily="34" charset="0"/>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pPr lvl="0"/>
            <a:r>
              <a:rPr lang="en-US" dirty="0"/>
              <a:t>Click to edit text</a:t>
            </a:r>
          </a:p>
        </p:txBody>
      </p:sp>
      <p:sp>
        <p:nvSpPr>
          <p:cNvPr id="73" name="Text Placeholder 2">
            <a:extLst>
              <a:ext uri="{FF2B5EF4-FFF2-40B4-BE49-F238E27FC236}">
                <a16:creationId xmlns:a16="http://schemas.microsoft.com/office/drawing/2014/main" id="{F01424E0-6E80-B34F-A6BD-4D036AEF6E2C}"/>
              </a:ext>
            </a:extLst>
          </p:cNvPr>
          <p:cNvSpPr>
            <a:spLocks noGrp="1"/>
          </p:cNvSpPr>
          <p:nvPr>
            <p:ph type="body" sz="quarter" idx="12" hasCustomPrompt="1"/>
          </p:nvPr>
        </p:nvSpPr>
        <p:spPr>
          <a:xfrm>
            <a:off x="214138" y="1674145"/>
            <a:ext cx="5478462" cy="2226185"/>
          </a:xfrm>
          <a:prstGeom prst="rect">
            <a:avLst/>
          </a:prstGeom>
        </p:spPr>
        <p:txBody>
          <a:bodyPr/>
          <a:lstStyle>
            <a:lvl1pPr marL="0" marR="0" indent="0" algn="l" defTabSz="914400" rtl="0" eaLnBrk="1" fontAlgn="base" latinLnBrk="0" hangingPunct="1">
              <a:lnSpc>
                <a:spcPct val="150000"/>
              </a:lnSpc>
              <a:spcBef>
                <a:spcPts val="1467"/>
              </a:spcBef>
              <a:spcAft>
                <a:spcPct val="0"/>
              </a:spcAft>
              <a:buClr>
                <a:schemeClr val="tx1"/>
              </a:buClr>
              <a:buSzPct val="90000"/>
              <a:buFont typeface="Wingdings" pitchFamily="2" charset="2"/>
              <a:buNone/>
              <a:tabLst/>
              <a:defRPr sz="1600" b="0" i="0">
                <a:solidFill>
                  <a:schemeClr val="tx1"/>
                </a:solidFill>
                <a:latin typeface="IBM Plex Sans" panose="020B05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pPr lvl="0"/>
            <a:r>
              <a:rPr lang="en-US" dirty="0"/>
              <a:t>Click to edit text</a:t>
            </a:r>
          </a:p>
        </p:txBody>
      </p:sp>
      <p:sp>
        <p:nvSpPr>
          <p:cNvPr id="75" name="Text Placeholder 64">
            <a:extLst>
              <a:ext uri="{FF2B5EF4-FFF2-40B4-BE49-F238E27FC236}">
                <a16:creationId xmlns:a16="http://schemas.microsoft.com/office/drawing/2014/main" id="{BF6A3817-5D69-E149-A3F3-A45929B632BF}"/>
              </a:ext>
            </a:extLst>
          </p:cNvPr>
          <p:cNvSpPr>
            <a:spLocks noGrp="1"/>
          </p:cNvSpPr>
          <p:nvPr>
            <p:ph type="body" sz="quarter" idx="37" hasCustomPrompt="1"/>
          </p:nvPr>
        </p:nvSpPr>
        <p:spPr>
          <a:xfrm>
            <a:off x="228599" y="326929"/>
            <a:ext cx="5478421" cy="580452"/>
          </a:xfrm>
          <a:prstGeom prst="rect">
            <a:avLst/>
          </a:prstGeom>
        </p:spPr>
        <p:txBody>
          <a:bodyPr>
            <a:normAutofit/>
          </a:bodyPr>
          <a:lstStyle>
            <a:lvl1pPr>
              <a:defRPr sz="2400" b="0" i="0">
                <a:latin typeface="IBM Plex Sans" panose="020B0503050203000203" pitchFamily="34" charset="0"/>
              </a:defRPr>
            </a:lvl1pPr>
          </a:lstStyle>
          <a:p>
            <a:pPr lvl="0"/>
            <a:r>
              <a:rPr lang="en-US" dirty="0"/>
              <a:t>Slide title</a:t>
            </a:r>
          </a:p>
        </p:txBody>
      </p:sp>
    </p:spTree>
    <p:extLst>
      <p:ext uri="{BB962C8B-B14F-4D97-AF65-F5344CB8AC3E}">
        <p14:creationId xmlns:p14="http://schemas.microsoft.com/office/powerpoint/2010/main" val="237043502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4 Right">
    <p:spTree>
      <p:nvGrpSpPr>
        <p:cNvPr id="1" name=""/>
        <p:cNvGrpSpPr/>
        <p:nvPr/>
      </p:nvGrpSpPr>
      <p:grpSpPr>
        <a:xfrm>
          <a:off x="0" y="0"/>
          <a:ext cx="0" cy="0"/>
          <a:chOff x="0" y="0"/>
          <a:chExt cx="0" cy="0"/>
        </a:xfrm>
      </p:grpSpPr>
      <p:sp>
        <p:nvSpPr>
          <p:cNvPr id="71" name="Rectangle 70">
            <a:extLst>
              <a:ext uri="{FF2B5EF4-FFF2-40B4-BE49-F238E27FC236}">
                <a16:creationId xmlns:a16="http://schemas.microsoft.com/office/drawing/2014/main" id="{E3D35D99-0C4E-AA47-B9B3-35527D214953}"/>
              </a:ext>
            </a:extLst>
          </p:cNvPr>
          <p:cNvSpPr/>
          <p:nvPr userDrawn="1"/>
        </p:nvSpPr>
        <p:spPr bwMode="auto">
          <a:xfrm>
            <a:off x="11" y="-1"/>
            <a:ext cx="3047986" cy="6857991"/>
          </a:xfrm>
          <a:prstGeom prst="rect">
            <a:avLst/>
          </a:prstGeom>
          <a:solidFill>
            <a:srgbClr val="F2F4F8"/>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90000"/>
              </a:lnSpc>
              <a:spcBef>
                <a:spcPct val="0"/>
              </a:spcBef>
              <a:spcAft>
                <a:spcPct val="0"/>
              </a:spcAft>
              <a:buClrTx/>
              <a:buSzTx/>
              <a:buFontTx/>
              <a:buNone/>
              <a:tabLst/>
            </a:pPr>
            <a:endParaRPr kumimoji="0" lang="en-US" sz="2000" b="0" i="0" u="none" strike="noStrike" cap="none" normalizeH="0" baseline="0" dirty="0">
              <a:ln>
                <a:noFill/>
              </a:ln>
              <a:solidFill>
                <a:srgbClr val="191919"/>
              </a:solidFill>
              <a:effectLst/>
              <a:latin typeface="HelvNeue Light for IBM" pitchFamily="34" charset="0"/>
            </a:endParaRPr>
          </a:p>
        </p:txBody>
      </p:sp>
      <p:grpSp>
        <p:nvGrpSpPr>
          <p:cNvPr id="16" name="Group 15">
            <a:extLst>
              <a:ext uri="{FF2B5EF4-FFF2-40B4-BE49-F238E27FC236}">
                <a16:creationId xmlns:a16="http://schemas.microsoft.com/office/drawing/2014/main" id="{4E27F71D-749D-974B-AB68-C90C1F656661}"/>
              </a:ext>
            </a:extLst>
          </p:cNvPr>
          <p:cNvGrpSpPr/>
          <p:nvPr userDrawn="1"/>
        </p:nvGrpSpPr>
        <p:grpSpPr>
          <a:xfrm>
            <a:off x="-146307" y="-147320"/>
            <a:ext cx="12485627" cy="7152640"/>
            <a:chOff x="-109730" y="-110490"/>
            <a:chExt cx="9364220" cy="5364480"/>
          </a:xfrm>
        </p:grpSpPr>
        <p:grpSp>
          <p:nvGrpSpPr>
            <p:cNvPr id="17" name="Group 16">
              <a:extLst>
                <a:ext uri="{FF2B5EF4-FFF2-40B4-BE49-F238E27FC236}">
                  <a16:creationId xmlns:a16="http://schemas.microsoft.com/office/drawing/2014/main" id="{7033ABDB-33FA-424A-8022-BE25064AAE9B}"/>
                </a:ext>
              </a:extLst>
            </p:cNvPr>
            <p:cNvGrpSpPr/>
            <p:nvPr userDrawn="1"/>
          </p:nvGrpSpPr>
          <p:grpSpPr>
            <a:xfrm>
              <a:off x="228600" y="-110490"/>
              <a:ext cx="8686732" cy="91440"/>
              <a:chOff x="228600" y="-152400"/>
              <a:chExt cx="8686732" cy="152400"/>
            </a:xfrm>
          </p:grpSpPr>
          <p:cxnSp>
            <p:nvCxnSpPr>
              <p:cNvPr id="50" name="Straight Connector 49">
                <a:extLst>
                  <a:ext uri="{FF2B5EF4-FFF2-40B4-BE49-F238E27FC236}">
                    <a16:creationId xmlns:a16="http://schemas.microsoft.com/office/drawing/2014/main" id="{E028FABC-C57C-0B4D-ADC6-F0D9AC86E7C9}"/>
                  </a:ext>
                </a:extLst>
              </p:cNvPr>
              <p:cNvCxnSpPr/>
              <p:nvPr userDrawn="1"/>
            </p:nvCxnSpPr>
            <p:spPr bwMode="auto">
              <a:xfrm rot="5400000" flipH="1">
                <a:off x="152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1" name="Straight Connector 50">
                <a:extLst>
                  <a:ext uri="{FF2B5EF4-FFF2-40B4-BE49-F238E27FC236}">
                    <a16:creationId xmlns:a16="http://schemas.microsoft.com/office/drawing/2014/main" id="{CCE52FE3-158F-D14E-B6AE-3EE847C02A23}"/>
                  </a:ext>
                </a:extLst>
              </p:cNvPr>
              <p:cNvCxnSpPr/>
              <p:nvPr userDrawn="1"/>
            </p:nvCxnSpPr>
            <p:spPr bwMode="auto">
              <a:xfrm rot="5400000" flipH="1">
                <a:off x="1981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2" name="Straight Connector 51">
                <a:extLst>
                  <a:ext uri="{FF2B5EF4-FFF2-40B4-BE49-F238E27FC236}">
                    <a16:creationId xmlns:a16="http://schemas.microsoft.com/office/drawing/2014/main" id="{C6326F37-4F20-A241-8AC4-D933542FB91D}"/>
                  </a:ext>
                </a:extLst>
              </p:cNvPr>
              <p:cNvCxnSpPr/>
              <p:nvPr userDrawn="1"/>
            </p:nvCxnSpPr>
            <p:spPr bwMode="auto">
              <a:xfrm rot="5400000" flipH="1">
                <a:off x="2209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3" name="Straight Connector 52">
                <a:extLst>
                  <a:ext uri="{FF2B5EF4-FFF2-40B4-BE49-F238E27FC236}">
                    <a16:creationId xmlns:a16="http://schemas.microsoft.com/office/drawing/2014/main" id="{193EAF95-D519-4A43-A5B7-8F152B7AAAF3}"/>
                  </a:ext>
                </a:extLst>
              </p:cNvPr>
              <p:cNvCxnSpPr/>
              <p:nvPr userDrawn="1"/>
            </p:nvCxnSpPr>
            <p:spPr bwMode="auto">
              <a:xfrm rot="5400000" flipH="1">
                <a:off x="2438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4" name="Straight Connector 53">
                <a:extLst>
                  <a:ext uri="{FF2B5EF4-FFF2-40B4-BE49-F238E27FC236}">
                    <a16:creationId xmlns:a16="http://schemas.microsoft.com/office/drawing/2014/main" id="{63D1F6C8-6E33-8445-84CD-22391B38AE2F}"/>
                  </a:ext>
                </a:extLst>
              </p:cNvPr>
              <p:cNvCxnSpPr/>
              <p:nvPr userDrawn="1"/>
            </p:nvCxnSpPr>
            <p:spPr bwMode="auto">
              <a:xfrm rot="5400000" flipH="1">
                <a:off x="4267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5" name="Straight Connector 54">
                <a:extLst>
                  <a:ext uri="{FF2B5EF4-FFF2-40B4-BE49-F238E27FC236}">
                    <a16:creationId xmlns:a16="http://schemas.microsoft.com/office/drawing/2014/main" id="{7CC00B75-D288-0546-90E6-0FAF60915429}"/>
                  </a:ext>
                </a:extLst>
              </p:cNvPr>
              <p:cNvCxnSpPr/>
              <p:nvPr userDrawn="1"/>
            </p:nvCxnSpPr>
            <p:spPr bwMode="auto">
              <a:xfrm rot="5400000" flipH="1">
                <a:off x="4495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6" name="Straight Connector 55">
                <a:extLst>
                  <a:ext uri="{FF2B5EF4-FFF2-40B4-BE49-F238E27FC236}">
                    <a16:creationId xmlns:a16="http://schemas.microsoft.com/office/drawing/2014/main" id="{9E943793-FE0F-6F4D-98F4-B9E3837BCA91}"/>
                  </a:ext>
                </a:extLst>
              </p:cNvPr>
              <p:cNvCxnSpPr/>
              <p:nvPr userDrawn="1"/>
            </p:nvCxnSpPr>
            <p:spPr bwMode="auto">
              <a:xfrm rot="5400000" flipH="1">
                <a:off x="4724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7" name="Straight Connector 56">
                <a:extLst>
                  <a:ext uri="{FF2B5EF4-FFF2-40B4-BE49-F238E27FC236}">
                    <a16:creationId xmlns:a16="http://schemas.microsoft.com/office/drawing/2014/main" id="{B1C729D8-F1AE-2C45-BF73-3BFD621F4038}"/>
                  </a:ext>
                </a:extLst>
              </p:cNvPr>
              <p:cNvCxnSpPr/>
              <p:nvPr userDrawn="1"/>
            </p:nvCxnSpPr>
            <p:spPr bwMode="auto">
              <a:xfrm rot="5400000" flipH="1">
                <a:off x="6553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8" name="Straight Connector 57">
                <a:extLst>
                  <a:ext uri="{FF2B5EF4-FFF2-40B4-BE49-F238E27FC236}">
                    <a16:creationId xmlns:a16="http://schemas.microsoft.com/office/drawing/2014/main" id="{773341F0-E3B3-EB42-A739-32107097206A}"/>
                  </a:ext>
                </a:extLst>
              </p:cNvPr>
              <p:cNvCxnSpPr/>
              <p:nvPr userDrawn="1"/>
            </p:nvCxnSpPr>
            <p:spPr bwMode="auto">
              <a:xfrm rot="5400000" flipH="1">
                <a:off x="6781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9" name="Straight Connector 58">
                <a:extLst>
                  <a:ext uri="{FF2B5EF4-FFF2-40B4-BE49-F238E27FC236}">
                    <a16:creationId xmlns:a16="http://schemas.microsoft.com/office/drawing/2014/main" id="{89EDDA5B-8572-C545-8DFA-ABC33664C7A1}"/>
                  </a:ext>
                </a:extLst>
              </p:cNvPr>
              <p:cNvCxnSpPr/>
              <p:nvPr userDrawn="1"/>
            </p:nvCxnSpPr>
            <p:spPr bwMode="auto">
              <a:xfrm rot="5400000" flipH="1">
                <a:off x="7010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0" name="Straight Connector 59">
                <a:extLst>
                  <a:ext uri="{FF2B5EF4-FFF2-40B4-BE49-F238E27FC236}">
                    <a16:creationId xmlns:a16="http://schemas.microsoft.com/office/drawing/2014/main" id="{E0B85CAB-A5A1-6546-BA39-1598C1A1BF64}"/>
                  </a:ext>
                </a:extLst>
              </p:cNvPr>
              <p:cNvCxnSpPr/>
              <p:nvPr userDrawn="1"/>
            </p:nvCxnSpPr>
            <p:spPr bwMode="auto">
              <a:xfrm rot="5400000" flipH="1">
                <a:off x="8839132"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18" name="Group 17">
              <a:extLst>
                <a:ext uri="{FF2B5EF4-FFF2-40B4-BE49-F238E27FC236}">
                  <a16:creationId xmlns:a16="http://schemas.microsoft.com/office/drawing/2014/main" id="{4EE9C99B-7B10-AE41-8B1B-D8508EC96D36}"/>
                </a:ext>
              </a:extLst>
            </p:cNvPr>
            <p:cNvGrpSpPr/>
            <p:nvPr userDrawn="1"/>
          </p:nvGrpSpPr>
          <p:grpSpPr>
            <a:xfrm>
              <a:off x="228600" y="5162550"/>
              <a:ext cx="8686732" cy="91440"/>
              <a:chOff x="228600" y="5143500"/>
              <a:chExt cx="8686732" cy="152400"/>
            </a:xfrm>
          </p:grpSpPr>
          <p:cxnSp>
            <p:nvCxnSpPr>
              <p:cNvPr id="39" name="Straight Connector 38">
                <a:extLst>
                  <a:ext uri="{FF2B5EF4-FFF2-40B4-BE49-F238E27FC236}">
                    <a16:creationId xmlns:a16="http://schemas.microsoft.com/office/drawing/2014/main" id="{C65EA58F-D486-A749-9B47-9DD071000D4F}"/>
                  </a:ext>
                </a:extLst>
              </p:cNvPr>
              <p:cNvCxnSpPr/>
              <p:nvPr userDrawn="1"/>
            </p:nvCxnSpPr>
            <p:spPr bwMode="auto">
              <a:xfrm rot="5400000" flipH="1">
                <a:off x="152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9056486B-3E88-1F4E-A5B6-71F9C8038505}"/>
                  </a:ext>
                </a:extLst>
              </p:cNvPr>
              <p:cNvCxnSpPr/>
              <p:nvPr userDrawn="1"/>
            </p:nvCxnSpPr>
            <p:spPr bwMode="auto">
              <a:xfrm rot="5400000" flipH="1">
                <a:off x="1981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1" name="Straight Connector 40">
                <a:extLst>
                  <a:ext uri="{FF2B5EF4-FFF2-40B4-BE49-F238E27FC236}">
                    <a16:creationId xmlns:a16="http://schemas.microsoft.com/office/drawing/2014/main" id="{8F54F4A3-648E-3146-B408-995E6916E7DD}"/>
                  </a:ext>
                </a:extLst>
              </p:cNvPr>
              <p:cNvCxnSpPr/>
              <p:nvPr userDrawn="1"/>
            </p:nvCxnSpPr>
            <p:spPr bwMode="auto">
              <a:xfrm rot="5400000" flipH="1">
                <a:off x="2209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2" name="Straight Connector 41">
                <a:extLst>
                  <a:ext uri="{FF2B5EF4-FFF2-40B4-BE49-F238E27FC236}">
                    <a16:creationId xmlns:a16="http://schemas.microsoft.com/office/drawing/2014/main" id="{1DB512CA-21A6-9E45-BA56-12B8F4FE801F}"/>
                  </a:ext>
                </a:extLst>
              </p:cNvPr>
              <p:cNvCxnSpPr/>
              <p:nvPr userDrawn="1"/>
            </p:nvCxnSpPr>
            <p:spPr bwMode="auto">
              <a:xfrm rot="5400000" flipH="1">
                <a:off x="2438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3" name="Straight Connector 42">
                <a:extLst>
                  <a:ext uri="{FF2B5EF4-FFF2-40B4-BE49-F238E27FC236}">
                    <a16:creationId xmlns:a16="http://schemas.microsoft.com/office/drawing/2014/main" id="{2BFB8868-99DE-1A45-8575-1EA11710057F}"/>
                  </a:ext>
                </a:extLst>
              </p:cNvPr>
              <p:cNvCxnSpPr/>
              <p:nvPr userDrawn="1"/>
            </p:nvCxnSpPr>
            <p:spPr bwMode="auto">
              <a:xfrm rot="5400000" flipH="1">
                <a:off x="4267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4" name="Straight Connector 43">
                <a:extLst>
                  <a:ext uri="{FF2B5EF4-FFF2-40B4-BE49-F238E27FC236}">
                    <a16:creationId xmlns:a16="http://schemas.microsoft.com/office/drawing/2014/main" id="{730DE9A1-D9BD-524C-BE6F-1D6659196FBC}"/>
                  </a:ext>
                </a:extLst>
              </p:cNvPr>
              <p:cNvCxnSpPr/>
              <p:nvPr userDrawn="1"/>
            </p:nvCxnSpPr>
            <p:spPr bwMode="auto">
              <a:xfrm rot="5400000" flipH="1">
                <a:off x="4495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5" name="Straight Connector 44">
                <a:extLst>
                  <a:ext uri="{FF2B5EF4-FFF2-40B4-BE49-F238E27FC236}">
                    <a16:creationId xmlns:a16="http://schemas.microsoft.com/office/drawing/2014/main" id="{5ABAF5C8-E725-FD45-80A0-6EC368BF88BA}"/>
                  </a:ext>
                </a:extLst>
              </p:cNvPr>
              <p:cNvCxnSpPr/>
              <p:nvPr userDrawn="1"/>
            </p:nvCxnSpPr>
            <p:spPr bwMode="auto">
              <a:xfrm rot="5400000" flipH="1">
                <a:off x="4724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6" name="Straight Connector 45">
                <a:extLst>
                  <a:ext uri="{FF2B5EF4-FFF2-40B4-BE49-F238E27FC236}">
                    <a16:creationId xmlns:a16="http://schemas.microsoft.com/office/drawing/2014/main" id="{EBC18DE6-803B-7541-908A-41F6D4494834}"/>
                  </a:ext>
                </a:extLst>
              </p:cNvPr>
              <p:cNvCxnSpPr/>
              <p:nvPr userDrawn="1"/>
            </p:nvCxnSpPr>
            <p:spPr bwMode="auto">
              <a:xfrm rot="5400000" flipH="1">
                <a:off x="6553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7" name="Straight Connector 46">
                <a:extLst>
                  <a:ext uri="{FF2B5EF4-FFF2-40B4-BE49-F238E27FC236}">
                    <a16:creationId xmlns:a16="http://schemas.microsoft.com/office/drawing/2014/main" id="{737A4750-B9D5-5049-A414-7844F44D2F08}"/>
                  </a:ext>
                </a:extLst>
              </p:cNvPr>
              <p:cNvCxnSpPr/>
              <p:nvPr userDrawn="1"/>
            </p:nvCxnSpPr>
            <p:spPr bwMode="auto">
              <a:xfrm rot="5400000" flipH="1">
                <a:off x="6781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8" name="Straight Connector 47">
                <a:extLst>
                  <a:ext uri="{FF2B5EF4-FFF2-40B4-BE49-F238E27FC236}">
                    <a16:creationId xmlns:a16="http://schemas.microsoft.com/office/drawing/2014/main" id="{11CC3856-9176-894C-9678-78854179B583}"/>
                  </a:ext>
                </a:extLst>
              </p:cNvPr>
              <p:cNvCxnSpPr/>
              <p:nvPr userDrawn="1"/>
            </p:nvCxnSpPr>
            <p:spPr bwMode="auto">
              <a:xfrm rot="5400000" flipH="1">
                <a:off x="7010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9" name="Straight Connector 48">
                <a:extLst>
                  <a:ext uri="{FF2B5EF4-FFF2-40B4-BE49-F238E27FC236}">
                    <a16:creationId xmlns:a16="http://schemas.microsoft.com/office/drawing/2014/main" id="{3A4EF373-8CC5-F948-AA7B-C5EF10137299}"/>
                  </a:ext>
                </a:extLst>
              </p:cNvPr>
              <p:cNvCxnSpPr/>
              <p:nvPr userDrawn="1"/>
            </p:nvCxnSpPr>
            <p:spPr bwMode="auto">
              <a:xfrm rot="5400000" flipH="1">
                <a:off x="8839132"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19" name="Group 18">
              <a:extLst>
                <a:ext uri="{FF2B5EF4-FFF2-40B4-BE49-F238E27FC236}">
                  <a16:creationId xmlns:a16="http://schemas.microsoft.com/office/drawing/2014/main" id="{5EDFECA7-68A0-C74C-8702-67F215F53507}"/>
                </a:ext>
              </a:extLst>
            </p:cNvPr>
            <p:cNvGrpSpPr/>
            <p:nvPr userDrawn="1"/>
          </p:nvGrpSpPr>
          <p:grpSpPr>
            <a:xfrm>
              <a:off x="-109730" y="237744"/>
              <a:ext cx="91440" cy="4664456"/>
              <a:chOff x="-109730" y="237744"/>
              <a:chExt cx="91440" cy="4664456"/>
            </a:xfrm>
          </p:grpSpPr>
          <p:cxnSp>
            <p:nvCxnSpPr>
              <p:cNvPr id="30" name="Straight Connector 29">
                <a:extLst>
                  <a:ext uri="{FF2B5EF4-FFF2-40B4-BE49-F238E27FC236}">
                    <a16:creationId xmlns:a16="http://schemas.microsoft.com/office/drawing/2014/main" id="{B42BDEDC-364B-EC4F-9B43-9C5105374A26}"/>
                  </a:ext>
                </a:extLst>
              </p:cNvPr>
              <p:cNvCxnSpPr/>
              <p:nvPr userDrawn="1"/>
            </p:nvCxnSpPr>
            <p:spPr bwMode="auto">
              <a:xfrm flipH="1">
                <a:off x="-109730" y="65379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1" name="Straight Connector 30">
                <a:extLst>
                  <a:ext uri="{FF2B5EF4-FFF2-40B4-BE49-F238E27FC236}">
                    <a16:creationId xmlns:a16="http://schemas.microsoft.com/office/drawing/2014/main" id="{82746AEA-B7EE-6A45-A324-2780C5387E8B}"/>
                  </a:ext>
                </a:extLst>
              </p:cNvPr>
              <p:cNvCxnSpPr/>
              <p:nvPr userDrawn="1"/>
            </p:nvCxnSpPr>
            <p:spPr bwMode="auto">
              <a:xfrm flipH="1">
                <a:off x="-109730" y="128930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2" name="Straight Connector 31">
                <a:extLst>
                  <a:ext uri="{FF2B5EF4-FFF2-40B4-BE49-F238E27FC236}">
                    <a16:creationId xmlns:a16="http://schemas.microsoft.com/office/drawing/2014/main" id="{10F57C53-2F79-4140-B8DD-CFF27135CAA8}"/>
                  </a:ext>
                </a:extLst>
              </p:cNvPr>
              <p:cNvCxnSpPr/>
              <p:nvPr userDrawn="1"/>
            </p:nvCxnSpPr>
            <p:spPr bwMode="auto">
              <a:xfrm flipH="1">
                <a:off x="-109730" y="192938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3" name="Straight Connector 32">
                <a:extLst>
                  <a:ext uri="{FF2B5EF4-FFF2-40B4-BE49-F238E27FC236}">
                    <a16:creationId xmlns:a16="http://schemas.microsoft.com/office/drawing/2014/main" id="{D0D1241B-3B6D-564B-92C0-5F79295699BA}"/>
                  </a:ext>
                </a:extLst>
              </p:cNvPr>
              <p:cNvCxnSpPr/>
              <p:nvPr userDrawn="1"/>
            </p:nvCxnSpPr>
            <p:spPr bwMode="auto">
              <a:xfrm flipH="1">
                <a:off x="-109730" y="2570990"/>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4" name="Straight Connector 33">
                <a:extLst>
                  <a:ext uri="{FF2B5EF4-FFF2-40B4-BE49-F238E27FC236}">
                    <a16:creationId xmlns:a16="http://schemas.microsoft.com/office/drawing/2014/main" id="{4F1A65E1-A6DD-0E48-9328-F63C08A91C80}"/>
                  </a:ext>
                </a:extLst>
              </p:cNvPr>
              <p:cNvCxnSpPr/>
              <p:nvPr userDrawn="1"/>
            </p:nvCxnSpPr>
            <p:spPr bwMode="auto">
              <a:xfrm flipH="1">
                <a:off x="-109730" y="320954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5" name="Straight Connector 34">
                <a:extLst>
                  <a:ext uri="{FF2B5EF4-FFF2-40B4-BE49-F238E27FC236}">
                    <a16:creationId xmlns:a16="http://schemas.microsoft.com/office/drawing/2014/main" id="{DF1A857E-0280-4D4D-8C5E-78EB4893E8F3}"/>
                  </a:ext>
                </a:extLst>
              </p:cNvPr>
              <p:cNvCxnSpPr/>
              <p:nvPr userDrawn="1"/>
            </p:nvCxnSpPr>
            <p:spPr bwMode="auto">
              <a:xfrm flipH="1">
                <a:off x="-109730" y="384962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6" name="Straight Connector 35">
                <a:extLst>
                  <a:ext uri="{FF2B5EF4-FFF2-40B4-BE49-F238E27FC236}">
                    <a16:creationId xmlns:a16="http://schemas.microsoft.com/office/drawing/2014/main" id="{32EE49FC-4AC3-D84D-B296-8260919A4AFB}"/>
                  </a:ext>
                </a:extLst>
              </p:cNvPr>
              <p:cNvCxnSpPr/>
              <p:nvPr userDrawn="1"/>
            </p:nvCxnSpPr>
            <p:spPr bwMode="auto">
              <a:xfrm flipH="1">
                <a:off x="-109730" y="449427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7" name="Straight Connector 36">
                <a:extLst>
                  <a:ext uri="{FF2B5EF4-FFF2-40B4-BE49-F238E27FC236}">
                    <a16:creationId xmlns:a16="http://schemas.microsoft.com/office/drawing/2014/main" id="{A036B8A6-5887-EB43-A589-E9B55309975E}"/>
                  </a:ext>
                </a:extLst>
              </p:cNvPr>
              <p:cNvCxnSpPr/>
              <p:nvPr userDrawn="1"/>
            </p:nvCxnSpPr>
            <p:spPr bwMode="auto">
              <a:xfrm flipH="1">
                <a:off x="-109730" y="23774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8" name="Straight Connector 37">
                <a:extLst>
                  <a:ext uri="{FF2B5EF4-FFF2-40B4-BE49-F238E27FC236}">
                    <a16:creationId xmlns:a16="http://schemas.microsoft.com/office/drawing/2014/main" id="{886C2E2E-F476-B64B-A78C-E2A4F068B019}"/>
                  </a:ext>
                </a:extLst>
              </p:cNvPr>
              <p:cNvCxnSpPr/>
              <p:nvPr userDrawn="1"/>
            </p:nvCxnSpPr>
            <p:spPr bwMode="auto">
              <a:xfrm flipH="1">
                <a:off x="-109730" y="4902200"/>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20" name="Group 19">
              <a:extLst>
                <a:ext uri="{FF2B5EF4-FFF2-40B4-BE49-F238E27FC236}">
                  <a16:creationId xmlns:a16="http://schemas.microsoft.com/office/drawing/2014/main" id="{568B7B3E-2365-FA48-B0BB-56705EDB6709}"/>
                </a:ext>
              </a:extLst>
            </p:cNvPr>
            <p:cNvGrpSpPr/>
            <p:nvPr userDrawn="1"/>
          </p:nvGrpSpPr>
          <p:grpSpPr>
            <a:xfrm>
              <a:off x="9163050" y="237744"/>
              <a:ext cx="91440" cy="4663440"/>
              <a:chOff x="-109730" y="231394"/>
              <a:chExt cx="91440" cy="4663440"/>
            </a:xfrm>
          </p:grpSpPr>
          <p:cxnSp>
            <p:nvCxnSpPr>
              <p:cNvPr id="21" name="Straight Connector 20">
                <a:extLst>
                  <a:ext uri="{FF2B5EF4-FFF2-40B4-BE49-F238E27FC236}">
                    <a16:creationId xmlns:a16="http://schemas.microsoft.com/office/drawing/2014/main" id="{F8CB4122-4D33-2A42-871B-AB33239DC529}"/>
                  </a:ext>
                </a:extLst>
              </p:cNvPr>
              <p:cNvCxnSpPr/>
              <p:nvPr userDrawn="1"/>
            </p:nvCxnSpPr>
            <p:spPr bwMode="auto">
              <a:xfrm flipH="1">
                <a:off x="-109730" y="64744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E1272E41-0FA7-6B41-B356-7A2B88AC448F}"/>
                  </a:ext>
                </a:extLst>
              </p:cNvPr>
              <p:cNvCxnSpPr/>
              <p:nvPr userDrawn="1"/>
            </p:nvCxnSpPr>
            <p:spPr bwMode="auto">
              <a:xfrm flipH="1">
                <a:off x="-109730" y="128295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3" name="Straight Connector 22">
                <a:extLst>
                  <a:ext uri="{FF2B5EF4-FFF2-40B4-BE49-F238E27FC236}">
                    <a16:creationId xmlns:a16="http://schemas.microsoft.com/office/drawing/2014/main" id="{784B5EE1-D003-1F47-8D33-3E312E35B1E7}"/>
                  </a:ext>
                </a:extLst>
              </p:cNvPr>
              <p:cNvCxnSpPr/>
              <p:nvPr userDrawn="1"/>
            </p:nvCxnSpPr>
            <p:spPr bwMode="auto">
              <a:xfrm flipH="1">
                <a:off x="-109730" y="192303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4" name="Straight Connector 23">
                <a:extLst>
                  <a:ext uri="{FF2B5EF4-FFF2-40B4-BE49-F238E27FC236}">
                    <a16:creationId xmlns:a16="http://schemas.microsoft.com/office/drawing/2014/main" id="{571409CD-4C1B-8E45-ACF9-86D270DA7692}"/>
                  </a:ext>
                </a:extLst>
              </p:cNvPr>
              <p:cNvCxnSpPr/>
              <p:nvPr userDrawn="1"/>
            </p:nvCxnSpPr>
            <p:spPr bwMode="auto">
              <a:xfrm flipH="1">
                <a:off x="-109730" y="256311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5" name="Straight Connector 24">
                <a:extLst>
                  <a:ext uri="{FF2B5EF4-FFF2-40B4-BE49-F238E27FC236}">
                    <a16:creationId xmlns:a16="http://schemas.microsoft.com/office/drawing/2014/main" id="{A131086F-34E8-8C46-8C5C-6BAA87172E82}"/>
                  </a:ext>
                </a:extLst>
              </p:cNvPr>
              <p:cNvCxnSpPr/>
              <p:nvPr userDrawn="1"/>
            </p:nvCxnSpPr>
            <p:spPr bwMode="auto">
              <a:xfrm flipH="1">
                <a:off x="-109730" y="320319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6" name="Straight Connector 25">
                <a:extLst>
                  <a:ext uri="{FF2B5EF4-FFF2-40B4-BE49-F238E27FC236}">
                    <a16:creationId xmlns:a16="http://schemas.microsoft.com/office/drawing/2014/main" id="{0A42B631-F25C-F54E-B854-80328E4DFBBC}"/>
                  </a:ext>
                </a:extLst>
              </p:cNvPr>
              <p:cNvCxnSpPr/>
              <p:nvPr userDrawn="1"/>
            </p:nvCxnSpPr>
            <p:spPr bwMode="auto">
              <a:xfrm flipH="1">
                <a:off x="-109730" y="384327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7" name="Straight Connector 26">
                <a:extLst>
                  <a:ext uri="{FF2B5EF4-FFF2-40B4-BE49-F238E27FC236}">
                    <a16:creationId xmlns:a16="http://schemas.microsoft.com/office/drawing/2014/main" id="{08D46B81-A248-A847-9183-C6BC43C53E85}"/>
                  </a:ext>
                </a:extLst>
              </p:cNvPr>
              <p:cNvCxnSpPr/>
              <p:nvPr userDrawn="1"/>
            </p:nvCxnSpPr>
            <p:spPr bwMode="auto">
              <a:xfrm flipH="1">
                <a:off x="-109730" y="448792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86FA5BE4-E196-EC4A-BC7A-95A47060EE08}"/>
                  </a:ext>
                </a:extLst>
              </p:cNvPr>
              <p:cNvCxnSpPr/>
              <p:nvPr userDrawn="1"/>
            </p:nvCxnSpPr>
            <p:spPr bwMode="auto">
              <a:xfrm flipH="1">
                <a:off x="-109730" y="23139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9" name="Straight Connector 28">
                <a:extLst>
                  <a:ext uri="{FF2B5EF4-FFF2-40B4-BE49-F238E27FC236}">
                    <a16:creationId xmlns:a16="http://schemas.microsoft.com/office/drawing/2014/main" id="{47A74DF6-412C-6548-B80E-F7E7ED8433A9}"/>
                  </a:ext>
                </a:extLst>
              </p:cNvPr>
              <p:cNvCxnSpPr/>
              <p:nvPr userDrawn="1"/>
            </p:nvCxnSpPr>
            <p:spPr bwMode="auto">
              <a:xfrm flipH="1">
                <a:off x="-109730" y="489483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sp>
        <p:nvSpPr>
          <p:cNvPr id="63" name="Footer Placeholder 2">
            <a:extLst>
              <a:ext uri="{FF2B5EF4-FFF2-40B4-BE49-F238E27FC236}">
                <a16:creationId xmlns:a16="http://schemas.microsoft.com/office/drawing/2014/main" id="{E4A953FE-9FA2-D146-9A54-DC94933AE30F}"/>
              </a:ext>
            </a:extLst>
          </p:cNvPr>
          <p:cNvSpPr>
            <a:spLocks noGrp="1"/>
          </p:cNvSpPr>
          <p:nvPr>
            <p:ph type="ftr" sz="quarter" idx="3"/>
          </p:nvPr>
        </p:nvSpPr>
        <p:spPr>
          <a:xfrm>
            <a:off x="215654" y="6071058"/>
            <a:ext cx="2438312" cy="546100"/>
          </a:xfrm>
          <a:prstGeom prst="rect">
            <a:avLst/>
          </a:prstGeom>
        </p:spPr>
        <p:txBody>
          <a:bodyPr anchor="b"/>
          <a:lstStyle>
            <a:lvl1pPr>
              <a:lnSpc>
                <a:spcPct val="150000"/>
              </a:lnSpc>
              <a:defRPr sz="1000" b="0" i="0">
                <a:solidFill>
                  <a:srgbClr val="50565B"/>
                </a:solidFill>
                <a:latin typeface="IBM Plex Sans" panose="020B0503050000000000" pitchFamily="34" charset="77"/>
              </a:defRPr>
            </a:lvl1pPr>
          </a:lstStyle>
          <a:p>
            <a:r>
              <a:rPr lang="en-US" b="1">
                <a:solidFill>
                  <a:schemeClr val="tx1"/>
                </a:solidFill>
                <a:latin typeface="IBM Plex Sans SmBld" panose="020B0503050000000000" pitchFamily="34" charset="77"/>
              </a:rPr>
              <a:t>Presentation title</a:t>
            </a:r>
          </a:p>
          <a:p>
            <a:r>
              <a:rPr lang="en-US"/>
              <a:t>IBM  |  Project/team name</a:t>
            </a:r>
            <a:endParaRPr lang="en-US" dirty="0"/>
          </a:p>
        </p:txBody>
      </p:sp>
      <p:sp>
        <p:nvSpPr>
          <p:cNvPr id="64" name="Text Placeholder 2">
            <a:extLst>
              <a:ext uri="{FF2B5EF4-FFF2-40B4-BE49-F238E27FC236}">
                <a16:creationId xmlns:a16="http://schemas.microsoft.com/office/drawing/2014/main" id="{EBF8B288-7690-854A-8103-0733F8F36A23}"/>
              </a:ext>
            </a:extLst>
          </p:cNvPr>
          <p:cNvSpPr>
            <a:spLocks noGrp="1"/>
          </p:cNvSpPr>
          <p:nvPr>
            <p:ph type="body" sz="quarter" idx="11" hasCustomPrompt="1"/>
          </p:nvPr>
        </p:nvSpPr>
        <p:spPr>
          <a:xfrm>
            <a:off x="210312" y="903869"/>
            <a:ext cx="2446830" cy="656739"/>
          </a:xfrm>
          <a:prstGeom prst="rect">
            <a:avLst/>
          </a:prstGeom>
        </p:spPr>
        <p:txBody>
          <a:bodyPr/>
          <a:lstStyle>
            <a:lvl1pPr>
              <a:defRPr sz="1200" b="0" i="0">
                <a:solidFill>
                  <a:schemeClr val="tx1"/>
                </a:solidFill>
                <a:latin typeface="IBM Plex Sans" panose="020B05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r>
              <a:rPr lang="en-US" dirty="0"/>
              <a:t>Subtitle</a:t>
            </a:r>
          </a:p>
        </p:txBody>
      </p:sp>
      <p:sp>
        <p:nvSpPr>
          <p:cNvPr id="66" name="Text Placeholder 64">
            <a:extLst>
              <a:ext uri="{FF2B5EF4-FFF2-40B4-BE49-F238E27FC236}">
                <a16:creationId xmlns:a16="http://schemas.microsoft.com/office/drawing/2014/main" id="{1B03884B-5FFB-5A4B-95F8-D0202CA596CC}"/>
              </a:ext>
            </a:extLst>
          </p:cNvPr>
          <p:cNvSpPr>
            <a:spLocks noGrp="1"/>
          </p:cNvSpPr>
          <p:nvPr>
            <p:ph type="body" sz="quarter" idx="39" hasCustomPrompt="1"/>
          </p:nvPr>
        </p:nvSpPr>
        <p:spPr>
          <a:xfrm>
            <a:off x="228600" y="326929"/>
            <a:ext cx="2446830" cy="553198"/>
          </a:xfrm>
          <a:prstGeom prst="rect">
            <a:avLst/>
          </a:prstGeom>
        </p:spPr>
        <p:txBody>
          <a:bodyPr>
            <a:normAutofit/>
          </a:bodyPr>
          <a:lstStyle>
            <a:lvl1pPr>
              <a:defRPr sz="2400" b="0" i="0">
                <a:latin typeface="IBM Plex Sans" panose="020B0503050203000203" pitchFamily="34" charset="0"/>
              </a:defRPr>
            </a:lvl1pPr>
          </a:lstStyle>
          <a:p>
            <a:pPr lvl="0"/>
            <a:r>
              <a:rPr lang="en-US" dirty="0"/>
              <a:t>Slide title</a:t>
            </a:r>
          </a:p>
        </p:txBody>
      </p:sp>
    </p:spTree>
    <p:extLst>
      <p:ext uri="{BB962C8B-B14F-4D97-AF65-F5344CB8AC3E}">
        <p14:creationId xmlns:p14="http://schemas.microsoft.com/office/powerpoint/2010/main" val="185314544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4 Left 04">
    <p:spTree>
      <p:nvGrpSpPr>
        <p:cNvPr id="1" name=""/>
        <p:cNvGrpSpPr/>
        <p:nvPr/>
      </p:nvGrpSpPr>
      <p:grpSpPr>
        <a:xfrm>
          <a:off x="0" y="0"/>
          <a:ext cx="0" cy="0"/>
          <a:chOff x="0" y="0"/>
          <a:chExt cx="0" cy="0"/>
        </a:xfrm>
      </p:grpSpPr>
      <p:sp>
        <p:nvSpPr>
          <p:cNvPr id="71" name="Rectangle 70">
            <a:extLst>
              <a:ext uri="{FF2B5EF4-FFF2-40B4-BE49-F238E27FC236}">
                <a16:creationId xmlns:a16="http://schemas.microsoft.com/office/drawing/2014/main" id="{E3D35D99-0C4E-AA47-B9B3-35527D214953}"/>
              </a:ext>
            </a:extLst>
          </p:cNvPr>
          <p:cNvSpPr/>
          <p:nvPr userDrawn="1"/>
        </p:nvSpPr>
        <p:spPr bwMode="auto">
          <a:xfrm>
            <a:off x="3048000" y="-1"/>
            <a:ext cx="9143990" cy="6857991"/>
          </a:xfrm>
          <a:prstGeom prst="rect">
            <a:avLst/>
          </a:prstGeom>
          <a:solidFill>
            <a:srgbClr val="F2F4F8"/>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90000"/>
              </a:lnSpc>
              <a:spcBef>
                <a:spcPct val="0"/>
              </a:spcBef>
              <a:spcAft>
                <a:spcPct val="0"/>
              </a:spcAft>
              <a:buClrTx/>
              <a:buSzTx/>
              <a:buFontTx/>
              <a:buNone/>
              <a:tabLst/>
            </a:pPr>
            <a:endParaRPr kumimoji="0" lang="en-US" sz="2000" b="0" i="0" u="none" strike="noStrike" cap="none" normalizeH="0" baseline="0" dirty="0">
              <a:ln>
                <a:noFill/>
              </a:ln>
              <a:solidFill>
                <a:srgbClr val="191919"/>
              </a:solidFill>
              <a:effectLst/>
              <a:latin typeface="HelvNeue Light for IBM" pitchFamily="34" charset="0"/>
            </a:endParaRPr>
          </a:p>
        </p:txBody>
      </p:sp>
      <p:grpSp>
        <p:nvGrpSpPr>
          <p:cNvPr id="16" name="Group 15">
            <a:extLst>
              <a:ext uri="{FF2B5EF4-FFF2-40B4-BE49-F238E27FC236}">
                <a16:creationId xmlns:a16="http://schemas.microsoft.com/office/drawing/2014/main" id="{4E27F71D-749D-974B-AB68-C90C1F656661}"/>
              </a:ext>
            </a:extLst>
          </p:cNvPr>
          <p:cNvGrpSpPr/>
          <p:nvPr userDrawn="1"/>
        </p:nvGrpSpPr>
        <p:grpSpPr>
          <a:xfrm>
            <a:off x="-146307" y="-147320"/>
            <a:ext cx="12485627" cy="7152640"/>
            <a:chOff x="-109730" y="-110490"/>
            <a:chExt cx="9364220" cy="5364480"/>
          </a:xfrm>
        </p:grpSpPr>
        <p:grpSp>
          <p:nvGrpSpPr>
            <p:cNvPr id="17" name="Group 16">
              <a:extLst>
                <a:ext uri="{FF2B5EF4-FFF2-40B4-BE49-F238E27FC236}">
                  <a16:creationId xmlns:a16="http://schemas.microsoft.com/office/drawing/2014/main" id="{7033ABDB-33FA-424A-8022-BE25064AAE9B}"/>
                </a:ext>
              </a:extLst>
            </p:cNvPr>
            <p:cNvGrpSpPr/>
            <p:nvPr userDrawn="1"/>
          </p:nvGrpSpPr>
          <p:grpSpPr>
            <a:xfrm>
              <a:off x="228600" y="-110490"/>
              <a:ext cx="8686732" cy="91440"/>
              <a:chOff x="228600" y="-152400"/>
              <a:chExt cx="8686732" cy="152400"/>
            </a:xfrm>
          </p:grpSpPr>
          <p:cxnSp>
            <p:nvCxnSpPr>
              <p:cNvPr id="50" name="Straight Connector 49">
                <a:extLst>
                  <a:ext uri="{FF2B5EF4-FFF2-40B4-BE49-F238E27FC236}">
                    <a16:creationId xmlns:a16="http://schemas.microsoft.com/office/drawing/2014/main" id="{E028FABC-C57C-0B4D-ADC6-F0D9AC86E7C9}"/>
                  </a:ext>
                </a:extLst>
              </p:cNvPr>
              <p:cNvCxnSpPr/>
              <p:nvPr userDrawn="1"/>
            </p:nvCxnSpPr>
            <p:spPr bwMode="auto">
              <a:xfrm rot="5400000" flipH="1">
                <a:off x="152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1" name="Straight Connector 50">
                <a:extLst>
                  <a:ext uri="{FF2B5EF4-FFF2-40B4-BE49-F238E27FC236}">
                    <a16:creationId xmlns:a16="http://schemas.microsoft.com/office/drawing/2014/main" id="{CCE52FE3-158F-D14E-B6AE-3EE847C02A23}"/>
                  </a:ext>
                </a:extLst>
              </p:cNvPr>
              <p:cNvCxnSpPr/>
              <p:nvPr userDrawn="1"/>
            </p:nvCxnSpPr>
            <p:spPr bwMode="auto">
              <a:xfrm rot="5400000" flipH="1">
                <a:off x="1981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2" name="Straight Connector 51">
                <a:extLst>
                  <a:ext uri="{FF2B5EF4-FFF2-40B4-BE49-F238E27FC236}">
                    <a16:creationId xmlns:a16="http://schemas.microsoft.com/office/drawing/2014/main" id="{C6326F37-4F20-A241-8AC4-D933542FB91D}"/>
                  </a:ext>
                </a:extLst>
              </p:cNvPr>
              <p:cNvCxnSpPr/>
              <p:nvPr userDrawn="1"/>
            </p:nvCxnSpPr>
            <p:spPr bwMode="auto">
              <a:xfrm rot="5400000" flipH="1">
                <a:off x="2209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3" name="Straight Connector 52">
                <a:extLst>
                  <a:ext uri="{FF2B5EF4-FFF2-40B4-BE49-F238E27FC236}">
                    <a16:creationId xmlns:a16="http://schemas.microsoft.com/office/drawing/2014/main" id="{193EAF95-D519-4A43-A5B7-8F152B7AAAF3}"/>
                  </a:ext>
                </a:extLst>
              </p:cNvPr>
              <p:cNvCxnSpPr/>
              <p:nvPr userDrawn="1"/>
            </p:nvCxnSpPr>
            <p:spPr bwMode="auto">
              <a:xfrm rot="5400000" flipH="1">
                <a:off x="2438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4" name="Straight Connector 53">
                <a:extLst>
                  <a:ext uri="{FF2B5EF4-FFF2-40B4-BE49-F238E27FC236}">
                    <a16:creationId xmlns:a16="http://schemas.microsoft.com/office/drawing/2014/main" id="{63D1F6C8-6E33-8445-84CD-22391B38AE2F}"/>
                  </a:ext>
                </a:extLst>
              </p:cNvPr>
              <p:cNvCxnSpPr/>
              <p:nvPr userDrawn="1"/>
            </p:nvCxnSpPr>
            <p:spPr bwMode="auto">
              <a:xfrm rot="5400000" flipH="1">
                <a:off x="4267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5" name="Straight Connector 54">
                <a:extLst>
                  <a:ext uri="{FF2B5EF4-FFF2-40B4-BE49-F238E27FC236}">
                    <a16:creationId xmlns:a16="http://schemas.microsoft.com/office/drawing/2014/main" id="{7CC00B75-D288-0546-90E6-0FAF60915429}"/>
                  </a:ext>
                </a:extLst>
              </p:cNvPr>
              <p:cNvCxnSpPr/>
              <p:nvPr userDrawn="1"/>
            </p:nvCxnSpPr>
            <p:spPr bwMode="auto">
              <a:xfrm rot="5400000" flipH="1">
                <a:off x="4495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6" name="Straight Connector 55">
                <a:extLst>
                  <a:ext uri="{FF2B5EF4-FFF2-40B4-BE49-F238E27FC236}">
                    <a16:creationId xmlns:a16="http://schemas.microsoft.com/office/drawing/2014/main" id="{9E943793-FE0F-6F4D-98F4-B9E3837BCA91}"/>
                  </a:ext>
                </a:extLst>
              </p:cNvPr>
              <p:cNvCxnSpPr/>
              <p:nvPr userDrawn="1"/>
            </p:nvCxnSpPr>
            <p:spPr bwMode="auto">
              <a:xfrm rot="5400000" flipH="1">
                <a:off x="4724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7" name="Straight Connector 56">
                <a:extLst>
                  <a:ext uri="{FF2B5EF4-FFF2-40B4-BE49-F238E27FC236}">
                    <a16:creationId xmlns:a16="http://schemas.microsoft.com/office/drawing/2014/main" id="{B1C729D8-F1AE-2C45-BF73-3BFD621F4038}"/>
                  </a:ext>
                </a:extLst>
              </p:cNvPr>
              <p:cNvCxnSpPr/>
              <p:nvPr userDrawn="1"/>
            </p:nvCxnSpPr>
            <p:spPr bwMode="auto">
              <a:xfrm rot="5400000" flipH="1">
                <a:off x="6553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8" name="Straight Connector 57">
                <a:extLst>
                  <a:ext uri="{FF2B5EF4-FFF2-40B4-BE49-F238E27FC236}">
                    <a16:creationId xmlns:a16="http://schemas.microsoft.com/office/drawing/2014/main" id="{773341F0-E3B3-EB42-A739-32107097206A}"/>
                  </a:ext>
                </a:extLst>
              </p:cNvPr>
              <p:cNvCxnSpPr/>
              <p:nvPr userDrawn="1"/>
            </p:nvCxnSpPr>
            <p:spPr bwMode="auto">
              <a:xfrm rot="5400000" flipH="1">
                <a:off x="6781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9" name="Straight Connector 58">
                <a:extLst>
                  <a:ext uri="{FF2B5EF4-FFF2-40B4-BE49-F238E27FC236}">
                    <a16:creationId xmlns:a16="http://schemas.microsoft.com/office/drawing/2014/main" id="{89EDDA5B-8572-C545-8DFA-ABC33664C7A1}"/>
                  </a:ext>
                </a:extLst>
              </p:cNvPr>
              <p:cNvCxnSpPr/>
              <p:nvPr userDrawn="1"/>
            </p:nvCxnSpPr>
            <p:spPr bwMode="auto">
              <a:xfrm rot="5400000" flipH="1">
                <a:off x="7010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0" name="Straight Connector 59">
                <a:extLst>
                  <a:ext uri="{FF2B5EF4-FFF2-40B4-BE49-F238E27FC236}">
                    <a16:creationId xmlns:a16="http://schemas.microsoft.com/office/drawing/2014/main" id="{E0B85CAB-A5A1-6546-BA39-1598C1A1BF64}"/>
                  </a:ext>
                </a:extLst>
              </p:cNvPr>
              <p:cNvCxnSpPr/>
              <p:nvPr userDrawn="1"/>
            </p:nvCxnSpPr>
            <p:spPr bwMode="auto">
              <a:xfrm rot="5400000" flipH="1">
                <a:off x="8839132"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18" name="Group 17">
              <a:extLst>
                <a:ext uri="{FF2B5EF4-FFF2-40B4-BE49-F238E27FC236}">
                  <a16:creationId xmlns:a16="http://schemas.microsoft.com/office/drawing/2014/main" id="{4EE9C99B-7B10-AE41-8B1B-D8508EC96D36}"/>
                </a:ext>
              </a:extLst>
            </p:cNvPr>
            <p:cNvGrpSpPr/>
            <p:nvPr userDrawn="1"/>
          </p:nvGrpSpPr>
          <p:grpSpPr>
            <a:xfrm>
              <a:off x="228600" y="5162550"/>
              <a:ext cx="8686732" cy="91440"/>
              <a:chOff x="228600" y="5143500"/>
              <a:chExt cx="8686732" cy="152400"/>
            </a:xfrm>
          </p:grpSpPr>
          <p:cxnSp>
            <p:nvCxnSpPr>
              <p:cNvPr id="39" name="Straight Connector 38">
                <a:extLst>
                  <a:ext uri="{FF2B5EF4-FFF2-40B4-BE49-F238E27FC236}">
                    <a16:creationId xmlns:a16="http://schemas.microsoft.com/office/drawing/2014/main" id="{C65EA58F-D486-A749-9B47-9DD071000D4F}"/>
                  </a:ext>
                </a:extLst>
              </p:cNvPr>
              <p:cNvCxnSpPr/>
              <p:nvPr userDrawn="1"/>
            </p:nvCxnSpPr>
            <p:spPr bwMode="auto">
              <a:xfrm rot="5400000" flipH="1">
                <a:off x="152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9056486B-3E88-1F4E-A5B6-71F9C8038505}"/>
                  </a:ext>
                </a:extLst>
              </p:cNvPr>
              <p:cNvCxnSpPr/>
              <p:nvPr userDrawn="1"/>
            </p:nvCxnSpPr>
            <p:spPr bwMode="auto">
              <a:xfrm rot="5400000" flipH="1">
                <a:off x="1981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1" name="Straight Connector 40">
                <a:extLst>
                  <a:ext uri="{FF2B5EF4-FFF2-40B4-BE49-F238E27FC236}">
                    <a16:creationId xmlns:a16="http://schemas.microsoft.com/office/drawing/2014/main" id="{8F54F4A3-648E-3146-B408-995E6916E7DD}"/>
                  </a:ext>
                </a:extLst>
              </p:cNvPr>
              <p:cNvCxnSpPr/>
              <p:nvPr userDrawn="1"/>
            </p:nvCxnSpPr>
            <p:spPr bwMode="auto">
              <a:xfrm rot="5400000" flipH="1">
                <a:off x="2209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2" name="Straight Connector 41">
                <a:extLst>
                  <a:ext uri="{FF2B5EF4-FFF2-40B4-BE49-F238E27FC236}">
                    <a16:creationId xmlns:a16="http://schemas.microsoft.com/office/drawing/2014/main" id="{1DB512CA-21A6-9E45-BA56-12B8F4FE801F}"/>
                  </a:ext>
                </a:extLst>
              </p:cNvPr>
              <p:cNvCxnSpPr/>
              <p:nvPr userDrawn="1"/>
            </p:nvCxnSpPr>
            <p:spPr bwMode="auto">
              <a:xfrm rot="5400000" flipH="1">
                <a:off x="2438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3" name="Straight Connector 42">
                <a:extLst>
                  <a:ext uri="{FF2B5EF4-FFF2-40B4-BE49-F238E27FC236}">
                    <a16:creationId xmlns:a16="http://schemas.microsoft.com/office/drawing/2014/main" id="{2BFB8868-99DE-1A45-8575-1EA11710057F}"/>
                  </a:ext>
                </a:extLst>
              </p:cNvPr>
              <p:cNvCxnSpPr/>
              <p:nvPr userDrawn="1"/>
            </p:nvCxnSpPr>
            <p:spPr bwMode="auto">
              <a:xfrm rot="5400000" flipH="1">
                <a:off x="4267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4" name="Straight Connector 43">
                <a:extLst>
                  <a:ext uri="{FF2B5EF4-FFF2-40B4-BE49-F238E27FC236}">
                    <a16:creationId xmlns:a16="http://schemas.microsoft.com/office/drawing/2014/main" id="{730DE9A1-D9BD-524C-BE6F-1D6659196FBC}"/>
                  </a:ext>
                </a:extLst>
              </p:cNvPr>
              <p:cNvCxnSpPr/>
              <p:nvPr userDrawn="1"/>
            </p:nvCxnSpPr>
            <p:spPr bwMode="auto">
              <a:xfrm rot="5400000" flipH="1">
                <a:off x="4495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5" name="Straight Connector 44">
                <a:extLst>
                  <a:ext uri="{FF2B5EF4-FFF2-40B4-BE49-F238E27FC236}">
                    <a16:creationId xmlns:a16="http://schemas.microsoft.com/office/drawing/2014/main" id="{5ABAF5C8-E725-FD45-80A0-6EC368BF88BA}"/>
                  </a:ext>
                </a:extLst>
              </p:cNvPr>
              <p:cNvCxnSpPr/>
              <p:nvPr userDrawn="1"/>
            </p:nvCxnSpPr>
            <p:spPr bwMode="auto">
              <a:xfrm rot="5400000" flipH="1">
                <a:off x="4724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6" name="Straight Connector 45">
                <a:extLst>
                  <a:ext uri="{FF2B5EF4-FFF2-40B4-BE49-F238E27FC236}">
                    <a16:creationId xmlns:a16="http://schemas.microsoft.com/office/drawing/2014/main" id="{EBC18DE6-803B-7541-908A-41F6D4494834}"/>
                  </a:ext>
                </a:extLst>
              </p:cNvPr>
              <p:cNvCxnSpPr/>
              <p:nvPr userDrawn="1"/>
            </p:nvCxnSpPr>
            <p:spPr bwMode="auto">
              <a:xfrm rot="5400000" flipH="1">
                <a:off x="6553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7" name="Straight Connector 46">
                <a:extLst>
                  <a:ext uri="{FF2B5EF4-FFF2-40B4-BE49-F238E27FC236}">
                    <a16:creationId xmlns:a16="http://schemas.microsoft.com/office/drawing/2014/main" id="{737A4750-B9D5-5049-A414-7844F44D2F08}"/>
                  </a:ext>
                </a:extLst>
              </p:cNvPr>
              <p:cNvCxnSpPr/>
              <p:nvPr userDrawn="1"/>
            </p:nvCxnSpPr>
            <p:spPr bwMode="auto">
              <a:xfrm rot="5400000" flipH="1">
                <a:off x="6781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8" name="Straight Connector 47">
                <a:extLst>
                  <a:ext uri="{FF2B5EF4-FFF2-40B4-BE49-F238E27FC236}">
                    <a16:creationId xmlns:a16="http://schemas.microsoft.com/office/drawing/2014/main" id="{11CC3856-9176-894C-9678-78854179B583}"/>
                  </a:ext>
                </a:extLst>
              </p:cNvPr>
              <p:cNvCxnSpPr/>
              <p:nvPr userDrawn="1"/>
            </p:nvCxnSpPr>
            <p:spPr bwMode="auto">
              <a:xfrm rot="5400000" flipH="1">
                <a:off x="7010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9" name="Straight Connector 48">
                <a:extLst>
                  <a:ext uri="{FF2B5EF4-FFF2-40B4-BE49-F238E27FC236}">
                    <a16:creationId xmlns:a16="http://schemas.microsoft.com/office/drawing/2014/main" id="{3A4EF373-8CC5-F948-AA7B-C5EF10137299}"/>
                  </a:ext>
                </a:extLst>
              </p:cNvPr>
              <p:cNvCxnSpPr/>
              <p:nvPr userDrawn="1"/>
            </p:nvCxnSpPr>
            <p:spPr bwMode="auto">
              <a:xfrm rot="5400000" flipH="1">
                <a:off x="8839132"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19" name="Group 18">
              <a:extLst>
                <a:ext uri="{FF2B5EF4-FFF2-40B4-BE49-F238E27FC236}">
                  <a16:creationId xmlns:a16="http://schemas.microsoft.com/office/drawing/2014/main" id="{5EDFECA7-68A0-C74C-8702-67F215F53507}"/>
                </a:ext>
              </a:extLst>
            </p:cNvPr>
            <p:cNvGrpSpPr/>
            <p:nvPr userDrawn="1"/>
          </p:nvGrpSpPr>
          <p:grpSpPr>
            <a:xfrm>
              <a:off x="-109730" y="237744"/>
              <a:ext cx="91440" cy="4664456"/>
              <a:chOff x="-109730" y="237744"/>
              <a:chExt cx="91440" cy="4664456"/>
            </a:xfrm>
          </p:grpSpPr>
          <p:cxnSp>
            <p:nvCxnSpPr>
              <p:cNvPr id="30" name="Straight Connector 29">
                <a:extLst>
                  <a:ext uri="{FF2B5EF4-FFF2-40B4-BE49-F238E27FC236}">
                    <a16:creationId xmlns:a16="http://schemas.microsoft.com/office/drawing/2014/main" id="{B42BDEDC-364B-EC4F-9B43-9C5105374A26}"/>
                  </a:ext>
                </a:extLst>
              </p:cNvPr>
              <p:cNvCxnSpPr/>
              <p:nvPr userDrawn="1"/>
            </p:nvCxnSpPr>
            <p:spPr bwMode="auto">
              <a:xfrm flipH="1">
                <a:off x="-109730" y="65379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1" name="Straight Connector 30">
                <a:extLst>
                  <a:ext uri="{FF2B5EF4-FFF2-40B4-BE49-F238E27FC236}">
                    <a16:creationId xmlns:a16="http://schemas.microsoft.com/office/drawing/2014/main" id="{82746AEA-B7EE-6A45-A324-2780C5387E8B}"/>
                  </a:ext>
                </a:extLst>
              </p:cNvPr>
              <p:cNvCxnSpPr/>
              <p:nvPr userDrawn="1"/>
            </p:nvCxnSpPr>
            <p:spPr bwMode="auto">
              <a:xfrm flipH="1">
                <a:off x="-109730" y="128930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2" name="Straight Connector 31">
                <a:extLst>
                  <a:ext uri="{FF2B5EF4-FFF2-40B4-BE49-F238E27FC236}">
                    <a16:creationId xmlns:a16="http://schemas.microsoft.com/office/drawing/2014/main" id="{10F57C53-2F79-4140-B8DD-CFF27135CAA8}"/>
                  </a:ext>
                </a:extLst>
              </p:cNvPr>
              <p:cNvCxnSpPr/>
              <p:nvPr userDrawn="1"/>
            </p:nvCxnSpPr>
            <p:spPr bwMode="auto">
              <a:xfrm flipH="1">
                <a:off x="-109730" y="192938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3" name="Straight Connector 32">
                <a:extLst>
                  <a:ext uri="{FF2B5EF4-FFF2-40B4-BE49-F238E27FC236}">
                    <a16:creationId xmlns:a16="http://schemas.microsoft.com/office/drawing/2014/main" id="{D0D1241B-3B6D-564B-92C0-5F79295699BA}"/>
                  </a:ext>
                </a:extLst>
              </p:cNvPr>
              <p:cNvCxnSpPr/>
              <p:nvPr userDrawn="1"/>
            </p:nvCxnSpPr>
            <p:spPr bwMode="auto">
              <a:xfrm flipH="1">
                <a:off x="-109730" y="2570990"/>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4" name="Straight Connector 33">
                <a:extLst>
                  <a:ext uri="{FF2B5EF4-FFF2-40B4-BE49-F238E27FC236}">
                    <a16:creationId xmlns:a16="http://schemas.microsoft.com/office/drawing/2014/main" id="{4F1A65E1-A6DD-0E48-9328-F63C08A91C80}"/>
                  </a:ext>
                </a:extLst>
              </p:cNvPr>
              <p:cNvCxnSpPr/>
              <p:nvPr userDrawn="1"/>
            </p:nvCxnSpPr>
            <p:spPr bwMode="auto">
              <a:xfrm flipH="1">
                <a:off x="-109730" y="320954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5" name="Straight Connector 34">
                <a:extLst>
                  <a:ext uri="{FF2B5EF4-FFF2-40B4-BE49-F238E27FC236}">
                    <a16:creationId xmlns:a16="http://schemas.microsoft.com/office/drawing/2014/main" id="{DF1A857E-0280-4D4D-8C5E-78EB4893E8F3}"/>
                  </a:ext>
                </a:extLst>
              </p:cNvPr>
              <p:cNvCxnSpPr/>
              <p:nvPr userDrawn="1"/>
            </p:nvCxnSpPr>
            <p:spPr bwMode="auto">
              <a:xfrm flipH="1">
                <a:off x="-109730" y="384962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6" name="Straight Connector 35">
                <a:extLst>
                  <a:ext uri="{FF2B5EF4-FFF2-40B4-BE49-F238E27FC236}">
                    <a16:creationId xmlns:a16="http://schemas.microsoft.com/office/drawing/2014/main" id="{32EE49FC-4AC3-D84D-B296-8260919A4AFB}"/>
                  </a:ext>
                </a:extLst>
              </p:cNvPr>
              <p:cNvCxnSpPr/>
              <p:nvPr userDrawn="1"/>
            </p:nvCxnSpPr>
            <p:spPr bwMode="auto">
              <a:xfrm flipH="1">
                <a:off x="-109730" y="449427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7" name="Straight Connector 36">
                <a:extLst>
                  <a:ext uri="{FF2B5EF4-FFF2-40B4-BE49-F238E27FC236}">
                    <a16:creationId xmlns:a16="http://schemas.microsoft.com/office/drawing/2014/main" id="{A036B8A6-5887-EB43-A589-E9B55309975E}"/>
                  </a:ext>
                </a:extLst>
              </p:cNvPr>
              <p:cNvCxnSpPr/>
              <p:nvPr userDrawn="1"/>
            </p:nvCxnSpPr>
            <p:spPr bwMode="auto">
              <a:xfrm flipH="1">
                <a:off x="-109730" y="23774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8" name="Straight Connector 37">
                <a:extLst>
                  <a:ext uri="{FF2B5EF4-FFF2-40B4-BE49-F238E27FC236}">
                    <a16:creationId xmlns:a16="http://schemas.microsoft.com/office/drawing/2014/main" id="{886C2E2E-F476-B64B-A78C-E2A4F068B019}"/>
                  </a:ext>
                </a:extLst>
              </p:cNvPr>
              <p:cNvCxnSpPr/>
              <p:nvPr userDrawn="1"/>
            </p:nvCxnSpPr>
            <p:spPr bwMode="auto">
              <a:xfrm flipH="1">
                <a:off x="-109730" y="4902200"/>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20" name="Group 19">
              <a:extLst>
                <a:ext uri="{FF2B5EF4-FFF2-40B4-BE49-F238E27FC236}">
                  <a16:creationId xmlns:a16="http://schemas.microsoft.com/office/drawing/2014/main" id="{568B7B3E-2365-FA48-B0BB-56705EDB6709}"/>
                </a:ext>
              </a:extLst>
            </p:cNvPr>
            <p:cNvGrpSpPr/>
            <p:nvPr userDrawn="1"/>
          </p:nvGrpSpPr>
          <p:grpSpPr>
            <a:xfrm>
              <a:off x="9163050" y="237744"/>
              <a:ext cx="91440" cy="4663440"/>
              <a:chOff x="-109730" y="231394"/>
              <a:chExt cx="91440" cy="4663440"/>
            </a:xfrm>
          </p:grpSpPr>
          <p:cxnSp>
            <p:nvCxnSpPr>
              <p:cNvPr id="21" name="Straight Connector 20">
                <a:extLst>
                  <a:ext uri="{FF2B5EF4-FFF2-40B4-BE49-F238E27FC236}">
                    <a16:creationId xmlns:a16="http://schemas.microsoft.com/office/drawing/2014/main" id="{F8CB4122-4D33-2A42-871B-AB33239DC529}"/>
                  </a:ext>
                </a:extLst>
              </p:cNvPr>
              <p:cNvCxnSpPr/>
              <p:nvPr userDrawn="1"/>
            </p:nvCxnSpPr>
            <p:spPr bwMode="auto">
              <a:xfrm flipH="1">
                <a:off x="-109730" y="64744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E1272E41-0FA7-6B41-B356-7A2B88AC448F}"/>
                  </a:ext>
                </a:extLst>
              </p:cNvPr>
              <p:cNvCxnSpPr/>
              <p:nvPr userDrawn="1"/>
            </p:nvCxnSpPr>
            <p:spPr bwMode="auto">
              <a:xfrm flipH="1">
                <a:off x="-109730" y="128295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3" name="Straight Connector 22">
                <a:extLst>
                  <a:ext uri="{FF2B5EF4-FFF2-40B4-BE49-F238E27FC236}">
                    <a16:creationId xmlns:a16="http://schemas.microsoft.com/office/drawing/2014/main" id="{784B5EE1-D003-1F47-8D33-3E312E35B1E7}"/>
                  </a:ext>
                </a:extLst>
              </p:cNvPr>
              <p:cNvCxnSpPr/>
              <p:nvPr userDrawn="1"/>
            </p:nvCxnSpPr>
            <p:spPr bwMode="auto">
              <a:xfrm flipH="1">
                <a:off x="-109730" y="192303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4" name="Straight Connector 23">
                <a:extLst>
                  <a:ext uri="{FF2B5EF4-FFF2-40B4-BE49-F238E27FC236}">
                    <a16:creationId xmlns:a16="http://schemas.microsoft.com/office/drawing/2014/main" id="{571409CD-4C1B-8E45-ACF9-86D270DA7692}"/>
                  </a:ext>
                </a:extLst>
              </p:cNvPr>
              <p:cNvCxnSpPr/>
              <p:nvPr userDrawn="1"/>
            </p:nvCxnSpPr>
            <p:spPr bwMode="auto">
              <a:xfrm flipH="1">
                <a:off x="-109730" y="256311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5" name="Straight Connector 24">
                <a:extLst>
                  <a:ext uri="{FF2B5EF4-FFF2-40B4-BE49-F238E27FC236}">
                    <a16:creationId xmlns:a16="http://schemas.microsoft.com/office/drawing/2014/main" id="{A131086F-34E8-8C46-8C5C-6BAA87172E82}"/>
                  </a:ext>
                </a:extLst>
              </p:cNvPr>
              <p:cNvCxnSpPr/>
              <p:nvPr userDrawn="1"/>
            </p:nvCxnSpPr>
            <p:spPr bwMode="auto">
              <a:xfrm flipH="1">
                <a:off x="-109730" y="320319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6" name="Straight Connector 25">
                <a:extLst>
                  <a:ext uri="{FF2B5EF4-FFF2-40B4-BE49-F238E27FC236}">
                    <a16:creationId xmlns:a16="http://schemas.microsoft.com/office/drawing/2014/main" id="{0A42B631-F25C-F54E-B854-80328E4DFBBC}"/>
                  </a:ext>
                </a:extLst>
              </p:cNvPr>
              <p:cNvCxnSpPr/>
              <p:nvPr userDrawn="1"/>
            </p:nvCxnSpPr>
            <p:spPr bwMode="auto">
              <a:xfrm flipH="1">
                <a:off x="-109730" y="384327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7" name="Straight Connector 26">
                <a:extLst>
                  <a:ext uri="{FF2B5EF4-FFF2-40B4-BE49-F238E27FC236}">
                    <a16:creationId xmlns:a16="http://schemas.microsoft.com/office/drawing/2014/main" id="{08D46B81-A248-A847-9183-C6BC43C53E85}"/>
                  </a:ext>
                </a:extLst>
              </p:cNvPr>
              <p:cNvCxnSpPr/>
              <p:nvPr userDrawn="1"/>
            </p:nvCxnSpPr>
            <p:spPr bwMode="auto">
              <a:xfrm flipH="1">
                <a:off x="-109730" y="448792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86FA5BE4-E196-EC4A-BC7A-95A47060EE08}"/>
                  </a:ext>
                </a:extLst>
              </p:cNvPr>
              <p:cNvCxnSpPr/>
              <p:nvPr userDrawn="1"/>
            </p:nvCxnSpPr>
            <p:spPr bwMode="auto">
              <a:xfrm flipH="1">
                <a:off x="-109730" y="23139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9" name="Straight Connector 28">
                <a:extLst>
                  <a:ext uri="{FF2B5EF4-FFF2-40B4-BE49-F238E27FC236}">
                    <a16:creationId xmlns:a16="http://schemas.microsoft.com/office/drawing/2014/main" id="{47A74DF6-412C-6548-B80E-F7E7ED8433A9}"/>
                  </a:ext>
                </a:extLst>
              </p:cNvPr>
              <p:cNvCxnSpPr/>
              <p:nvPr userDrawn="1"/>
            </p:nvCxnSpPr>
            <p:spPr bwMode="auto">
              <a:xfrm flipH="1">
                <a:off x="-109730" y="489483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sp>
        <p:nvSpPr>
          <p:cNvPr id="85" name="Text Placeholder 2">
            <a:extLst>
              <a:ext uri="{FF2B5EF4-FFF2-40B4-BE49-F238E27FC236}">
                <a16:creationId xmlns:a16="http://schemas.microsoft.com/office/drawing/2014/main" id="{770F92A9-9586-644C-ABDC-F5AAE327A7F1}"/>
              </a:ext>
            </a:extLst>
          </p:cNvPr>
          <p:cNvSpPr>
            <a:spLocks noGrp="1"/>
          </p:cNvSpPr>
          <p:nvPr>
            <p:ph type="body" sz="quarter" idx="26" hasCustomPrompt="1"/>
          </p:nvPr>
        </p:nvSpPr>
        <p:spPr>
          <a:xfrm>
            <a:off x="3213100" y="228600"/>
            <a:ext cx="643960" cy="1030253"/>
          </a:xfrm>
          <a:prstGeom prst="rect">
            <a:avLst/>
          </a:prstGeom>
        </p:spPr>
        <p:txBody>
          <a:bodyPr/>
          <a:lstStyle>
            <a:lvl1pPr>
              <a:defRPr sz="4800" b="0" i="0">
                <a:solidFill>
                  <a:srgbClr val="054ADA"/>
                </a:solidFill>
                <a:latin typeface="IBM Plex Sans Light" panose="020B04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r>
              <a:rPr lang="en-US" dirty="0"/>
              <a:t>1</a:t>
            </a:r>
          </a:p>
        </p:txBody>
      </p:sp>
      <p:sp>
        <p:nvSpPr>
          <p:cNvPr id="86" name="Text Placeholder 2">
            <a:extLst>
              <a:ext uri="{FF2B5EF4-FFF2-40B4-BE49-F238E27FC236}">
                <a16:creationId xmlns:a16="http://schemas.microsoft.com/office/drawing/2014/main" id="{F012BE13-1A02-7144-8124-E738A26973F1}"/>
              </a:ext>
            </a:extLst>
          </p:cNvPr>
          <p:cNvSpPr>
            <a:spLocks noGrp="1"/>
          </p:cNvSpPr>
          <p:nvPr>
            <p:ph type="body" sz="quarter" idx="27" hasCustomPrompt="1"/>
          </p:nvPr>
        </p:nvSpPr>
        <p:spPr>
          <a:xfrm>
            <a:off x="3213100" y="1868492"/>
            <a:ext cx="643960" cy="1030253"/>
          </a:xfrm>
          <a:prstGeom prst="rect">
            <a:avLst/>
          </a:prstGeom>
        </p:spPr>
        <p:txBody>
          <a:bodyPr/>
          <a:lstStyle>
            <a:lvl1pPr>
              <a:defRPr sz="4800" b="0" i="0">
                <a:solidFill>
                  <a:srgbClr val="054ADA"/>
                </a:solidFill>
                <a:latin typeface="IBM Plex Sans Light" panose="020B04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r>
              <a:rPr lang="en-US" dirty="0"/>
              <a:t>2</a:t>
            </a:r>
          </a:p>
        </p:txBody>
      </p:sp>
      <p:sp>
        <p:nvSpPr>
          <p:cNvPr id="87" name="Text Placeholder 2">
            <a:extLst>
              <a:ext uri="{FF2B5EF4-FFF2-40B4-BE49-F238E27FC236}">
                <a16:creationId xmlns:a16="http://schemas.microsoft.com/office/drawing/2014/main" id="{9D38D08E-738E-E44F-B6E0-365829338A7A}"/>
              </a:ext>
            </a:extLst>
          </p:cNvPr>
          <p:cNvSpPr>
            <a:spLocks noGrp="1"/>
          </p:cNvSpPr>
          <p:nvPr>
            <p:ph type="body" sz="quarter" idx="28" hasCustomPrompt="1"/>
          </p:nvPr>
        </p:nvSpPr>
        <p:spPr>
          <a:xfrm>
            <a:off x="3213100" y="3508384"/>
            <a:ext cx="643960" cy="1030253"/>
          </a:xfrm>
          <a:prstGeom prst="rect">
            <a:avLst/>
          </a:prstGeom>
        </p:spPr>
        <p:txBody>
          <a:bodyPr/>
          <a:lstStyle>
            <a:lvl1pPr>
              <a:defRPr sz="4800" b="0" i="0">
                <a:solidFill>
                  <a:srgbClr val="054ADA"/>
                </a:solidFill>
                <a:latin typeface="IBM Plex Sans Light" panose="020B04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r>
              <a:rPr lang="en-US" dirty="0"/>
              <a:t>3</a:t>
            </a:r>
          </a:p>
        </p:txBody>
      </p:sp>
      <p:sp>
        <p:nvSpPr>
          <p:cNvPr id="88" name="Text Placeholder 2">
            <a:extLst>
              <a:ext uri="{FF2B5EF4-FFF2-40B4-BE49-F238E27FC236}">
                <a16:creationId xmlns:a16="http://schemas.microsoft.com/office/drawing/2014/main" id="{C3285702-8939-F444-BEAF-FD641B5A855C}"/>
              </a:ext>
            </a:extLst>
          </p:cNvPr>
          <p:cNvSpPr>
            <a:spLocks noGrp="1"/>
          </p:cNvSpPr>
          <p:nvPr>
            <p:ph type="body" sz="quarter" idx="29" hasCustomPrompt="1"/>
          </p:nvPr>
        </p:nvSpPr>
        <p:spPr>
          <a:xfrm>
            <a:off x="3213100" y="5148275"/>
            <a:ext cx="643960" cy="1030253"/>
          </a:xfrm>
          <a:prstGeom prst="rect">
            <a:avLst/>
          </a:prstGeom>
        </p:spPr>
        <p:txBody>
          <a:bodyPr/>
          <a:lstStyle>
            <a:lvl1pPr>
              <a:defRPr sz="4800" b="0" i="0">
                <a:solidFill>
                  <a:srgbClr val="054ADA"/>
                </a:solidFill>
                <a:latin typeface="IBM Plex Sans Light" panose="020B04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r>
              <a:rPr lang="en-US" dirty="0"/>
              <a:t>4</a:t>
            </a:r>
          </a:p>
        </p:txBody>
      </p:sp>
      <p:sp>
        <p:nvSpPr>
          <p:cNvPr id="95" name="Text Placeholder 2">
            <a:extLst>
              <a:ext uri="{FF2B5EF4-FFF2-40B4-BE49-F238E27FC236}">
                <a16:creationId xmlns:a16="http://schemas.microsoft.com/office/drawing/2014/main" id="{07C7FE64-D44D-5B4C-A9FC-1E9B36445092}"/>
              </a:ext>
            </a:extLst>
          </p:cNvPr>
          <p:cNvSpPr>
            <a:spLocks noGrp="1"/>
          </p:cNvSpPr>
          <p:nvPr>
            <p:ph type="body" sz="quarter" idx="30" hasCustomPrompt="1"/>
          </p:nvPr>
        </p:nvSpPr>
        <p:spPr>
          <a:xfrm>
            <a:off x="3896910" y="5607001"/>
            <a:ext cx="4814030" cy="759709"/>
          </a:xfrm>
          <a:prstGeom prst="rect">
            <a:avLst/>
          </a:prstGeom>
        </p:spPr>
        <p:txBody>
          <a:bodyPr/>
          <a:lstStyle>
            <a:lvl1pPr marL="0" marR="0" indent="0" algn="l" defTabSz="914400" rtl="0" eaLnBrk="1" fontAlgn="base" latinLnBrk="0" hangingPunct="1">
              <a:lnSpc>
                <a:spcPct val="100000"/>
              </a:lnSpc>
              <a:spcBef>
                <a:spcPts val="1467"/>
              </a:spcBef>
              <a:spcAft>
                <a:spcPct val="0"/>
              </a:spcAft>
              <a:buClr>
                <a:schemeClr val="tx1"/>
              </a:buClr>
              <a:buSzPct val="90000"/>
              <a:buFont typeface="Wingdings" pitchFamily="2" charset="2"/>
              <a:buNone/>
              <a:tabLst/>
              <a:defRPr sz="1200" b="0" i="0">
                <a:solidFill>
                  <a:schemeClr val="tx1"/>
                </a:solidFill>
                <a:latin typeface="IBM Plex Sans" panose="020B05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r>
              <a:rPr lang="en-US" dirty="0"/>
              <a:t>Click to edit text</a:t>
            </a:r>
          </a:p>
        </p:txBody>
      </p:sp>
      <p:sp>
        <p:nvSpPr>
          <p:cNvPr id="96" name="Text Placeholder 2">
            <a:extLst>
              <a:ext uri="{FF2B5EF4-FFF2-40B4-BE49-F238E27FC236}">
                <a16:creationId xmlns:a16="http://schemas.microsoft.com/office/drawing/2014/main" id="{97496D09-340C-F84C-B2A4-DD1F07BEA1AB}"/>
              </a:ext>
            </a:extLst>
          </p:cNvPr>
          <p:cNvSpPr>
            <a:spLocks noGrp="1"/>
          </p:cNvSpPr>
          <p:nvPr>
            <p:ph type="body" sz="quarter" idx="31" hasCustomPrompt="1"/>
          </p:nvPr>
        </p:nvSpPr>
        <p:spPr>
          <a:xfrm>
            <a:off x="3896910" y="5238088"/>
            <a:ext cx="4814030" cy="354012"/>
          </a:xfrm>
          <a:prstGeom prst="rect">
            <a:avLst/>
          </a:prstGeom>
        </p:spPr>
        <p:txBody>
          <a:bodyPr/>
          <a:lstStyle>
            <a:lvl1pPr>
              <a:defRPr sz="1800" b="1" i="0">
                <a:solidFill>
                  <a:srgbClr val="000000"/>
                </a:solidFill>
                <a:latin typeface="IBM Plex Sans SmBld" panose="020B05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r>
              <a:rPr lang="en-US" dirty="0"/>
              <a:t>Click to edit text</a:t>
            </a:r>
          </a:p>
        </p:txBody>
      </p:sp>
      <p:sp>
        <p:nvSpPr>
          <p:cNvPr id="100" name="Text Placeholder 2">
            <a:extLst>
              <a:ext uri="{FF2B5EF4-FFF2-40B4-BE49-F238E27FC236}">
                <a16:creationId xmlns:a16="http://schemas.microsoft.com/office/drawing/2014/main" id="{EA498680-56B6-7B4A-8908-160949E09873}"/>
              </a:ext>
            </a:extLst>
          </p:cNvPr>
          <p:cNvSpPr>
            <a:spLocks noGrp="1"/>
          </p:cNvSpPr>
          <p:nvPr>
            <p:ph type="body" sz="quarter" idx="32" hasCustomPrompt="1"/>
          </p:nvPr>
        </p:nvSpPr>
        <p:spPr>
          <a:xfrm>
            <a:off x="3896910" y="2369815"/>
            <a:ext cx="4814030" cy="759709"/>
          </a:xfrm>
          <a:prstGeom prst="rect">
            <a:avLst/>
          </a:prstGeom>
        </p:spPr>
        <p:txBody>
          <a:bodyPr/>
          <a:lstStyle>
            <a:lvl1pPr marL="0" marR="0" indent="0" algn="l" defTabSz="914400" rtl="0" eaLnBrk="1" fontAlgn="base" latinLnBrk="0" hangingPunct="1">
              <a:lnSpc>
                <a:spcPct val="100000"/>
              </a:lnSpc>
              <a:spcBef>
                <a:spcPts val="1467"/>
              </a:spcBef>
              <a:spcAft>
                <a:spcPct val="0"/>
              </a:spcAft>
              <a:buClr>
                <a:schemeClr val="tx1"/>
              </a:buClr>
              <a:buSzPct val="90000"/>
              <a:buFont typeface="Wingdings" pitchFamily="2" charset="2"/>
              <a:buNone/>
              <a:tabLst/>
              <a:defRPr sz="1200" b="0" i="0">
                <a:solidFill>
                  <a:schemeClr val="tx1"/>
                </a:solidFill>
                <a:latin typeface="IBM Plex Sans" panose="020B05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r>
              <a:rPr lang="en-US" dirty="0"/>
              <a:t>Click to edit text</a:t>
            </a:r>
          </a:p>
        </p:txBody>
      </p:sp>
      <p:sp>
        <p:nvSpPr>
          <p:cNvPr id="101" name="Text Placeholder 2">
            <a:extLst>
              <a:ext uri="{FF2B5EF4-FFF2-40B4-BE49-F238E27FC236}">
                <a16:creationId xmlns:a16="http://schemas.microsoft.com/office/drawing/2014/main" id="{7E46C3DE-EC3C-ED40-A64C-41499BC72260}"/>
              </a:ext>
            </a:extLst>
          </p:cNvPr>
          <p:cNvSpPr>
            <a:spLocks noGrp="1"/>
          </p:cNvSpPr>
          <p:nvPr>
            <p:ph type="body" sz="quarter" idx="33" hasCustomPrompt="1"/>
          </p:nvPr>
        </p:nvSpPr>
        <p:spPr>
          <a:xfrm>
            <a:off x="3896910" y="2000902"/>
            <a:ext cx="4814030" cy="354012"/>
          </a:xfrm>
          <a:prstGeom prst="rect">
            <a:avLst/>
          </a:prstGeom>
        </p:spPr>
        <p:txBody>
          <a:bodyPr/>
          <a:lstStyle>
            <a:lvl1pPr>
              <a:defRPr sz="1800" b="1" i="0">
                <a:solidFill>
                  <a:srgbClr val="000000"/>
                </a:solidFill>
                <a:latin typeface="IBM Plex Sans SmBld" panose="020B05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r>
              <a:rPr lang="en-US" dirty="0"/>
              <a:t>Click to edit text</a:t>
            </a:r>
          </a:p>
        </p:txBody>
      </p:sp>
      <p:sp>
        <p:nvSpPr>
          <p:cNvPr id="102" name="Text Placeholder 2">
            <a:extLst>
              <a:ext uri="{FF2B5EF4-FFF2-40B4-BE49-F238E27FC236}">
                <a16:creationId xmlns:a16="http://schemas.microsoft.com/office/drawing/2014/main" id="{C2AA53B7-30F3-774E-98CF-E9FC74857887}"/>
              </a:ext>
            </a:extLst>
          </p:cNvPr>
          <p:cNvSpPr>
            <a:spLocks noGrp="1"/>
          </p:cNvSpPr>
          <p:nvPr>
            <p:ph type="body" sz="quarter" idx="34" hasCustomPrompt="1"/>
          </p:nvPr>
        </p:nvSpPr>
        <p:spPr>
          <a:xfrm>
            <a:off x="3896910" y="3977897"/>
            <a:ext cx="4814030" cy="759709"/>
          </a:xfrm>
          <a:prstGeom prst="rect">
            <a:avLst/>
          </a:prstGeom>
        </p:spPr>
        <p:txBody>
          <a:bodyPr/>
          <a:lstStyle>
            <a:lvl1pPr marL="0" marR="0" indent="0" algn="l" defTabSz="914400" rtl="0" eaLnBrk="1" fontAlgn="base" latinLnBrk="0" hangingPunct="1">
              <a:lnSpc>
                <a:spcPct val="100000"/>
              </a:lnSpc>
              <a:spcBef>
                <a:spcPts val="1467"/>
              </a:spcBef>
              <a:spcAft>
                <a:spcPct val="0"/>
              </a:spcAft>
              <a:buClr>
                <a:schemeClr val="tx1"/>
              </a:buClr>
              <a:buSzPct val="90000"/>
              <a:buFont typeface="Wingdings" pitchFamily="2" charset="2"/>
              <a:buNone/>
              <a:tabLst/>
              <a:defRPr sz="1200" b="0" i="0">
                <a:solidFill>
                  <a:schemeClr val="tx1"/>
                </a:solidFill>
                <a:latin typeface="IBM Plex Sans" panose="020B05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r>
              <a:rPr lang="en-US" dirty="0"/>
              <a:t>Click to edit text</a:t>
            </a:r>
          </a:p>
        </p:txBody>
      </p:sp>
      <p:sp>
        <p:nvSpPr>
          <p:cNvPr id="103" name="Text Placeholder 2">
            <a:extLst>
              <a:ext uri="{FF2B5EF4-FFF2-40B4-BE49-F238E27FC236}">
                <a16:creationId xmlns:a16="http://schemas.microsoft.com/office/drawing/2014/main" id="{552195E5-8644-7044-B7EF-A5930F8A10D0}"/>
              </a:ext>
            </a:extLst>
          </p:cNvPr>
          <p:cNvSpPr>
            <a:spLocks noGrp="1"/>
          </p:cNvSpPr>
          <p:nvPr>
            <p:ph type="body" sz="quarter" idx="35" hasCustomPrompt="1"/>
          </p:nvPr>
        </p:nvSpPr>
        <p:spPr>
          <a:xfrm>
            <a:off x="3896910" y="3608984"/>
            <a:ext cx="4814030" cy="354012"/>
          </a:xfrm>
          <a:prstGeom prst="rect">
            <a:avLst/>
          </a:prstGeom>
        </p:spPr>
        <p:txBody>
          <a:bodyPr/>
          <a:lstStyle>
            <a:lvl1pPr>
              <a:defRPr sz="1800" b="1" i="0">
                <a:solidFill>
                  <a:srgbClr val="000000"/>
                </a:solidFill>
                <a:latin typeface="IBM Plex Sans SmBld" panose="020B05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r>
              <a:rPr lang="en-US" dirty="0"/>
              <a:t>Click to edit text</a:t>
            </a:r>
          </a:p>
        </p:txBody>
      </p:sp>
      <p:sp>
        <p:nvSpPr>
          <p:cNvPr id="64" name="Footer Placeholder 2">
            <a:extLst>
              <a:ext uri="{FF2B5EF4-FFF2-40B4-BE49-F238E27FC236}">
                <a16:creationId xmlns:a16="http://schemas.microsoft.com/office/drawing/2014/main" id="{EEC1439B-71F7-6449-BF4B-A73B4120560A}"/>
              </a:ext>
            </a:extLst>
          </p:cNvPr>
          <p:cNvSpPr>
            <a:spLocks noGrp="1"/>
          </p:cNvSpPr>
          <p:nvPr>
            <p:ph type="ftr" sz="quarter" idx="3"/>
          </p:nvPr>
        </p:nvSpPr>
        <p:spPr>
          <a:xfrm>
            <a:off x="210312" y="6073456"/>
            <a:ext cx="2438312" cy="546100"/>
          </a:xfrm>
          <a:prstGeom prst="rect">
            <a:avLst/>
          </a:prstGeom>
        </p:spPr>
        <p:txBody>
          <a:bodyPr anchor="b"/>
          <a:lstStyle>
            <a:lvl1pPr>
              <a:lnSpc>
                <a:spcPct val="150000"/>
              </a:lnSpc>
              <a:defRPr sz="1000" b="0" i="0">
                <a:solidFill>
                  <a:srgbClr val="50565B"/>
                </a:solidFill>
                <a:latin typeface="IBM Plex Sans" panose="020B0503050000000000" pitchFamily="34" charset="77"/>
              </a:defRPr>
            </a:lvl1pPr>
          </a:lstStyle>
          <a:p>
            <a:r>
              <a:rPr lang="en-US" b="1">
                <a:solidFill>
                  <a:schemeClr val="tx1"/>
                </a:solidFill>
                <a:latin typeface="IBM Plex Sans SmBld" panose="020B0503050000000000" pitchFamily="34" charset="77"/>
              </a:rPr>
              <a:t>Presentation title</a:t>
            </a:r>
          </a:p>
          <a:p>
            <a:r>
              <a:rPr lang="en-US"/>
              <a:t>IBM  |  Project/team name</a:t>
            </a:r>
            <a:endParaRPr lang="en-US" dirty="0"/>
          </a:p>
        </p:txBody>
      </p:sp>
      <p:sp>
        <p:nvSpPr>
          <p:cNvPr id="67" name="Text Placeholder 2">
            <a:extLst>
              <a:ext uri="{FF2B5EF4-FFF2-40B4-BE49-F238E27FC236}">
                <a16:creationId xmlns:a16="http://schemas.microsoft.com/office/drawing/2014/main" id="{5EFEBBAB-FB60-8D40-BCEC-80ED26053F8E}"/>
              </a:ext>
            </a:extLst>
          </p:cNvPr>
          <p:cNvSpPr>
            <a:spLocks noGrp="1"/>
          </p:cNvSpPr>
          <p:nvPr>
            <p:ph type="body" sz="quarter" idx="11" hasCustomPrompt="1"/>
          </p:nvPr>
        </p:nvSpPr>
        <p:spPr>
          <a:xfrm>
            <a:off x="210312" y="903869"/>
            <a:ext cx="2446830" cy="656739"/>
          </a:xfrm>
          <a:prstGeom prst="rect">
            <a:avLst/>
          </a:prstGeom>
        </p:spPr>
        <p:txBody>
          <a:bodyPr/>
          <a:lstStyle>
            <a:lvl1pPr>
              <a:defRPr sz="1200" b="0" i="0">
                <a:solidFill>
                  <a:schemeClr val="tx1"/>
                </a:solidFill>
                <a:latin typeface="IBM Plex Sans" panose="020B05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r>
              <a:rPr lang="en-US" dirty="0"/>
              <a:t>Subtitle</a:t>
            </a:r>
          </a:p>
        </p:txBody>
      </p:sp>
      <p:sp>
        <p:nvSpPr>
          <p:cNvPr id="68" name="Text Placeholder 2">
            <a:extLst>
              <a:ext uri="{FF2B5EF4-FFF2-40B4-BE49-F238E27FC236}">
                <a16:creationId xmlns:a16="http://schemas.microsoft.com/office/drawing/2014/main" id="{018B71A5-82FE-C242-82F1-201BFC7F1B69}"/>
              </a:ext>
            </a:extLst>
          </p:cNvPr>
          <p:cNvSpPr>
            <a:spLocks noGrp="1"/>
          </p:cNvSpPr>
          <p:nvPr>
            <p:ph type="body" sz="quarter" idx="37" hasCustomPrompt="1"/>
          </p:nvPr>
        </p:nvSpPr>
        <p:spPr>
          <a:xfrm>
            <a:off x="3899910" y="749913"/>
            <a:ext cx="4814030" cy="759709"/>
          </a:xfrm>
          <a:prstGeom prst="rect">
            <a:avLst/>
          </a:prstGeom>
        </p:spPr>
        <p:txBody>
          <a:bodyPr/>
          <a:lstStyle>
            <a:lvl1pPr marL="0" marR="0" indent="0" algn="l" defTabSz="914400" rtl="0" eaLnBrk="1" fontAlgn="base" latinLnBrk="0" hangingPunct="1">
              <a:lnSpc>
                <a:spcPct val="100000"/>
              </a:lnSpc>
              <a:spcBef>
                <a:spcPts val="1467"/>
              </a:spcBef>
              <a:spcAft>
                <a:spcPct val="0"/>
              </a:spcAft>
              <a:buClr>
                <a:schemeClr val="tx1"/>
              </a:buClr>
              <a:buSzPct val="90000"/>
              <a:buFont typeface="Wingdings" pitchFamily="2" charset="2"/>
              <a:buNone/>
              <a:tabLst/>
              <a:defRPr sz="1200" b="0" i="0">
                <a:solidFill>
                  <a:schemeClr val="tx1"/>
                </a:solidFill>
                <a:latin typeface="IBM Plex Sans" panose="020B05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r>
              <a:rPr lang="en-US" dirty="0"/>
              <a:t>Click to edit text</a:t>
            </a:r>
          </a:p>
        </p:txBody>
      </p:sp>
      <p:sp>
        <p:nvSpPr>
          <p:cNvPr id="69" name="Text Placeholder 2">
            <a:extLst>
              <a:ext uri="{FF2B5EF4-FFF2-40B4-BE49-F238E27FC236}">
                <a16:creationId xmlns:a16="http://schemas.microsoft.com/office/drawing/2014/main" id="{CC9CB10C-4921-C441-BFE0-D6AC6C046B29}"/>
              </a:ext>
            </a:extLst>
          </p:cNvPr>
          <p:cNvSpPr>
            <a:spLocks noGrp="1"/>
          </p:cNvSpPr>
          <p:nvPr>
            <p:ph type="body" sz="quarter" idx="38" hasCustomPrompt="1"/>
          </p:nvPr>
        </p:nvSpPr>
        <p:spPr>
          <a:xfrm>
            <a:off x="3896910" y="381000"/>
            <a:ext cx="4814030" cy="354012"/>
          </a:xfrm>
          <a:prstGeom prst="rect">
            <a:avLst/>
          </a:prstGeom>
        </p:spPr>
        <p:txBody>
          <a:bodyPr/>
          <a:lstStyle>
            <a:lvl1pPr>
              <a:defRPr sz="1800" b="1" i="0">
                <a:solidFill>
                  <a:srgbClr val="000000"/>
                </a:solidFill>
                <a:latin typeface="IBM Plex Sans SmBld" panose="020B05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r>
              <a:rPr lang="en-US" dirty="0"/>
              <a:t>Click to edit text</a:t>
            </a:r>
          </a:p>
        </p:txBody>
      </p:sp>
      <p:sp>
        <p:nvSpPr>
          <p:cNvPr id="70" name="Text Placeholder 64">
            <a:extLst>
              <a:ext uri="{FF2B5EF4-FFF2-40B4-BE49-F238E27FC236}">
                <a16:creationId xmlns:a16="http://schemas.microsoft.com/office/drawing/2014/main" id="{88C1EB00-9BF7-3647-8758-9A7280B5ACCA}"/>
              </a:ext>
            </a:extLst>
          </p:cNvPr>
          <p:cNvSpPr>
            <a:spLocks noGrp="1"/>
          </p:cNvSpPr>
          <p:nvPr>
            <p:ph type="body" sz="quarter" idx="39" hasCustomPrompt="1"/>
          </p:nvPr>
        </p:nvSpPr>
        <p:spPr>
          <a:xfrm>
            <a:off x="228600" y="326929"/>
            <a:ext cx="2446830" cy="553198"/>
          </a:xfrm>
          <a:prstGeom prst="rect">
            <a:avLst/>
          </a:prstGeom>
        </p:spPr>
        <p:txBody>
          <a:bodyPr>
            <a:normAutofit/>
          </a:bodyPr>
          <a:lstStyle>
            <a:lvl1pPr>
              <a:defRPr sz="2400" b="0" i="0">
                <a:latin typeface="IBM Plex Sans" panose="020B0503050203000203" pitchFamily="34" charset="0"/>
              </a:defRPr>
            </a:lvl1pPr>
          </a:lstStyle>
          <a:p>
            <a:pPr lvl="0"/>
            <a:r>
              <a:rPr lang="en-US" dirty="0"/>
              <a:t>Slide title</a:t>
            </a:r>
          </a:p>
        </p:txBody>
      </p:sp>
    </p:spTree>
    <p:extLst>
      <p:ext uri="{BB962C8B-B14F-4D97-AF65-F5344CB8AC3E}">
        <p14:creationId xmlns:p14="http://schemas.microsoft.com/office/powerpoint/2010/main" val="413148219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4 Left 05">
    <p:spTree>
      <p:nvGrpSpPr>
        <p:cNvPr id="1" name=""/>
        <p:cNvGrpSpPr/>
        <p:nvPr/>
      </p:nvGrpSpPr>
      <p:grpSpPr>
        <a:xfrm>
          <a:off x="0" y="0"/>
          <a:ext cx="0" cy="0"/>
          <a:chOff x="0" y="0"/>
          <a:chExt cx="0" cy="0"/>
        </a:xfrm>
      </p:grpSpPr>
      <p:sp>
        <p:nvSpPr>
          <p:cNvPr id="71" name="Rectangle 70">
            <a:extLst>
              <a:ext uri="{FF2B5EF4-FFF2-40B4-BE49-F238E27FC236}">
                <a16:creationId xmlns:a16="http://schemas.microsoft.com/office/drawing/2014/main" id="{E3D35D99-0C4E-AA47-B9B3-35527D214953}"/>
              </a:ext>
            </a:extLst>
          </p:cNvPr>
          <p:cNvSpPr/>
          <p:nvPr userDrawn="1"/>
        </p:nvSpPr>
        <p:spPr bwMode="auto">
          <a:xfrm>
            <a:off x="3048000" y="-1"/>
            <a:ext cx="9143990" cy="6857991"/>
          </a:xfrm>
          <a:prstGeom prst="rect">
            <a:avLst/>
          </a:prstGeom>
          <a:solidFill>
            <a:srgbClr val="F2F4F8"/>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90000"/>
              </a:lnSpc>
              <a:spcBef>
                <a:spcPct val="0"/>
              </a:spcBef>
              <a:spcAft>
                <a:spcPct val="0"/>
              </a:spcAft>
              <a:buClrTx/>
              <a:buSzTx/>
              <a:buFontTx/>
              <a:buNone/>
              <a:tabLst/>
            </a:pPr>
            <a:endParaRPr kumimoji="0" lang="en-US" sz="2000" b="0" i="0" u="none" strike="noStrike" cap="none" normalizeH="0" baseline="0" dirty="0">
              <a:ln>
                <a:noFill/>
              </a:ln>
              <a:solidFill>
                <a:srgbClr val="191919"/>
              </a:solidFill>
              <a:effectLst/>
              <a:latin typeface="HelvNeue Light for IBM" pitchFamily="34" charset="0"/>
            </a:endParaRPr>
          </a:p>
        </p:txBody>
      </p:sp>
      <p:grpSp>
        <p:nvGrpSpPr>
          <p:cNvPr id="16" name="Group 15">
            <a:extLst>
              <a:ext uri="{FF2B5EF4-FFF2-40B4-BE49-F238E27FC236}">
                <a16:creationId xmlns:a16="http://schemas.microsoft.com/office/drawing/2014/main" id="{4E27F71D-749D-974B-AB68-C90C1F656661}"/>
              </a:ext>
            </a:extLst>
          </p:cNvPr>
          <p:cNvGrpSpPr/>
          <p:nvPr userDrawn="1"/>
        </p:nvGrpSpPr>
        <p:grpSpPr>
          <a:xfrm>
            <a:off x="-146307" y="-147320"/>
            <a:ext cx="12485627" cy="7152640"/>
            <a:chOff x="-109730" y="-110490"/>
            <a:chExt cx="9364220" cy="5364480"/>
          </a:xfrm>
        </p:grpSpPr>
        <p:grpSp>
          <p:nvGrpSpPr>
            <p:cNvPr id="17" name="Group 16">
              <a:extLst>
                <a:ext uri="{FF2B5EF4-FFF2-40B4-BE49-F238E27FC236}">
                  <a16:creationId xmlns:a16="http://schemas.microsoft.com/office/drawing/2014/main" id="{7033ABDB-33FA-424A-8022-BE25064AAE9B}"/>
                </a:ext>
              </a:extLst>
            </p:cNvPr>
            <p:cNvGrpSpPr/>
            <p:nvPr userDrawn="1"/>
          </p:nvGrpSpPr>
          <p:grpSpPr>
            <a:xfrm>
              <a:off x="228600" y="-110490"/>
              <a:ext cx="8686732" cy="91440"/>
              <a:chOff x="228600" y="-152400"/>
              <a:chExt cx="8686732" cy="152400"/>
            </a:xfrm>
          </p:grpSpPr>
          <p:cxnSp>
            <p:nvCxnSpPr>
              <p:cNvPr id="50" name="Straight Connector 49">
                <a:extLst>
                  <a:ext uri="{FF2B5EF4-FFF2-40B4-BE49-F238E27FC236}">
                    <a16:creationId xmlns:a16="http://schemas.microsoft.com/office/drawing/2014/main" id="{E028FABC-C57C-0B4D-ADC6-F0D9AC86E7C9}"/>
                  </a:ext>
                </a:extLst>
              </p:cNvPr>
              <p:cNvCxnSpPr/>
              <p:nvPr userDrawn="1"/>
            </p:nvCxnSpPr>
            <p:spPr bwMode="auto">
              <a:xfrm rot="5400000" flipH="1">
                <a:off x="152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1" name="Straight Connector 50">
                <a:extLst>
                  <a:ext uri="{FF2B5EF4-FFF2-40B4-BE49-F238E27FC236}">
                    <a16:creationId xmlns:a16="http://schemas.microsoft.com/office/drawing/2014/main" id="{CCE52FE3-158F-D14E-B6AE-3EE847C02A23}"/>
                  </a:ext>
                </a:extLst>
              </p:cNvPr>
              <p:cNvCxnSpPr/>
              <p:nvPr userDrawn="1"/>
            </p:nvCxnSpPr>
            <p:spPr bwMode="auto">
              <a:xfrm rot="5400000" flipH="1">
                <a:off x="1981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2" name="Straight Connector 51">
                <a:extLst>
                  <a:ext uri="{FF2B5EF4-FFF2-40B4-BE49-F238E27FC236}">
                    <a16:creationId xmlns:a16="http://schemas.microsoft.com/office/drawing/2014/main" id="{C6326F37-4F20-A241-8AC4-D933542FB91D}"/>
                  </a:ext>
                </a:extLst>
              </p:cNvPr>
              <p:cNvCxnSpPr/>
              <p:nvPr userDrawn="1"/>
            </p:nvCxnSpPr>
            <p:spPr bwMode="auto">
              <a:xfrm rot="5400000" flipH="1">
                <a:off x="2209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3" name="Straight Connector 52">
                <a:extLst>
                  <a:ext uri="{FF2B5EF4-FFF2-40B4-BE49-F238E27FC236}">
                    <a16:creationId xmlns:a16="http://schemas.microsoft.com/office/drawing/2014/main" id="{193EAF95-D519-4A43-A5B7-8F152B7AAAF3}"/>
                  </a:ext>
                </a:extLst>
              </p:cNvPr>
              <p:cNvCxnSpPr/>
              <p:nvPr userDrawn="1"/>
            </p:nvCxnSpPr>
            <p:spPr bwMode="auto">
              <a:xfrm rot="5400000" flipH="1">
                <a:off x="2438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4" name="Straight Connector 53">
                <a:extLst>
                  <a:ext uri="{FF2B5EF4-FFF2-40B4-BE49-F238E27FC236}">
                    <a16:creationId xmlns:a16="http://schemas.microsoft.com/office/drawing/2014/main" id="{63D1F6C8-6E33-8445-84CD-22391B38AE2F}"/>
                  </a:ext>
                </a:extLst>
              </p:cNvPr>
              <p:cNvCxnSpPr/>
              <p:nvPr userDrawn="1"/>
            </p:nvCxnSpPr>
            <p:spPr bwMode="auto">
              <a:xfrm rot="5400000" flipH="1">
                <a:off x="4267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5" name="Straight Connector 54">
                <a:extLst>
                  <a:ext uri="{FF2B5EF4-FFF2-40B4-BE49-F238E27FC236}">
                    <a16:creationId xmlns:a16="http://schemas.microsoft.com/office/drawing/2014/main" id="{7CC00B75-D288-0546-90E6-0FAF60915429}"/>
                  </a:ext>
                </a:extLst>
              </p:cNvPr>
              <p:cNvCxnSpPr/>
              <p:nvPr userDrawn="1"/>
            </p:nvCxnSpPr>
            <p:spPr bwMode="auto">
              <a:xfrm rot="5400000" flipH="1">
                <a:off x="4495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6" name="Straight Connector 55">
                <a:extLst>
                  <a:ext uri="{FF2B5EF4-FFF2-40B4-BE49-F238E27FC236}">
                    <a16:creationId xmlns:a16="http://schemas.microsoft.com/office/drawing/2014/main" id="{9E943793-FE0F-6F4D-98F4-B9E3837BCA91}"/>
                  </a:ext>
                </a:extLst>
              </p:cNvPr>
              <p:cNvCxnSpPr/>
              <p:nvPr userDrawn="1"/>
            </p:nvCxnSpPr>
            <p:spPr bwMode="auto">
              <a:xfrm rot="5400000" flipH="1">
                <a:off x="4724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7" name="Straight Connector 56">
                <a:extLst>
                  <a:ext uri="{FF2B5EF4-FFF2-40B4-BE49-F238E27FC236}">
                    <a16:creationId xmlns:a16="http://schemas.microsoft.com/office/drawing/2014/main" id="{B1C729D8-F1AE-2C45-BF73-3BFD621F4038}"/>
                  </a:ext>
                </a:extLst>
              </p:cNvPr>
              <p:cNvCxnSpPr/>
              <p:nvPr userDrawn="1"/>
            </p:nvCxnSpPr>
            <p:spPr bwMode="auto">
              <a:xfrm rot="5400000" flipH="1">
                <a:off x="6553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8" name="Straight Connector 57">
                <a:extLst>
                  <a:ext uri="{FF2B5EF4-FFF2-40B4-BE49-F238E27FC236}">
                    <a16:creationId xmlns:a16="http://schemas.microsoft.com/office/drawing/2014/main" id="{773341F0-E3B3-EB42-A739-32107097206A}"/>
                  </a:ext>
                </a:extLst>
              </p:cNvPr>
              <p:cNvCxnSpPr/>
              <p:nvPr userDrawn="1"/>
            </p:nvCxnSpPr>
            <p:spPr bwMode="auto">
              <a:xfrm rot="5400000" flipH="1">
                <a:off x="6781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9" name="Straight Connector 58">
                <a:extLst>
                  <a:ext uri="{FF2B5EF4-FFF2-40B4-BE49-F238E27FC236}">
                    <a16:creationId xmlns:a16="http://schemas.microsoft.com/office/drawing/2014/main" id="{89EDDA5B-8572-C545-8DFA-ABC33664C7A1}"/>
                  </a:ext>
                </a:extLst>
              </p:cNvPr>
              <p:cNvCxnSpPr/>
              <p:nvPr userDrawn="1"/>
            </p:nvCxnSpPr>
            <p:spPr bwMode="auto">
              <a:xfrm rot="5400000" flipH="1">
                <a:off x="7010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0" name="Straight Connector 59">
                <a:extLst>
                  <a:ext uri="{FF2B5EF4-FFF2-40B4-BE49-F238E27FC236}">
                    <a16:creationId xmlns:a16="http://schemas.microsoft.com/office/drawing/2014/main" id="{E0B85CAB-A5A1-6546-BA39-1598C1A1BF64}"/>
                  </a:ext>
                </a:extLst>
              </p:cNvPr>
              <p:cNvCxnSpPr/>
              <p:nvPr userDrawn="1"/>
            </p:nvCxnSpPr>
            <p:spPr bwMode="auto">
              <a:xfrm rot="5400000" flipH="1">
                <a:off x="8839132"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18" name="Group 17">
              <a:extLst>
                <a:ext uri="{FF2B5EF4-FFF2-40B4-BE49-F238E27FC236}">
                  <a16:creationId xmlns:a16="http://schemas.microsoft.com/office/drawing/2014/main" id="{4EE9C99B-7B10-AE41-8B1B-D8508EC96D36}"/>
                </a:ext>
              </a:extLst>
            </p:cNvPr>
            <p:cNvGrpSpPr/>
            <p:nvPr userDrawn="1"/>
          </p:nvGrpSpPr>
          <p:grpSpPr>
            <a:xfrm>
              <a:off x="228600" y="5162550"/>
              <a:ext cx="8686732" cy="91440"/>
              <a:chOff x="228600" y="5143500"/>
              <a:chExt cx="8686732" cy="152400"/>
            </a:xfrm>
          </p:grpSpPr>
          <p:cxnSp>
            <p:nvCxnSpPr>
              <p:cNvPr id="39" name="Straight Connector 38">
                <a:extLst>
                  <a:ext uri="{FF2B5EF4-FFF2-40B4-BE49-F238E27FC236}">
                    <a16:creationId xmlns:a16="http://schemas.microsoft.com/office/drawing/2014/main" id="{C65EA58F-D486-A749-9B47-9DD071000D4F}"/>
                  </a:ext>
                </a:extLst>
              </p:cNvPr>
              <p:cNvCxnSpPr/>
              <p:nvPr userDrawn="1"/>
            </p:nvCxnSpPr>
            <p:spPr bwMode="auto">
              <a:xfrm rot="5400000" flipH="1">
                <a:off x="152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9056486B-3E88-1F4E-A5B6-71F9C8038505}"/>
                  </a:ext>
                </a:extLst>
              </p:cNvPr>
              <p:cNvCxnSpPr/>
              <p:nvPr userDrawn="1"/>
            </p:nvCxnSpPr>
            <p:spPr bwMode="auto">
              <a:xfrm rot="5400000" flipH="1">
                <a:off x="1981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1" name="Straight Connector 40">
                <a:extLst>
                  <a:ext uri="{FF2B5EF4-FFF2-40B4-BE49-F238E27FC236}">
                    <a16:creationId xmlns:a16="http://schemas.microsoft.com/office/drawing/2014/main" id="{8F54F4A3-648E-3146-B408-995E6916E7DD}"/>
                  </a:ext>
                </a:extLst>
              </p:cNvPr>
              <p:cNvCxnSpPr/>
              <p:nvPr userDrawn="1"/>
            </p:nvCxnSpPr>
            <p:spPr bwMode="auto">
              <a:xfrm rot="5400000" flipH="1">
                <a:off x="2209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2" name="Straight Connector 41">
                <a:extLst>
                  <a:ext uri="{FF2B5EF4-FFF2-40B4-BE49-F238E27FC236}">
                    <a16:creationId xmlns:a16="http://schemas.microsoft.com/office/drawing/2014/main" id="{1DB512CA-21A6-9E45-BA56-12B8F4FE801F}"/>
                  </a:ext>
                </a:extLst>
              </p:cNvPr>
              <p:cNvCxnSpPr/>
              <p:nvPr userDrawn="1"/>
            </p:nvCxnSpPr>
            <p:spPr bwMode="auto">
              <a:xfrm rot="5400000" flipH="1">
                <a:off x="2438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3" name="Straight Connector 42">
                <a:extLst>
                  <a:ext uri="{FF2B5EF4-FFF2-40B4-BE49-F238E27FC236}">
                    <a16:creationId xmlns:a16="http://schemas.microsoft.com/office/drawing/2014/main" id="{2BFB8868-99DE-1A45-8575-1EA11710057F}"/>
                  </a:ext>
                </a:extLst>
              </p:cNvPr>
              <p:cNvCxnSpPr/>
              <p:nvPr userDrawn="1"/>
            </p:nvCxnSpPr>
            <p:spPr bwMode="auto">
              <a:xfrm rot="5400000" flipH="1">
                <a:off x="4267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4" name="Straight Connector 43">
                <a:extLst>
                  <a:ext uri="{FF2B5EF4-FFF2-40B4-BE49-F238E27FC236}">
                    <a16:creationId xmlns:a16="http://schemas.microsoft.com/office/drawing/2014/main" id="{730DE9A1-D9BD-524C-BE6F-1D6659196FBC}"/>
                  </a:ext>
                </a:extLst>
              </p:cNvPr>
              <p:cNvCxnSpPr/>
              <p:nvPr userDrawn="1"/>
            </p:nvCxnSpPr>
            <p:spPr bwMode="auto">
              <a:xfrm rot="5400000" flipH="1">
                <a:off x="4495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5" name="Straight Connector 44">
                <a:extLst>
                  <a:ext uri="{FF2B5EF4-FFF2-40B4-BE49-F238E27FC236}">
                    <a16:creationId xmlns:a16="http://schemas.microsoft.com/office/drawing/2014/main" id="{5ABAF5C8-E725-FD45-80A0-6EC368BF88BA}"/>
                  </a:ext>
                </a:extLst>
              </p:cNvPr>
              <p:cNvCxnSpPr/>
              <p:nvPr userDrawn="1"/>
            </p:nvCxnSpPr>
            <p:spPr bwMode="auto">
              <a:xfrm rot="5400000" flipH="1">
                <a:off x="4724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6" name="Straight Connector 45">
                <a:extLst>
                  <a:ext uri="{FF2B5EF4-FFF2-40B4-BE49-F238E27FC236}">
                    <a16:creationId xmlns:a16="http://schemas.microsoft.com/office/drawing/2014/main" id="{EBC18DE6-803B-7541-908A-41F6D4494834}"/>
                  </a:ext>
                </a:extLst>
              </p:cNvPr>
              <p:cNvCxnSpPr/>
              <p:nvPr userDrawn="1"/>
            </p:nvCxnSpPr>
            <p:spPr bwMode="auto">
              <a:xfrm rot="5400000" flipH="1">
                <a:off x="6553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7" name="Straight Connector 46">
                <a:extLst>
                  <a:ext uri="{FF2B5EF4-FFF2-40B4-BE49-F238E27FC236}">
                    <a16:creationId xmlns:a16="http://schemas.microsoft.com/office/drawing/2014/main" id="{737A4750-B9D5-5049-A414-7844F44D2F08}"/>
                  </a:ext>
                </a:extLst>
              </p:cNvPr>
              <p:cNvCxnSpPr/>
              <p:nvPr userDrawn="1"/>
            </p:nvCxnSpPr>
            <p:spPr bwMode="auto">
              <a:xfrm rot="5400000" flipH="1">
                <a:off x="6781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8" name="Straight Connector 47">
                <a:extLst>
                  <a:ext uri="{FF2B5EF4-FFF2-40B4-BE49-F238E27FC236}">
                    <a16:creationId xmlns:a16="http://schemas.microsoft.com/office/drawing/2014/main" id="{11CC3856-9176-894C-9678-78854179B583}"/>
                  </a:ext>
                </a:extLst>
              </p:cNvPr>
              <p:cNvCxnSpPr/>
              <p:nvPr userDrawn="1"/>
            </p:nvCxnSpPr>
            <p:spPr bwMode="auto">
              <a:xfrm rot="5400000" flipH="1">
                <a:off x="7010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9" name="Straight Connector 48">
                <a:extLst>
                  <a:ext uri="{FF2B5EF4-FFF2-40B4-BE49-F238E27FC236}">
                    <a16:creationId xmlns:a16="http://schemas.microsoft.com/office/drawing/2014/main" id="{3A4EF373-8CC5-F948-AA7B-C5EF10137299}"/>
                  </a:ext>
                </a:extLst>
              </p:cNvPr>
              <p:cNvCxnSpPr/>
              <p:nvPr userDrawn="1"/>
            </p:nvCxnSpPr>
            <p:spPr bwMode="auto">
              <a:xfrm rot="5400000" flipH="1">
                <a:off x="8839132"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19" name="Group 18">
              <a:extLst>
                <a:ext uri="{FF2B5EF4-FFF2-40B4-BE49-F238E27FC236}">
                  <a16:creationId xmlns:a16="http://schemas.microsoft.com/office/drawing/2014/main" id="{5EDFECA7-68A0-C74C-8702-67F215F53507}"/>
                </a:ext>
              </a:extLst>
            </p:cNvPr>
            <p:cNvGrpSpPr/>
            <p:nvPr userDrawn="1"/>
          </p:nvGrpSpPr>
          <p:grpSpPr>
            <a:xfrm>
              <a:off x="-109730" y="237744"/>
              <a:ext cx="91440" cy="4664456"/>
              <a:chOff x="-109730" y="237744"/>
              <a:chExt cx="91440" cy="4664456"/>
            </a:xfrm>
          </p:grpSpPr>
          <p:cxnSp>
            <p:nvCxnSpPr>
              <p:cNvPr id="30" name="Straight Connector 29">
                <a:extLst>
                  <a:ext uri="{FF2B5EF4-FFF2-40B4-BE49-F238E27FC236}">
                    <a16:creationId xmlns:a16="http://schemas.microsoft.com/office/drawing/2014/main" id="{B42BDEDC-364B-EC4F-9B43-9C5105374A26}"/>
                  </a:ext>
                </a:extLst>
              </p:cNvPr>
              <p:cNvCxnSpPr/>
              <p:nvPr userDrawn="1"/>
            </p:nvCxnSpPr>
            <p:spPr bwMode="auto">
              <a:xfrm flipH="1">
                <a:off x="-109730" y="65379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1" name="Straight Connector 30">
                <a:extLst>
                  <a:ext uri="{FF2B5EF4-FFF2-40B4-BE49-F238E27FC236}">
                    <a16:creationId xmlns:a16="http://schemas.microsoft.com/office/drawing/2014/main" id="{82746AEA-B7EE-6A45-A324-2780C5387E8B}"/>
                  </a:ext>
                </a:extLst>
              </p:cNvPr>
              <p:cNvCxnSpPr/>
              <p:nvPr userDrawn="1"/>
            </p:nvCxnSpPr>
            <p:spPr bwMode="auto">
              <a:xfrm flipH="1">
                <a:off x="-109730" y="128930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2" name="Straight Connector 31">
                <a:extLst>
                  <a:ext uri="{FF2B5EF4-FFF2-40B4-BE49-F238E27FC236}">
                    <a16:creationId xmlns:a16="http://schemas.microsoft.com/office/drawing/2014/main" id="{10F57C53-2F79-4140-B8DD-CFF27135CAA8}"/>
                  </a:ext>
                </a:extLst>
              </p:cNvPr>
              <p:cNvCxnSpPr/>
              <p:nvPr userDrawn="1"/>
            </p:nvCxnSpPr>
            <p:spPr bwMode="auto">
              <a:xfrm flipH="1">
                <a:off x="-109730" y="192938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3" name="Straight Connector 32">
                <a:extLst>
                  <a:ext uri="{FF2B5EF4-FFF2-40B4-BE49-F238E27FC236}">
                    <a16:creationId xmlns:a16="http://schemas.microsoft.com/office/drawing/2014/main" id="{D0D1241B-3B6D-564B-92C0-5F79295699BA}"/>
                  </a:ext>
                </a:extLst>
              </p:cNvPr>
              <p:cNvCxnSpPr/>
              <p:nvPr userDrawn="1"/>
            </p:nvCxnSpPr>
            <p:spPr bwMode="auto">
              <a:xfrm flipH="1">
                <a:off x="-109730" y="2570990"/>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4" name="Straight Connector 33">
                <a:extLst>
                  <a:ext uri="{FF2B5EF4-FFF2-40B4-BE49-F238E27FC236}">
                    <a16:creationId xmlns:a16="http://schemas.microsoft.com/office/drawing/2014/main" id="{4F1A65E1-A6DD-0E48-9328-F63C08A91C80}"/>
                  </a:ext>
                </a:extLst>
              </p:cNvPr>
              <p:cNvCxnSpPr/>
              <p:nvPr userDrawn="1"/>
            </p:nvCxnSpPr>
            <p:spPr bwMode="auto">
              <a:xfrm flipH="1">
                <a:off x="-109730" y="320954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5" name="Straight Connector 34">
                <a:extLst>
                  <a:ext uri="{FF2B5EF4-FFF2-40B4-BE49-F238E27FC236}">
                    <a16:creationId xmlns:a16="http://schemas.microsoft.com/office/drawing/2014/main" id="{DF1A857E-0280-4D4D-8C5E-78EB4893E8F3}"/>
                  </a:ext>
                </a:extLst>
              </p:cNvPr>
              <p:cNvCxnSpPr/>
              <p:nvPr userDrawn="1"/>
            </p:nvCxnSpPr>
            <p:spPr bwMode="auto">
              <a:xfrm flipH="1">
                <a:off x="-109730" y="384962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6" name="Straight Connector 35">
                <a:extLst>
                  <a:ext uri="{FF2B5EF4-FFF2-40B4-BE49-F238E27FC236}">
                    <a16:creationId xmlns:a16="http://schemas.microsoft.com/office/drawing/2014/main" id="{32EE49FC-4AC3-D84D-B296-8260919A4AFB}"/>
                  </a:ext>
                </a:extLst>
              </p:cNvPr>
              <p:cNvCxnSpPr/>
              <p:nvPr userDrawn="1"/>
            </p:nvCxnSpPr>
            <p:spPr bwMode="auto">
              <a:xfrm flipH="1">
                <a:off x="-109730" y="449427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7" name="Straight Connector 36">
                <a:extLst>
                  <a:ext uri="{FF2B5EF4-FFF2-40B4-BE49-F238E27FC236}">
                    <a16:creationId xmlns:a16="http://schemas.microsoft.com/office/drawing/2014/main" id="{A036B8A6-5887-EB43-A589-E9B55309975E}"/>
                  </a:ext>
                </a:extLst>
              </p:cNvPr>
              <p:cNvCxnSpPr/>
              <p:nvPr userDrawn="1"/>
            </p:nvCxnSpPr>
            <p:spPr bwMode="auto">
              <a:xfrm flipH="1">
                <a:off x="-109730" y="23774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8" name="Straight Connector 37">
                <a:extLst>
                  <a:ext uri="{FF2B5EF4-FFF2-40B4-BE49-F238E27FC236}">
                    <a16:creationId xmlns:a16="http://schemas.microsoft.com/office/drawing/2014/main" id="{886C2E2E-F476-B64B-A78C-E2A4F068B019}"/>
                  </a:ext>
                </a:extLst>
              </p:cNvPr>
              <p:cNvCxnSpPr/>
              <p:nvPr userDrawn="1"/>
            </p:nvCxnSpPr>
            <p:spPr bwMode="auto">
              <a:xfrm flipH="1">
                <a:off x="-109730" y="4902200"/>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20" name="Group 19">
              <a:extLst>
                <a:ext uri="{FF2B5EF4-FFF2-40B4-BE49-F238E27FC236}">
                  <a16:creationId xmlns:a16="http://schemas.microsoft.com/office/drawing/2014/main" id="{568B7B3E-2365-FA48-B0BB-56705EDB6709}"/>
                </a:ext>
              </a:extLst>
            </p:cNvPr>
            <p:cNvGrpSpPr/>
            <p:nvPr userDrawn="1"/>
          </p:nvGrpSpPr>
          <p:grpSpPr>
            <a:xfrm>
              <a:off x="9163050" y="237744"/>
              <a:ext cx="91440" cy="4663440"/>
              <a:chOff x="-109730" y="231394"/>
              <a:chExt cx="91440" cy="4663440"/>
            </a:xfrm>
          </p:grpSpPr>
          <p:cxnSp>
            <p:nvCxnSpPr>
              <p:cNvPr id="21" name="Straight Connector 20">
                <a:extLst>
                  <a:ext uri="{FF2B5EF4-FFF2-40B4-BE49-F238E27FC236}">
                    <a16:creationId xmlns:a16="http://schemas.microsoft.com/office/drawing/2014/main" id="{F8CB4122-4D33-2A42-871B-AB33239DC529}"/>
                  </a:ext>
                </a:extLst>
              </p:cNvPr>
              <p:cNvCxnSpPr/>
              <p:nvPr userDrawn="1"/>
            </p:nvCxnSpPr>
            <p:spPr bwMode="auto">
              <a:xfrm flipH="1">
                <a:off x="-109730" y="64744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E1272E41-0FA7-6B41-B356-7A2B88AC448F}"/>
                  </a:ext>
                </a:extLst>
              </p:cNvPr>
              <p:cNvCxnSpPr/>
              <p:nvPr userDrawn="1"/>
            </p:nvCxnSpPr>
            <p:spPr bwMode="auto">
              <a:xfrm flipH="1">
                <a:off x="-109730" y="128295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3" name="Straight Connector 22">
                <a:extLst>
                  <a:ext uri="{FF2B5EF4-FFF2-40B4-BE49-F238E27FC236}">
                    <a16:creationId xmlns:a16="http://schemas.microsoft.com/office/drawing/2014/main" id="{784B5EE1-D003-1F47-8D33-3E312E35B1E7}"/>
                  </a:ext>
                </a:extLst>
              </p:cNvPr>
              <p:cNvCxnSpPr/>
              <p:nvPr userDrawn="1"/>
            </p:nvCxnSpPr>
            <p:spPr bwMode="auto">
              <a:xfrm flipH="1">
                <a:off x="-109730" y="192303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4" name="Straight Connector 23">
                <a:extLst>
                  <a:ext uri="{FF2B5EF4-FFF2-40B4-BE49-F238E27FC236}">
                    <a16:creationId xmlns:a16="http://schemas.microsoft.com/office/drawing/2014/main" id="{571409CD-4C1B-8E45-ACF9-86D270DA7692}"/>
                  </a:ext>
                </a:extLst>
              </p:cNvPr>
              <p:cNvCxnSpPr/>
              <p:nvPr userDrawn="1"/>
            </p:nvCxnSpPr>
            <p:spPr bwMode="auto">
              <a:xfrm flipH="1">
                <a:off x="-109730" y="256311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5" name="Straight Connector 24">
                <a:extLst>
                  <a:ext uri="{FF2B5EF4-FFF2-40B4-BE49-F238E27FC236}">
                    <a16:creationId xmlns:a16="http://schemas.microsoft.com/office/drawing/2014/main" id="{A131086F-34E8-8C46-8C5C-6BAA87172E82}"/>
                  </a:ext>
                </a:extLst>
              </p:cNvPr>
              <p:cNvCxnSpPr/>
              <p:nvPr userDrawn="1"/>
            </p:nvCxnSpPr>
            <p:spPr bwMode="auto">
              <a:xfrm flipH="1">
                <a:off x="-109730" y="320319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6" name="Straight Connector 25">
                <a:extLst>
                  <a:ext uri="{FF2B5EF4-FFF2-40B4-BE49-F238E27FC236}">
                    <a16:creationId xmlns:a16="http://schemas.microsoft.com/office/drawing/2014/main" id="{0A42B631-F25C-F54E-B854-80328E4DFBBC}"/>
                  </a:ext>
                </a:extLst>
              </p:cNvPr>
              <p:cNvCxnSpPr/>
              <p:nvPr userDrawn="1"/>
            </p:nvCxnSpPr>
            <p:spPr bwMode="auto">
              <a:xfrm flipH="1">
                <a:off x="-109730" y="384327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7" name="Straight Connector 26">
                <a:extLst>
                  <a:ext uri="{FF2B5EF4-FFF2-40B4-BE49-F238E27FC236}">
                    <a16:creationId xmlns:a16="http://schemas.microsoft.com/office/drawing/2014/main" id="{08D46B81-A248-A847-9183-C6BC43C53E85}"/>
                  </a:ext>
                </a:extLst>
              </p:cNvPr>
              <p:cNvCxnSpPr/>
              <p:nvPr userDrawn="1"/>
            </p:nvCxnSpPr>
            <p:spPr bwMode="auto">
              <a:xfrm flipH="1">
                <a:off x="-109730" y="448792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86FA5BE4-E196-EC4A-BC7A-95A47060EE08}"/>
                  </a:ext>
                </a:extLst>
              </p:cNvPr>
              <p:cNvCxnSpPr/>
              <p:nvPr userDrawn="1"/>
            </p:nvCxnSpPr>
            <p:spPr bwMode="auto">
              <a:xfrm flipH="1">
                <a:off x="-109730" y="23139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9" name="Straight Connector 28">
                <a:extLst>
                  <a:ext uri="{FF2B5EF4-FFF2-40B4-BE49-F238E27FC236}">
                    <a16:creationId xmlns:a16="http://schemas.microsoft.com/office/drawing/2014/main" id="{47A74DF6-412C-6548-B80E-F7E7ED8433A9}"/>
                  </a:ext>
                </a:extLst>
              </p:cNvPr>
              <p:cNvCxnSpPr/>
              <p:nvPr userDrawn="1"/>
            </p:nvCxnSpPr>
            <p:spPr bwMode="auto">
              <a:xfrm flipH="1">
                <a:off x="-109730" y="489483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sp>
        <p:nvSpPr>
          <p:cNvPr id="83" name="Text Placeholder 2">
            <a:extLst>
              <a:ext uri="{FF2B5EF4-FFF2-40B4-BE49-F238E27FC236}">
                <a16:creationId xmlns:a16="http://schemas.microsoft.com/office/drawing/2014/main" id="{E1A7D9A1-75F9-6947-9FE6-6798A5D1DED4}"/>
              </a:ext>
            </a:extLst>
          </p:cNvPr>
          <p:cNvSpPr>
            <a:spLocks noGrp="1"/>
          </p:cNvSpPr>
          <p:nvPr>
            <p:ph type="body" sz="quarter" idx="18" hasCustomPrompt="1"/>
          </p:nvPr>
        </p:nvSpPr>
        <p:spPr>
          <a:xfrm>
            <a:off x="3899910" y="749914"/>
            <a:ext cx="3290030" cy="2262872"/>
          </a:xfrm>
          <a:prstGeom prst="rect">
            <a:avLst/>
          </a:prstGeom>
        </p:spPr>
        <p:txBody>
          <a:bodyPr/>
          <a:lstStyle>
            <a:lvl1pPr marL="0" marR="0" indent="0" algn="l" defTabSz="914400" rtl="0" eaLnBrk="1" fontAlgn="base" latinLnBrk="0" hangingPunct="1">
              <a:lnSpc>
                <a:spcPct val="100000"/>
              </a:lnSpc>
              <a:spcBef>
                <a:spcPts val="1467"/>
              </a:spcBef>
              <a:spcAft>
                <a:spcPct val="0"/>
              </a:spcAft>
              <a:buClr>
                <a:schemeClr val="tx1"/>
              </a:buClr>
              <a:buSzPct val="90000"/>
              <a:buFont typeface="Wingdings" pitchFamily="2" charset="2"/>
              <a:buNone/>
              <a:tabLst/>
              <a:defRPr sz="1200" b="0" i="0">
                <a:solidFill>
                  <a:schemeClr val="tx1"/>
                </a:solidFill>
                <a:latin typeface="IBM Plex Sans" panose="020B05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r>
              <a:rPr lang="en-US" dirty="0"/>
              <a:t>Click to edit text</a:t>
            </a:r>
          </a:p>
        </p:txBody>
      </p:sp>
      <p:sp>
        <p:nvSpPr>
          <p:cNvPr id="97" name="Text Placeholder 2">
            <a:extLst>
              <a:ext uri="{FF2B5EF4-FFF2-40B4-BE49-F238E27FC236}">
                <a16:creationId xmlns:a16="http://schemas.microsoft.com/office/drawing/2014/main" id="{2915CF77-36E8-B44F-B5E0-E4E0F0D21E6F}"/>
              </a:ext>
            </a:extLst>
          </p:cNvPr>
          <p:cNvSpPr>
            <a:spLocks noGrp="1"/>
          </p:cNvSpPr>
          <p:nvPr>
            <p:ph type="body" sz="quarter" idx="25" hasCustomPrompt="1"/>
          </p:nvPr>
        </p:nvSpPr>
        <p:spPr>
          <a:xfrm>
            <a:off x="3896910" y="381000"/>
            <a:ext cx="3290030" cy="354012"/>
          </a:xfrm>
          <a:prstGeom prst="rect">
            <a:avLst/>
          </a:prstGeom>
        </p:spPr>
        <p:txBody>
          <a:bodyPr/>
          <a:lstStyle>
            <a:lvl1pPr>
              <a:defRPr sz="1800" b="1" i="0">
                <a:solidFill>
                  <a:srgbClr val="000000"/>
                </a:solidFill>
                <a:latin typeface="IBM Plex Sans SmBld" panose="020B05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r>
              <a:rPr lang="en-US" dirty="0"/>
              <a:t>Click to edit text</a:t>
            </a:r>
          </a:p>
        </p:txBody>
      </p:sp>
      <p:sp>
        <p:nvSpPr>
          <p:cNvPr id="86" name="Text Placeholder 2">
            <a:extLst>
              <a:ext uri="{FF2B5EF4-FFF2-40B4-BE49-F238E27FC236}">
                <a16:creationId xmlns:a16="http://schemas.microsoft.com/office/drawing/2014/main" id="{F012BE13-1A02-7144-8124-E738A26973F1}"/>
              </a:ext>
            </a:extLst>
          </p:cNvPr>
          <p:cNvSpPr>
            <a:spLocks noGrp="1"/>
          </p:cNvSpPr>
          <p:nvPr>
            <p:ph type="body" sz="quarter" idx="27" hasCustomPrompt="1"/>
          </p:nvPr>
        </p:nvSpPr>
        <p:spPr>
          <a:xfrm>
            <a:off x="7859980" y="228599"/>
            <a:ext cx="643960" cy="1030253"/>
          </a:xfrm>
          <a:prstGeom prst="rect">
            <a:avLst/>
          </a:prstGeom>
        </p:spPr>
        <p:txBody>
          <a:bodyPr/>
          <a:lstStyle>
            <a:lvl1pPr>
              <a:defRPr sz="4800" b="0" i="0">
                <a:solidFill>
                  <a:srgbClr val="054ADA"/>
                </a:solidFill>
                <a:latin typeface="IBM Plex Sans Light" panose="020B04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r>
              <a:rPr lang="en-US" dirty="0"/>
              <a:t>3</a:t>
            </a:r>
          </a:p>
        </p:txBody>
      </p:sp>
      <p:sp>
        <p:nvSpPr>
          <p:cNvPr id="88" name="Text Placeholder 2">
            <a:extLst>
              <a:ext uri="{FF2B5EF4-FFF2-40B4-BE49-F238E27FC236}">
                <a16:creationId xmlns:a16="http://schemas.microsoft.com/office/drawing/2014/main" id="{C3285702-8939-F444-BEAF-FD641B5A855C}"/>
              </a:ext>
            </a:extLst>
          </p:cNvPr>
          <p:cNvSpPr>
            <a:spLocks noGrp="1"/>
          </p:cNvSpPr>
          <p:nvPr>
            <p:ph type="body" sz="quarter" idx="29" hasCustomPrompt="1"/>
          </p:nvPr>
        </p:nvSpPr>
        <p:spPr>
          <a:xfrm>
            <a:off x="7857035" y="3652882"/>
            <a:ext cx="643960" cy="1030253"/>
          </a:xfrm>
          <a:prstGeom prst="rect">
            <a:avLst/>
          </a:prstGeom>
        </p:spPr>
        <p:txBody>
          <a:bodyPr/>
          <a:lstStyle>
            <a:lvl1pPr>
              <a:defRPr sz="4800" b="0" i="0">
                <a:solidFill>
                  <a:srgbClr val="054ADA"/>
                </a:solidFill>
                <a:latin typeface="IBM Plex Sans Light" panose="020B04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r>
              <a:rPr lang="en-US" dirty="0"/>
              <a:t>4</a:t>
            </a:r>
          </a:p>
        </p:txBody>
      </p:sp>
      <p:sp>
        <p:nvSpPr>
          <p:cNvPr id="67" name="Text Placeholder 2">
            <a:extLst>
              <a:ext uri="{FF2B5EF4-FFF2-40B4-BE49-F238E27FC236}">
                <a16:creationId xmlns:a16="http://schemas.microsoft.com/office/drawing/2014/main" id="{C5C83EA5-4C3A-EE4E-A4D1-3E47903D94DA}"/>
              </a:ext>
            </a:extLst>
          </p:cNvPr>
          <p:cNvSpPr>
            <a:spLocks noGrp="1"/>
          </p:cNvSpPr>
          <p:nvPr>
            <p:ph type="body" sz="quarter" idx="30" hasCustomPrompt="1"/>
          </p:nvPr>
        </p:nvSpPr>
        <p:spPr>
          <a:xfrm>
            <a:off x="8515984" y="749914"/>
            <a:ext cx="3290030" cy="2262872"/>
          </a:xfrm>
          <a:prstGeom prst="rect">
            <a:avLst/>
          </a:prstGeom>
        </p:spPr>
        <p:txBody>
          <a:bodyPr/>
          <a:lstStyle>
            <a:lvl1pPr marL="0" marR="0" indent="0" algn="l" defTabSz="914400" rtl="0" eaLnBrk="1" fontAlgn="base" latinLnBrk="0" hangingPunct="1">
              <a:lnSpc>
                <a:spcPct val="100000"/>
              </a:lnSpc>
              <a:spcBef>
                <a:spcPts val="1467"/>
              </a:spcBef>
              <a:spcAft>
                <a:spcPct val="0"/>
              </a:spcAft>
              <a:buClr>
                <a:schemeClr val="tx1"/>
              </a:buClr>
              <a:buSzPct val="90000"/>
              <a:buFont typeface="Wingdings" pitchFamily="2" charset="2"/>
              <a:buNone/>
              <a:tabLst/>
              <a:defRPr sz="1200" b="0" i="0">
                <a:solidFill>
                  <a:schemeClr val="tx1"/>
                </a:solidFill>
                <a:latin typeface="IBM Plex Sans" panose="020B05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r>
              <a:rPr lang="en-US" dirty="0"/>
              <a:t>Click to edit text</a:t>
            </a:r>
          </a:p>
        </p:txBody>
      </p:sp>
      <p:sp>
        <p:nvSpPr>
          <p:cNvPr id="68" name="Text Placeholder 2">
            <a:extLst>
              <a:ext uri="{FF2B5EF4-FFF2-40B4-BE49-F238E27FC236}">
                <a16:creationId xmlns:a16="http://schemas.microsoft.com/office/drawing/2014/main" id="{9B5D7723-4E85-234B-B020-601DD97A58F3}"/>
              </a:ext>
            </a:extLst>
          </p:cNvPr>
          <p:cNvSpPr>
            <a:spLocks noGrp="1"/>
          </p:cNvSpPr>
          <p:nvPr>
            <p:ph type="body" sz="quarter" idx="31" hasCustomPrompt="1"/>
          </p:nvPr>
        </p:nvSpPr>
        <p:spPr>
          <a:xfrm>
            <a:off x="8512984" y="381000"/>
            <a:ext cx="3290030" cy="354012"/>
          </a:xfrm>
          <a:prstGeom prst="rect">
            <a:avLst/>
          </a:prstGeom>
        </p:spPr>
        <p:txBody>
          <a:bodyPr/>
          <a:lstStyle>
            <a:lvl1pPr>
              <a:defRPr sz="1800" b="1" i="0">
                <a:solidFill>
                  <a:srgbClr val="000000"/>
                </a:solidFill>
                <a:latin typeface="IBM Plex Sans SmBld" panose="020B05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r>
              <a:rPr lang="en-US" dirty="0"/>
              <a:t>Click to edit text</a:t>
            </a:r>
          </a:p>
        </p:txBody>
      </p:sp>
      <p:sp>
        <p:nvSpPr>
          <p:cNvPr id="69" name="Text Placeholder 2">
            <a:extLst>
              <a:ext uri="{FF2B5EF4-FFF2-40B4-BE49-F238E27FC236}">
                <a16:creationId xmlns:a16="http://schemas.microsoft.com/office/drawing/2014/main" id="{A10CE105-F605-6048-9004-C8F2AA8D347E}"/>
              </a:ext>
            </a:extLst>
          </p:cNvPr>
          <p:cNvSpPr>
            <a:spLocks noGrp="1"/>
          </p:cNvSpPr>
          <p:nvPr>
            <p:ph type="body" sz="quarter" idx="32" hasCustomPrompt="1"/>
          </p:nvPr>
        </p:nvSpPr>
        <p:spPr>
          <a:xfrm>
            <a:off x="3899910" y="4127143"/>
            <a:ext cx="3290030" cy="2262872"/>
          </a:xfrm>
          <a:prstGeom prst="rect">
            <a:avLst/>
          </a:prstGeom>
        </p:spPr>
        <p:txBody>
          <a:bodyPr/>
          <a:lstStyle>
            <a:lvl1pPr marL="0" marR="0" indent="0" algn="l" defTabSz="914400" rtl="0" eaLnBrk="1" fontAlgn="base" latinLnBrk="0" hangingPunct="1">
              <a:lnSpc>
                <a:spcPct val="100000"/>
              </a:lnSpc>
              <a:spcBef>
                <a:spcPts val="1467"/>
              </a:spcBef>
              <a:spcAft>
                <a:spcPct val="0"/>
              </a:spcAft>
              <a:buClr>
                <a:schemeClr val="tx1"/>
              </a:buClr>
              <a:buSzPct val="90000"/>
              <a:buFont typeface="Wingdings" pitchFamily="2" charset="2"/>
              <a:buNone/>
              <a:tabLst/>
              <a:defRPr sz="1200" b="0" i="0">
                <a:solidFill>
                  <a:schemeClr val="tx1"/>
                </a:solidFill>
                <a:latin typeface="IBM Plex Sans" panose="020B05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r>
              <a:rPr lang="en-US" dirty="0"/>
              <a:t>Click to edit text</a:t>
            </a:r>
          </a:p>
        </p:txBody>
      </p:sp>
      <p:sp>
        <p:nvSpPr>
          <p:cNvPr id="70" name="Text Placeholder 2">
            <a:extLst>
              <a:ext uri="{FF2B5EF4-FFF2-40B4-BE49-F238E27FC236}">
                <a16:creationId xmlns:a16="http://schemas.microsoft.com/office/drawing/2014/main" id="{2EE08993-EEDE-1A40-AC8C-D8488CA49597}"/>
              </a:ext>
            </a:extLst>
          </p:cNvPr>
          <p:cNvSpPr>
            <a:spLocks noGrp="1"/>
          </p:cNvSpPr>
          <p:nvPr>
            <p:ph type="body" sz="quarter" idx="33" hasCustomPrompt="1"/>
          </p:nvPr>
        </p:nvSpPr>
        <p:spPr>
          <a:xfrm>
            <a:off x="3896910" y="3758229"/>
            <a:ext cx="3290030" cy="354012"/>
          </a:xfrm>
          <a:prstGeom prst="rect">
            <a:avLst/>
          </a:prstGeom>
        </p:spPr>
        <p:txBody>
          <a:bodyPr/>
          <a:lstStyle>
            <a:lvl1pPr>
              <a:defRPr sz="1800" b="1" i="0">
                <a:solidFill>
                  <a:srgbClr val="000000"/>
                </a:solidFill>
                <a:latin typeface="IBM Plex Sans SmBld" panose="020B05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r>
              <a:rPr lang="en-US" dirty="0"/>
              <a:t>Click to edit text</a:t>
            </a:r>
          </a:p>
        </p:txBody>
      </p:sp>
      <p:sp>
        <p:nvSpPr>
          <p:cNvPr id="73" name="Text Placeholder 2">
            <a:extLst>
              <a:ext uri="{FF2B5EF4-FFF2-40B4-BE49-F238E27FC236}">
                <a16:creationId xmlns:a16="http://schemas.microsoft.com/office/drawing/2014/main" id="{266DAAEF-BA7E-2A45-8779-0081C16D3BF9}"/>
              </a:ext>
            </a:extLst>
          </p:cNvPr>
          <p:cNvSpPr>
            <a:spLocks noGrp="1"/>
          </p:cNvSpPr>
          <p:nvPr>
            <p:ph type="body" sz="quarter" idx="34" hasCustomPrompt="1"/>
          </p:nvPr>
        </p:nvSpPr>
        <p:spPr>
          <a:xfrm>
            <a:off x="8520970" y="4127143"/>
            <a:ext cx="3290030" cy="2262872"/>
          </a:xfrm>
          <a:prstGeom prst="rect">
            <a:avLst/>
          </a:prstGeom>
        </p:spPr>
        <p:txBody>
          <a:bodyPr/>
          <a:lstStyle>
            <a:lvl1pPr marL="0" marR="0" indent="0" algn="l" defTabSz="914400" rtl="0" eaLnBrk="1" fontAlgn="base" latinLnBrk="0" hangingPunct="1">
              <a:lnSpc>
                <a:spcPct val="100000"/>
              </a:lnSpc>
              <a:spcBef>
                <a:spcPts val="1467"/>
              </a:spcBef>
              <a:spcAft>
                <a:spcPct val="0"/>
              </a:spcAft>
              <a:buClr>
                <a:schemeClr val="tx1"/>
              </a:buClr>
              <a:buSzPct val="90000"/>
              <a:buFont typeface="Wingdings" pitchFamily="2" charset="2"/>
              <a:buNone/>
              <a:tabLst/>
              <a:defRPr sz="1200" b="0" i="0">
                <a:solidFill>
                  <a:schemeClr val="tx1"/>
                </a:solidFill>
                <a:latin typeface="IBM Plex Sans" panose="020B05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r>
              <a:rPr lang="en-US" dirty="0"/>
              <a:t>Click to edit text</a:t>
            </a:r>
          </a:p>
        </p:txBody>
      </p:sp>
      <p:sp>
        <p:nvSpPr>
          <p:cNvPr id="74" name="Text Placeholder 2">
            <a:extLst>
              <a:ext uri="{FF2B5EF4-FFF2-40B4-BE49-F238E27FC236}">
                <a16:creationId xmlns:a16="http://schemas.microsoft.com/office/drawing/2014/main" id="{C1F530F9-8DDC-F445-8AA5-886F8AAD3FE9}"/>
              </a:ext>
            </a:extLst>
          </p:cNvPr>
          <p:cNvSpPr>
            <a:spLocks noGrp="1"/>
          </p:cNvSpPr>
          <p:nvPr>
            <p:ph type="body" sz="quarter" idx="35" hasCustomPrompt="1"/>
          </p:nvPr>
        </p:nvSpPr>
        <p:spPr>
          <a:xfrm>
            <a:off x="8520970" y="3758229"/>
            <a:ext cx="3290030" cy="354012"/>
          </a:xfrm>
          <a:prstGeom prst="rect">
            <a:avLst/>
          </a:prstGeom>
        </p:spPr>
        <p:txBody>
          <a:bodyPr/>
          <a:lstStyle>
            <a:lvl1pPr>
              <a:defRPr sz="1800" b="1" i="0">
                <a:solidFill>
                  <a:srgbClr val="000000"/>
                </a:solidFill>
                <a:latin typeface="IBM Plex Sans SmBld" panose="020B05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r>
              <a:rPr lang="en-US" dirty="0"/>
              <a:t>Click to edit text</a:t>
            </a:r>
          </a:p>
        </p:txBody>
      </p:sp>
      <p:sp>
        <p:nvSpPr>
          <p:cNvPr id="64" name="Footer Placeholder 2">
            <a:extLst>
              <a:ext uri="{FF2B5EF4-FFF2-40B4-BE49-F238E27FC236}">
                <a16:creationId xmlns:a16="http://schemas.microsoft.com/office/drawing/2014/main" id="{67E7711D-A421-8A4C-B87A-D8BE2E2DD9C8}"/>
              </a:ext>
            </a:extLst>
          </p:cNvPr>
          <p:cNvSpPr>
            <a:spLocks noGrp="1"/>
          </p:cNvSpPr>
          <p:nvPr>
            <p:ph type="ftr" sz="quarter" idx="3"/>
          </p:nvPr>
        </p:nvSpPr>
        <p:spPr>
          <a:xfrm>
            <a:off x="210312" y="6073456"/>
            <a:ext cx="2438312" cy="546100"/>
          </a:xfrm>
          <a:prstGeom prst="rect">
            <a:avLst/>
          </a:prstGeom>
        </p:spPr>
        <p:txBody>
          <a:bodyPr anchor="b"/>
          <a:lstStyle>
            <a:lvl1pPr>
              <a:lnSpc>
                <a:spcPct val="150000"/>
              </a:lnSpc>
              <a:defRPr sz="1000" b="0" i="0">
                <a:solidFill>
                  <a:srgbClr val="50565B"/>
                </a:solidFill>
                <a:latin typeface="IBM Plex Sans" panose="020B0503050000000000" pitchFamily="34" charset="77"/>
              </a:defRPr>
            </a:lvl1pPr>
          </a:lstStyle>
          <a:p>
            <a:r>
              <a:rPr lang="en-US" b="1">
                <a:solidFill>
                  <a:schemeClr val="tx1"/>
                </a:solidFill>
                <a:latin typeface="IBM Plex Sans SmBld" panose="020B0503050000000000" pitchFamily="34" charset="77"/>
              </a:rPr>
              <a:t>Presentation title</a:t>
            </a:r>
          </a:p>
          <a:p>
            <a:r>
              <a:rPr lang="en-US"/>
              <a:t>IBM  |  Project/team name</a:t>
            </a:r>
            <a:endParaRPr lang="en-US" dirty="0"/>
          </a:p>
        </p:txBody>
      </p:sp>
      <p:sp>
        <p:nvSpPr>
          <p:cNvPr id="63" name="Text Placeholder 2">
            <a:extLst>
              <a:ext uri="{FF2B5EF4-FFF2-40B4-BE49-F238E27FC236}">
                <a16:creationId xmlns:a16="http://schemas.microsoft.com/office/drawing/2014/main" id="{5C59131A-47D6-7948-B0F4-4CAF0C70AEC5}"/>
              </a:ext>
            </a:extLst>
          </p:cNvPr>
          <p:cNvSpPr>
            <a:spLocks noGrp="1"/>
          </p:cNvSpPr>
          <p:nvPr>
            <p:ph type="body" sz="quarter" idx="11" hasCustomPrompt="1"/>
          </p:nvPr>
        </p:nvSpPr>
        <p:spPr>
          <a:xfrm>
            <a:off x="210312" y="903869"/>
            <a:ext cx="2446830" cy="656739"/>
          </a:xfrm>
          <a:prstGeom prst="rect">
            <a:avLst/>
          </a:prstGeom>
        </p:spPr>
        <p:txBody>
          <a:bodyPr/>
          <a:lstStyle>
            <a:lvl1pPr>
              <a:defRPr sz="1200" b="0" i="0">
                <a:solidFill>
                  <a:schemeClr val="tx1"/>
                </a:solidFill>
                <a:latin typeface="IBM Plex Sans" panose="020B05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r>
              <a:rPr lang="en-US" dirty="0"/>
              <a:t>Subtitle</a:t>
            </a:r>
          </a:p>
        </p:txBody>
      </p:sp>
      <p:sp>
        <p:nvSpPr>
          <p:cNvPr id="72" name="Text Placeholder 2">
            <a:extLst>
              <a:ext uri="{FF2B5EF4-FFF2-40B4-BE49-F238E27FC236}">
                <a16:creationId xmlns:a16="http://schemas.microsoft.com/office/drawing/2014/main" id="{441BABFB-AACD-C948-94D3-DCA78B7D4E47}"/>
              </a:ext>
            </a:extLst>
          </p:cNvPr>
          <p:cNvSpPr>
            <a:spLocks noGrp="1"/>
          </p:cNvSpPr>
          <p:nvPr>
            <p:ph type="body" sz="quarter" idx="26" hasCustomPrompt="1"/>
          </p:nvPr>
        </p:nvSpPr>
        <p:spPr>
          <a:xfrm>
            <a:off x="3213100" y="228600"/>
            <a:ext cx="643960" cy="1030253"/>
          </a:xfrm>
          <a:prstGeom prst="rect">
            <a:avLst/>
          </a:prstGeom>
        </p:spPr>
        <p:txBody>
          <a:bodyPr/>
          <a:lstStyle>
            <a:lvl1pPr>
              <a:defRPr sz="4800" b="0" i="0">
                <a:solidFill>
                  <a:srgbClr val="054ADA"/>
                </a:solidFill>
                <a:latin typeface="IBM Plex Sans Light" panose="020B04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r>
              <a:rPr lang="en-US" dirty="0"/>
              <a:t>1</a:t>
            </a:r>
          </a:p>
        </p:txBody>
      </p:sp>
      <p:sp>
        <p:nvSpPr>
          <p:cNvPr id="75" name="Text Placeholder 2">
            <a:extLst>
              <a:ext uri="{FF2B5EF4-FFF2-40B4-BE49-F238E27FC236}">
                <a16:creationId xmlns:a16="http://schemas.microsoft.com/office/drawing/2014/main" id="{614497B6-4CB7-D349-8557-861D6D118125}"/>
              </a:ext>
            </a:extLst>
          </p:cNvPr>
          <p:cNvSpPr>
            <a:spLocks noGrp="1"/>
          </p:cNvSpPr>
          <p:nvPr>
            <p:ph type="body" sz="quarter" idx="36" hasCustomPrompt="1"/>
          </p:nvPr>
        </p:nvSpPr>
        <p:spPr>
          <a:xfrm>
            <a:off x="3213100" y="3652881"/>
            <a:ext cx="643960" cy="1030253"/>
          </a:xfrm>
          <a:prstGeom prst="rect">
            <a:avLst/>
          </a:prstGeom>
        </p:spPr>
        <p:txBody>
          <a:bodyPr/>
          <a:lstStyle>
            <a:lvl1pPr>
              <a:defRPr sz="4800" b="0" i="0">
                <a:solidFill>
                  <a:srgbClr val="054ADA"/>
                </a:solidFill>
                <a:latin typeface="IBM Plex Sans Light" panose="020B04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r>
              <a:rPr lang="en-US" dirty="0"/>
              <a:t>2</a:t>
            </a:r>
          </a:p>
        </p:txBody>
      </p:sp>
      <p:sp>
        <p:nvSpPr>
          <p:cNvPr id="78" name="Text Placeholder 64">
            <a:extLst>
              <a:ext uri="{FF2B5EF4-FFF2-40B4-BE49-F238E27FC236}">
                <a16:creationId xmlns:a16="http://schemas.microsoft.com/office/drawing/2014/main" id="{C42AE2B0-2000-F045-903C-E4FB1F8044C5}"/>
              </a:ext>
            </a:extLst>
          </p:cNvPr>
          <p:cNvSpPr>
            <a:spLocks noGrp="1"/>
          </p:cNvSpPr>
          <p:nvPr>
            <p:ph type="body" sz="quarter" idx="37" hasCustomPrompt="1"/>
          </p:nvPr>
        </p:nvSpPr>
        <p:spPr>
          <a:xfrm>
            <a:off x="228600" y="326929"/>
            <a:ext cx="2446830" cy="553198"/>
          </a:xfrm>
          <a:prstGeom prst="rect">
            <a:avLst/>
          </a:prstGeom>
        </p:spPr>
        <p:txBody>
          <a:bodyPr>
            <a:normAutofit/>
          </a:bodyPr>
          <a:lstStyle>
            <a:lvl1pPr>
              <a:defRPr sz="2400" b="0" i="0">
                <a:latin typeface="IBM Plex Sans" panose="020B0503050203000203" pitchFamily="34" charset="0"/>
              </a:defRPr>
            </a:lvl1pPr>
          </a:lstStyle>
          <a:p>
            <a:pPr lvl="0"/>
            <a:r>
              <a:rPr lang="en-US" dirty="0"/>
              <a:t>Slide title</a:t>
            </a:r>
          </a:p>
        </p:txBody>
      </p:sp>
    </p:spTree>
    <p:extLst>
      <p:ext uri="{BB962C8B-B14F-4D97-AF65-F5344CB8AC3E}">
        <p14:creationId xmlns:p14="http://schemas.microsoft.com/office/powerpoint/2010/main" val="160394470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4 Left 03">
    <p:spTree>
      <p:nvGrpSpPr>
        <p:cNvPr id="1" name=""/>
        <p:cNvGrpSpPr/>
        <p:nvPr/>
      </p:nvGrpSpPr>
      <p:grpSpPr>
        <a:xfrm>
          <a:off x="0" y="0"/>
          <a:ext cx="0" cy="0"/>
          <a:chOff x="0" y="0"/>
          <a:chExt cx="0" cy="0"/>
        </a:xfrm>
      </p:grpSpPr>
      <p:sp>
        <p:nvSpPr>
          <p:cNvPr id="71" name="Rectangle 70">
            <a:extLst>
              <a:ext uri="{FF2B5EF4-FFF2-40B4-BE49-F238E27FC236}">
                <a16:creationId xmlns:a16="http://schemas.microsoft.com/office/drawing/2014/main" id="{E3D35D99-0C4E-AA47-B9B3-35527D214953}"/>
              </a:ext>
            </a:extLst>
          </p:cNvPr>
          <p:cNvSpPr/>
          <p:nvPr userDrawn="1"/>
        </p:nvSpPr>
        <p:spPr bwMode="auto">
          <a:xfrm>
            <a:off x="3048000" y="-1"/>
            <a:ext cx="9143990" cy="6857991"/>
          </a:xfrm>
          <a:prstGeom prst="rect">
            <a:avLst/>
          </a:prstGeom>
          <a:solidFill>
            <a:srgbClr val="F2F4F8"/>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90000"/>
              </a:lnSpc>
              <a:spcBef>
                <a:spcPct val="0"/>
              </a:spcBef>
              <a:spcAft>
                <a:spcPct val="0"/>
              </a:spcAft>
              <a:buClrTx/>
              <a:buSzTx/>
              <a:buFontTx/>
              <a:buNone/>
              <a:tabLst/>
            </a:pPr>
            <a:endParaRPr kumimoji="0" lang="en-US" sz="2000" b="0" i="0" u="none" strike="noStrike" cap="none" normalizeH="0" baseline="0" dirty="0">
              <a:ln>
                <a:noFill/>
              </a:ln>
              <a:solidFill>
                <a:srgbClr val="191919"/>
              </a:solidFill>
              <a:effectLst/>
              <a:latin typeface="HelvNeue Light for IBM" pitchFamily="34" charset="0"/>
            </a:endParaRPr>
          </a:p>
        </p:txBody>
      </p:sp>
      <p:grpSp>
        <p:nvGrpSpPr>
          <p:cNvPr id="16" name="Group 15">
            <a:extLst>
              <a:ext uri="{FF2B5EF4-FFF2-40B4-BE49-F238E27FC236}">
                <a16:creationId xmlns:a16="http://schemas.microsoft.com/office/drawing/2014/main" id="{4E27F71D-749D-974B-AB68-C90C1F656661}"/>
              </a:ext>
            </a:extLst>
          </p:cNvPr>
          <p:cNvGrpSpPr/>
          <p:nvPr userDrawn="1"/>
        </p:nvGrpSpPr>
        <p:grpSpPr>
          <a:xfrm>
            <a:off x="-146307" y="-147320"/>
            <a:ext cx="12485627" cy="7152640"/>
            <a:chOff x="-109730" y="-110490"/>
            <a:chExt cx="9364220" cy="5364480"/>
          </a:xfrm>
        </p:grpSpPr>
        <p:grpSp>
          <p:nvGrpSpPr>
            <p:cNvPr id="17" name="Group 16">
              <a:extLst>
                <a:ext uri="{FF2B5EF4-FFF2-40B4-BE49-F238E27FC236}">
                  <a16:creationId xmlns:a16="http://schemas.microsoft.com/office/drawing/2014/main" id="{7033ABDB-33FA-424A-8022-BE25064AAE9B}"/>
                </a:ext>
              </a:extLst>
            </p:cNvPr>
            <p:cNvGrpSpPr/>
            <p:nvPr userDrawn="1"/>
          </p:nvGrpSpPr>
          <p:grpSpPr>
            <a:xfrm>
              <a:off x="228600" y="-110490"/>
              <a:ext cx="8686732" cy="91440"/>
              <a:chOff x="228600" y="-152400"/>
              <a:chExt cx="8686732" cy="152400"/>
            </a:xfrm>
          </p:grpSpPr>
          <p:cxnSp>
            <p:nvCxnSpPr>
              <p:cNvPr id="50" name="Straight Connector 49">
                <a:extLst>
                  <a:ext uri="{FF2B5EF4-FFF2-40B4-BE49-F238E27FC236}">
                    <a16:creationId xmlns:a16="http://schemas.microsoft.com/office/drawing/2014/main" id="{E028FABC-C57C-0B4D-ADC6-F0D9AC86E7C9}"/>
                  </a:ext>
                </a:extLst>
              </p:cNvPr>
              <p:cNvCxnSpPr/>
              <p:nvPr userDrawn="1"/>
            </p:nvCxnSpPr>
            <p:spPr bwMode="auto">
              <a:xfrm rot="5400000" flipH="1">
                <a:off x="152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1" name="Straight Connector 50">
                <a:extLst>
                  <a:ext uri="{FF2B5EF4-FFF2-40B4-BE49-F238E27FC236}">
                    <a16:creationId xmlns:a16="http://schemas.microsoft.com/office/drawing/2014/main" id="{CCE52FE3-158F-D14E-B6AE-3EE847C02A23}"/>
                  </a:ext>
                </a:extLst>
              </p:cNvPr>
              <p:cNvCxnSpPr/>
              <p:nvPr userDrawn="1"/>
            </p:nvCxnSpPr>
            <p:spPr bwMode="auto">
              <a:xfrm rot="5400000" flipH="1">
                <a:off x="1981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2" name="Straight Connector 51">
                <a:extLst>
                  <a:ext uri="{FF2B5EF4-FFF2-40B4-BE49-F238E27FC236}">
                    <a16:creationId xmlns:a16="http://schemas.microsoft.com/office/drawing/2014/main" id="{C6326F37-4F20-A241-8AC4-D933542FB91D}"/>
                  </a:ext>
                </a:extLst>
              </p:cNvPr>
              <p:cNvCxnSpPr/>
              <p:nvPr userDrawn="1"/>
            </p:nvCxnSpPr>
            <p:spPr bwMode="auto">
              <a:xfrm rot="5400000" flipH="1">
                <a:off x="2209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3" name="Straight Connector 52">
                <a:extLst>
                  <a:ext uri="{FF2B5EF4-FFF2-40B4-BE49-F238E27FC236}">
                    <a16:creationId xmlns:a16="http://schemas.microsoft.com/office/drawing/2014/main" id="{193EAF95-D519-4A43-A5B7-8F152B7AAAF3}"/>
                  </a:ext>
                </a:extLst>
              </p:cNvPr>
              <p:cNvCxnSpPr/>
              <p:nvPr userDrawn="1"/>
            </p:nvCxnSpPr>
            <p:spPr bwMode="auto">
              <a:xfrm rot="5400000" flipH="1">
                <a:off x="2438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4" name="Straight Connector 53">
                <a:extLst>
                  <a:ext uri="{FF2B5EF4-FFF2-40B4-BE49-F238E27FC236}">
                    <a16:creationId xmlns:a16="http://schemas.microsoft.com/office/drawing/2014/main" id="{63D1F6C8-6E33-8445-84CD-22391B38AE2F}"/>
                  </a:ext>
                </a:extLst>
              </p:cNvPr>
              <p:cNvCxnSpPr/>
              <p:nvPr userDrawn="1"/>
            </p:nvCxnSpPr>
            <p:spPr bwMode="auto">
              <a:xfrm rot="5400000" flipH="1">
                <a:off x="4267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5" name="Straight Connector 54">
                <a:extLst>
                  <a:ext uri="{FF2B5EF4-FFF2-40B4-BE49-F238E27FC236}">
                    <a16:creationId xmlns:a16="http://schemas.microsoft.com/office/drawing/2014/main" id="{7CC00B75-D288-0546-90E6-0FAF60915429}"/>
                  </a:ext>
                </a:extLst>
              </p:cNvPr>
              <p:cNvCxnSpPr/>
              <p:nvPr userDrawn="1"/>
            </p:nvCxnSpPr>
            <p:spPr bwMode="auto">
              <a:xfrm rot="5400000" flipH="1">
                <a:off x="4495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6" name="Straight Connector 55">
                <a:extLst>
                  <a:ext uri="{FF2B5EF4-FFF2-40B4-BE49-F238E27FC236}">
                    <a16:creationId xmlns:a16="http://schemas.microsoft.com/office/drawing/2014/main" id="{9E943793-FE0F-6F4D-98F4-B9E3837BCA91}"/>
                  </a:ext>
                </a:extLst>
              </p:cNvPr>
              <p:cNvCxnSpPr/>
              <p:nvPr userDrawn="1"/>
            </p:nvCxnSpPr>
            <p:spPr bwMode="auto">
              <a:xfrm rot="5400000" flipH="1">
                <a:off x="4724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7" name="Straight Connector 56">
                <a:extLst>
                  <a:ext uri="{FF2B5EF4-FFF2-40B4-BE49-F238E27FC236}">
                    <a16:creationId xmlns:a16="http://schemas.microsoft.com/office/drawing/2014/main" id="{B1C729D8-F1AE-2C45-BF73-3BFD621F4038}"/>
                  </a:ext>
                </a:extLst>
              </p:cNvPr>
              <p:cNvCxnSpPr/>
              <p:nvPr userDrawn="1"/>
            </p:nvCxnSpPr>
            <p:spPr bwMode="auto">
              <a:xfrm rot="5400000" flipH="1">
                <a:off x="6553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8" name="Straight Connector 57">
                <a:extLst>
                  <a:ext uri="{FF2B5EF4-FFF2-40B4-BE49-F238E27FC236}">
                    <a16:creationId xmlns:a16="http://schemas.microsoft.com/office/drawing/2014/main" id="{773341F0-E3B3-EB42-A739-32107097206A}"/>
                  </a:ext>
                </a:extLst>
              </p:cNvPr>
              <p:cNvCxnSpPr/>
              <p:nvPr userDrawn="1"/>
            </p:nvCxnSpPr>
            <p:spPr bwMode="auto">
              <a:xfrm rot="5400000" flipH="1">
                <a:off x="6781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9" name="Straight Connector 58">
                <a:extLst>
                  <a:ext uri="{FF2B5EF4-FFF2-40B4-BE49-F238E27FC236}">
                    <a16:creationId xmlns:a16="http://schemas.microsoft.com/office/drawing/2014/main" id="{89EDDA5B-8572-C545-8DFA-ABC33664C7A1}"/>
                  </a:ext>
                </a:extLst>
              </p:cNvPr>
              <p:cNvCxnSpPr/>
              <p:nvPr userDrawn="1"/>
            </p:nvCxnSpPr>
            <p:spPr bwMode="auto">
              <a:xfrm rot="5400000" flipH="1">
                <a:off x="7010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0" name="Straight Connector 59">
                <a:extLst>
                  <a:ext uri="{FF2B5EF4-FFF2-40B4-BE49-F238E27FC236}">
                    <a16:creationId xmlns:a16="http://schemas.microsoft.com/office/drawing/2014/main" id="{E0B85CAB-A5A1-6546-BA39-1598C1A1BF64}"/>
                  </a:ext>
                </a:extLst>
              </p:cNvPr>
              <p:cNvCxnSpPr/>
              <p:nvPr userDrawn="1"/>
            </p:nvCxnSpPr>
            <p:spPr bwMode="auto">
              <a:xfrm rot="5400000" flipH="1">
                <a:off x="8839132"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18" name="Group 17">
              <a:extLst>
                <a:ext uri="{FF2B5EF4-FFF2-40B4-BE49-F238E27FC236}">
                  <a16:creationId xmlns:a16="http://schemas.microsoft.com/office/drawing/2014/main" id="{4EE9C99B-7B10-AE41-8B1B-D8508EC96D36}"/>
                </a:ext>
              </a:extLst>
            </p:cNvPr>
            <p:cNvGrpSpPr/>
            <p:nvPr userDrawn="1"/>
          </p:nvGrpSpPr>
          <p:grpSpPr>
            <a:xfrm>
              <a:off x="228600" y="5162550"/>
              <a:ext cx="8686732" cy="91440"/>
              <a:chOff x="228600" y="5143500"/>
              <a:chExt cx="8686732" cy="152400"/>
            </a:xfrm>
          </p:grpSpPr>
          <p:cxnSp>
            <p:nvCxnSpPr>
              <p:cNvPr id="39" name="Straight Connector 38">
                <a:extLst>
                  <a:ext uri="{FF2B5EF4-FFF2-40B4-BE49-F238E27FC236}">
                    <a16:creationId xmlns:a16="http://schemas.microsoft.com/office/drawing/2014/main" id="{C65EA58F-D486-A749-9B47-9DD071000D4F}"/>
                  </a:ext>
                </a:extLst>
              </p:cNvPr>
              <p:cNvCxnSpPr/>
              <p:nvPr userDrawn="1"/>
            </p:nvCxnSpPr>
            <p:spPr bwMode="auto">
              <a:xfrm rot="5400000" flipH="1">
                <a:off x="152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9056486B-3E88-1F4E-A5B6-71F9C8038505}"/>
                  </a:ext>
                </a:extLst>
              </p:cNvPr>
              <p:cNvCxnSpPr/>
              <p:nvPr userDrawn="1"/>
            </p:nvCxnSpPr>
            <p:spPr bwMode="auto">
              <a:xfrm rot="5400000" flipH="1">
                <a:off x="1981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1" name="Straight Connector 40">
                <a:extLst>
                  <a:ext uri="{FF2B5EF4-FFF2-40B4-BE49-F238E27FC236}">
                    <a16:creationId xmlns:a16="http://schemas.microsoft.com/office/drawing/2014/main" id="{8F54F4A3-648E-3146-B408-995E6916E7DD}"/>
                  </a:ext>
                </a:extLst>
              </p:cNvPr>
              <p:cNvCxnSpPr/>
              <p:nvPr userDrawn="1"/>
            </p:nvCxnSpPr>
            <p:spPr bwMode="auto">
              <a:xfrm rot="5400000" flipH="1">
                <a:off x="2209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2" name="Straight Connector 41">
                <a:extLst>
                  <a:ext uri="{FF2B5EF4-FFF2-40B4-BE49-F238E27FC236}">
                    <a16:creationId xmlns:a16="http://schemas.microsoft.com/office/drawing/2014/main" id="{1DB512CA-21A6-9E45-BA56-12B8F4FE801F}"/>
                  </a:ext>
                </a:extLst>
              </p:cNvPr>
              <p:cNvCxnSpPr/>
              <p:nvPr userDrawn="1"/>
            </p:nvCxnSpPr>
            <p:spPr bwMode="auto">
              <a:xfrm rot="5400000" flipH="1">
                <a:off x="2438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3" name="Straight Connector 42">
                <a:extLst>
                  <a:ext uri="{FF2B5EF4-FFF2-40B4-BE49-F238E27FC236}">
                    <a16:creationId xmlns:a16="http://schemas.microsoft.com/office/drawing/2014/main" id="{2BFB8868-99DE-1A45-8575-1EA11710057F}"/>
                  </a:ext>
                </a:extLst>
              </p:cNvPr>
              <p:cNvCxnSpPr/>
              <p:nvPr userDrawn="1"/>
            </p:nvCxnSpPr>
            <p:spPr bwMode="auto">
              <a:xfrm rot="5400000" flipH="1">
                <a:off x="4267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4" name="Straight Connector 43">
                <a:extLst>
                  <a:ext uri="{FF2B5EF4-FFF2-40B4-BE49-F238E27FC236}">
                    <a16:creationId xmlns:a16="http://schemas.microsoft.com/office/drawing/2014/main" id="{730DE9A1-D9BD-524C-BE6F-1D6659196FBC}"/>
                  </a:ext>
                </a:extLst>
              </p:cNvPr>
              <p:cNvCxnSpPr/>
              <p:nvPr userDrawn="1"/>
            </p:nvCxnSpPr>
            <p:spPr bwMode="auto">
              <a:xfrm rot="5400000" flipH="1">
                <a:off x="4495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5" name="Straight Connector 44">
                <a:extLst>
                  <a:ext uri="{FF2B5EF4-FFF2-40B4-BE49-F238E27FC236}">
                    <a16:creationId xmlns:a16="http://schemas.microsoft.com/office/drawing/2014/main" id="{5ABAF5C8-E725-FD45-80A0-6EC368BF88BA}"/>
                  </a:ext>
                </a:extLst>
              </p:cNvPr>
              <p:cNvCxnSpPr/>
              <p:nvPr userDrawn="1"/>
            </p:nvCxnSpPr>
            <p:spPr bwMode="auto">
              <a:xfrm rot="5400000" flipH="1">
                <a:off x="4724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6" name="Straight Connector 45">
                <a:extLst>
                  <a:ext uri="{FF2B5EF4-FFF2-40B4-BE49-F238E27FC236}">
                    <a16:creationId xmlns:a16="http://schemas.microsoft.com/office/drawing/2014/main" id="{EBC18DE6-803B-7541-908A-41F6D4494834}"/>
                  </a:ext>
                </a:extLst>
              </p:cNvPr>
              <p:cNvCxnSpPr/>
              <p:nvPr userDrawn="1"/>
            </p:nvCxnSpPr>
            <p:spPr bwMode="auto">
              <a:xfrm rot="5400000" flipH="1">
                <a:off x="6553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7" name="Straight Connector 46">
                <a:extLst>
                  <a:ext uri="{FF2B5EF4-FFF2-40B4-BE49-F238E27FC236}">
                    <a16:creationId xmlns:a16="http://schemas.microsoft.com/office/drawing/2014/main" id="{737A4750-B9D5-5049-A414-7844F44D2F08}"/>
                  </a:ext>
                </a:extLst>
              </p:cNvPr>
              <p:cNvCxnSpPr/>
              <p:nvPr userDrawn="1"/>
            </p:nvCxnSpPr>
            <p:spPr bwMode="auto">
              <a:xfrm rot="5400000" flipH="1">
                <a:off x="6781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8" name="Straight Connector 47">
                <a:extLst>
                  <a:ext uri="{FF2B5EF4-FFF2-40B4-BE49-F238E27FC236}">
                    <a16:creationId xmlns:a16="http://schemas.microsoft.com/office/drawing/2014/main" id="{11CC3856-9176-894C-9678-78854179B583}"/>
                  </a:ext>
                </a:extLst>
              </p:cNvPr>
              <p:cNvCxnSpPr/>
              <p:nvPr userDrawn="1"/>
            </p:nvCxnSpPr>
            <p:spPr bwMode="auto">
              <a:xfrm rot="5400000" flipH="1">
                <a:off x="7010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9" name="Straight Connector 48">
                <a:extLst>
                  <a:ext uri="{FF2B5EF4-FFF2-40B4-BE49-F238E27FC236}">
                    <a16:creationId xmlns:a16="http://schemas.microsoft.com/office/drawing/2014/main" id="{3A4EF373-8CC5-F948-AA7B-C5EF10137299}"/>
                  </a:ext>
                </a:extLst>
              </p:cNvPr>
              <p:cNvCxnSpPr/>
              <p:nvPr userDrawn="1"/>
            </p:nvCxnSpPr>
            <p:spPr bwMode="auto">
              <a:xfrm rot="5400000" flipH="1">
                <a:off x="8839132"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19" name="Group 18">
              <a:extLst>
                <a:ext uri="{FF2B5EF4-FFF2-40B4-BE49-F238E27FC236}">
                  <a16:creationId xmlns:a16="http://schemas.microsoft.com/office/drawing/2014/main" id="{5EDFECA7-68A0-C74C-8702-67F215F53507}"/>
                </a:ext>
              </a:extLst>
            </p:cNvPr>
            <p:cNvGrpSpPr/>
            <p:nvPr userDrawn="1"/>
          </p:nvGrpSpPr>
          <p:grpSpPr>
            <a:xfrm>
              <a:off x="-109730" y="237744"/>
              <a:ext cx="91440" cy="4664456"/>
              <a:chOff x="-109730" y="237744"/>
              <a:chExt cx="91440" cy="4664456"/>
            </a:xfrm>
          </p:grpSpPr>
          <p:cxnSp>
            <p:nvCxnSpPr>
              <p:cNvPr id="30" name="Straight Connector 29">
                <a:extLst>
                  <a:ext uri="{FF2B5EF4-FFF2-40B4-BE49-F238E27FC236}">
                    <a16:creationId xmlns:a16="http://schemas.microsoft.com/office/drawing/2014/main" id="{B42BDEDC-364B-EC4F-9B43-9C5105374A26}"/>
                  </a:ext>
                </a:extLst>
              </p:cNvPr>
              <p:cNvCxnSpPr/>
              <p:nvPr userDrawn="1"/>
            </p:nvCxnSpPr>
            <p:spPr bwMode="auto">
              <a:xfrm flipH="1">
                <a:off x="-109730" y="65379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1" name="Straight Connector 30">
                <a:extLst>
                  <a:ext uri="{FF2B5EF4-FFF2-40B4-BE49-F238E27FC236}">
                    <a16:creationId xmlns:a16="http://schemas.microsoft.com/office/drawing/2014/main" id="{82746AEA-B7EE-6A45-A324-2780C5387E8B}"/>
                  </a:ext>
                </a:extLst>
              </p:cNvPr>
              <p:cNvCxnSpPr/>
              <p:nvPr userDrawn="1"/>
            </p:nvCxnSpPr>
            <p:spPr bwMode="auto">
              <a:xfrm flipH="1">
                <a:off x="-109730" y="128930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2" name="Straight Connector 31">
                <a:extLst>
                  <a:ext uri="{FF2B5EF4-FFF2-40B4-BE49-F238E27FC236}">
                    <a16:creationId xmlns:a16="http://schemas.microsoft.com/office/drawing/2014/main" id="{10F57C53-2F79-4140-B8DD-CFF27135CAA8}"/>
                  </a:ext>
                </a:extLst>
              </p:cNvPr>
              <p:cNvCxnSpPr/>
              <p:nvPr userDrawn="1"/>
            </p:nvCxnSpPr>
            <p:spPr bwMode="auto">
              <a:xfrm flipH="1">
                <a:off x="-109730" y="192938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3" name="Straight Connector 32">
                <a:extLst>
                  <a:ext uri="{FF2B5EF4-FFF2-40B4-BE49-F238E27FC236}">
                    <a16:creationId xmlns:a16="http://schemas.microsoft.com/office/drawing/2014/main" id="{D0D1241B-3B6D-564B-92C0-5F79295699BA}"/>
                  </a:ext>
                </a:extLst>
              </p:cNvPr>
              <p:cNvCxnSpPr/>
              <p:nvPr userDrawn="1"/>
            </p:nvCxnSpPr>
            <p:spPr bwMode="auto">
              <a:xfrm flipH="1">
                <a:off x="-109730" y="2570990"/>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4" name="Straight Connector 33">
                <a:extLst>
                  <a:ext uri="{FF2B5EF4-FFF2-40B4-BE49-F238E27FC236}">
                    <a16:creationId xmlns:a16="http://schemas.microsoft.com/office/drawing/2014/main" id="{4F1A65E1-A6DD-0E48-9328-F63C08A91C80}"/>
                  </a:ext>
                </a:extLst>
              </p:cNvPr>
              <p:cNvCxnSpPr/>
              <p:nvPr userDrawn="1"/>
            </p:nvCxnSpPr>
            <p:spPr bwMode="auto">
              <a:xfrm flipH="1">
                <a:off x="-109730" y="320954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5" name="Straight Connector 34">
                <a:extLst>
                  <a:ext uri="{FF2B5EF4-FFF2-40B4-BE49-F238E27FC236}">
                    <a16:creationId xmlns:a16="http://schemas.microsoft.com/office/drawing/2014/main" id="{DF1A857E-0280-4D4D-8C5E-78EB4893E8F3}"/>
                  </a:ext>
                </a:extLst>
              </p:cNvPr>
              <p:cNvCxnSpPr/>
              <p:nvPr userDrawn="1"/>
            </p:nvCxnSpPr>
            <p:spPr bwMode="auto">
              <a:xfrm flipH="1">
                <a:off x="-109730" y="384962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6" name="Straight Connector 35">
                <a:extLst>
                  <a:ext uri="{FF2B5EF4-FFF2-40B4-BE49-F238E27FC236}">
                    <a16:creationId xmlns:a16="http://schemas.microsoft.com/office/drawing/2014/main" id="{32EE49FC-4AC3-D84D-B296-8260919A4AFB}"/>
                  </a:ext>
                </a:extLst>
              </p:cNvPr>
              <p:cNvCxnSpPr/>
              <p:nvPr userDrawn="1"/>
            </p:nvCxnSpPr>
            <p:spPr bwMode="auto">
              <a:xfrm flipH="1">
                <a:off x="-109730" y="449427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7" name="Straight Connector 36">
                <a:extLst>
                  <a:ext uri="{FF2B5EF4-FFF2-40B4-BE49-F238E27FC236}">
                    <a16:creationId xmlns:a16="http://schemas.microsoft.com/office/drawing/2014/main" id="{A036B8A6-5887-EB43-A589-E9B55309975E}"/>
                  </a:ext>
                </a:extLst>
              </p:cNvPr>
              <p:cNvCxnSpPr/>
              <p:nvPr userDrawn="1"/>
            </p:nvCxnSpPr>
            <p:spPr bwMode="auto">
              <a:xfrm flipH="1">
                <a:off x="-109730" y="23774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8" name="Straight Connector 37">
                <a:extLst>
                  <a:ext uri="{FF2B5EF4-FFF2-40B4-BE49-F238E27FC236}">
                    <a16:creationId xmlns:a16="http://schemas.microsoft.com/office/drawing/2014/main" id="{886C2E2E-F476-B64B-A78C-E2A4F068B019}"/>
                  </a:ext>
                </a:extLst>
              </p:cNvPr>
              <p:cNvCxnSpPr/>
              <p:nvPr userDrawn="1"/>
            </p:nvCxnSpPr>
            <p:spPr bwMode="auto">
              <a:xfrm flipH="1">
                <a:off x="-109730" y="4902200"/>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20" name="Group 19">
              <a:extLst>
                <a:ext uri="{FF2B5EF4-FFF2-40B4-BE49-F238E27FC236}">
                  <a16:creationId xmlns:a16="http://schemas.microsoft.com/office/drawing/2014/main" id="{568B7B3E-2365-FA48-B0BB-56705EDB6709}"/>
                </a:ext>
              </a:extLst>
            </p:cNvPr>
            <p:cNvGrpSpPr/>
            <p:nvPr userDrawn="1"/>
          </p:nvGrpSpPr>
          <p:grpSpPr>
            <a:xfrm>
              <a:off x="9163050" y="237744"/>
              <a:ext cx="91440" cy="4663440"/>
              <a:chOff x="-109730" y="231394"/>
              <a:chExt cx="91440" cy="4663440"/>
            </a:xfrm>
          </p:grpSpPr>
          <p:cxnSp>
            <p:nvCxnSpPr>
              <p:cNvPr id="21" name="Straight Connector 20">
                <a:extLst>
                  <a:ext uri="{FF2B5EF4-FFF2-40B4-BE49-F238E27FC236}">
                    <a16:creationId xmlns:a16="http://schemas.microsoft.com/office/drawing/2014/main" id="{F8CB4122-4D33-2A42-871B-AB33239DC529}"/>
                  </a:ext>
                </a:extLst>
              </p:cNvPr>
              <p:cNvCxnSpPr/>
              <p:nvPr userDrawn="1"/>
            </p:nvCxnSpPr>
            <p:spPr bwMode="auto">
              <a:xfrm flipH="1">
                <a:off x="-109730" y="64744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E1272E41-0FA7-6B41-B356-7A2B88AC448F}"/>
                  </a:ext>
                </a:extLst>
              </p:cNvPr>
              <p:cNvCxnSpPr/>
              <p:nvPr userDrawn="1"/>
            </p:nvCxnSpPr>
            <p:spPr bwMode="auto">
              <a:xfrm flipH="1">
                <a:off x="-109730" y="128295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3" name="Straight Connector 22">
                <a:extLst>
                  <a:ext uri="{FF2B5EF4-FFF2-40B4-BE49-F238E27FC236}">
                    <a16:creationId xmlns:a16="http://schemas.microsoft.com/office/drawing/2014/main" id="{784B5EE1-D003-1F47-8D33-3E312E35B1E7}"/>
                  </a:ext>
                </a:extLst>
              </p:cNvPr>
              <p:cNvCxnSpPr/>
              <p:nvPr userDrawn="1"/>
            </p:nvCxnSpPr>
            <p:spPr bwMode="auto">
              <a:xfrm flipH="1">
                <a:off x="-109730" y="192303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4" name="Straight Connector 23">
                <a:extLst>
                  <a:ext uri="{FF2B5EF4-FFF2-40B4-BE49-F238E27FC236}">
                    <a16:creationId xmlns:a16="http://schemas.microsoft.com/office/drawing/2014/main" id="{571409CD-4C1B-8E45-ACF9-86D270DA7692}"/>
                  </a:ext>
                </a:extLst>
              </p:cNvPr>
              <p:cNvCxnSpPr/>
              <p:nvPr userDrawn="1"/>
            </p:nvCxnSpPr>
            <p:spPr bwMode="auto">
              <a:xfrm flipH="1">
                <a:off x="-109730" y="256311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5" name="Straight Connector 24">
                <a:extLst>
                  <a:ext uri="{FF2B5EF4-FFF2-40B4-BE49-F238E27FC236}">
                    <a16:creationId xmlns:a16="http://schemas.microsoft.com/office/drawing/2014/main" id="{A131086F-34E8-8C46-8C5C-6BAA87172E82}"/>
                  </a:ext>
                </a:extLst>
              </p:cNvPr>
              <p:cNvCxnSpPr/>
              <p:nvPr userDrawn="1"/>
            </p:nvCxnSpPr>
            <p:spPr bwMode="auto">
              <a:xfrm flipH="1">
                <a:off x="-109730" y="320319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6" name="Straight Connector 25">
                <a:extLst>
                  <a:ext uri="{FF2B5EF4-FFF2-40B4-BE49-F238E27FC236}">
                    <a16:creationId xmlns:a16="http://schemas.microsoft.com/office/drawing/2014/main" id="{0A42B631-F25C-F54E-B854-80328E4DFBBC}"/>
                  </a:ext>
                </a:extLst>
              </p:cNvPr>
              <p:cNvCxnSpPr/>
              <p:nvPr userDrawn="1"/>
            </p:nvCxnSpPr>
            <p:spPr bwMode="auto">
              <a:xfrm flipH="1">
                <a:off x="-109730" y="384327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7" name="Straight Connector 26">
                <a:extLst>
                  <a:ext uri="{FF2B5EF4-FFF2-40B4-BE49-F238E27FC236}">
                    <a16:creationId xmlns:a16="http://schemas.microsoft.com/office/drawing/2014/main" id="{08D46B81-A248-A847-9183-C6BC43C53E85}"/>
                  </a:ext>
                </a:extLst>
              </p:cNvPr>
              <p:cNvCxnSpPr/>
              <p:nvPr userDrawn="1"/>
            </p:nvCxnSpPr>
            <p:spPr bwMode="auto">
              <a:xfrm flipH="1">
                <a:off x="-109730" y="448792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86FA5BE4-E196-EC4A-BC7A-95A47060EE08}"/>
                  </a:ext>
                </a:extLst>
              </p:cNvPr>
              <p:cNvCxnSpPr/>
              <p:nvPr userDrawn="1"/>
            </p:nvCxnSpPr>
            <p:spPr bwMode="auto">
              <a:xfrm flipH="1">
                <a:off x="-109730" y="23139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9" name="Straight Connector 28">
                <a:extLst>
                  <a:ext uri="{FF2B5EF4-FFF2-40B4-BE49-F238E27FC236}">
                    <a16:creationId xmlns:a16="http://schemas.microsoft.com/office/drawing/2014/main" id="{47A74DF6-412C-6548-B80E-F7E7ED8433A9}"/>
                  </a:ext>
                </a:extLst>
              </p:cNvPr>
              <p:cNvCxnSpPr/>
              <p:nvPr userDrawn="1"/>
            </p:nvCxnSpPr>
            <p:spPr bwMode="auto">
              <a:xfrm flipH="1">
                <a:off x="-109730" y="489483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sp>
        <p:nvSpPr>
          <p:cNvPr id="83" name="Text Placeholder 2">
            <a:extLst>
              <a:ext uri="{FF2B5EF4-FFF2-40B4-BE49-F238E27FC236}">
                <a16:creationId xmlns:a16="http://schemas.microsoft.com/office/drawing/2014/main" id="{E1A7D9A1-75F9-6947-9FE6-6798A5D1DED4}"/>
              </a:ext>
            </a:extLst>
          </p:cNvPr>
          <p:cNvSpPr>
            <a:spLocks noGrp="1"/>
          </p:cNvSpPr>
          <p:nvPr>
            <p:ph type="body" sz="quarter" idx="18" hasCustomPrompt="1"/>
          </p:nvPr>
        </p:nvSpPr>
        <p:spPr>
          <a:xfrm>
            <a:off x="4771198" y="751859"/>
            <a:ext cx="4369799" cy="973917"/>
          </a:xfrm>
          <a:prstGeom prst="rect">
            <a:avLst/>
          </a:prstGeom>
        </p:spPr>
        <p:txBody>
          <a:bodyPr/>
          <a:lstStyle>
            <a:lvl1pPr marL="0" marR="0" indent="0" algn="l" defTabSz="914400" rtl="0" eaLnBrk="1" fontAlgn="base" latinLnBrk="0" hangingPunct="1">
              <a:lnSpc>
                <a:spcPct val="150000"/>
              </a:lnSpc>
              <a:spcBef>
                <a:spcPts val="1467"/>
              </a:spcBef>
              <a:spcAft>
                <a:spcPct val="0"/>
              </a:spcAft>
              <a:buClr>
                <a:schemeClr val="tx1"/>
              </a:buClr>
              <a:buSzPct val="90000"/>
              <a:buFont typeface="Wingdings" pitchFamily="2" charset="2"/>
              <a:buNone/>
              <a:tabLst/>
              <a:defRPr sz="1200" b="0" i="0">
                <a:solidFill>
                  <a:schemeClr val="tx1"/>
                </a:solidFill>
                <a:latin typeface="IBM Plex Sans" panose="020B05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r>
              <a:rPr lang="en-US" dirty="0"/>
              <a:t>Click to edit text</a:t>
            </a:r>
          </a:p>
        </p:txBody>
      </p:sp>
      <p:sp>
        <p:nvSpPr>
          <p:cNvPr id="97" name="Text Placeholder 2">
            <a:extLst>
              <a:ext uri="{FF2B5EF4-FFF2-40B4-BE49-F238E27FC236}">
                <a16:creationId xmlns:a16="http://schemas.microsoft.com/office/drawing/2014/main" id="{2915CF77-36E8-B44F-B5E0-E4E0F0D21E6F}"/>
              </a:ext>
            </a:extLst>
          </p:cNvPr>
          <p:cNvSpPr>
            <a:spLocks noGrp="1"/>
          </p:cNvSpPr>
          <p:nvPr>
            <p:ph type="body" sz="quarter" idx="25" hasCustomPrompt="1"/>
          </p:nvPr>
        </p:nvSpPr>
        <p:spPr>
          <a:xfrm>
            <a:off x="4771198" y="319659"/>
            <a:ext cx="4369799" cy="354012"/>
          </a:xfrm>
          <a:prstGeom prst="rect">
            <a:avLst/>
          </a:prstGeom>
        </p:spPr>
        <p:txBody>
          <a:bodyPr/>
          <a:lstStyle>
            <a:lvl1pPr marL="0" marR="0" indent="0" algn="l" defTabSz="914400" rtl="0" eaLnBrk="1" fontAlgn="base" latinLnBrk="0" hangingPunct="1">
              <a:lnSpc>
                <a:spcPct val="100000"/>
              </a:lnSpc>
              <a:spcBef>
                <a:spcPts val="1467"/>
              </a:spcBef>
              <a:spcAft>
                <a:spcPct val="0"/>
              </a:spcAft>
              <a:buClr>
                <a:schemeClr val="tx1"/>
              </a:buClr>
              <a:buSzPct val="90000"/>
              <a:buFont typeface="Wingdings" pitchFamily="2" charset="2"/>
              <a:buNone/>
              <a:tabLst/>
              <a:defRPr sz="1800" b="1" i="0">
                <a:solidFill>
                  <a:srgbClr val="000000"/>
                </a:solidFill>
                <a:latin typeface="IBM Plex Sans SmBld" panose="020B05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r>
              <a:rPr lang="en-US" dirty="0"/>
              <a:t>Click to edit text</a:t>
            </a:r>
          </a:p>
        </p:txBody>
      </p:sp>
      <p:sp>
        <p:nvSpPr>
          <p:cNvPr id="3" name="Picture Placeholder 2">
            <a:extLst>
              <a:ext uri="{FF2B5EF4-FFF2-40B4-BE49-F238E27FC236}">
                <a16:creationId xmlns:a16="http://schemas.microsoft.com/office/drawing/2014/main" id="{0BE2139C-053B-6846-9D7F-F2FC55792DC9}"/>
              </a:ext>
            </a:extLst>
          </p:cNvPr>
          <p:cNvSpPr>
            <a:spLocks noGrp="1"/>
          </p:cNvSpPr>
          <p:nvPr>
            <p:ph type="pic" sz="quarter" idx="26"/>
          </p:nvPr>
        </p:nvSpPr>
        <p:spPr>
          <a:xfrm>
            <a:off x="3366446" y="319659"/>
            <a:ext cx="1207008" cy="1207008"/>
          </a:xfrm>
          <a:prstGeom prst="rect">
            <a:avLst/>
          </a:prstGeom>
        </p:spPr>
        <p:txBody>
          <a:bodyPr/>
          <a:lstStyle/>
          <a:p>
            <a:endParaRPr lang="en-US" dirty="0"/>
          </a:p>
        </p:txBody>
      </p:sp>
      <p:sp>
        <p:nvSpPr>
          <p:cNvPr id="87" name="Text Placeholder 2">
            <a:extLst>
              <a:ext uri="{FF2B5EF4-FFF2-40B4-BE49-F238E27FC236}">
                <a16:creationId xmlns:a16="http://schemas.microsoft.com/office/drawing/2014/main" id="{152C15A5-B3AA-6E45-A8D4-3DDE3CCCC3BE}"/>
              </a:ext>
            </a:extLst>
          </p:cNvPr>
          <p:cNvSpPr>
            <a:spLocks noGrp="1"/>
          </p:cNvSpPr>
          <p:nvPr>
            <p:ph type="body" sz="quarter" idx="27" hasCustomPrompt="1"/>
          </p:nvPr>
        </p:nvSpPr>
        <p:spPr>
          <a:xfrm>
            <a:off x="4771198" y="2869774"/>
            <a:ext cx="4369799" cy="973917"/>
          </a:xfrm>
          <a:prstGeom prst="rect">
            <a:avLst/>
          </a:prstGeom>
        </p:spPr>
        <p:txBody>
          <a:bodyPr/>
          <a:lstStyle>
            <a:lvl1pPr marL="0" marR="0" indent="0" algn="l" defTabSz="914400" rtl="0" eaLnBrk="1" fontAlgn="base" latinLnBrk="0" hangingPunct="1">
              <a:lnSpc>
                <a:spcPct val="150000"/>
              </a:lnSpc>
              <a:spcBef>
                <a:spcPts val="1467"/>
              </a:spcBef>
              <a:spcAft>
                <a:spcPct val="0"/>
              </a:spcAft>
              <a:buClr>
                <a:schemeClr val="tx1"/>
              </a:buClr>
              <a:buSzPct val="90000"/>
              <a:buFont typeface="Wingdings" pitchFamily="2" charset="2"/>
              <a:buNone/>
              <a:tabLst/>
              <a:defRPr sz="1200" b="0" i="0">
                <a:solidFill>
                  <a:schemeClr val="tx1"/>
                </a:solidFill>
                <a:latin typeface="IBM Plex Sans" panose="020B05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r>
              <a:rPr lang="en-US" dirty="0"/>
              <a:t>Click to edit text</a:t>
            </a:r>
          </a:p>
        </p:txBody>
      </p:sp>
      <p:sp>
        <p:nvSpPr>
          <p:cNvPr id="88" name="Text Placeholder 2">
            <a:extLst>
              <a:ext uri="{FF2B5EF4-FFF2-40B4-BE49-F238E27FC236}">
                <a16:creationId xmlns:a16="http://schemas.microsoft.com/office/drawing/2014/main" id="{461D3192-79E8-AF4D-A35B-515BBD7756D7}"/>
              </a:ext>
            </a:extLst>
          </p:cNvPr>
          <p:cNvSpPr>
            <a:spLocks noGrp="1"/>
          </p:cNvSpPr>
          <p:nvPr>
            <p:ph type="body" sz="quarter" idx="28" hasCustomPrompt="1"/>
          </p:nvPr>
        </p:nvSpPr>
        <p:spPr>
          <a:xfrm>
            <a:off x="4771198" y="2437574"/>
            <a:ext cx="4369798" cy="354012"/>
          </a:xfrm>
          <a:prstGeom prst="rect">
            <a:avLst/>
          </a:prstGeom>
        </p:spPr>
        <p:txBody>
          <a:bodyPr/>
          <a:lstStyle>
            <a:lvl1pPr>
              <a:defRPr sz="1800" b="1" i="0">
                <a:solidFill>
                  <a:srgbClr val="000000"/>
                </a:solidFill>
                <a:latin typeface="IBM Plex Sans SmBld" panose="020B05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r>
              <a:rPr lang="en-US" dirty="0"/>
              <a:t>Click to edit text</a:t>
            </a:r>
          </a:p>
        </p:txBody>
      </p:sp>
      <p:sp>
        <p:nvSpPr>
          <p:cNvPr id="89" name="Picture Placeholder 2">
            <a:extLst>
              <a:ext uri="{FF2B5EF4-FFF2-40B4-BE49-F238E27FC236}">
                <a16:creationId xmlns:a16="http://schemas.microsoft.com/office/drawing/2014/main" id="{882CDECA-6640-844B-AF28-AB13CC886A72}"/>
              </a:ext>
            </a:extLst>
          </p:cNvPr>
          <p:cNvSpPr>
            <a:spLocks noGrp="1"/>
          </p:cNvSpPr>
          <p:nvPr>
            <p:ph type="pic" sz="quarter" idx="29"/>
          </p:nvPr>
        </p:nvSpPr>
        <p:spPr>
          <a:xfrm>
            <a:off x="3366446" y="2437574"/>
            <a:ext cx="1207008" cy="1207008"/>
          </a:xfrm>
          <a:prstGeom prst="rect">
            <a:avLst/>
          </a:prstGeom>
        </p:spPr>
        <p:txBody>
          <a:bodyPr/>
          <a:lstStyle/>
          <a:p>
            <a:endParaRPr lang="en-US" dirty="0"/>
          </a:p>
        </p:txBody>
      </p:sp>
      <p:sp>
        <p:nvSpPr>
          <p:cNvPr id="93" name="Text Placeholder 2">
            <a:extLst>
              <a:ext uri="{FF2B5EF4-FFF2-40B4-BE49-F238E27FC236}">
                <a16:creationId xmlns:a16="http://schemas.microsoft.com/office/drawing/2014/main" id="{F53E4576-41B3-A94D-BA77-39AE1B213199}"/>
              </a:ext>
            </a:extLst>
          </p:cNvPr>
          <p:cNvSpPr>
            <a:spLocks noGrp="1"/>
          </p:cNvSpPr>
          <p:nvPr>
            <p:ph type="body" sz="quarter" idx="30" hasCustomPrompt="1"/>
          </p:nvPr>
        </p:nvSpPr>
        <p:spPr>
          <a:xfrm>
            <a:off x="4771198" y="4987689"/>
            <a:ext cx="4369799" cy="973917"/>
          </a:xfrm>
          <a:prstGeom prst="rect">
            <a:avLst/>
          </a:prstGeom>
        </p:spPr>
        <p:txBody>
          <a:bodyPr/>
          <a:lstStyle>
            <a:lvl1pPr marL="0" marR="0" indent="0" algn="l" defTabSz="914400" rtl="0" eaLnBrk="1" fontAlgn="base" latinLnBrk="0" hangingPunct="1">
              <a:lnSpc>
                <a:spcPct val="150000"/>
              </a:lnSpc>
              <a:spcBef>
                <a:spcPts val="1467"/>
              </a:spcBef>
              <a:spcAft>
                <a:spcPct val="0"/>
              </a:spcAft>
              <a:buClr>
                <a:schemeClr val="tx1"/>
              </a:buClr>
              <a:buSzPct val="90000"/>
              <a:buFont typeface="Wingdings" pitchFamily="2" charset="2"/>
              <a:buNone/>
              <a:tabLst/>
              <a:defRPr sz="1200" b="0" i="0">
                <a:solidFill>
                  <a:schemeClr val="tx1"/>
                </a:solidFill>
                <a:latin typeface="IBM Plex Sans" panose="020B05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r>
              <a:rPr lang="en-US" dirty="0"/>
              <a:t>Click to edit text</a:t>
            </a:r>
          </a:p>
        </p:txBody>
      </p:sp>
      <p:sp>
        <p:nvSpPr>
          <p:cNvPr id="94" name="Text Placeholder 2">
            <a:extLst>
              <a:ext uri="{FF2B5EF4-FFF2-40B4-BE49-F238E27FC236}">
                <a16:creationId xmlns:a16="http://schemas.microsoft.com/office/drawing/2014/main" id="{61E0037D-D02D-E544-8ECB-A6480D252BCC}"/>
              </a:ext>
            </a:extLst>
          </p:cNvPr>
          <p:cNvSpPr>
            <a:spLocks noGrp="1"/>
          </p:cNvSpPr>
          <p:nvPr>
            <p:ph type="body" sz="quarter" idx="31" hasCustomPrompt="1"/>
          </p:nvPr>
        </p:nvSpPr>
        <p:spPr>
          <a:xfrm>
            <a:off x="4771198" y="4555489"/>
            <a:ext cx="4369797" cy="354012"/>
          </a:xfrm>
          <a:prstGeom prst="rect">
            <a:avLst/>
          </a:prstGeom>
        </p:spPr>
        <p:txBody>
          <a:bodyPr/>
          <a:lstStyle>
            <a:lvl1pPr>
              <a:defRPr sz="1800" b="1" i="0">
                <a:solidFill>
                  <a:srgbClr val="000000"/>
                </a:solidFill>
                <a:latin typeface="IBM Plex Sans SmBld" panose="020B05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r>
              <a:rPr lang="en-US" dirty="0"/>
              <a:t>Click to edit text</a:t>
            </a:r>
          </a:p>
        </p:txBody>
      </p:sp>
      <p:sp>
        <p:nvSpPr>
          <p:cNvPr id="95" name="Picture Placeholder 2">
            <a:extLst>
              <a:ext uri="{FF2B5EF4-FFF2-40B4-BE49-F238E27FC236}">
                <a16:creationId xmlns:a16="http://schemas.microsoft.com/office/drawing/2014/main" id="{1B0BB4DF-4AEB-CF47-B9FB-374336F72DE5}"/>
              </a:ext>
            </a:extLst>
          </p:cNvPr>
          <p:cNvSpPr>
            <a:spLocks noGrp="1"/>
          </p:cNvSpPr>
          <p:nvPr>
            <p:ph type="pic" sz="quarter" idx="32"/>
          </p:nvPr>
        </p:nvSpPr>
        <p:spPr>
          <a:xfrm>
            <a:off x="3366446" y="4555489"/>
            <a:ext cx="1207008" cy="1207008"/>
          </a:xfrm>
          <a:prstGeom prst="rect">
            <a:avLst/>
          </a:prstGeom>
        </p:spPr>
        <p:txBody>
          <a:bodyPr/>
          <a:lstStyle/>
          <a:p>
            <a:endParaRPr lang="en-US" dirty="0"/>
          </a:p>
        </p:txBody>
      </p:sp>
      <p:sp>
        <p:nvSpPr>
          <p:cNvPr id="62" name="Footer Placeholder 2">
            <a:extLst>
              <a:ext uri="{FF2B5EF4-FFF2-40B4-BE49-F238E27FC236}">
                <a16:creationId xmlns:a16="http://schemas.microsoft.com/office/drawing/2014/main" id="{6ECF1C47-2F9C-644C-8B09-7838F26654E5}"/>
              </a:ext>
            </a:extLst>
          </p:cNvPr>
          <p:cNvSpPr>
            <a:spLocks noGrp="1"/>
          </p:cNvSpPr>
          <p:nvPr>
            <p:ph type="ftr" sz="quarter" idx="3"/>
          </p:nvPr>
        </p:nvSpPr>
        <p:spPr>
          <a:xfrm>
            <a:off x="210312" y="6073456"/>
            <a:ext cx="2438312" cy="546100"/>
          </a:xfrm>
          <a:prstGeom prst="rect">
            <a:avLst/>
          </a:prstGeom>
        </p:spPr>
        <p:txBody>
          <a:bodyPr anchor="b"/>
          <a:lstStyle>
            <a:lvl1pPr>
              <a:lnSpc>
                <a:spcPct val="150000"/>
              </a:lnSpc>
              <a:defRPr sz="1000" b="0" i="0">
                <a:solidFill>
                  <a:srgbClr val="50565B"/>
                </a:solidFill>
                <a:latin typeface="IBM Plex Sans" panose="020B0503050000000000" pitchFamily="34" charset="77"/>
              </a:defRPr>
            </a:lvl1pPr>
          </a:lstStyle>
          <a:p>
            <a:r>
              <a:rPr lang="en-US" b="1">
                <a:solidFill>
                  <a:schemeClr val="tx1"/>
                </a:solidFill>
                <a:latin typeface="IBM Plex Sans SmBld" panose="020B0503050000000000" pitchFamily="34" charset="77"/>
              </a:rPr>
              <a:t>Presentation title</a:t>
            </a:r>
          </a:p>
          <a:p>
            <a:r>
              <a:rPr lang="en-US"/>
              <a:t>IBM  |  Project/team name</a:t>
            </a:r>
            <a:endParaRPr lang="en-US" dirty="0"/>
          </a:p>
        </p:txBody>
      </p:sp>
      <p:sp>
        <p:nvSpPr>
          <p:cNvPr id="63" name="Text Placeholder 64">
            <a:extLst>
              <a:ext uri="{FF2B5EF4-FFF2-40B4-BE49-F238E27FC236}">
                <a16:creationId xmlns:a16="http://schemas.microsoft.com/office/drawing/2014/main" id="{8982553D-6F21-1547-91A8-BFBB4AB57655}"/>
              </a:ext>
            </a:extLst>
          </p:cNvPr>
          <p:cNvSpPr>
            <a:spLocks noGrp="1"/>
          </p:cNvSpPr>
          <p:nvPr>
            <p:ph type="body" sz="quarter" idx="37" hasCustomPrompt="1"/>
          </p:nvPr>
        </p:nvSpPr>
        <p:spPr>
          <a:xfrm>
            <a:off x="228600" y="326928"/>
            <a:ext cx="2446830" cy="1383983"/>
          </a:xfrm>
          <a:prstGeom prst="rect">
            <a:avLst/>
          </a:prstGeom>
        </p:spPr>
        <p:txBody>
          <a:bodyPr>
            <a:normAutofit/>
          </a:bodyPr>
          <a:lstStyle>
            <a:lvl1pPr>
              <a:defRPr sz="2400" b="0" i="0">
                <a:latin typeface="IBM Plex Sans" panose="020B0503050203000203" pitchFamily="34" charset="0"/>
              </a:defRPr>
            </a:lvl1pPr>
          </a:lstStyle>
          <a:p>
            <a:pPr lvl="0"/>
            <a:r>
              <a:rPr lang="en-US" dirty="0"/>
              <a:t>Slide title</a:t>
            </a:r>
          </a:p>
        </p:txBody>
      </p:sp>
    </p:spTree>
    <p:extLst>
      <p:ext uri="{BB962C8B-B14F-4D97-AF65-F5344CB8AC3E}">
        <p14:creationId xmlns:p14="http://schemas.microsoft.com/office/powerpoint/2010/main" val="60161788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71" name="Rectangle 70">
            <a:extLst>
              <a:ext uri="{FF2B5EF4-FFF2-40B4-BE49-F238E27FC236}">
                <a16:creationId xmlns:a16="http://schemas.microsoft.com/office/drawing/2014/main" id="{E3D35D99-0C4E-AA47-B9B3-35527D214953}"/>
              </a:ext>
            </a:extLst>
          </p:cNvPr>
          <p:cNvSpPr/>
          <p:nvPr userDrawn="1"/>
        </p:nvSpPr>
        <p:spPr bwMode="auto">
          <a:xfrm>
            <a:off x="3048000" y="-1"/>
            <a:ext cx="9143990" cy="6857991"/>
          </a:xfrm>
          <a:prstGeom prst="rect">
            <a:avLst/>
          </a:prstGeom>
          <a:solidFill>
            <a:srgbClr val="F2F4F8"/>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90000"/>
              </a:lnSpc>
              <a:spcBef>
                <a:spcPct val="0"/>
              </a:spcBef>
              <a:spcAft>
                <a:spcPct val="0"/>
              </a:spcAft>
              <a:buClrTx/>
              <a:buSzTx/>
              <a:buFontTx/>
              <a:buNone/>
              <a:tabLst/>
            </a:pPr>
            <a:endParaRPr kumimoji="0" lang="en-US" sz="2000" b="0" i="0" u="none" strike="noStrike" cap="none" normalizeH="0" baseline="0" dirty="0">
              <a:ln>
                <a:noFill/>
              </a:ln>
              <a:solidFill>
                <a:srgbClr val="191919"/>
              </a:solidFill>
              <a:effectLst/>
              <a:latin typeface="HelvNeue Light for IBM" pitchFamily="34" charset="0"/>
            </a:endParaRPr>
          </a:p>
        </p:txBody>
      </p:sp>
      <p:grpSp>
        <p:nvGrpSpPr>
          <p:cNvPr id="16" name="Group 15">
            <a:extLst>
              <a:ext uri="{FF2B5EF4-FFF2-40B4-BE49-F238E27FC236}">
                <a16:creationId xmlns:a16="http://schemas.microsoft.com/office/drawing/2014/main" id="{4E27F71D-749D-974B-AB68-C90C1F656661}"/>
              </a:ext>
            </a:extLst>
          </p:cNvPr>
          <p:cNvGrpSpPr/>
          <p:nvPr userDrawn="1"/>
        </p:nvGrpSpPr>
        <p:grpSpPr>
          <a:xfrm>
            <a:off x="-146307" y="-147320"/>
            <a:ext cx="12485627" cy="7152640"/>
            <a:chOff x="-109730" y="-110490"/>
            <a:chExt cx="9364220" cy="5364480"/>
          </a:xfrm>
        </p:grpSpPr>
        <p:grpSp>
          <p:nvGrpSpPr>
            <p:cNvPr id="17" name="Group 16">
              <a:extLst>
                <a:ext uri="{FF2B5EF4-FFF2-40B4-BE49-F238E27FC236}">
                  <a16:creationId xmlns:a16="http://schemas.microsoft.com/office/drawing/2014/main" id="{7033ABDB-33FA-424A-8022-BE25064AAE9B}"/>
                </a:ext>
              </a:extLst>
            </p:cNvPr>
            <p:cNvGrpSpPr/>
            <p:nvPr userDrawn="1"/>
          </p:nvGrpSpPr>
          <p:grpSpPr>
            <a:xfrm>
              <a:off x="228600" y="-110490"/>
              <a:ext cx="8686732" cy="91440"/>
              <a:chOff x="228600" y="-152400"/>
              <a:chExt cx="8686732" cy="152400"/>
            </a:xfrm>
          </p:grpSpPr>
          <p:cxnSp>
            <p:nvCxnSpPr>
              <p:cNvPr id="50" name="Straight Connector 49">
                <a:extLst>
                  <a:ext uri="{FF2B5EF4-FFF2-40B4-BE49-F238E27FC236}">
                    <a16:creationId xmlns:a16="http://schemas.microsoft.com/office/drawing/2014/main" id="{E028FABC-C57C-0B4D-ADC6-F0D9AC86E7C9}"/>
                  </a:ext>
                </a:extLst>
              </p:cNvPr>
              <p:cNvCxnSpPr/>
              <p:nvPr userDrawn="1"/>
            </p:nvCxnSpPr>
            <p:spPr bwMode="auto">
              <a:xfrm rot="5400000" flipH="1">
                <a:off x="152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1" name="Straight Connector 50">
                <a:extLst>
                  <a:ext uri="{FF2B5EF4-FFF2-40B4-BE49-F238E27FC236}">
                    <a16:creationId xmlns:a16="http://schemas.microsoft.com/office/drawing/2014/main" id="{CCE52FE3-158F-D14E-B6AE-3EE847C02A23}"/>
                  </a:ext>
                </a:extLst>
              </p:cNvPr>
              <p:cNvCxnSpPr/>
              <p:nvPr userDrawn="1"/>
            </p:nvCxnSpPr>
            <p:spPr bwMode="auto">
              <a:xfrm rot="5400000" flipH="1">
                <a:off x="1981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2" name="Straight Connector 51">
                <a:extLst>
                  <a:ext uri="{FF2B5EF4-FFF2-40B4-BE49-F238E27FC236}">
                    <a16:creationId xmlns:a16="http://schemas.microsoft.com/office/drawing/2014/main" id="{C6326F37-4F20-A241-8AC4-D933542FB91D}"/>
                  </a:ext>
                </a:extLst>
              </p:cNvPr>
              <p:cNvCxnSpPr/>
              <p:nvPr userDrawn="1"/>
            </p:nvCxnSpPr>
            <p:spPr bwMode="auto">
              <a:xfrm rot="5400000" flipH="1">
                <a:off x="2209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3" name="Straight Connector 52">
                <a:extLst>
                  <a:ext uri="{FF2B5EF4-FFF2-40B4-BE49-F238E27FC236}">
                    <a16:creationId xmlns:a16="http://schemas.microsoft.com/office/drawing/2014/main" id="{193EAF95-D519-4A43-A5B7-8F152B7AAAF3}"/>
                  </a:ext>
                </a:extLst>
              </p:cNvPr>
              <p:cNvCxnSpPr/>
              <p:nvPr userDrawn="1"/>
            </p:nvCxnSpPr>
            <p:spPr bwMode="auto">
              <a:xfrm rot="5400000" flipH="1">
                <a:off x="2438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4" name="Straight Connector 53">
                <a:extLst>
                  <a:ext uri="{FF2B5EF4-FFF2-40B4-BE49-F238E27FC236}">
                    <a16:creationId xmlns:a16="http://schemas.microsoft.com/office/drawing/2014/main" id="{63D1F6C8-6E33-8445-84CD-22391B38AE2F}"/>
                  </a:ext>
                </a:extLst>
              </p:cNvPr>
              <p:cNvCxnSpPr/>
              <p:nvPr userDrawn="1"/>
            </p:nvCxnSpPr>
            <p:spPr bwMode="auto">
              <a:xfrm rot="5400000" flipH="1">
                <a:off x="4267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5" name="Straight Connector 54">
                <a:extLst>
                  <a:ext uri="{FF2B5EF4-FFF2-40B4-BE49-F238E27FC236}">
                    <a16:creationId xmlns:a16="http://schemas.microsoft.com/office/drawing/2014/main" id="{7CC00B75-D288-0546-90E6-0FAF60915429}"/>
                  </a:ext>
                </a:extLst>
              </p:cNvPr>
              <p:cNvCxnSpPr/>
              <p:nvPr userDrawn="1"/>
            </p:nvCxnSpPr>
            <p:spPr bwMode="auto">
              <a:xfrm rot="5400000" flipH="1">
                <a:off x="4495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6" name="Straight Connector 55">
                <a:extLst>
                  <a:ext uri="{FF2B5EF4-FFF2-40B4-BE49-F238E27FC236}">
                    <a16:creationId xmlns:a16="http://schemas.microsoft.com/office/drawing/2014/main" id="{9E943793-FE0F-6F4D-98F4-B9E3837BCA91}"/>
                  </a:ext>
                </a:extLst>
              </p:cNvPr>
              <p:cNvCxnSpPr/>
              <p:nvPr userDrawn="1"/>
            </p:nvCxnSpPr>
            <p:spPr bwMode="auto">
              <a:xfrm rot="5400000" flipH="1">
                <a:off x="4724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7" name="Straight Connector 56">
                <a:extLst>
                  <a:ext uri="{FF2B5EF4-FFF2-40B4-BE49-F238E27FC236}">
                    <a16:creationId xmlns:a16="http://schemas.microsoft.com/office/drawing/2014/main" id="{B1C729D8-F1AE-2C45-BF73-3BFD621F4038}"/>
                  </a:ext>
                </a:extLst>
              </p:cNvPr>
              <p:cNvCxnSpPr/>
              <p:nvPr userDrawn="1"/>
            </p:nvCxnSpPr>
            <p:spPr bwMode="auto">
              <a:xfrm rot="5400000" flipH="1">
                <a:off x="6553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8" name="Straight Connector 57">
                <a:extLst>
                  <a:ext uri="{FF2B5EF4-FFF2-40B4-BE49-F238E27FC236}">
                    <a16:creationId xmlns:a16="http://schemas.microsoft.com/office/drawing/2014/main" id="{773341F0-E3B3-EB42-A739-32107097206A}"/>
                  </a:ext>
                </a:extLst>
              </p:cNvPr>
              <p:cNvCxnSpPr/>
              <p:nvPr userDrawn="1"/>
            </p:nvCxnSpPr>
            <p:spPr bwMode="auto">
              <a:xfrm rot="5400000" flipH="1">
                <a:off x="6781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9" name="Straight Connector 58">
                <a:extLst>
                  <a:ext uri="{FF2B5EF4-FFF2-40B4-BE49-F238E27FC236}">
                    <a16:creationId xmlns:a16="http://schemas.microsoft.com/office/drawing/2014/main" id="{89EDDA5B-8572-C545-8DFA-ABC33664C7A1}"/>
                  </a:ext>
                </a:extLst>
              </p:cNvPr>
              <p:cNvCxnSpPr/>
              <p:nvPr userDrawn="1"/>
            </p:nvCxnSpPr>
            <p:spPr bwMode="auto">
              <a:xfrm rot="5400000" flipH="1">
                <a:off x="7010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0" name="Straight Connector 59">
                <a:extLst>
                  <a:ext uri="{FF2B5EF4-FFF2-40B4-BE49-F238E27FC236}">
                    <a16:creationId xmlns:a16="http://schemas.microsoft.com/office/drawing/2014/main" id="{E0B85CAB-A5A1-6546-BA39-1598C1A1BF64}"/>
                  </a:ext>
                </a:extLst>
              </p:cNvPr>
              <p:cNvCxnSpPr/>
              <p:nvPr userDrawn="1"/>
            </p:nvCxnSpPr>
            <p:spPr bwMode="auto">
              <a:xfrm rot="5400000" flipH="1">
                <a:off x="8839132"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18" name="Group 17">
              <a:extLst>
                <a:ext uri="{FF2B5EF4-FFF2-40B4-BE49-F238E27FC236}">
                  <a16:creationId xmlns:a16="http://schemas.microsoft.com/office/drawing/2014/main" id="{4EE9C99B-7B10-AE41-8B1B-D8508EC96D36}"/>
                </a:ext>
              </a:extLst>
            </p:cNvPr>
            <p:cNvGrpSpPr/>
            <p:nvPr userDrawn="1"/>
          </p:nvGrpSpPr>
          <p:grpSpPr>
            <a:xfrm>
              <a:off x="228600" y="5162550"/>
              <a:ext cx="8686732" cy="91440"/>
              <a:chOff x="228600" y="5143500"/>
              <a:chExt cx="8686732" cy="152400"/>
            </a:xfrm>
          </p:grpSpPr>
          <p:cxnSp>
            <p:nvCxnSpPr>
              <p:cNvPr id="39" name="Straight Connector 38">
                <a:extLst>
                  <a:ext uri="{FF2B5EF4-FFF2-40B4-BE49-F238E27FC236}">
                    <a16:creationId xmlns:a16="http://schemas.microsoft.com/office/drawing/2014/main" id="{C65EA58F-D486-A749-9B47-9DD071000D4F}"/>
                  </a:ext>
                </a:extLst>
              </p:cNvPr>
              <p:cNvCxnSpPr/>
              <p:nvPr userDrawn="1"/>
            </p:nvCxnSpPr>
            <p:spPr bwMode="auto">
              <a:xfrm rot="5400000" flipH="1">
                <a:off x="152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9056486B-3E88-1F4E-A5B6-71F9C8038505}"/>
                  </a:ext>
                </a:extLst>
              </p:cNvPr>
              <p:cNvCxnSpPr/>
              <p:nvPr userDrawn="1"/>
            </p:nvCxnSpPr>
            <p:spPr bwMode="auto">
              <a:xfrm rot="5400000" flipH="1">
                <a:off x="1981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1" name="Straight Connector 40">
                <a:extLst>
                  <a:ext uri="{FF2B5EF4-FFF2-40B4-BE49-F238E27FC236}">
                    <a16:creationId xmlns:a16="http://schemas.microsoft.com/office/drawing/2014/main" id="{8F54F4A3-648E-3146-B408-995E6916E7DD}"/>
                  </a:ext>
                </a:extLst>
              </p:cNvPr>
              <p:cNvCxnSpPr/>
              <p:nvPr userDrawn="1"/>
            </p:nvCxnSpPr>
            <p:spPr bwMode="auto">
              <a:xfrm rot="5400000" flipH="1">
                <a:off x="2209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2" name="Straight Connector 41">
                <a:extLst>
                  <a:ext uri="{FF2B5EF4-FFF2-40B4-BE49-F238E27FC236}">
                    <a16:creationId xmlns:a16="http://schemas.microsoft.com/office/drawing/2014/main" id="{1DB512CA-21A6-9E45-BA56-12B8F4FE801F}"/>
                  </a:ext>
                </a:extLst>
              </p:cNvPr>
              <p:cNvCxnSpPr/>
              <p:nvPr userDrawn="1"/>
            </p:nvCxnSpPr>
            <p:spPr bwMode="auto">
              <a:xfrm rot="5400000" flipH="1">
                <a:off x="2438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3" name="Straight Connector 42">
                <a:extLst>
                  <a:ext uri="{FF2B5EF4-FFF2-40B4-BE49-F238E27FC236}">
                    <a16:creationId xmlns:a16="http://schemas.microsoft.com/office/drawing/2014/main" id="{2BFB8868-99DE-1A45-8575-1EA11710057F}"/>
                  </a:ext>
                </a:extLst>
              </p:cNvPr>
              <p:cNvCxnSpPr/>
              <p:nvPr userDrawn="1"/>
            </p:nvCxnSpPr>
            <p:spPr bwMode="auto">
              <a:xfrm rot="5400000" flipH="1">
                <a:off x="4267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4" name="Straight Connector 43">
                <a:extLst>
                  <a:ext uri="{FF2B5EF4-FFF2-40B4-BE49-F238E27FC236}">
                    <a16:creationId xmlns:a16="http://schemas.microsoft.com/office/drawing/2014/main" id="{730DE9A1-D9BD-524C-BE6F-1D6659196FBC}"/>
                  </a:ext>
                </a:extLst>
              </p:cNvPr>
              <p:cNvCxnSpPr/>
              <p:nvPr userDrawn="1"/>
            </p:nvCxnSpPr>
            <p:spPr bwMode="auto">
              <a:xfrm rot="5400000" flipH="1">
                <a:off x="4495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5" name="Straight Connector 44">
                <a:extLst>
                  <a:ext uri="{FF2B5EF4-FFF2-40B4-BE49-F238E27FC236}">
                    <a16:creationId xmlns:a16="http://schemas.microsoft.com/office/drawing/2014/main" id="{5ABAF5C8-E725-FD45-80A0-6EC368BF88BA}"/>
                  </a:ext>
                </a:extLst>
              </p:cNvPr>
              <p:cNvCxnSpPr/>
              <p:nvPr userDrawn="1"/>
            </p:nvCxnSpPr>
            <p:spPr bwMode="auto">
              <a:xfrm rot="5400000" flipH="1">
                <a:off x="4724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6" name="Straight Connector 45">
                <a:extLst>
                  <a:ext uri="{FF2B5EF4-FFF2-40B4-BE49-F238E27FC236}">
                    <a16:creationId xmlns:a16="http://schemas.microsoft.com/office/drawing/2014/main" id="{EBC18DE6-803B-7541-908A-41F6D4494834}"/>
                  </a:ext>
                </a:extLst>
              </p:cNvPr>
              <p:cNvCxnSpPr/>
              <p:nvPr userDrawn="1"/>
            </p:nvCxnSpPr>
            <p:spPr bwMode="auto">
              <a:xfrm rot="5400000" flipH="1">
                <a:off x="6553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7" name="Straight Connector 46">
                <a:extLst>
                  <a:ext uri="{FF2B5EF4-FFF2-40B4-BE49-F238E27FC236}">
                    <a16:creationId xmlns:a16="http://schemas.microsoft.com/office/drawing/2014/main" id="{737A4750-B9D5-5049-A414-7844F44D2F08}"/>
                  </a:ext>
                </a:extLst>
              </p:cNvPr>
              <p:cNvCxnSpPr/>
              <p:nvPr userDrawn="1"/>
            </p:nvCxnSpPr>
            <p:spPr bwMode="auto">
              <a:xfrm rot="5400000" flipH="1">
                <a:off x="6781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8" name="Straight Connector 47">
                <a:extLst>
                  <a:ext uri="{FF2B5EF4-FFF2-40B4-BE49-F238E27FC236}">
                    <a16:creationId xmlns:a16="http://schemas.microsoft.com/office/drawing/2014/main" id="{11CC3856-9176-894C-9678-78854179B583}"/>
                  </a:ext>
                </a:extLst>
              </p:cNvPr>
              <p:cNvCxnSpPr/>
              <p:nvPr userDrawn="1"/>
            </p:nvCxnSpPr>
            <p:spPr bwMode="auto">
              <a:xfrm rot="5400000" flipH="1">
                <a:off x="7010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9" name="Straight Connector 48">
                <a:extLst>
                  <a:ext uri="{FF2B5EF4-FFF2-40B4-BE49-F238E27FC236}">
                    <a16:creationId xmlns:a16="http://schemas.microsoft.com/office/drawing/2014/main" id="{3A4EF373-8CC5-F948-AA7B-C5EF10137299}"/>
                  </a:ext>
                </a:extLst>
              </p:cNvPr>
              <p:cNvCxnSpPr/>
              <p:nvPr userDrawn="1"/>
            </p:nvCxnSpPr>
            <p:spPr bwMode="auto">
              <a:xfrm rot="5400000" flipH="1">
                <a:off x="8839132"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19" name="Group 18">
              <a:extLst>
                <a:ext uri="{FF2B5EF4-FFF2-40B4-BE49-F238E27FC236}">
                  <a16:creationId xmlns:a16="http://schemas.microsoft.com/office/drawing/2014/main" id="{5EDFECA7-68A0-C74C-8702-67F215F53507}"/>
                </a:ext>
              </a:extLst>
            </p:cNvPr>
            <p:cNvGrpSpPr/>
            <p:nvPr userDrawn="1"/>
          </p:nvGrpSpPr>
          <p:grpSpPr>
            <a:xfrm>
              <a:off x="-109730" y="237744"/>
              <a:ext cx="91440" cy="4664456"/>
              <a:chOff x="-109730" y="237744"/>
              <a:chExt cx="91440" cy="4664456"/>
            </a:xfrm>
          </p:grpSpPr>
          <p:cxnSp>
            <p:nvCxnSpPr>
              <p:cNvPr id="30" name="Straight Connector 29">
                <a:extLst>
                  <a:ext uri="{FF2B5EF4-FFF2-40B4-BE49-F238E27FC236}">
                    <a16:creationId xmlns:a16="http://schemas.microsoft.com/office/drawing/2014/main" id="{B42BDEDC-364B-EC4F-9B43-9C5105374A26}"/>
                  </a:ext>
                </a:extLst>
              </p:cNvPr>
              <p:cNvCxnSpPr/>
              <p:nvPr userDrawn="1"/>
            </p:nvCxnSpPr>
            <p:spPr bwMode="auto">
              <a:xfrm flipH="1">
                <a:off x="-109730" y="65379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1" name="Straight Connector 30">
                <a:extLst>
                  <a:ext uri="{FF2B5EF4-FFF2-40B4-BE49-F238E27FC236}">
                    <a16:creationId xmlns:a16="http://schemas.microsoft.com/office/drawing/2014/main" id="{82746AEA-B7EE-6A45-A324-2780C5387E8B}"/>
                  </a:ext>
                </a:extLst>
              </p:cNvPr>
              <p:cNvCxnSpPr/>
              <p:nvPr userDrawn="1"/>
            </p:nvCxnSpPr>
            <p:spPr bwMode="auto">
              <a:xfrm flipH="1">
                <a:off x="-109730" y="128930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2" name="Straight Connector 31">
                <a:extLst>
                  <a:ext uri="{FF2B5EF4-FFF2-40B4-BE49-F238E27FC236}">
                    <a16:creationId xmlns:a16="http://schemas.microsoft.com/office/drawing/2014/main" id="{10F57C53-2F79-4140-B8DD-CFF27135CAA8}"/>
                  </a:ext>
                </a:extLst>
              </p:cNvPr>
              <p:cNvCxnSpPr/>
              <p:nvPr userDrawn="1"/>
            </p:nvCxnSpPr>
            <p:spPr bwMode="auto">
              <a:xfrm flipH="1">
                <a:off x="-109730" y="192938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3" name="Straight Connector 32">
                <a:extLst>
                  <a:ext uri="{FF2B5EF4-FFF2-40B4-BE49-F238E27FC236}">
                    <a16:creationId xmlns:a16="http://schemas.microsoft.com/office/drawing/2014/main" id="{D0D1241B-3B6D-564B-92C0-5F79295699BA}"/>
                  </a:ext>
                </a:extLst>
              </p:cNvPr>
              <p:cNvCxnSpPr/>
              <p:nvPr userDrawn="1"/>
            </p:nvCxnSpPr>
            <p:spPr bwMode="auto">
              <a:xfrm flipH="1">
                <a:off x="-109730" y="2570990"/>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4" name="Straight Connector 33">
                <a:extLst>
                  <a:ext uri="{FF2B5EF4-FFF2-40B4-BE49-F238E27FC236}">
                    <a16:creationId xmlns:a16="http://schemas.microsoft.com/office/drawing/2014/main" id="{4F1A65E1-A6DD-0E48-9328-F63C08A91C80}"/>
                  </a:ext>
                </a:extLst>
              </p:cNvPr>
              <p:cNvCxnSpPr/>
              <p:nvPr userDrawn="1"/>
            </p:nvCxnSpPr>
            <p:spPr bwMode="auto">
              <a:xfrm flipH="1">
                <a:off x="-109730" y="320954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5" name="Straight Connector 34">
                <a:extLst>
                  <a:ext uri="{FF2B5EF4-FFF2-40B4-BE49-F238E27FC236}">
                    <a16:creationId xmlns:a16="http://schemas.microsoft.com/office/drawing/2014/main" id="{DF1A857E-0280-4D4D-8C5E-78EB4893E8F3}"/>
                  </a:ext>
                </a:extLst>
              </p:cNvPr>
              <p:cNvCxnSpPr/>
              <p:nvPr userDrawn="1"/>
            </p:nvCxnSpPr>
            <p:spPr bwMode="auto">
              <a:xfrm flipH="1">
                <a:off x="-109730" y="384962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6" name="Straight Connector 35">
                <a:extLst>
                  <a:ext uri="{FF2B5EF4-FFF2-40B4-BE49-F238E27FC236}">
                    <a16:creationId xmlns:a16="http://schemas.microsoft.com/office/drawing/2014/main" id="{32EE49FC-4AC3-D84D-B296-8260919A4AFB}"/>
                  </a:ext>
                </a:extLst>
              </p:cNvPr>
              <p:cNvCxnSpPr/>
              <p:nvPr userDrawn="1"/>
            </p:nvCxnSpPr>
            <p:spPr bwMode="auto">
              <a:xfrm flipH="1">
                <a:off x="-109730" y="449427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7" name="Straight Connector 36">
                <a:extLst>
                  <a:ext uri="{FF2B5EF4-FFF2-40B4-BE49-F238E27FC236}">
                    <a16:creationId xmlns:a16="http://schemas.microsoft.com/office/drawing/2014/main" id="{A036B8A6-5887-EB43-A589-E9B55309975E}"/>
                  </a:ext>
                </a:extLst>
              </p:cNvPr>
              <p:cNvCxnSpPr/>
              <p:nvPr userDrawn="1"/>
            </p:nvCxnSpPr>
            <p:spPr bwMode="auto">
              <a:xfrm flipH="1">
                <a:off x="-109730" y="23774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8" name="Straight Connector 37">
                <a:extLst>
                  <a:ext uri="{FF2B5EF4-FFF2-40B4-BE49-F238E27FC236}">
                    <a16:creationId xmlns:a16="http://schemas.microsoft.com/office/drawing/2014/main" id="{886C2E2E-F476-B64B-A78C-E2A4F068B019}"/>
                  </a:ext>
                </a:extLst>
              </p:cNvPr>
              <p:cNvCxnSpPr/>
              <p:nvPr userDrawn="1"/>
            </p:nvCxnSpPr>
            <p:spPr bwMode="auto">
              <a:xfrm flipH="1">
                <a:off x="-109730" y="4902200"/>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20" name="Group 19">
              <a:extLst>
                <a:ext uri="{FF2B5EF4-FFF2-40B4-BE49-F238E27FC236}">
                  <a16:creationId xmlns:a16="http://schemas.microsoft.com/office/drawing/2014/main" id="{568B7B3E-2365-FA48-B0BB-56705EDB6709}"/>
                </a:ext>
              </a:extLst>
            </p:cNvPr>
            <p:cNvGrpSpPr/>
            <p:nvPr userDrawn="1"/>
          </p:nvGrpSpPr>
          <p:grpSpPr>
            <a:xfrm>
              <a:off x="9163050" y="237744"/>
              <a:ext cx="91440" cy="4663440"/>
              <a:chOff x="-109730" y="231394"/>
              <a:chExt cx="91440" cy="4663440"/>
            </a:xfrm>
          </p:grpSpPr>
          <p:cxnSp>
            <p:nvCxnSpPr>
              <p:cNvPr id="21" name="Straight Connector 20">
                <a:extLst>
                  <a:ext uri="{FF2B5EF4-FFF2-40B4-BE49-F238E27FC236}">
                    <a16:creationId xmlns:a16="http://schemas.microsoft.com/office/drawing/2014/main" id="{F8CB4122-4D33-2A42-871B-AB33239DC529}"/>
                  </a:ext>
                </a:extLst>
              </p:cNvPr>
              <p:cNvCxnSpPr/>
              <p:nvPr userDrawn="1"/>
            </p:nvCxnSpPr>
            <p:spPr bwMode="auto">
              <a:xfrm flipH="1">
                <a:off x="-109730" y="64744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E1272E41-0FA7-6B41-B356-7A2B88AC448F}"/>
                  </a:ext>
                </a:extLst>
              </p:cNvPr>
              <p:cNvCxnSpPr/>
              <p:nvPr userDrawn="1"/>
            </p:nvCxnSpPr>
            <p:spPr bwMode="auto">
              <a:xfrm flipH="1">
                <a:off x="-109730" y="128295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3" name="Straight Connector 22">
                <a:extLst>
                  <a:ext uri="{FF2B5EF4-FFF2-40B4-BE49-F238E27FC236}">
                    <a16:creationId xmlns:a16="http://schemas.microsoft.com/office/drawing/2014/main" id="{784B5EE1-D003-1F47-8D33-3E312E35B1E7}"/>
                  </a:ext>
                </a:extLst>
              </p:cNvPr>
              <p:cNvCxnSpPr/>
              <p:nvPr userDrawn="1"/>
            </p:nvCxnSpPr>
            <p:spPr bwMode="auto">
              <a:xfrm flipH="1">
                <a:off x="-109730" y="192303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4" name="Straight Connector 23">
                <a:extLst>
                  <a:ext uri="{FF2B5EF4-FFF2-40B4-BE49-F238E27FC236}">
                    <a16:creationId xmlns:a16="http://schemas.microsoft.com/office/drawing/2014/main" id="{571409CD-4C1B-8E45-ACF9-86D270DA7692}"/>
                  </a:ext>
                </a:extLst>
              </p:cNvPr>
              <p:cNvCxnSpPr/>
              <p:nvPr userDrawn="1"/>
            </p:nvCxnSpPr>
            <p:spPr bwMode="auto">
              <a:xfrm flipH="1">
                <a:off x="-109730" y="256311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5" name="Straight Connector 24">
                <a:extLst>
                  <a:ext uri="{FF2B5EF4-FFF2-40B4-BE49-F238E27FC236}">
                    <a16:creationId xmlns:a16="http://schemas.microsoft.com/office/drawing/2014/main" id="{A131086F-34E8-8C46-8C5C-6BAA87172E82}"/>
                  </a:ext>
                </a:extLst>
              </p:cNvPr>
              <p:cNvCxnSpPr/>
              <p:nvPr userDrawn="1"/>
            </p:nvCxnSpPr>
            <p:spPr bwMode="auto">
              <a:xfrm flipH="1">
                <a:off x="-109730" y="320319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6" name="Straight Connector 25">
                <a:extLst>
                  <a:ext uri="{FF2B5EF4-FFF2-40B4-BE49-F238E27FC236}">
                    <a16:creationId xmlns:a16="http://schemas.microsoft.com/office/drawing/2014/main" id="{0A42B631-F25C-F54E-B854-80328E4DFBBC}"/>
                  </a:ext>
                </a:extLst>
              </p:cNvPr>
              <p:cNvCxnSpPr/>
              <p:nvPr userDrawn="1"/>
            </p:nvCxnSpPr>
            <p:spPr bwMode="auto">
              <a:xfrm flipH="1">
                <a:off x="-109730" y="384327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7" name="Straight Connector 26">
                <a:extLst>
                  <a:ext uri="{FF2B5EF4-FFF2-40B4-BE49-F238E27FC236}">
                    <a16:creationId xmlns:a16="http://schemas.microsoft.com/office/drawing/2014/main" id="{08D46B81-A248-A847-9183-C6BC43C53E85}"/>
                  </a:ext>
                </a:extLst>
              </p:cNvPr>
              <p:cNvCxnSpPr/>
              <p:nvPr userDrawn="1"/>
            </p:nvCxnSpPr>
            <p:spPr bwMode="auto">
              <a:xfrm flipH="1">
                <a:off x="-109730" y="448792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86FA5BE4-E196-EC4A-BC7A-95A47060EE08}"/>
                  </a:ext>
                </a:extLst>
              </p:cNvPr>
              <p:cNvCxnSpPr/>
              <p:nvPr userDrawn="1"/>
            </p:nvCxnSpPr>
            <p:spPr bwMode="auto">
              <a:xfrm flipH="1">
                <a:off x="-109730" y="23139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9" name="Straight Connector 28">
                <a:extLst>
                  <a:ext uri="{FF2B5EF4-FFF2-40B4-BE49-F238E27FC236}">
                    <a16:creationId xmlns:a16="http://schemas.microsoft.com/office/drawing/2014/main" id="{47A74DF6-412C-6548-B80E-F7E7ED8433A9}"/>
                  </a:ext>
                </a:extLst>
              </p:cNvPr>
              <p:cNvCxnSpPr/>
              <p:nvPr userDrawn="1"/>
            </p:nvCxnSpPr>
            <p:spPr bwMode="auto">
              <a:xfrm flipH="1">
                <a:off x="-109730" y="489483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sp>
        <p:nvSpPr>
          <p:cNvPr id="83" name="Text Placeholder 2">
            <a:extLst>
              <a:ext uri="{FF2B5EF4-FFF2-40B4-BE49-F238E27FC236}">
                <a16:creationId xmlns:a16="http://schemas.microsoft.com/office/drawing/2014/main" id="{E1A7D9A1-75F9-6947-9FE6-6798A5D1DED4}"/>
              </a:ext>
            </a:extLst>
          </p:cNvPr>
          <p:cNvSpPr>
            <a:spLocks noGrp="1"/>
          </p:cNvSpPr>
          <p:nvPr>
            <p:ph type="body" sz="quarter" idx="18" hasCustomPrompt="1"/>
          </p:nvPr>
        </p:nvSpPr>
        <p:spPr>
          <a:xfrm>
            <a:off x="3256206" y="2860580"/>
            <a:ext cx="2522382" cy="354012"/>
          </a:xfrm>
          <a:prstGeom prst="rect">
            <a:avLst/>
          </a:prstGeom>
        </p:spPr>
        <p:txBody>
          <a:bodyPr/>
          <a:lstStyle>
            <a:lvl1pPr marL="0" marR="0" indent="0" algn="l" defTabSz="914400" rtl="0" eaLnBrk="1" fontAlgn="base" latinLnBrk="0" hangingPunct="1">
              <a:lnSpc>
                <a:spcPct val="100000"/>
              </a:lnSpc>
              <a:spcBef>
                <a:spcPts val="1467"/>
              </a:spcBef>
              <a:spcAft>
                <a:spcPct val="0"/>
              </a:spcAft>
              <a:buClr>
                <a:schemeClr val="tx1"/>
              </a:buClr>
              <a:buSzPct val="90000"/>
              <a:buFont typeface="Wingdings" pitchFamily="2" charset="2"/>
              <a:buNone/>
              <a:tabLst/>
              <a:defRPr sz="1200" b="0" i="0">
                <a:solidFill>
                  <a:schemeClr val="tx1"/>
                </a:solidFill>
                <a:latin typeface="IBM Plex Sans" panose="020B05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r>
              <a:rPr lang="en-US" dirty="0"/>
              <a:t>Title/project role</a:t>
            </a:r>
          </a:p>
        </p:txBody>
      </p:sp>
      <p:sp>
        <p:nvSpPr>
          <p:cNvPr id="97" name="Text Placeholder 2">
            <a:extLst>
              <a:ext uri="{FF2B5EF4-FFF2-40B4-BE49-F238E27FC236}">
                <a16:creationId xmlns:a16="http://schemas.microsoft.com/office/drawing/2014/main" id="{2915CF77-36E8-B44F-B5E0-E4E0F0D21E6F}"/>
              </a:ext>
            </a:extLst>
          </p:cNvPr>
          <p:cNvSpPr>
            <a:spLocks noGrp="1"/>
          </p:cNvSpPr>
          <p:nvPr>
            <p:ph type="body" sz="quarter" idx="25" hasCustomPrompt="1"/>
          </p:nvPr>
        </p:nvSpPr>
        <p:spPr>
          <a:xfrm>
            <a:off x="3253206" y="2587891"/>
            <a:ext cx="2522382" cy="354012"/>
          </a:xfrm>
          <a:prstGeom prst="rect">
            <a:avLst/>
          </a:prstGeom>
        </p:spPr>
        <p:txBody>
          <a:bodyPr/>
          <a:lstStyle>
            <a:lvl1pPr>
              <a:defRPr sz="1600" b="0" i="0">
                <a:solidFill>
                  <a:srgbClr val="000000"/>
                </a:solidFill>
                <a:latin typeface="IBM Plex Sans" panose="020B05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r>
              <a:rPr lang="en-US" dirty="0"/>
              <a:t>Name</a:t>
            </a:r>
          </a:p>
        </p:txBody>
      </p:sp>
      <p:sp>
        <p:nvSpPr>
          <p:cNvPr id="5" name="Picture Placeholder 4">
            <a:extLst>
              <a:ext uri="{FF2B5EF4-FFF2-40B4-BE49-F238E27FC236}">
                <a16:creationId xmlns:a16="http://schemas.microsoft.com/office/drawing/2014/main" id="{B2D6AB15-7D36-DC4B-9D62-1E57B70D69CA}"/>
              </a:ext>
            </a:extLst>
          </p:cNvPr>
          <p:cNvSpPr>
            <a:spLocks noGrp="1"/>
          </p:cNvSpPr>
          <p:nvPr>
            <p:ph type="pic" sz="quarter" idx="26"/>
          </p:nvPr>
        </p:nvSpPr>
        <p:spPr>
          <a:xfrm>
            <a:off x="3363686" y="317500"/>
            <a:ext cx="2255838" cy="2254250"/>
          </a:xfrm>
          <a:prstGeom prst="rect">
            <a:avLst/>
          </a:prstGeom>
        </p:spPr>
        <p:txBody>
          <a:bodyPr/>
          <a:lstStyle/>
          <a:p>
            <a:endParaRPr lang="en-US"/>
          </a:p>
        </p:txBody>
      </p:sp>
      <p:sp>
        <p:nvSpPr>
          <p:cNvPr id="147" name="Text Placeholder 2">
            <a:extLst>
              <a:ext uri="{FF2B5EF4-FFF2-40B4-BE49-F238E27FC236}">
                <a16:creationId xmlns:a16="http://schemas.microsoft.com/office/drawing/2014/main" id="{E4FEDE62-C2C9-AF4C-BFE8-7096BAC751B7}"/>
              </a:ext>
            </a:extLst>
          </p:cNvPr>
          <p:cNvSpPr>
            <a:spLocks noGrp="1"/>
          </p:cNvSpPr>
          <p:nvPr>
            <p:ph type="body" sz="quarter" idx="27" hasCustomPrompt="1"/>
          </p:nvPr>
        </p:nvSpPr>
        <p:spPr>
          <a:xfrm>
            <a:off x="6300347" y="2860580"/>
            <a:ext cx="2522382" cy="354012"/>
          </a:xfrm>
          <a:prstGeom prst="rect">
            <a:avLst/>
          </a:prstGeom>
        </p:spPr>
        <p:txBody>
          <a:bodyPr/>
          <a:lstStyle>
            <a:lvl1pPr marL="0" marR="0" indent="0" algn="l" defTabSz="914400" rtl="0" eaLnBrk="1" fontAlgn="base" latinLnBrk="0" hangingPunct="1">
              <a:lnSpc>
                <a:spcPct val="100000"/>
              </a:lnSpc>
              <a:spcBef>
                <a:spcPts val="1467"/>
              </a:spcBef>
              <a:spcAft>
                <a:spcPct val="0"/>
              </a:spcAft>
              <a:buClr>
                <a:schemeClr val="tx1"/>
              </a:buClr>
              <a:buSzPct val="90000"/>
              <a:buFont typeface="Wingdings" pitchFamily="2" charset="2"/>
              <a:buNone/>
              <a:tabLst/>
              <a:defRPr sz="1200" b="0" i="0">
                <a:solidFill>
                  <a:schemeClr val="tx1"/>
                </a:solidFill>
                <a:latin typeface="IBM Plex Sans" panose="020B05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r>
              <a:rPr lang="en-US" dirty="0"/>
              <a:t>Title/project role</a:t>
            </a:r>
          </a:p>
        </p:txBody>
      </p:sp>
      <p:sp>
        <p:nvSpPr>
          <p:cNvPr id="148" name="Text Placeholder 2">
            <a:extLst>
              <a:ext uri="{FF2B5EF4-FFF2-40B4-BE49-F238E27FC236}">
                <a16:creationId xmlns:a16="http://schemas.microsoft.com/office/drawing/2014/main" id="{C9174FE0-F6DF-A04D-905E-A74AA1939DC9}"/>
              </a:ext>
            </a:extLst>
          </p:cNvPr>
          <p:cNvSpPr>
            <a:spLocks noGrp="1"/>
          </p:cNvSpPr>
          <p:nvPr>
            <p:ph type="body" sz="quarter" idx="28" hasCustomPrompt="1"/>
          </p:nvPr>
        </p:nvSpPr>
        <p:spPr>
          <a:xfrm>
            <a:off x="6297347" y="2587891"/>
            <a:ext cx="2522382" cy="354012"/>
          </a:xfrm>
          <a:prstGeom prst="rect">
            <a:avLst/>
          </a:prstGeom>
        </p:spPr>
        <p:txBody>
          <a:bodyPr/>
          <a:lstStyle>
            <a:lvl1pPr>
              <a:defRPr sz="1600" b="0" i="0">
                <a:solidFill>
                  <a:srgbClr val="000000"/>
                </a:solidFill>
                <a:latin typeface="IBM Plex Sans" panose="020B05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r>
              <a:rPr lang="en-US" dirty="0"/>
              <a:t>Name</a:t>
            </a:r>
          </a:p>
        </p:txBody>
      </p:sp>
      <p:sp>
        <p:nvSpPr>
          <p:cNvPr id="149" name="Picture Placeholder 4">
            <a:extLst>
              <a:ext uri="{FF2B5EF4-FFF2-40B4-BE49-F238E27FC236}">
                <a16:creationId xmlns:a16="http://schemas.microsoft.com/office/drawing/2014/main" id="{212E1131-0A54-7140-BA5F-2F141998C4AF}"/>
              </a:ext>
            </a:extLst>
          </p:cNvPr>
          <p:cNvSpPr>
            <a:spLocks noGrp="1"/>
          </p:cNvSpPr>
          <p:nvPr>
            <p:ph type="pic" sz="quarter" idx="29"/>
          </p:nvPr>
        </p:nvSpPr>
        <p:spPr>
          <a:xfrm>
            <a:off x="6407827" y="317500"/>
            <a:ext cx="2255838" cy="2254250"/>
          </a:xfrm>
          <a:prstGeom prst="rect">
            <a:avLst/>
          </a:prstGeom>
        </p:spPr>
        <p:txBody>
          <a:bodyPr/>
          <a:lstStyle/>
          <a:p>
            <a:endParaRPr lang="en-US"/>
          </a:p>
        </p:txBody>
      </p:sp>
      <p:sp>
        <p:nvSpPr>
          <p:cNvPr id="150" name="Text Placeholder 2">
            <a:extLst>
              <a:ext uri="{FF2B5EF4-FFF2-40B4-BE49-F238E27FC236}">
                <a16:creationId xmlns:a16="http://schemas.microsoft.com/office/drawing/2014/main" id="{D33708E0-C4A4-1840-B1BE-3E4032498FB8}"/>
              </a:ext>
            </a:extLst>
          </p:cNvPr>
          <p:cNvSpPr>
            <a:spLocks noGrp="1"/>
          </p:cNvSpPr>
          <p:nvPr>
            <p:ph type="body" sz="quarter" idx="30" hasCustomPrompt="1"/>
          </p:nvPr>
        </p:nvSpPr>
        <p:spPr>
          <a:xfrm>
            <a:off x="9344488" y="2860580"/>
            <a:ext cx="2522382" cy="354012"/>
          </a:xfrm>
          <a:prstGeom prst="rect">
            <a:avLst/>
          </a:prstGeom>
        </p:spPr>
        <p:txBody>
          <a:bodyPr/>
          <a:lstStyle>
            <a:lvl1pPr marL="0" marR="0" indent="0" algn="l" defTabSz="914400" rtl="0" eaLnBrk="1" fontAlgn="base" latinLnBrk="0" hangingPunct="1">
              <a:lnSpc>
                <a:spcPct val="100000"/>
              </a:lnSpc>
              <a:spcBef>
                <a:spcPts val="1467"/>
              </a:spcBef>
              <a:spcAft>
                <a:spcPct val="0"/>
              </a:spcAft>
              <a:buClr>
                <a:schemeClr val="tx1"/>
              </a:buClr>
              <a:buSzPct val="90000"/>
              <a:buFont typeface="Wingdings" pitchFamily="2" charset="2"/>
              <a:buNone/>
              <a:tabLst/>
              <a:defRPr sz="1200" b="0" i="0">
                <a:solidFill>
                  <a:schemeClr val="tx1"/>
                </a:solidFill>
                <a:latin typeface="IBM Plex Sans" panose="020B05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r>
              <a:rPr lang="en-US" dirty="0"/>
              <a:t>Title/project role</a:t>
            </a:r>
          </a:p>
        </p:txBody>
      </p:sp>
      <p:sp>
        <p:nvSpPr>
          <p:cNvPr id="151" name="Text Placeholder 2">
            <a:extLst>
              <a:ext uri="{FF2B5EF4-FFF2-40B4-BE49-F238E27FC236}">
                <a16:creationId xmlns:a16="http://schemas.microsoft.com/office/drawing/2014/main" id="{6FB20E86-A0CE-8842-83FA-BCF65A7768A0}"/>
              </a:ext>
            </a:extLst>
          </p:cNvPr>
          <p:cNvSpPr>
            <a:spLocks noGrp="1"/>
          </p:cNvSpPr>
          <p:nvPr>
            <p:ph type="body" sz="quarter" idx="31" hasCustomPrompt="1"/>
          </p:nvPr>
        </p:nvSpPr>
        <p:spPr>
          <a:xfrm>
            <a:off x="9341488" y="2587891"/>
            <a:ext cx="2522382" cy="354012"/>
          </a:xfrm>
          <a:prstGeom prst="rect">
            <a:avLst/>
          </a:prstGeom>
        </p:spPr>
        <p:txBody>
          <a:bodyPr/>
          <a:lstStyle>
            <a:lvl1pPr>
              <a:defRPr sz="1600" b="0" i="0">
                <a:solidFill>
                  <a:srgbClr val="000000"/>
                </a:solidFill>
                <a:latin typeface="IBM Plex Sans" panose="020B05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r>
              <a:rPr lang="en-US" dirty="0"/>
              <a:t>Name</a:t>
            </a:r>
          </a:p>
        </p:txBody>
      </p:sp>
      <p:sp>
        <p:nvSpPr>
          <p:cNvPr id="152" name="Picture Placeholder 4">
            <a:extLst>
              <a:ext uri="{FF2B5EF4-FFF2-40B4-BE49-F238E27FC236}">
                <a16:creationId xmlns:a16="http://schemas.microsoft.com/office/drawing/2014/main" id="{1825C220-7291-5143-BABA-FCF1F6519ECA}"/>
              </a:ext>
            </a:extLst>
          </p:cNvPr>
          <p:cNvSpPr>
            <a:spLocks noGrp="1"/>
          </p:cNvSpPr>
          <p:nvPr>
            <p:ph type="pic" sz="quarter" idx="32"/>
          </p:nvPr>
        </p:nvSpPr>
        <p:spPr>
          <a:xfrm>
            <a:off x="9462854" y="317500"/>
            <a:ext cx="2255838" cy="2254250"/>
          </a:xfrm>
          <a:prstGeom prst="rect">
            <a:avLst/>
          </a:prstGeom>
        </p:spPr>
        <p:txBody>
          <a:bodyPr/>
          <a:lstStyle/>
          <a:p>
            <a:endParaRPr lang="en-US"/>
          </a:p>
        </p:txBody>
      </p:sp>
      <p:sp>
        <p:nvSpPr>
          <p:cNvPr id="153" name="Text Placeholder 2">
            <a:extLst>
              <a:ext uri="{FF2B5EF4-FFF2-40B4-BE49-F238E27FC236}">
                <a16:creationId xmlns:a16="http://schemas.microsoft.com/office/drawing/2014/main" id="{1A43AB07-C2C6-7D49-9B9F-1EACDD421EAC}"/>
              </a:ext>
            </a:extLst>
          </p:cNvPr>
          <p:cNvSpPr>
            <a:spLocks noGrp="1"/>
          </p:cNvSpPr>
          <p:nvPr>
            <p:ph type="body" sz="quarter" idx="33" hasCustomPrompt="1"/>
          </p:nvPr>
        </p:nvSpPr>
        <p:spPr>
          <a:xfrm>
            <a:off x="3256206" y="6171344"/>
            <a:ext cx="2522382" cy="354012"/>
          </a:xfrm>
          <a:prstGeom prst="rect">
            <a:avLst/>
          </a:prstGeom>
        </p:spPr>
        <p:txBody>
          <a:bodyPr/>
          <a:lstStyle>
            <a:lvl1pPr marL="0" marR="0" indent="0" algn="l" defTabSz="914400" rtl="0" eaLnBrk="1" fontAlgn="base" latinLnBrk="0" hangingPunct="1">
              <a:lnSpc>
                <a:spcPct val="100000"/>
              </a:lnSpc>
              <a:spcBef>
                <a:spcPts val="1467"/>
              </a:spcBef>
              <a:spcAft>
                <a:spcPct val="0"/>
              </a:spcAft>
              <a:buClr>
                <a:schemeClr val="tx1"/>
              </a:buClr>
              <a:buSzPct val="90000"/>
              <a:buFont typeface="Wingdings" pitchFamily="2" charset="2"/>
              <a:buNone/>
              <a:tabLst/>
              <a:defRPr sz="1200" b="0" i="0">
                <a:solidFill>
                  <a:schemeClr val="tx1"/>
                </a:solidFill>
                <a:latin typeface="IBM Plex Sans" panose="020B05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r>
              <a:rPr lang="en-US" dirty="0"/>
              <a:t>Title/project role</a:t>
            </a:r>
          </a:p>
        </p:txBody>
      </p:sp>
      <p:sp>
        <p:nvSpPr>
          <p:cNvPr id="154" name="Text Placeholder 2">
            <a:extLst>
              <a:ext uri="{FF2B5EF4-FFF2-40B4-BE49-F238E27FC236}">
                <a16:creationId xmlns:a16="http://schemas.microsoft.com/office/drawing/2014/main" id="{1E9BE770-B8B2-9749-8211-3A33F4157E98}"/>
              </a:ext>
            </a:extLst>
          </p:cNvPr>
          <p:cNvSpPr>
            <a:spLocks noGrp="1"/>
          </p:cNvSpPr>
          <p:nvPr>
            <p:ph type="body" sz="quarter" idx="34" hasCustomPrompt="1"/>
          </p:nvPr>
        </p:nvSpPr>
        <p:spPr>
          <a:xfrm>
            <a:off x="3253206" y="5898655"/>
            <a:ext cx="2522382" cy="354012"/>
          </a:xfrm>
          <a:prstGeom prst="rect">
            <a:avLst/>
          </a:prstGeom>
        </p:spPr>
        <p:txBody>
          <a:bodyPr/>
          <a:lstStyle>
            <a:lvl1pPr>
              <a:defRPr sz="1600" b="0" i="0">
                <a:solidFill>
                  <a:srgbClr val="000000"/>
                </a:solidFill>
                <a:latin typeface="IBM Plex Sans" panose="020B05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r>
              <a:rPr lang="en-US" dirty="0"/>
              <a:t>Name</a:t>
            </a:r>
          </a:p>
        </p:txBody>
      </p:sp>
      <p:sp>
        <p:nvSpPr>
          <p:cNvPr id="155" name="Picture Placeholder 4">
            <a:extLst>
              <a:ext uri="{FF2B5EF4-FFF2-40B4-BE49-F238E27FC236}">
                <a16:creationId xmlns:a16="http://schemas.microsoft.com/office/drawing/2014/main" id="{3C6FDBB8-01D8-AF41-AA68-1ACAB802356A}"/>
              </a:ext>
            </a:extLst>
          </p:cNvPr>
          <p:cNvSpPr>
            <a:spLocks noGrp="1"/>
          </p:cNvSpPr>
          <p:nvPr>
            <p:ph type="pic" sz="quarter" idx="35"/>
          </p:nvPr>
        </p:nvSpPr>
        <p:spPr>
          <a:xfrm>
            <a:off x="3363686" y="3628264"/>
            <a:ext cx="2255838" cy="2254250"/>
          </a:xfrm>
          <a:prstGeom prst="rect">
            <a:avLst/>
          </a:prstGeom>
        </p:spPr>
        <p:txBody>
          <a:bodyPr/>
          <a:lstStyle/>
          <a:p>
            <a:endParaRPr lang="en-US"/>
          </a:p>
        </p:txBody>
      </p:sp>
      <p:sp>
        <p:nvSpPr>
          <p:cNvPr id="156" name="Text Placeholder 2">
            <a:extLst>
              <a:ext uri="{FF2B5EF4-FFF2-40B4-BE49-F238E27FC236}">
                <a16:creationId xmlns:a16="http://schemas.microsoft.com/office/drawing/2014/main" id="{B4A5774A-E199-964A-A610-890F8516DDFA}"/>
              </a:ext>
            </a:extLst>
          </p:cNvPr>
          <p:cNvSpPr>
            <a:spLocks noGrp="1"/>
          </p:cNvSpPr>
          <p:nvPr>
            <p:ph type="body" sz="quarter" idx="36" hasCustomPrompt="1"/>
          </p:nvPr>
        </p:nvSpPr>
        <p:spPr>
          <a:xfrm>
            <a:off x="6300347" y="6171344"/>
            <a:ext cx="2522382" cy="354012"/>
          </a:xfrm>
          <a:prstGeom prst="rect">
            <a:avLst/>
          </a:prstGeom>
        </p:spPr>
        <p:txBody>
          <a:bodyPr/>
          <a:lstStyle>
            <a:lvl1pPr marL="0" marR="0" indent="0" algn="l" defTabSz="914400" rtl="0" eaLnBrk="1" fontAlgn="base" latinLnBrk="0" hangingPunct="1">
              <a:lnSpc>
                <a:spcPct val="100000"/>
              </a:lnSpc>
              <a:spcBef>
                <a:spcPts val="1467"/>
              </a:spcBef>
              <a:spcAft>
                <a:spcPct val="0"/>
              </a:spcAft>
              <a:buClr>
                <a:schemeClr val="tx1"/>
              </a:buClr>
              <a:buSzPct val="90000"/>
              <a:buFont typeface="Wingdings" pitchFamily="2" charset="2"/>
              <a:buNone/>
              <a:tabLst/>
              <a:defRPr sz="1200" b="0" i="0">
                <a:solidFill>
                  <a:schemeClr val="tx1"/>
                </a:solidFill>
                <a:latin typeface="IBM Plex Sans" panose="020B05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r>
              <a:rPr lang="en-US" dirty="0"/>
              <a:t>Title/project role</a:t>
            </a:r>
          </a:p>
        </p:txBody>
      </p:sp>
      <p:sp>
        <p:nvSpPr>
          <p:cNvPr id="157" name="Text Placeholder 2">
            <a:extLst>
              <a:ext uri="{FF2B5EF4-FFF2-40B4-BE49-F238E27FC236}">
                <a16:creationId xmlns:a16="http://schemas.microsoft.com/office/drawing/2014/main" id="{912EFD8F-F49B-104E-8B37-3DA81A945C0F}"/>
              </a:ext>
            </a:extLst>
          </p:cNvPr>
          <p:cNvSpPr>
            <a:spLocks noGrp="1"/>
          </p:cNvSpPr>
          <p:nvPr>
            <p:ph type="body" sz="quarter" idx="37" hasCustomPrompt="1"/>
          </p:nvPr>
        </p:nvSpPr>
        <p:spPr>
          <a:xfrm>
            <a:off x="6297347" y="5898655"/>
            <a:ext cx="2522382" cy="354012"/>
          </a:xfrm>
          <a:prstGeom prst="rect">
            <a:avLst/>
          </a:prstGeom>
        </p:spPr>
        <p:txBody>
          <a:bodyPr/>
          <a:lstStyle>
            <a:lvl1pPr>
              <a:defRPr sz="1600" b="0" i="0">
                <a:solidFill>
                  <a:srgbClr val="000000"/>
                </a:solidFill>
                <a:latin typeface="IBM Plex Sans" panose="020B05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r>
              <a:rPr lang="en-US" dirty="0"/>
              <a:t>Name</a:t>
            </a:r>
          </a:p>
        </p:txBody>
      </p:sp>
      <p:sp>
        <p:nvSpPr>
          <p:cNvPr id="158" name="Picture Placeholder 4">
            <a:extLst>
              <a:ext uri="{FF2B5EF4-FFF2-40B4-BE49-F238E27FC236}">
                <a16:creationId xmlns:a16="http://schemas.microsoft.com/office/drawing/2014/main" id="{C6FD91BB-8C74-7641-8B15-22F2B3D229AB}"/>
              </a:ext>
            </a:extLst>
          </p:cNvPr>
          <p:cNvSpPr>
            <a:spLocks noGrp="1"/>
          </p:cNvSpPr>
          <p:nvPr>
            <p:ph type="pic" sz="quarter" idx="38"/>
          </p:nvPr>
        </p:nvSpPr>
        <p:spPr>
          <a:xfrm>
            <a:off x="6407827" y="3628264"/>
            <a:ext cx="2255838" cy="2254250"/>
          </a:xfrm>
          <a:prstGeom prst="rect">
            <a:avLst/>
          </a:prstGeom>
        </p:spPr>
        <p:txBody>
          <a:bodyPr/>
          <a:lstStyle/>
          <a:p>
            <a:endParaRPr lang="en-US"/>
          </a:p>
        </p:txBody>
      </p:sp>
      <p:sp>
        <p:nvSpPr>
          <p:cNvPr id="159" name="Text Placeholder 2">
            <a:extLst>
              <a:ext uri="{FF2B5EF4-FFF2-40B4-BE49-F238E27FC236}">
                <a16:creationId xmlns:a16="http://schemas.microsoft.com/office/drawing/2014/main" id="{8E108789-E9FA-224A-8948-B73EC2B0AA42}"/>
              </a:ext>
            </a:extLst>
          </p:cNvPr>
          <p:cNvSpPr>
            <a:spLocks noGrp="1"/>
          </p:cNvSpPr>
          <p:nvPr>
            <p:ph type="body" sz="quarter" idx="39" hasCustomPrompt="1"/>
          </p:nvPr>
        </p:nvSpPr>
        <p:spPr>
          <a:xfrm>
            <a:off x="9344488" y="6171344"/>
            <a:ext cx="2522382" cy="354012"/>
          </a:xfrm>
          <a:prstGeom prst="rect">
            <a:avLst/>
          </a:prstGeom>
        </p:spPr>
        <p:txBody>
          <a:bodyPr/>
          <a:lstStyle>
            <a:lvl1pPr marL="0" marR="0" indent="0" algn="l" defTabSz="914400" rtl="0" eaLnBrk="1" fontAlgn="base" latinLnBrk="0" hangingPunct="1">
              <a:lnSpc>
                <a:spcPct val="100000"/>
              </a:lnSpc>
              <a:spcBef>
                <a:spcPts val="1467"/>
              </a:spcBef>
              <a:spcAft>
                <a:spcPct val="0"/>
              </a:spcAft>
              <a:buClr>
                <a:schemeClr val="tx1"/>
              </a:buClr>
              <a:buSzPct val="90000"/>
              <a:buFont typeface="Wingdings" pitchFamily="2" charset="2"/>
              <a:buNone/>
              <a:tabLst/>
              <a:defRPr sz="1200" b="0" i="0">
                <a:solidFill>
                  <a:schemeClr val="tx1"/>
                </a:solidFill>
                <a:latin typeface="IBM Plex Sans" panose="020B05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r>
              <a:rPr lang="en-US" dirty="0"/>
              <a:t>Title/project role</a:t>
            </a:r>
          </a:p>
        </p:txBody>
      </p:sp>
      <p:sp>
        <p:nvSpPr>
          <p:cNvPr id="160" name="Text Placeholder 2">
            <a:extLst>
              <a:ext uri="{FF2B5EF4-FFF2-40B4-BE49-F238E27FC236}">
                <a16:creationId xmlns:a16="http://schemas.microsoft.com/office/drawing/2014/main" id="{CFB26C2D-8C68-8E47-BEFF-2219232D99E7}"/>
              </a:ext>
            </a:extLst>
          </p:cNvPr>
          <p:cNvSpPr>
            <a:spLocks noGrp="1"/>
          </p:cNvSpPr>
          <p:nvPr>
            <p:ph type="body" sz="quarter" idx="40" hasCustomPrompt="1"/>
          </p:nvPr>
        </p:nvSpPr>
        <p:spPr>
          <a:xfrm>
            <a:off x="9341488" y="5898655"/>
            <a:ext cx="2522382" cy="354012"/>
          </a:xfrm>
          <a:prstGeom prst="rect">
            <a:avLst/>
          </a:prstGeom>
        </p:spPr>
        <p:txBody>
          <a:bodyPr/>
          <a:lstStyle>
            <a:lvl1pPr>
              <a:defRPr sz="1600" b="0" i="0">
                <a:solidFill>
                  <a:srgbClr val="000000"/>
                </a:solidFill>
                <a:latin typeface="IBM Plex Sans" panose="020B05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r>
              <a:rPr lang="en-US" dirty="0"/>
              <a:t>Name</a:t>
            </a:r>
          </a:p>
        </p:txBody>
      </p:sp>
      <p:sp>
        <p:nvSpPr>
          <p:cNvPr id="161" name="Picture Placeholder 4">
            <a:extLst>
              <a:ext uri="{FF2B5EF4-FFF2-40B4-BE49-F238E27FC236}">
                <a16:creationId xmlns:a16="http://schemas.microsoft.com/office/drawing/2014/main" id="{1A39EB19-FBB1-944C-B4A1-1872CD9EB9DE}"/>
              </a:ext>
            </a:extLst>
          </p:cNvPr>
          <p:cNvSpPr>
            <a:spLocks noGrp="1"/>
          </p:cNvSpPr>
          <p:nvPr>
            <p:ph type="pic" sz="quarter" idx="41"/>
          </p:nvPr>
        </p:nvSpPr>
        <p:spPr>
          <a:xfrm>
            <a:off x="9462854" y="3628264"/>
            <a:ext cx="2255838" cy="2254250"/>
          </a:xfrm>
          <a:prstGeom prst="rect">
            <a:avLst/>
          </a:prstGeom>
        </p:spPr>
        <p:txBody>
          <a:bodyPr/>
          <a:lstStyle/>
          <a:p>
            <a:endParaRPr lang="en-US"/>
          </a:p>
        </p:txBody>
      </p:sp>
      <p:sp>
        <p:nvSpPr>
          <p:cNvPr id="69" name="Footer Placeholder 2">
            <a:extLst>
              <a:ext uri="{FF2B5EF4-FFF2-40B4-BE49-F238E27FC236}">
                <a16:creationId xmlns:a16="http://schemas.microsoft.com/office/drawing/2014/main" id="{83E7E0F3-DE1B-5A4C-A51D-6D3B8433666F}"/>
              </a:ext>
            </a:extLst>
          </p:cNvPr>
          <p:cNvSpPr>
            <a:spLocks noGrp="1"/>
          </p:cNvSpPr>
          <p:nvPr>
            <p:ph type="ftr" sz="quarter" idx="3"/>
          </p:nvPr>
        </p:nvSpPr>
        <p:spPr>
          <a:xfrm>
            <a:off x="209015" y="6069018"/>
            <a:ext cx="2438312" cy="546100"/>
          </a:xfrm>
          <a:prstGeom prst="rect">
            <a:avLst/>
          </a:prstGeom>
        </p:spPr>
        <p:txBody>
          <a:bodyPr anchor="b"/>
          <a:lstStyle>
            <a:lvl1pPr>
              <a:lnSpc>
                <a:spcPct val="150000"/>
              </a:lnSpc>
              <a:defRPr sz="1000" b="0" i="0">
                <a:solidFill>
                  <a:srgbClr val="50565B"/>
                </a:solidFill>
                <a:latin typeface="IBM Plex Sans" panose="020B0503050000000000" pitchFamily="34" charset="77"/>
              </a:defRPr>
            </a:lvl1pPr>
          </a:lstStyle>
          <a:p>
            <a:r>
              <a:rPr lang="en-US" b="1">
                <a:solidFill>
                  <a:schemeClr val="tx1"/>
                </a:solidFill>
                <a:latin typeface="IBM Plex Sans SmBld" panose="020B0503050000000000" pitchFamily="34" charset="77"/>
              </a:rPr>
              <a:t>Presentation title</a:t>
            </a:r>
          </a:p>
          <a:p>
            <a:r>
              <a:rPr lang="en-US"/>
              <a:t>IBM  |  Project/team name</a:t>
            </a:r>
            <a:endParaRPr lang="en-US" dirty="0"/>
          </a:p>
        </p:txBody>
      </p:sp>
      <p:sp>
        <p:nvSpPr>
          <p:cNvPr id="73" name="Text Placeholder 64">
            <a:extLst>
              <a:ext uri="{FF2B5EF4-FFF2-40B4-BE49-F238E27FC236}">
                <a16:creationId xmlns:a16="http://schemas.microsoft.com/office/drawing/2014/main" id="{F0E038FE-B392-C34D-978D-8688AB84A06C}"/>
              </a:ext>
            </a:extLst>
          </p:cNvPr>
          <p:cNvSpPr>
            <a:spLocks noGrp="1"/>
          </p:cNvSpPr>
          <p:nvPr>
            <p:ph type="body" sz="quarter" idx="42" hasCustomPrompt="1"/>
          </p:nvPr>
        </p:nvSpPr>
        <p:spPr>
          <a:xfrm>
            <a:off x="228600" y="326928"/>
            <a:ext cx="2446830" cy="1383983"/>
          </a:xfrm>
          <a:prstGeom prst="rect">
            <a:avLst/>
          </a:prstGeom>
        </p:spPr>
        <p:txBody>
          <a:bodyPr>
            <a:normAutofit/>
          </a:bodyPr>
          <a:lstStyle>
            <a:lvl1pPr>
              <a:defRPr sz="2400" b="0" i="0">
                <a:latin typeface="IBM Plex Sans" panose="020B0503050203000203" pitchFamily="34" charset="0"/>
              </a:defRPr>
            </a:lvl1pPr>
          </a:lstStyle>
          <a:p>
            <a:pPr lvl="0"/>
            <a:r>
              <a:rPr lang="en-US" dirty="0"/>
              <a:t>Slide title</a:t>
            </a:r>
          </a:p>
        </p:txBody>
      </p:sp>
    </p:spTree>
    <p:extLst>
      <p:ext uri="{BB962C8B-B14F-4D97-AF65-F5344CB8AC3E}">
        <p14:creationId xmlns:p14="http://schemas.microsoft.com/office/powerpoint/2010/main" val="19075053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4 Left 02">
    <p:spTree>
      <p:nvGrpSpPr>
        <p:cNvPr id="1" name=""/>
        <p:cNvGrpSpPr/>
        <p:nvPr/>
      </p:nvGrpSpPr>
      <p:grpSpPr>
        <a:xfrm>
          <a:off x="0" y="0"/>
          <a:ext cx="0" cy="0"/>
          <a:chOff x="0" y="0"/>
          <a:chExt cx="0" cy="0"/>
        </a:xfrm>
      </p:grpSpPr>
      <p:sp>
        <p:nvSpPr>
          <p:cNvPr id="71" name="Rectangle 70">
            <a:extLst>
              <a:ext uri="{FF2B5EF4-FFF2-40B4-BE49-F238E27FC236}">
                <a16:creationId xmlns:a16="http://schemas.microsoft.com/office/drawing/2014/main" id="{E3D35D99-0C4E-AA47-B9B3-35527D214953}"/>
              </a:ext>
            </a:extLst>
          </p:cNvPr>
          <p:cNvSpPr/>
          <p:nvPr userDrawn="1"/>
        </p:nvSpPr>
        <p:spPr bwMode="auto">
          <a:xfrm>
            <a:off x="3048000" y="-1"/>
            <a:ext cx="9143990" cy="6857991"/>
          </a:xfrm>
          <a:prstGeom prst="rect">
            <a:avLst/>
          </a:prstGeom>
          <a:solidFill>
            <a:srgbClr val="F2F4F8"/>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90000"/>
              </a:lnSpc>
              <a:spcBef>
                <a:spcPct val="0"/>
              </a:spcBef>
              <a:spcAft>
                <a:spcPct val="0"/>
              </a:spcAft>
              <a:buClrTx/>
              <a:buSzTx/>
              <a:buFontTx/>
              <a:buNone/>
              <a:tabLst/>
            </a:pPr>
            <a:endParaRPr kumimoji="0" lang="en-US" sz="2000" b="0" i="0" u="none" strike="noStrike" cap="none" normalizeH="0" baseline="0" dirty="0">
              <a:ln>
                <a:noFill/>
              </a:ln>
              <a:solidFill>
                <a:srgbClr val="191919"/>
              </a:solidFill>
              <a:effectLst/>
              <a:latin typeface="HelvNeue Light for IBM" pitchFamily="34" charset="0"/>
            </a:endParaRPr>
          </a:p>
        </p:txBody>
      </p:sp>
      <p:grpSp>
        <p:nvGrpSpPr>
          <p:cNvPr id="16" name="Group 15">
            <a:extLst>
              <a:ext uri="{FF2B5EF4-FFF2-40B4-BE49-F238E27FC236}">
                <a16:creationId xmlns:a16="http://schemas.microsoft.com/office/drawing/2014/main" id="{4E27F71D-749D-974B-AB68-C90C1F656661}"/>
              </a:ext>
            </a:extLst>
          </p:cNvPr>
          <p:cNvGrpSpPr/>
          <p:nvPr userDrawn="1"/>
        </p:nvGrpSpPr>
        <p:grpSpPr>
          <a:xfrm>
            <a:off x="-146307" y="-147320"/>
            <a:ext cx="12485627" cy="7152640"/>
            <a:chOff x="-109730" y="-110490"/>
            <a:chExt cx="9364220" cy="5364480"/>
          </a:xfrm>
        </p:grpSpPr>
        <p:grpSp>
          <p:nvGrpSpPr>
            <p:cNvPr id="17" name="Group 16">
              <a:extLst>
                <a:ext uri="{FF2B5EF4-FFF2-40B4-BE49-F238E27FC236}">
                  <a16:creationId xmlns:a16="http://schemas.microsoft.com/office/drawing/2014/main" id="{7033ABDB-33FA-424A-8022-BE25064AAE9B}"/>
                </a:ext>
              </a:extLst>
            </p:cNvPr>
            <p:cNvGrpSpPr/>
            <p:nvPr userDrawn="1"/>
          </p:nvGrpSpPr>
          <p:grpSpPr>
            <a:xfrm>
              <a:off x="228600" y="-110490"/>
              <a:ext cx="8686732" cy="91440"/>
              <a:chOff x="228600" y="-152400"/>
              <a:chExt cx="8686732" cy="152400"/>
            </a:xfrm>
          </p:grpSpPr>
          <p:cxnSp>
            <p:nvCxnSpPr>
              <p:cNvPr id="50" name="Straight Connector 49">
                <a:extLst>
                  <a:ext uri="{FF2B5EF4-FFF2-40B4-BE49-F238E27FC236}">
                    <a16:creationId xmlns:a16="http://schemas.microsoft.com/office/drawing/2014/main" id="{E028FABC-C57C-0B4D-ADC6-F0D9AC86E7C9}"/>
                  </a:ext>
                </a:extLst>
              </p:cNvPr>
              <p:cNvCxnSpPr/>
              <p:nvPr userDrawn="1"/>
            </p:nvCxnSpPr>
            <p:spPr bwMode="auto">
              <a:xfrm rot="5400000" flipH="1">
                <a:off x="152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1" name="Straight Connector 50">
                <a:extLst>
                  <a:ext uri="{FF2B5EF4-FFF2-40B4-BE49-F238E27FC236}">
                    <a16:creationId xmlns:a16="http://schemas.microsoft.com/office/drawing/2014/main" id="{CCE52FE3-158F-D14E-B6AE-3EE847C02A23}"/>
                  </a:ext>
                </a:extLst>
              </p:cNvPr>
              <p:cNvCxnSpPr/>
              <p:nvPr userDrawn="1"/>
            </p:nvCxnSpPr>
            <p:spPr bwMode="auto">
              <a:xfrm rot="5400000" flipH="1">
                <a:off x="1981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2" name="Straight Connector 51">
                <a:extLst>
                  <a:ext uri="{FF2B5EF4-FFF2-40B4-BE49-F238E27FC236}">
                    <a16:creationId xmlns:a16="http://schemas.microsoft.com/office/drawing/2014/main" id="{C6326F37-4F20-A241-8AC4-D933542FB91D}"/>
                  </a:ext>
                </a:extLst>
              </p:cNvPr>
              <p:cNvCxnSpPr/>
              <p:nvPr userDrawn="1"/>
            </p:nvCxnSpPr>
            <p:spPr bwMode="auto">
              <a:xfrm rot="5400000" flipH="1">
                <a:off x="2209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3" name="Straight Connector 52">
                <a:extLst>
                  <a:ext uri="{FF2B5EF4-FFF2-40B4-BE49-F238E27FC236}">
                    <a16:creationId xmlns:a16="http://schemas.microsoft.com/office/drawing/2014/main" id="{193EAF95-D519-4A43-A5B7-8F152B7AAAF3}"/>
                  </a:ext>
                </a:extLst>
              </p:cNvPr>
              <p:cNvCxnSpPr/>
              <p:nvPr userDrawn="1"/>
            </p:nvCxnSpPr>
            <p:spPr bwMode="auto">
              <a:xfrm rot="5400000" flipH="1">
                <a:off x="2438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4" name="Straight Connector 53">
                <a:extLst>
                  <a:ext uri="{FF2B5EF4-FFF2-40B4-BE49-F238E27FC236}">
                    <a16:creationId xmlns:a16="http://schemas.microsoft.com/office/drawing/2014/main" id="{63D1F6C8-6E33-8445-84CD-22391B38AE2F}"/>
                  </a:ext>
                </a:extLst>
              </p:cNvPr>
              <p:cNvCxnSpPr/>
              <p:nvPr userDrawn="1"/>
            </p:nvCxnSpPr>
            <p:spPr bwMode="auto">
              <a:xfrm rot="5400000" flipH="1">
                <a:off x="4267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5" name="Straight Connector 54">
                <a:extLst>
                  <a:ext uri="{FF2B5EF4-FFF2-40B4-BE49-F238E27FC236}">
                    <a16:creationId xmlns:a16="http://schemas.microsoft.com/office/drawing/2014/main" id="{7CC00B75-D288-0546-90E6-0FAF60915429}"/>
                  </a:ext>
                </a:extLst>
              </p:cNvPr>
              <p:cNvCxnSpPr/>
              <p:nvPr userDrawn="1"/>
            </p:nvCxnSpPr>
            <p:spPr bwMode="auto">
              <a:xfrm rot="5400000" flipH="1">
                <a:off x="4495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6" name="Straight Connector 55">
                <a:extLst>
                  <a:ext uri="{FF2B5EF4-FFF2-40B4-BE49-F238E27FC236}">
                    <a16:creationId xmlns:a16="http://schemas.microsoft.com/office/drawing/2014/main" id="{9E943793-FE0F-6F4D-98F4-B9E3837BCA91}"/>
                  </a:ext>
                </a:extLst>
              </p:cNvPr>
              <p:cNvCxnSpPr/>
              <p:nvPr userDrawn="1"/>
            </p:nvCxnSpPr>
            <p:spPr bwMode="auto">
              <a:xfrm rot="5400000" flipH="1">
                <a:off x="4724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7" name="Straight Connector 56">
                <a:extLst>
                  <a:ext uri="{FF2B5EF4-FFF2-40B4-BE49-F238E27FC236}">
                    <a16:creationId xmlns:a16="http://schemas.microsoft.com/office/drawing/2014/main" id="{B1C729D8-F1AE-2C45-BF73-3BFD621F4038}"/>
                  </a:ext>
                </a:extLst>
              </p:cNvPr>
              <p:cNvCxnSpPr/>
              <p:nvPr userDrawn="1"/>
            </p:nvCxnSpPr>
            <p:spPr bwMode="auto">
              <a:xfrm rot="5400000" flipH="1">
                <a:off x="6553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8" name="Straight Connector 57">
                <a:extLst>
                  <a:ext uri="{FF2B5EF4-FFF2-40B4-BE49-F238E27FC236}">
                    <a16:creationId xmlns:a16="http://schemas.microsoft.com/office/drawing/2014/main" id="{773341F0-E3B3-EB42-A739-32107097206A}"/>
                  </a:ext>
                </a:extLst>
              </p:cNvPr>
              <p:cNvCxnSpPr/>
              <p:nvPr userDrawn="1"/>
            </p:nvCxnSpPr>
            <p:spPr bwMode="auto">
              <a:xfrm rot="5400000" flipH="1">
                <a:off x="6781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9" name="Straight Connector 58">
                <a:extLst>
                  <a:ext uri="{FF2B5EF4-FFF2-40B4-BE49-F238E27FC236}">
                    <a16:creationId xmlns:a16="http://schemas.microsoft.com/office/drawing/2014/main" id="{89EDDA5B-8572-C545-8DFA-ABC33664C7A1}"/>
                  </a:ext>
                </a:extLst>
              </p:cNvPr>
              <p:cNvCxnSpPr/>
              <p:nvPr userDrawn="1"/>
            </p:nvCxnSpPr>
            <p:spPr bwMode="auto">
              <a:xfrm rot="5400000" flipH="1">
                <a:off x="7010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0" name="Straight Connector 59">
                <a:extLst>
                  <a:ext uri="{FF2B5EF4-FFF2-40B4-BE49-F238E27FC236}">
                    <a16:creationId xmlns:a16="http://schemas.microsoft.com/office/drawing/2014/main" id="{E0B85CAB-A5A1-6546-BA39-1598C1A1BF64}"/>
                  </a:ext>
                </a:extLst>
              </p:cNvPr>
              <p:cNvCxnSpPr/>
              <p:nvPr userDrawn="1"/>
            </p:nvCxnSpPr>
            <p:spPr bwMode="auto">
              <a:xfrm rot="5400000" flipH="1">
                <a:off x="8839132"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18" name="Group 17">
              <a:extLst>
                <a:ext uri="{FF2B5EF4-FFF2-40B4-BE49-F238E27FC236}">
                  <a16:creationId xmlns:a16="http://schemas.microsoft.com/office/drawing/2014/main" id="{4EE9C99B-7B10-AE41-8B1B-D8508EC96D36}"/>
                </a:ext>
              </a:extLst>
            </p:cNvPr>
            <p:cNvGrpSpPr/>
            <p:nvPr userDrawn="1"/>
          </p:nvGrpSpPr>
          <p:grpSpPr>
            <a:xfrm>
              <a:off x="228600" y="5162550"/>
              <a:ext cx="8686732" cy="91440"/>
              <a:chOff x="228600" y="5143500"/>
              <a:chExt cx="8686732" cy="152400"/>
            </a:xfrm>
          </p:grpSpPr>
          <p:cxnSp>
            <p:nvCxnSpPr>
              <p:cNvPr id="39" name="Straight Connector 38">
                <a:extLst>
                  <a:ext uri="{FF2B5EF4-FFF2-40B4-BE49-F238E27FC236}">
                    <a16:creationId xmlns:a16="http://schemas.microsoft.com/office/drawing/2014/main" id="{C65EA58F-D486-A749-9B47-9DD071000D4F}"/>
                  </a:ext>
                </a:extLst>
              </p:cNvPr>
              <p:cNvCxnSpPr/>
              <p:nvPr userDrawn="1"/>
            </p:nvCxnSpPr>
            <p:spPr bwMode="auto">
              <a:xfrm rot="5400000" flipH="1">
                <a:off x="152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9056486B-3E88-1F4E-A5B6-71F9C8038505}"/>
                  </a:ext>
                </a:extLst>
              </p:cNvPr>
              <p:cNvCxnSpPr/>
              <p:nvPr userDrawn="1"/>
            </p:nvCxnSpPr>
            <p:spPr bwMode="auto">
              <a:xfrm rot="5400000" flipH="1">
                <a:off x="1981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1" name="Straight Connector 40">
                <a:extLst>
                  <a:ext uri="{FF2B5EF4-FFF2-40B4-BE49-F238E27FC236}">
                    <a16:creationId xmlns:a16="http://schemas.microsoft.com/office/drawing/2014/main" id="{8F54F4A3-648E-3146-B408-995E6916E7DD}"/>
                  </a:ext>
                </a:extLst>
              </p:cNvPr>
              <p:cNvCxnSpPr/>
              <p:nvPr userDrawn="1"/>
            </p:nvCxnSpPr>
            <p:spPr bwMode="auto">
              <a:xfrm rot="5400000" flipH="1">
                <a:off x="2209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2" name="Straight Connector 41">
                <a:extLst>
                  <a:ext uri="{FF2B5EF4-FFF2-40B4-BE49-F238E27FC236}">
                    <a16:creationId xmlns:a16="http://schemas.microsoft.com/office/drawing/2014/main" id="{1DB512CA-21A6-9E45-BA56-12B8F4FE801F}"/>
                  </a:ext>
                </a:extLst>
              </p:cNvPr>
              <p:cNvCxnSpPr/>
              <p:nvPr userDrawn="1"/>
            </p:nvCxnSpPr>
            <p:spPr bwMode="auto">
              <a:xfrm rot="5400000" flipH="1">
                <a:off x="2438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3" name="Straight Connector 42">
                <a:extLst>
                  <a:ext uri="{FF2B5EF4-FFF2-40B4-BE49-F238E27FC236}">
                    <a16:creationId xmlns:a16="http://schemas.microsoft.com/office/drawing/2014/main" id="{2BFB8868-99DE-1A45-8575-1EA11710057F}"/>
                  </a:ext>
                </a:extLst>
              </p:cNvPr>
              <p:cNvCxnSpPr/>
              <p:nvPr userDrawn="1"/>
            </p:nvCxnSpPr>
            <p:spPr bwMode="auto">
              <a:xfrm rot="5400000" flipH="1">
                <a:off x="4267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4" name="Straight Connector 43">
                <a:extLst>
                  <a:ext uri="{FF2B5EF4-FFF2-40B4-BE49-F238E27FC236}">
                    <a16:creationId xmlns:a16="http://schemas.microsoft.com/office/drawing/2014/main" id="{730DE9A1-D9BD-524C-BE6F-1D6659196FBC}"/>
                  </a:ext>
                </a:extLst>
              </p:cNvPr>
              <p:cNvCxnSpPr/>
              <p:nvPr userDrawn="1"/>
            </p:nvCxnSpPr>
            <p:spPr bwMode="auto">
              <a:xfrm rot="5400000" flipH="1">
                <a:off x="4495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5" name="Straight Connector 44">
                <a:extLst>
                  <a:ext uri="{FF2B5EF4-FFF2-40B4-BE49-F238E27FC236}">
                    <a16:creationId xmlns:a16="http://schemas.microsoft.com/office/drawing/2014/main" id="{5ABAF5C8-E725-FD45-80A0-6EC368BF88BA}"/>
                  </a:ext>
                </a:extLst>
              </p:cNvPr>
              <p:cNvCxnSpPr/>
              <p:nvPr userDrawn="1"/>
            </p:nvCxnSpPr>
            <p:spPr bwMode="auto">
              <a:xfrm rot="5400000" flipH="1">
                <a:off x="4724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6" name="Straight Connector 45">
                <a:extLst>
                  <a:ext uri="{FF2B5EF4-FFF2-40B4-BE49-F238E27FC236}">
                    <a16:creationId xmlns:a16="http://schemas.microsoft.com/office/drawing/2014/main" id="{EBC18DE6-803B-7541-908A-41F6D4494834}"/>
                  </a:ext>
                </a:extLst>
              </p:cNvPr>
              <p:cNvCxnSpPr/>
              <p:nvPr userDrawn="1"/>
            </p:nvCxnSpPr>
            <p:spPr bwMode="auto">
              <a:xfrm rot="5400000" flipH="1">
                <a:off x="6553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7" name="Straight Connector 46">
                <a:extLst>
                  <a:ext uri="{FF2B5EF4-FFF2-40B4-BE49-F238E27FC236}">
                    <a16:creationId xmlns:a16="http://schemas.microsoft.com/office/drawing/2014/main" id="{737A4750-B9D5-5049-A414-7844F44D2F08}"/>
                  </a:ext>
                </a:extLst>
              </p:cNvPr>
              <p:cNvCxnSpPr/>
              <p:nvPr userDrawn="1"/>
            </p:nvCxnSpPr>
            <p:spPr bwMode="auto">
              <a:xfrm rot="5400000" flipH="1">
                <a:off x="6781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8" name="Straight Connector 47">
                <a:extLst>
                  <a:ext uri="{FF2B5EF4-FFF2-40B4-BE49-F238E27FC236}">
                    <a16:creationId xmlns:a16="http://schemas.microsoft.com/office/drawing/2014/main" id="{11CC3856-9176-894C-9678-78854179B583}"/>
                  </a:ext>
                </a:extLst>
              </p:cNvPr>
              <p:cNvCxnSpPr/>
              <p:nvPr userDrawn="1"/>
            </p:nvCxnSpPr>
            <p:spPr bwMode="auto">
              <a:xfrm rot="5400000" flipH="1">
                <a:off x="7010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9" name="Straight Connector 48">
                <a:extLst>
                  <a:ext uri="{FF2B5EF4-FFF2-40B4-BE49-F238E27FC236}">
                    <a16:creationId xmlns:a16="http://schemas.microsoft.com/office/drawing/2014/main" id="{3A4EF373-8CC5-F948-AA7B-C5EF10137299}"/>
                  </a:ext>
                </a:extLst>
              </p:cNvPr>
              <p:cNvCxnSpPr/>
              <p:nvPr userDrawn="1"/>
            </p:nvCxnSpPr>
            <p:spPr bwMode="auto">
              <a:xfrm rot="5400000" flipH="1">
                <a:off x="8839132"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19" name="Group 18">
              <a:extLst>
                <a:ext uri="{FF2B5EF4-FFF2-40B4-BE49-F238E27FC236}">
                  <a16:creationId xmlns:a16="http://schemas.microsoft.com/office/drawing/2014/main" id="{5EDFECA7-68A0-C74C-8702-67F215F53507}"/>
                </a:ext>
              </a:extLst>
            </p:cNvPr>
            <p:cNvGrpSpPr/>
            <p:nvPr userDrawn="1"/>
          </p:nvGrpSpPr>
          <p:grpSpPr>
            <a:xfrm>
              <a:off x="-109730" y="237744"/>
              <a:ext cx="91440" cy="4664456"/>
              <a:chOff x="-109730" y="237744"/>
              <a:chExt cx="91440" cy="4664456"/>
            </a:xfrm>
          </p:grpSpPr>
          <p:cxnSp>
            <p:nvCxnSpPr>
              <p:cNvPr id="30" name="Straight Connector 29">
                <a:extLst>
                  <a:ext uri="{FF2B5EF4-FFF2-40B4-BE49-F238E27FC236}">
                    <a16:creationId xmlns:a16="http://schemas.microsoft.com/office/drawing/2014/main" id="{B42BDEDC-364B-EC4F-9B43-9C5105374A26}"/>
                  </a:ext>
                </a:extLst>
              </p:cNvPr>
              <p:cNvCxnSpPr/>
              <p:nvPr userDrawn="1"/>
            </p:nvCxnSpPr>
            <p:spPr bwMode="auto">
              <a:xfrm flipH="1">
                <a:off x="-109730" y="65379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1" name="Straight Connector 30">
                <a:extLst>
                  <a:ext uri="{FF2B5EF4-FFF2-40B4-BE49-F238E27FC236}">
                    <a16:creationId xmlns:a16="http://schemas.microsoft.com/office/drawing/2014/main" id="{82746AEA-B7EE-6A45-A324-2780C5387E8B}"/>
                  </a:ext>
                </a:extLst>
              </p:cNvPr>
              <p:cNvCxnSpPr/>
              <p:nvPr userDrawn="1"/>
            </p:nvCxnSpPr>
            <p:spPr bwMode="auto">
              <a:xfrm flipH="1">
                <a:off x="-109730" y="128930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2" name="Straight Connector 31">
                <a:extLst>
                  <a:ext uri="{FF2B5EF4-FFF2-40B4-BE49-F238E27FC236}">
                    <a16:creationId xmlns:a16="http://schemas.microsoft.com/office/drawing/2014/main" id="{10F57C53-2F79-4140-B8DD-CFF27135CAA8}"/>
                  </a:ext>
                </a:extLst>
              </p:cNvPr>
              <p:cNvCxnSpPr/>
              <p:nvPr userDrawn="1"/>
            </p:nvCxnSpPr>
            <p:spPr bwMode="auto">
              <a:xfrm flipH="1">
                <a:off x="-109730" y="192938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3" name="Straight Connector 32">
                <a:extLst>
                  <a:ext uri="{FF2B5EF4-FFF2-40B4-BE49-F238E27FC236}">
                    <a16:creationId xmlns:a16="http://schemas.microsoft.com/office/drawing/2014/main" id="{D0D1241B-3B6D-564B-92C0-5F79295699BA}"/>
                  </a:ext>
                </a:extLst>
              </p:cNvPr>
              <p:cNvCxnSpPr/>
              <p:nvPr userDrawn="1"/>
            </p:nvCxnSpPr>
            <p:spPr bwMode="auto">
              <a:xfrm flipH="1">
                <a:off x="-109730" y="2570990"/>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4" name="Straight Connector 33">
                <a:extLst>
                  <a:ext uri="{FF2B5EF4-FFF2-40B4-BE49-F238E27FC236}">
                    <a16:creationId xmlns:a16="http://schemas.microsoft.com/office/drawing/2014/main" id="{4F1A65E1-A6DD-0E48-9328-F63C08A91C80}"/>
                  </a:ext>
                </a:extLst>
              </p:cNvPr>
              <p:cNvCxnSpPr/>
              <p:nvPr userDrawn="1"/>
            </p:nvCxnSpPr>
            <p:spPr bwMode="auto">
              <a:xfrm flipH="1">
                <a:off x="-109730" y="320954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5" name="Straight Connector 34">
                <a:extLst>
                  <a:ext uri="{FF2B5EF4-FFF2-40B4-BE49-F238E27FC236}">
                    <a16:creationId xmlns:a16="http://schemas.microsoft.com/office/drawing/2014/main" id="{DF1A857E-0280-4D4D-8C5E-78EB4893E8F3}"/>
                  </a:ext>
                </a:extLst>
              </p:cNvPr>
              <p:cNvCxnSpPr/>
              <p:nvPr userDrawn="1"/>
            </p:nvCxnSpPr>
            <p:spPr bwMode="auto">
              <a:xfrm flipH="1">
                <a:off x="-109730" y="384962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6" name="Straight Connector 35">
                <a:extLst>
                  <a:ext uri="{FF2B5EF4-FFF2-40B4-BE49-F238E27FC236}">
                    <a16:creationId xmlns:a16="http://schemas.microsoft.com/office/drawing/2014/main" id="{32EE49FC-4AC3-D84D-B296-8260919A4AFB}"/>
                  </a:ext>
                </a:extLst>
              </p:cNvPr>
              <p:cNvCxnSpPr/>
              <p:nvPr userDrawn="1"/>
            </p:nvCxnSpPr>
            <p:spPr bwMode="auto">
              <a:xfrm flipH="1">
                <a:off x="-109730" y="449427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7" name="Straight Connector 36">
                <a:extLst>
                  <a:ext uri="{FF2B5EF4-FFF2-40B4-BE49-F238E27FC236}">
                    <a16:creationId xmlns:a16="http://schemas.microsoft.com/office/drawing/2014/main" id="{A036B8A6-5887-EB43-A589-E9B55309975E}"/>
                  </a:ext>
                </a:extLst>
              </p:cNvPr>
              <p:cNvCxnSpPr/>
              <p:nvPr userDrawn="1"/>
            </p:nvCxnSpPr>
            <p:spPr bwMode="auto">
              <a:xfrm flipH="1">
                <a:off x="-109730" y="23774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8" name="Straight Connector 37">
                <a:extLst>
                  <a:ext uri="{FF2B5EF4-FFF2-40B4-BE49-F238E27FC236}">
                    <a16:creationId xmlns:a16="http://schemas.microsoft.com/office/drawing/2014/main" id="{886C2E2E-F476-B64B-A78C-E2A4F068B019}"/>
                  </a:ext>
                </a:extLst>
              </p:cNvPr>
              <p:cNvCxnSpPr/>
              <p:nvPr userDrawn="1"/>
            </p:nvCxnSpPr>
            <p:spPr bwMode="auto">
              <a:xfrm flipH="1">
                <a:off x="-109730" y="4902200"/>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20" name="Group 19">
              <a:extLst>
                <a:ext uri="{FF2B5EF4-FFF2-40B4-BE49-F238E27FC236}">
                  <a16:creationId xmlns:a16="http://schemas.microsoft.com/office/drawing/2014/main" id="{568B7B3E-2365-FA48-B0BB-56705EDB6709}"/>
                </a:ext>
              </a:extLst>
            </p:cNvPr>
            <p:cNvGrpSpPr/>
            <p:nvPr userDrawn="1"/>
          </p:nvGrpSpPr>
          <p:grpSpPr>
            <a:xfrm>
              <a:off x="9163050" y="237744"/>
              <a:ext cx="91440" cy="4663440"/>
              <a:chOff x="-109730" y="231394"/>
              <a:chExt cx="91440" cy="4663440"/>
            </a:xfrm>
          </p:grpSpPr>
          <p:cxnSp>
            <p:nvCxnSpPr>
              <p:cNvPr id="21" name="Straight Connector 20">
                <a:extLst>
                  <a:ext uri="{FF2B5EF4-FFF2-40B4-BE49-F238E27FC236}">
                    <a16:creationId xmlns:a16="http://schemas.microsoft.com/office/drawing/2014/main" id="{F8CB4122-4D33-2A42-871B-AB33239DC529}"/>
                  </a:ext>
                </a:extLst>
              </p:cNvPr>
              <p:cNvCxnSpPr/>
              <p:nvPr userDrawn="1"/>
            </p:nvCxnSpPr>
            <p:spPr bwMode="auto">
              <a:xfrm flipH="1">
                <a:off x="-109730" y="64744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E1272E41-0FA7-6B41-B356-7A2B88AC448F}"/>
                  </a:ext>
                </a:extLst>
              </p:cNvPr>
              <p:cNvCxnSpPr/>
              <p:nvPr userDrawn="1"/>
            </p:nvCxnSpPr>
            <p:spPr bwMode="auto">
              <a:xfrm flipH="1">
                <a:off x="-109730" y="128295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3" name="Straight Connector 22">
                <a:extLst>
                  <a:ext uri="{FF2B5EF4-FFF2-40B4-BE49-F238E27FC236}">
                    <a16:creationId xmlns:a16="http://schemas.microsoft.com/office/drawing/2014/main" id="{784B5EE1-D003-1F47-8D33-3E312E35B1E7}"/>
                  </a:ext>
                </a:extLst>
              </p:cNvPr>
              <p:cNvCxnSpPr/>
              <p:nvPr userDrawn="1"/>
            </p:nvCxnSpPr>
            <p:spPr bwMode="auto">
              <a:xfrm flipH="1">
                <a:off x="-109730" y="192303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4" name="Straight Connector 23">
                <a:extLst>
                  <a:ext uri="{FF2B5EF4-FFF2-40B4-BE49-F238E27FC236}">
                    <a16:creationId xmlns:a16="http://schemas.microsoft.com/office/drawing/2014/main" id="{571409CD-4C1B-8E45-ACF9-86D270DA7692}"/>
                  </a:ext>
                </a:extLst>
              </p:cNvPr>
              <p:cNvCxnSpPr/>
              <p:nvPr userDrawn="1"/>
            </p:nvCxnSpPr>
            <p:spPr bwMode="auto">
              <a:xfrm flipH="1">
                <a:off x="-109730" y="256311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5" name="Straight Connector 24">
                <a:extLst>
                  <a:ext uri="{FF2B5EF4-FFF2-40B4-BE49-F238E27FC236}">
                    <a16:creationId xmlns:a16="http://schemas.microsoft.com/office/drawing/2014/main" id="{A131086F-34E8-8C46-8C5C-6BAA87172E82}"/>
                  </a:ext>
                </a:extLst>
              </p:cNvPr>
              <p:cNvCxnSpPr/>
              <p:nvPr userDrawn="1"/>
            </p:nvCxnSpPr>
            <p:spPr bwMode="auto">
              <a:xfrm flipH="1">
                <a:off x="-109730" y="320319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6" name="Straight Connector 25">
                <a:extLst>
                  <a:ext uri="{FF2B5EF4-FFF2-40B4-BE49-F238E27FC236}">
                    <a16:creationId xmlns:a16="http://schemas.microsoft.com/office/drawing/2014/main" id="{0A42B631-F25C-F54E-B854-80328E4DFBBC}"/>
                  </a:ext>
                </a:extLst>
              </p:cNvPr>
              <p:cNvCxnSpPr/>
              <p:nvPr userDrawn="1"/>
            </p:nvCxnSpPr>
            <p:spPr bwMode="auto">
              <a:xfrm flipH="1">
                <a:off x="-109730" y="384327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7" name="Straight Connector 26">
                <a:extLst>
                  <a:ext uri="{FF2B5EF4-FFF2-40B4-BE49-F238E27FC236}">
                    <a16:creationId xmlns:a16="http://schemas.microsoft.com/office/drawing/2014/main" id="{08D46B81-A248-A847-9183-C6BC43C53E85}"/>
                  </a:ext>
                </a:extLst>
              </p:cNvPr>
              <p:cNvCxnSpPr/>
              <p:nvPr userDrawn="1"/>
            </p:nvCxnSpPr>
            <p:spPr bwMode="auto">
              <a:xfrm flipH="1">
                <a:off x="-109730" y="448792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86FA5BE4-E196-EC4A-BC7A-95A47060EE08}"/>
                  </a:ext>
                </a:extLst>
              </p:cNvPr>
              <p:cNvCxnSpPr/>
              <p:nvPr userDrawn="1"/>
            </p:nvCxnSpPr>
            <p:spPr bwMode="auto">
              <a:xfrm flipH="1">
                <a:off x="-109730" y="23139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9" name="Straight Connector 28">
                <a:extLst>
                  <a:ext uri="{FF2B5EF4-FFF2-40B4-BE49-F238E27FC236}">
                    <a16:creationId xmlns:a16="http://schemas.microsoft.com/office/drawing/2014/main" id="{47A74DF6-412C-6548-B80E-F7E7ED8433A9}"/>
                  </a:ext>
                </a:extLst>
              </p:cNvPr>
              <p:cNvCxnSpPr/>
              <p:nvPr userDrawn="1"/>
            </p:nvCxnSpPr>
            <p:spPr bwMode="auto">
              <a:xfrm flipH="1">
                <a:off x="-109730" y="489483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sp>
        <p:nvSpPr>
          <p:cNvPr id="83" name="Text Placeholder 2">
            <a:extLst>
              <a:ext uri="{FF2B5EF4-FFF2-40B4-BE49-F238E27FC236}">
                <a16:creationId xmlns:a16="http://schemas.microsoft.com/office/drawing/2014/main" id="{E1A7D9A1-75F9-6947-9FE6-6798A5D1DED4}"/>
              </a:ext>
            </a:extLst>
          </p:cNvPr>
          <p:cNvSpPr>
            <a:spLocks noGrp="1"/>
          </p:cNvSpPr>
          <p:nvPr>
            <p:ph type="body" sz="quarter" idx="18" hasCustomPrompt="1"/>
          </p:nvPr>
        </p:nvSpPr>
        <p:spPr>
          <a:xfrm>
            <a:off x="3268818" y="2150283"/>
            <a:ext cx="2522382" cy="973917"/>
          </a:xfrm>
          <a:prstGeom prst="rect">
            <a:avLst/>
          </a:prstGeom>
        </p:spPr>
        <p:txBody>
          <a:bodyPr/>
          <a:lstStyle>
            <a:lvl1pPr marL="0" marR="0" indent="0" algn="l" defTabSz="914400" rtl="0" eaLnBrk="1" fontAlgn="base" latinLnBrk="0" hangingPunct="1">
              <a:lnSpc>
                <a:spcPct val="100000"/>
              </a:lnSpc>
              <a:spcBef>
                <a:spcPts val="1467"/>
              </a:spcBef>
              <a:spcAft>
                <a:spcPct val="0"/>
              </a:spcAft>
              <a:buClr>
                <a:schemeClr val="tx1"/>
              </a:buClr>
              <a:buSzPct val="90000"/>
              <a:buFont typeface="Wingdings" pitchFamily="2" charset="2"/>
              <a:buNone/>
              <a:tabLst/>
              <a:defRPr sz="1200" b="0" i="0">
                <a:solidFill>
                  <a:schemeClr val="tx1"/>
                </a:solidFill>
                <a:latin typeface="IBM Plex Sans" panose="020B05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r>
              <a:rPr lang="en-US" dirty="0"/>
              <a:t>Click to edit text</a:t>
            </a:r>
          </a:p>
        </p:txBody>
      </p:sp>
      <p:sp>
        <p:nvSpPr>
          <p:cNvPr id="97" name="Text Placeholder 2">
            <a:extLst>
              <a:ext uri="{FF2B5EF4-FFF2-40B4-BE49-F238E27FC236}">
                <a16:creationId xmlns:a16="http://schemas.microsoft.com/office/drawing/2014/main" id="{2915CF77-36E8-B44F-B5E0-E4E0F0D21E6F}"/>
              </a:ext>
            </a:extLst>
          </p:cNvPr>
          <p:cNvSpPr>
            <a:spLocks noGrp="1"/>
          </p:cNvSpPr>
          <p:nvPr>
            <p:ph type="body" sz="quarter" idx="25" hasCustomPrompt="1"/>
          </p:nvPr>
        </p:nvSpPr>
        <p:spPr>
          <a:xfrm>
            <a:off x="3265818" y="1740688"/>
            <a:ext cx="2522382" cy="354012"/>
          </a:xfrm>
          <a:prstGeom prst="rect">
            <a:avLst/>
          </a:prstGeom>
        </p:spPr>
        <p:txBody>
          <a:bodyPr/>
          <a:lstStyle>
            <a:lvl1pPr>
              <a:defRPr sz="1600" b="1" i="0">
                <a:solidFill>
                  <a:srgbClr val="000000"/>
                </a:solidFill>
                <a:latin typeface="IBM Plex Sans SmBld" panose="020B05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r>
              <a:rPr lang="en-US" dirty="0"/>
              <a:t>Click to edit text</a:t>
            </a:r>
          </a:p>
        </p:txBody>
      </p:sp>
      <p:sp>
        <p:nvSpPr>
          <p:cNvPr id="3" name="Picture Placeholder 2">
            <a:extLst>
              <a:ext uri="{FF2B5EF4-FFF2-40B4-BE49-F238E27FC236}">
                <a16:creationId xmlns:a16="http://schemas.microsoft.com/office/drawing/2014/main" id="{0BE2139C-053B-6846-9D7F-F2FC55792DC9}"/>
              </a:ext>
            </a:extLst>
          </p:cNvPr>
          <p:cNvSpPr>
            <a:spLocks noGrp="1"/>
          </p:cNvSpPr>
          <p:nvPr>
            <p:ph type="pic" sz="quarter" idx="26"/>
          </p:nvPr>
        </p:nvSpPr>
        <p:spPr>
          <a:xfrm>
            <a:off x="3366448" y="316992"/>
            <a:ext cx="1207008" cy="1207008"/>
          </a:xfrm>
          <a:prstGeom prst="rect">
            <a:avLst/>
          </a:prstGeom>
        </p:spPr>
        <p:txBody>
          <a:bodyPr/>
          <a:lstStyle/>
          <a:p>
            <a:endParaRPr lang="en-US" dirty="0"/>
          </a:p>
        </p:txBody>
      </p:sp>
      <p:sp>
        <p:nvSpPr>
          <p:cNvPr id="70" name="Text Placeholder 2">
            <a:extLst>
              <a:ext uri="{FF2B5EF4-FFF2-40B4-BE49-F238E27FC236}">
                <a16:creationId xmlns:a16="http://schemas.microsoft.com/office/drawing/2014/main" id="{A67DBDE2-59C7-D84A-8214-3A7C27173A9C}"/>
              </a:ext>
            </a:extLst>
          </p:cNvPr>
          <p:cNvSpPr>
            <a:spLocks noGrp="1"/>
          </p:cNvSpPr>
          <p:nvPr>
            <p:ph type="body" sz="quarter" idx="27" hasCustomPrompt="1"/>
          </p:nvPr>
        </p:nvSpPr>
        <p:spPr>
          <a:xfrm>
            <a:off x="6312269" y="2150283"/>
            <a:ext cx="2522382" cy="973917"/>
          </a:xfrm>
          <a:prstGeom prst="rect">
            <a:avLst/>
          </a:prstGeom>
        </p:spPr>
        <p:txBody>
          <a:bodyPr/>
          <a:lstStyle>
            <a:lvl1pPr marL="0" marR="0" indent="0" algn="l" defTabSz="914400" rtl="0" eaLnBrk="1" fontAlgn="base" latinLnBrk="0" hangingPunct="1">
              <a:lnSpc>
                <a:spcPct val="100000"/>
              </a:lnSpc>
              <a:spcBef>
                <a:spcPts val="1467"/>
              </a:spcBef>
              <a:spcAft>
                <a:spcPct val="0"/>
              </a:spcAft>
              <a:buClr>
                <a:schemeClr val="tx1"/>
              </a:buClr>
              <a:buSzPct val="90000"/>
              <a:buFont typeface="Wingdings" pitchFamily="2" charset="2"/>
              <a:buNone/>
              <a:tabLst/>
              <a:defRPr sz="1200" b="0" i="0">
                <a:solidFill>
                  <a:schemeClr val="tx1"/>
                </a:solidFill>
                <a:latin typeface="IBM Plex Sans" panose="020B05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r>
              <a:rPr lang="en-US" dirty="0"/>
              <a:t>Click to edit text</a:t>
            </a:r>
          </a:p>
        </p:txBody>
      </p:sp>
      <p:sp>
        <p:nvSpPr>
          <p:cNvPr id="72" name="Text Placeholder 2">
            <a:extLst>
              <a:ext uri="{FF2B5EF4-FFF2-40B4-BE49-F238E27FC236}">
                <a16:creationId xmlns:a16="http://schemas.microsoft.com/office/drawing/2014/main" id="{BFCE388A-5411-2744-8579-B1D423326B39}"/>
              </a:ext>
            </a:extLst>
          </p:cNvPr>
          <p:cNvSpPr>
            <a:spLocks noGrp="1"/>
          </p:cNvSpPr>
          <p:nvPr>
            <p:ph type="body" sz="quarter" idx="28" hasCustomPrompt="1"/>
          </p:nvPr>
        </p:nvSpPr>
        <p:spPr>
          <a:xfrm>
            <a:off x="6309269" y="1740688"/>
            <a:ext cx="2522382" cy="354012"/>
          </a:xfrm>
          <a:prstGeom prst="rect">
            <a:avLst/>
          </a:prstGeom>
        </p:spPr>
        <p:txBody>
          <a:bodyPr/>
          <a:lstStyle>
            <a:lvl1pPr>
              <a:defRPr sz="1600" b="1" i="0">
                <a:solidFill>
                  <a:srgbClr val="000000"/>
                </a:solidFill>
                <a:latin typeface="IBM Plex Sans SmBld" panose="020B05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r>
              <a:rPr lang="en-US" dirty="0"/>
              <a:t>Click to edit text</a:t>
            </a:r>
          </a:p>
        </p:txBody>
      </p:sp>
      <p:sp>
        <p:nvSpPr>
          <p:cNvPr id="73" name="Picture Placeholder 2">
            <a:extLst>
              <a:ext uri="{FF2B5EF4-FFF2-40B4-BE49-F238E27FC236}">
                <a16:creationId xmlns:a16="http://schemas.microsoft.com/office/drawing/2014/main" id="{9C2A6638-FC66-6547-8922-9DA51EABF468}"/>
              </a:ext>
            </a:extLst>
          </p:cNvPr>
          <p:cNvSpPr>
            <a:spLocks noGrp="1"/>
          </p:cNvSpPr>
          <p:nvPr>
            <p:ph type="pic" sz="quarter" idx="29"/>
          </p:nvPr>
        </p:nvSpPr>
        <p:spPr>
          <a:xfrm>
            <a:off x="6409899" y="316992"/>
            <a:ext cx="1207008" cy="1207008"/>
          </a:xfrm>
          <a:prstGeom prst="rect">
            <a:avLst/>
          </a:prstGeom>
        </p:spPr>
        <p:txBody>
          <a:bodyPr/>
          <a:lstStyle/>
          <a:p>
            <a:endParaRPr lang="en-US" dirty="0"/>
          </a:p>
        </p:txBody>
      </p:sp>
      <p:sp>
        <p:nvSpPr>
          <p:cNvPr id="74" name="Text Placeholder 2">
            <a:extLst>
              <a:ext uri="{FF2B5EF4-FFF2-40B4-BE49-F238E27FC236}">
                <a16:creationId xmlns:a16="http://schemas.microsoft.com/office/drawing/2014/main" id="{604DA61C-818C-544E-92C2-BF7CED0554F8}"/>
              </a:ext>
            </a:extLst>
          </p:cNvPr>
          <p:cNvSpPr>
            <a:spLocks noGrp="1"/>
          </p:cNvSpPr>
          <p:nvPr>
            <p:ph type="body" sz="quarter" idx="30" hasCustomPrompt="1"/>
          </p:nvPr>
        </p:nvSpPr>
        <p:spPr>
          <a:xfrm>
            <a:off x="9355719" y="2150283"/>
            <a:ext cx="2522382" cy="973917"/>
          </a:xfrm>
          <a:prstGeom prst="rect">
            <a:avLst/>
          </a:prstGeom>
        </p:spPr>
        <p:txBody>
          <a:bodyPr/>
          <a:lstStyle>
            <a:lvl1pPr marL="0" marR="0" indent="0" algn="l" defTabSz="914400" rtl="0" eaLnBrk="1" fontAlgn="base" latinLnBrk="0" hangingPunct="1">
              <a:lnSpc>
                <a:spcPct val="100000"/>
              </a:lnSpc>
              <a:spcBef>
                <a:spcPts val="1467"/>
              </a:spcBef>
              <a:spcAft>
                <a:spcPct val="0"/>
              </a:spcAft>
              <a:buClr>
                <a:schemeClr val="tx1"/>
              </a:buClr>
              <a:buSzPct val="90000"/>
              <a:buFont typeface="Wingdings" pitchFamily="2" charset="2"/>
              <a:buNone/>
              <a:tabLst/>
              <a:defRPr sz="1200" b="0" i="0">
                <a:solidFill>
                  <a:schemeClr val="tx1"/>
                </a:solidFill>
                <a:latin typeface="IBM Plex Sans" panose="020B05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r>
              <a:rPr lang="en-US" dirty="0"/>
              <a:t>Click to edit text</a:t>
            </a:r>
          </a:p>
        </p:txBody>
      </p:sp>
      <p:sp>
        <p:nvSpPr>
          <p:cNvPr id="75" name="Text Placeholder 2">
            <a:extLst>
              <a:ext uri="{FF2B5EF4-FFF2-40B4-BE49-F238E27FC236}">
                <a16:creationId xmlns:a16="http://schemas.microsoft.com/office/drawing/2014/main" id="{20CA508B-67AE-E640-86EF-EC30E4B4BD7C}"/>
              </a:ext>
            </a:extLst>
          </p:cNvPr>
          <p:cNvSpPr>
            <a:spLocks noGrp="1"/>
          </p:cNvSpPr>
          <p:nvPr>
            <p:ph type="body" sz="quarter" idx="31" hasCustomPrompt="1"/>
          </p:nvPr>
        </p:nvSpPr>
        <p:spPr>
          <a:xfrm>
            <a:off x="9352719" y="1740688"/>
            <a:ext cx="2522382" cy="354012"/>
          </a:xfrm>
          <a:prstGeom prst="rect">
            <a:avLst/>
          </a:prstGeom>
        </p:spPr>
        <p:txBody>
          <a:bodyPr/>
          <a:lstStyle>
            <a:lvl1pPr>
              <a:defRPr sz="1600" b="1" i="0">
                <a:solidFill>
                  <a:srgbClr val="000000"/>
                </a:solidFill>
                <a:latin typeface="IBM Plex Sans SmBld" panose="020B05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r>
              <a:rPr lang="en-US" dirty="0"/>
              <a:t>Click to edit text</a:t>
            </a:r>
          </a:p>
        </p:txBody>
      </p:sp>
      <p:sp>
        <p:nvSpPr>
          <p:cNvPr id="76" name="Picture Placeholder 2">
            <a:extLst>
              <a:ext uri="{FF2B5EF4-FFF2-40B4-BE49-F238E27FC236}">
                <a16:creationId xmlns:a16="http://schemas.microsoft.com/office/drawing/2014/main" id="{FDC309ED-9581-D74A-9B09-24E44F55A091}"/>
              </a:ext>
            </a:extLst>
          </p:cNvPr>
          <p:cNvSpPr>
            <a:spLocks noGrp="1"/>
          </p:cNvSpPr>
          <p:nvPr>
            <p:ph type="pic" sz="quarter" idx="32"/>
          </p:nvPr>
        </p:nvSpPr>
        <p:spPr>
          <a:xfrm>
            <a:off x="9453349" y="316992"/>
            <a:ext cx="1207008" cy="1207008"/>
          </a:xfrm>
          <a:prstGeom prst="rect">
            <a:avLst/>
          </a:prstGeom>
        </p:spPr>
        <p:txBody>
          <a:bodyPr/>
          <a:lstStyle/>
          <a:p>
            <a:endParaRPr lang="en-US" dirty="0"/>
          </a:p>
        </p:txBody>
      </p:sp>
      <p:sp>
        <p:nvSpPr>
          <p:cNvPr id="77" name="Text Placeholder 2">
            <a:extLst>
              <a:ext uri="{FF2B5EF4-FFF2-40B4-BE49-F238E27FC236}">
                <a16:creationId xmlns:a16="http://schemas.microsoft.com/office/drawing/2014/main" id="{8564A6D5-0D28-FB4B-B79F-737CB894DF51}"/>
              </a:ext>
            </a:extLst>
          </p:cNvPr>
          <p:cNvSpPr>
            <a:spLocks noGrp="1"/>
          </p:cNvSpPr>
          <p:nvPr>
            <p:ph type="body" sz="quarter" idx="33" hasCustomPrompt="1"/>
          </p:nvPr>
        </p:nvSpPr>
        <p:spPr>
          <a:xfrm>
            <a:off x="3268818" y="5442563"/>
            <a:ext cx="2522382" cy="973917"/>
          </a:xfrm>
          <a:prstGeom prst="rect">
            <a:avLst/>
          </a:prstGeom>
        </p:spPr>
        <p:txBody>
          <a:bodyPr/>
          <a:lstStyle>
            <a:lvl1pPr marL="0" marR="0" indent="0" algn="l" defTabSz="914400" rtl="0" eaLnBrk="1" fontAlgn="base" latinLnBrk="0" hangingPunct="1">
              <a:lnSpc>
                <a:spcPct val="100000"/>
              </a:lnSpc>
              <a:spcBef>
                <a:spcPts val="1467"/>
              </a:spcBef>
              <a:spcAft>
                <a:spcPct val="0"/>
              </a:spcAft>
              <a:buClr>
                <a:schemeClr val="tx1"/>
              </a:buClr>
              <a:buSzPct val="90000"/>
              <a:buFont typeface="Wingdings" pitchFamily="2" charset="2"/>
              <a:buNone/>
              <a:tabLst/>
              <a:defRPr sz="1200" b="0" i="0">
                <a:solidFill>
                  <a:schemeClr val="tx1"/>
                </a:solidFill>
                <a:latin typeface="IBM Plex Sans" panose="020B05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r>
              <a:rPr lang="en-US" dirty="0"/>
              <a:t>Click to edit text</a:t>
            </a:r>
          </a:p>
        </p:txBody>
      </p:sp>
      <p:sp>
        <p:nvSpPr>
          <p:cNvPr id="78" name="Text Placeholder 2">
            <a:extLst>
              <a:ext uri="{FF2B5EF4-FFF2-40B4-BE49-F238E27FC236}">
                <a16:creationId xmlns:a16="http://schemas.microsoft.com/office/drawing/2014/main" id="{098432D1-8938-8049-83D8-09880A95CC01}"/>
              </a:ext>
            </a:extLst>
          </p:cNvPr>
          <p:cNvSpPr>
            <a:spLocks noGrp="1"/>
          </p:cNvSpPr>
          <p:nvPr>
            <p:ph type="body" sz="quarter" idx="34" hasCustomPrompt="1"/>
          </p:nvPr>
        </p:nvSpPr>
        <p:spPr>
          <a:xfrm>
            <a:off x="3265818" y="5010363"/>
            <a:ext cx="2522382" cy="354012"/>
          </a:xfrm>
          <a:prstGeom prst="rect">
            <a:avLst/>
          </a:prstGeom>
        </p:spPr>
        <p:txBody>
          <a:bodyPr/>
          <a:lstStyle>
            <a:lvl1pPr>
              <a:defRPr sz="1600" b="1" i="0">
                <a:solidFill>
                  <a:srgbClr val="000000"/>
                </a:solidFill>
                <a:latin typeface="IBM Plex Sans SmBld" panose="020B05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r>
              <a:rPr lang="en-US" dirty="0"/>
              <a:t>Click to edit text</a:t>
            </a:r>
          </a:p>
        </p:txBody>
      </p:sp>
      <p:sp>
        <p:nvSpPr>
          <p:cNvPr id="79" name="Picture Placeholder 2">
            <a:extLst>
              <a:ext uri="{FF2B5EF4-FFF2-40B4-BE49-F238E27FC236}">
                <a16:creationId xmlns:a16="http://schemas.microsoft.com/office/drawing/2014/main" id="{F073A9D1-89C1-9E48-87E0-12FB69E55E14}"/>
              </a:ext>
            </a:extLst>
          </p:cNvPr>
          <p:cNvSpPr>
            <a:spLocks noGrp="1"/>
          </p:cNvSpPr>
          <p:nvPr>
            <p:ph type="pic" sz="quarter" idx="35"/>
          </p:nvPr>
        </p:nvSpPr>
        <p:spPr>
          <a:xfrm>
            <a:off x="3366448" y="3586667"/>
            <a:ext cx="1207008" cy="1207008"/>
          </a:xfrm>
          <a:prstGeom prst="rect">
            <a:avLst/>
          </a:prstGeom>
        </p:spPr>
        <p:txBody>
          <a:bodyPr/>
          <a:lstStyle/>
          <a:p>
            <a:endParaRPr lang="en-US" dirty="0"/>
          </a:p>
        </p:txBody>
      </p:sp>
      <p:sp>
        <p:nvSpPr>
          <p:cNvPr id="80" name="Text Placeholder 2">
            <a:extLst>
              <a:ext uri="{FF2B5EF4-FFF2-40B4-BE49-F238E27FC236}">
                <a16:creationId xmlns:a16="http://schemas.microsoft.com/office/drawing/2014/main" id="{B2BB3219-8FEA-0843-AC53-BF842BCD6346}"/>
              </a:ext>
            </a:extLst>
          </p:cNvPr>
          <p:cNvSpPr>
            <a:spLocks noGrp="1"/>
          </p:cNvSpPr>
          <p:nvPr>
            <p:ph type="body" sz="quarter" idx="36" hasCustomPrompt="1"/>
          </p:nvPr>
        </p:nvSpPr>
        <p:spPr>
          <a:xfrm>
            <a:off x="6312269" y="5442563"/>
            <a:ext cx="2522382" cy="973917"/>
          </a:xfrm>
          <a:prstGeom prst="rect">
            <a:avLst/>
          </a:prstGeom>
        </p:spPr>
        <p:txBody>
          <a:bodyPr/>
          <a:lstStyle>
            <a:lvl1pPr marL="0" marR="0" indent="0" algn="l" defTabSz="914400" rtl="0" eaLnBrk="1" fontAlgn="base" latinLnBrk="0" hangingPunct="1">
              <a:lnSpc>
                <a:spcPct val="100000"/>
              </a:lnSpc>
              <a:spcBef>
                <a:spcPts val="1467"/>
              </a:spcBef>
              <a:spcAft>
                <a:spcPct val="0"/>
              </a:spcAft>
              <a:buClr>
                <a:schemeClr val="tx1"/>
              </a:buClr>
              <a:buSzPct val="90000"/>
              <a:buFont typeface="Wingdings" pitchFamily="2" charset="2"/>
              <a:buNone/>
              <a:tabLst/>
              <a:defRPr sz="1200" b="0" i="0">
                <a:solidFill>
                  <a:schemeClr val="tx1"/>
                </a:solidFill>
                <a:latin typeface="IBM Plex Sans" panose="020B05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r>
              <a:rPr lang="en-US" dirty="0"/>
              <a:t>Click to edit text</a:t>
            </a:r>
          </a:p>
        </p:txBody>
      </p:sp>
      <p:sp>
        <p:nvSpPr>
          <p:cNvPr id="81" name="Text Placeholder 2">
            <a:extLst>
              <a:ext uri="{FF2B5EF4-FFF2-40B4-BE49-F238E27FC236}">
                <a16:creationId xmlns:a16="http://schemas.microsoft.com/office/drawing/2014/main" id="{EDEDE281-A4FA-1B42-98F4-A408CF9DEA7D}"/>
              </a:ext>
            </a:extLst>
          </p:cNvPr>
          <p:cNvSpPr>
            <a:spLocks noGrp="1"/>
          </p:cNvSpPr>
          <p:nvPr>
            <p:ph type="body" sz="quarter" idx="37" hasCustomPrompt="1"/>
          </p:nvPr>
        </p:nvSpPr>
        <p:spPr>
          <a:xfrm>
            <a:off x="6309269" y="5010363"/>
            <a:ext cx="2522382" cy="354012"/>
          </a:xfrm>
          <a:prstGeom prst="rect">
            <a:avLst/>
          </a:prstGeom>
        </p:spPr>
        <p:txBody>
          <a:bodyPr/>
          <a:lstStyle>
            <a:lvl1pPr>
              <a:defRPr sz="1600" b="1" i="0">
                <a:solidFill>
                  <a:srgbClr val="000000"/>
                </a:solidFill>
                <a:latin typeface="IBM Plex Sans SmBld" panose="020B05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r>
              <a:rPr lang="en-US" dirty="0"/>
              <a:t>Click to edit text</a:t>
            </a:r>
          </a:p>
        </p:txBody>
      </p:sp>
      <p:sp>
        <p:nvSpPr>
          <p:cNvPr id="82" name="Picture Placeholder 2">
            <a:extLst>
              <a:ext uri="{FF2B5EF4-FFF2-40B4-BE49-F238E27FC236}">
                <a16:creationId xmlns:a16="http://schemas.microsoft.com/office/drawing/2014/main" id="{EEDC9F04-9549-3F45-8132-5A84E0EC2EF6}"/>
              </a:ext>
            </a:extLst>
          </p:cNvPr>
          <p:cNvSpPr>
            <a:spLocks noGrp="1"/>
          </p:cNvSpPr>
          <p:nvPr>
            <p:ph type="pic" sz="quarter" idx="38"/>
          </p:nvPr>
        </p:nvSpPr>
        <p:spPr>
          <a:xfrm>
            <a:off x="6409899" y="3586667"/>
            <a:ext cx="1207008" cy="1207008"/>
          </a:xfrm>
          <a:prstGeom prst="rect">
            <a:avLst/>
          </a:prstGeom>
        </p:spPr>
        <p:txBody>
          <a:bodyPr/>
          <a:lstStyle/>
          <a:p>
            <a:endParaRPr lang="en-US" dirty="0"/>
          </a:p>
        </p:txBody>
      </p:sp>
      <p:sp>
        <p:nvSpPr>
          <p:cNvPr id="84" name="Text Placeholder 2">
            <a:extLst>
              <a:ext uri="{FF2B5EF4-FFF2-40B4-BE49-F238E27FC236}">
                <a16:creationId xmlns:a16="http://schemas.microsoft.com/office/drawing/2014/main" id="{894F4BA6-58B3-C34E-B486-9E7660B04357}"/>
              </a:ext>
            </a:extLst>
          </p:cNvPr>
          <p:cNvSpPr>
            <a:spLocks noGrp="1"/>
          </p:cNvSpPr>
          <p:nvPr>
            <p:ph type="body" sz="quarter" idx="39" hasCustomPrompt="1"/>
          </p:nvPr>
        </p:nvSpPr>
        <p:spPr>
          <a:xfrm>
            <a:off x="9355719" y="5442563"/>
            <a:ext cx="2522382" cy="973917"/>
          </a:xfrm>
          <a:prstGeom prst="rect">
            <a:avLst/>
          </a:prstGeom>
        </p:spPr>
        <p:txBody>
          <a:bodyPr/>
          <a:lstStyle>
            <a:lvl1pPr marL="0" marR="0" indent="0" algn="l" defTabSz="914400" rtl="0" eaLnBrk="1" fontAlgn="base" latinLnBrk="0" hangingPunct="1">
              <a:lnSpc>
                <a:spcPct val="100000"/>
              </a:lnSpc>
              <a:spcBef>
                <a:spcPts val="1467"/>
              </a:spcBef>
              <a:spcAft>
                <a:spcPct val="0"/>
              </a:spcAft>
              <a:buClr>
                <a:schemeClr val="tx1"/>
              </a:buClr>
              <a:buSzPct val="90000"/>
              <a:buFont typeface="Wingdings" pitchFamily="2" charset="2"/>
              <a:buNone/>
              <a:tabLst/>
              <a:defRPr sz="1200" b="0" i="0">
                <a:solidFill>
                  <a:schemeClr val="tx1"/>
                </a:solidFill>
                <a:latin typeface="IBM Plex Sans" panose="020B05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r>
              <a:rPr lang="en-US" dirty="0"/>
              <a:t>Click to edit text</a:t>
            </a:r>
          </a:p>
        </p:txBody>
      </p:sp>
      <p:sp>
        <p:nvSpPr>
          <p:cNvPr id="85" name="Text Placeholder 2">
            <a:extLst>
              <a:ext uri="{FF2B5EF4-FFF2-40B4-BE49-F238E27FC236}">
                <a16:creationId xmlns:a16="http://schemas.microsoft.com/office/drawing/2014/main" id="{EE407927-EA57-2448-A87E-E3B3497AF23F}"/>
              </a:ext>
            </a:extLst>
          </p:cNvPr>
          <p:cNvSpPr>
            <a:spLocks noGrp="1"/>
          </p:cNvSpPr>
          <p:nvPr>
            <p:ph type="body" sz="quarter" idx="40" hasCustomPrompt="1"/>
          </p:nvPr>
        </p:nvSpPr>
        <p:spPr>
          <a:xfrm>
            <a:off x="9352719" y="5010363"/>
            <a:ext cx="2522382" cy="354012"/>
          </a:xfrm>
          <a:prstGeom prst="rect">
            <a:avLst/>
          </a:prstGeom>
        </p:spPr>
        <p:txBody>
          <a:bodyPr/>
          <a:lstStyle>
            <a:lvl1pPr>
              <a:defRPr sz="1600" b="1" i="0">
                <a:solidFill>
                  <a:srgbClr val="000000"/>
                </a:solidFill>
                <a:latin typeface="IBM Plex Sans SmBld" panose="020B05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r>
              <a:rPr lang="en-US" dirty="0"/>
              <a:t>Click to edit text</a:t>
            </a:r>
          </a:p>
        </p:txBody>
      </p:sp>
      <p:sp>
        <p:nvSpPr>
          <p:cNvPr id="86" name="Picture Placeholder 2">
            <a:extLst>
              <a:ext uri="{FF2B5EF4-FFF2-40B4-BE49-F238E27FC236}">
                <a16:creationId xmlns:a16="http://schemas.microsoft.com/office/drawing/2014/main" id="{E0E22E7B-3012-A44B-A296-6302783D0A04}"/>
              </a:ext>
            </a:extLst>
          </p:cNvPr>
          <p:cNvSpPr>
            <a:spLocks noGrp="1"/>
          </p:cNvSpPr>
          <p:nvPr>
            <p:ph type="pic" sz="quarter" idx="41"/>
          </p:nvPr>
        </p:nvSpPr>
        <p:spPr>
          <a:xfrm>
            <a:off x="9453349" y="3586667"/>
            <a:ext cx="1207008" cy="1207008"/>
          </a:xfrm>
          <a:prstGeom prst="rect">
            <a:avLst/>
          </a:prstGeom>
        </p:spPr>
        <p:txBody>
          <a:bodyPr/>
          <a:lstStyle/>
          <a:p>
            <a:endParaRPr lang="en-US" dirty="0"/>
          </a:p>
        </p:txBody>
      </p:sp>
      <p:sp>
        <p:nvSpPr>
          <p:cNvPr id="68" name="Footer Placeholder 2">
            <a:extLst>
              <a:ext uri="{FF2B5EF4-FFF2-40B4-BE49-F238E27FC236}">
                <a16:creationId xmlns:a16="http://schemas.microsoft.com/office/drawing/2014/main" id="{493C7298-26D8-854C-A432-6E06F8B3C05B}"/>
              </a:ext>
            </a:extLst>
          </p:cNvPr>
          <p:cNvSpPr>
            <a:spLocks noGrp="1"/>
          </p:cNvSpPr>
          <p:nvPr>
            <p:ph type="ftr" sz="quarter" idx="3"/>
          </p:nvPr>
        </p:nvSpPr>
        <p:spPr>
          <a:xfrm>
            <a:off x="210312" y="6073456"/>
            <a:ext cx="2438312" cy="546100"/>
          </a:xfrm>
          <a:prstGeom prst="rect">
            <a:avLst/>
          </a:prstGeom>
        </p:spPr>
        <p:txBody>
          <a:bodyPr anchor="b"/>
          <a:lstStyle>
            <a:lvl1pPr>
              <a:lnSpc>
                <a:spcPct val="150000"/>
              </a:lnSpc>
              <a:defRPr sz="1000" b="0" i="0">
                <a:solidFill>
                  <a:srgbClr val="50565B"/>
                </a:solidFill>
                <a:latin typeface="IBM Plex Sans" panose="020B0503050000000000" pitchFamily="34" charset="77"/>
              </a:defRPr>
            </a:lvl1pPr>
          </a:lstStyle>
          <a:p>
            <a:r>
              <a:rPr lang="en-US" b="1">
                <a:solidFill>
                  <a:schemeClr val="tx1"/>
                </a:solidFill>
                <a:latin typeface="IBM Plex Sans SmBld" panose="020B0503050000000000" pitchFamily="34" charset="77"/>
              </a:rPr>
              <a:t>Presentation title</a:t>
            </a:r>
          </a:p>
          <a:p>
            <a:r>
              <a:rPr lang="en-US"/>
              <a:t>IBM  |  Project/team name</a:t>
            </a:r>
            <a:endParaRPr lang="en-US" dirty="0"/>
          </a:p>
        </p:txBody>
      </p:sp>
      <p:sp>
        <p:nvSpPr>
          <p:cNvPr id="88" name="Text Placeholder 64">
            <a:extLst>
              <a:ext uri="{FF2B5EF4-FFF2-40B4-BE49-F238E27FC236}">
                <a16:creationId xmlns:a16="http://schemas.microsoft.com/office/drawing/2014/main" id="{E1EA6A36-4F3E-BB40-A16E-DA2D1AFB63A6}"/>
              </a:ext>
            </a:extLst>
          </p:cNvPr>
          <p:cNvSpPr>
            <a:spLocks noGrp="1"/>
          </p:cNvSpPr>
          <p:nvPr>
            <p:ph type="body" sz="quarter" idx="42" hasCustomPrompt="1"/>
          </p:nvPr>
        </p:nvSpPr>
        <p:spPr>
          <a:xfrm>
            <a:off x="228600" y="326928"/>
            <a:ext cx="2446830" cy="1383983"/>
          </a:xfrm>
          <a:prstGeom prst="rect">
            <a:avLst/>
          </a:prstGeom>
        </p:spPr>
        <p:txBody>
          <a:bodyPr>
            <a:normAutofit/>
          </a:bodyPr>
          <a:lstStyle>
            <a:lvl1pPr>
              <a:defRPr sz="2400" b="0" i="0">
                <a:latin typeface="IBM Plex Sans" panose="020B0503050203000203" pitchFamily="34" charset="0"/>
              </a:defRPr>
            </a:lvl1pPr>
          </a:lstStyle>
          <a:p>
            <a:pPr lvl="0"/>
            <a:r>
              <a:rPr lang="en-US" dirty="0"/>
              <a:t>Slide title</a:t>
            </a:r>
          </a:p>
        </p:txBody>
      </p:sp>
    </p:spTree>
    <p:extLst>
      <p:ext uri="{BB962C8B-B14F-4D97-AF65-F5344CB8AC3E}">
        <p14:creationId xmlns:p14="http://schemas.microsoft.com/office/powerpoint/2010/main" val="118855598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Agenda 02">
    <p:spTree>
      <p:nvGrpSpPr>
        <p:cNvPr id="1" name=""/>
        <p:cNvGrpSpPr/>
        <p:nvPr/>
      </p:nvGrpSpPr>
      <p:grpSpPr>
        <a:xfrm>
          <a:off x="0" y="0"/>
          <a:ext cx="0" cy="0"/>
          <a:chOff x="0" y="0"/>
          <a:chExt cx="0" cy="0"/>
        </a:xfrm>
      </p:grpSpPr>
      <p:sp>
        <p:nvSpPr>
          <p:cNvPr id="71" name="Rectangle 70">
            <a:extLst>
              <a:ext uri="{FF2B5EF4-FFF2-40B4-BE49-F238E27FC236}">
                <a16:creationId xmlns:a16="http://schemas.microsoft.com/office/drawing/2014/main" id="{E3D35D99-0C4E-AA47-B9B3-35527D214953}"/>
              </a:ext>
            </a:extLst>
          </p:cNvPr>
          <p:cNvSpPr/>
          <p:nvPr userDrawn="1"/>
        </p:nvSpPr>
        <p:spPr bwMode="auto">
          <a:xfrm>
            <a:off x="0" y="-25399"/>
            <a:ext cx="12191990" cy="6883390"/>
          </a:xfrm>
          <a:prstGeom prst="rect">
            <a:avLst/>
          </a:prstGeom>
          <a:solidFill>
            <a:srgbClr val="051243"/>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90000"/>
              </a:lnSpc>
              <a:spcBef>
                <a:spcPct val="0"/>
              </a:spcBef>
              <a:spcAft>
                <a:spcPct val="0"/>
              </a:spcAft>
              <a:buClrTx/>
              <a:buSzTx/>
              <a:buFontTx/>
              <a:buNone/>
              <a:tabLst/>
            </a:pPr>
            <a:endParaRPr kumimoji="0" lang="en-US" sz="2000" b="0" i="0" u="none" strike="noStrike" cap="none" normalizeH="0" baseline="0" dirty="0">
              <a:ln>
                <a:noFill/>
              </a:ln>
              <a:solidFill>
                <a:schemeClr val="bg1"/>
              </a:solidFill>
              <a:effectLst/>
              <a:latin typeface="HelvNeue Light for IBM" pitchFamily="34" charset="0"/>
            </a:endParaRPr>
          </a:p>
        </p:txBody>
      </p:sp>
      <p:grpSp>
        <p:nvGrpSpPr>
          <p:cNvPr id="16" name="Group 15">
            <a:extLst>
              <a:ext uri="{FF2B5EF4-FFF2-40B4-BE49-F238E27FC236}">
                <a16:creationId xmlns:a16="http://schemas.microsoft.com/office/drawing/2014/main" id="{4E27F71D-749D-974B-AB68-C90C1F656661}"/>
              </a:ext>
            </a:extLst>
          </p:cNvPr>
          <p:cNvGrpSpPr/>
          <p:nvPr userDrawn="1"/>
        </p:nvGrpSpPr>
        <p:grpSpPr>
          <a:xfrm>
            <a:off x="-146307" y="-147320"/>
            <a:ext cx="12485627" cy="7152640"/>
            <a:chOff x="-109730" y="-110490"/>
            <a:chExt cx="9364220" cy="5364480"/>
          </a:xfrm>
        </p:grpSpPr>
        <p:grpSp>
          <p:nvGrpSpPr>
            <p:cNvPr id="17" name="Group 16">
              <a:extLst>
                <a:ext uri="{FF2B5EF4-FFF2-40B4-BE49-F238E27FC236}">
                  <a16:creationId xmlns:a16="http://schemas.microsoft.com/office/drawing/2014/main" id="{7033ABDB-33FA-424A-8022-BE25064AAE9B}"/>
                </a:ext>
              </a:extLst>
            </p:cNvPr>
            <p:cNvGrpSpPr/>
            <p:nvPr userDrawn="1"/>
          </p:nvGrpSpPr>
          <p:grpSpPr>
            <a:xfrm>
              <a:off x="228600" y="-110490"/>
              <a:ext cx="8686732" cy="91440"/>
              <a:chOff x="228600" y="-152400"/>
              <a:chExt cx="8686732" cy="152400"/>
            </a:xfrm>
          </p:grpSpPr>
          <p:cxnSp>
            <p:nvCxnSpPr>
              <p:cNvPr id="50" name="Straight Connector 49">
                <a:extLst>
                  <a:ext uri="{FF2B5EF4-FFF2-40B4-BE49-F238E27FC236}">
                    <a16:creationId xmlns:a16="http://schemas.microsoft.com/office/drawing/2014/main" id="{E028FABC-C57C-0B4D-ADC6-F0D9AC86E7C9}"/>
                  </a:ext>
                </a:extLst>
              </p:cNvPr>
              <p:cNvCxnSpPr/>
              <p:nvPr userDrawn="1"/>
            </p:nvCxnSpPr>
            <p:spPr bwMode="auto">
              <a:xfrm rot="5400000" flipH="1">
                <a:off x="152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1" name="Straight Connector 50">
                <a:extLst>
                  <a:ext uri="{FF2B5EF4-FFF2-40B4-BE49-F238E27FC236}">
                    <a16:creationId xmlns:a16="http://schemas.microsoft.com/office/drawing/2014/main" id="{CCE52FE3-158F-D14E-B6AE-3EE847C02A23}"/>
                  </a:ext>
                </a:extLst>
              </p:cNvPr>
              <p:cNvCxnSpPr/>
              <p:nvPr userDrawn="1"/>
            </p:nvCxnSpPr>
            <p:spPr bwMode="auto">
              <a:xfrm rot="5400000" flipH="1">
                <a:off x="1981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2" name="Straight Connector 51">
                <a:extLst>
                  <a:ext uri="{FF2B5EF4-FFF2-40B4-BE49-F238E27FC236}">
                    <a16:creationId xmlns:a16="http://schemas.microsoft.com/office/drawing/2014/main" id="{C6326F37-4F20-A241-8AC4-D933542FB91D}"/>
                  </a:ext>
                </a:extLst>
              </p:cNvPr>
              <p:cNvCxnSpPr/>
              <p:nvPr userDrawn="1"/>
            </p:nvCxnSpPr>
            <p:spPr bwMode="auto">
              <a:xfrm rot="5400000" flipH="1">
                <a:off x="2209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3" name="Straight Connector 52">
                <a:extLst>
                  <a:ext uri="{FF2B5EF4-FFF2-40B4-BE49-F238E27FC236}">
                    <a16:creationId xmlns:a16="http://schemas.microsoft.com/office/drawing/2014/main" id="{193EAF95-D519-4A43-A5B7-8F152B7AAAF3}"/>
                  </a:ext>
                </a:extLst>
              </p:cNvPr>
              <p:cNvCxnSpPr/>
              <p:nvPr userDrawn="1"/>
            </p:nvCxnSpPr>
            <p:spPr bwMode="auto">
              <a:xfrm rot="5400000" flipH="1">
                <a:off x="2438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4" name="Straight Connector 53">
                <a:extLst>
                  <a:ext uri="{FF2B5EF4-FFF2-40B4-BE49-F238E27FC236}">
                    <a16:creationId xmlns:a16="http://schemas.microsoft.com/office/drawing/2014/main" id="{63D1F6C8-6E33-8445-84CD-22391B38AE2F}"/>
                  </a:ext>
                </a:extLst>
              </p:cNvPr>
              <p:cNvCxnSpPr/>
              <p:nvPr userDrawn="1"/>
            </p:nvCxnSpPr>
            <p:spPr bwMode="auto">
              <a:xfrm rot="5400000" flipH="1">
                <a:off x="4267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5" name="Straight Connector 54">
                <a:extLst>
                  <a:ext uri="{FF2B5EF4-FFF2-40B4-BE49-F238E27FC236}">
                    <a16:creationId xmlns:a16="http://schemas.microsoft.com/office/drawing/2014/main" id="{7CC00B75-D288-0546-90E6-0FAF60915429}"/>
                  </a:ext>
                </a:extLst>
              </p:cNvPr>
              <p:cNvCxnSpPr/>
              <p:nvPr userDrawn="1"/>
            </p:nvCxnSpPr>
            <p:spPr bwMode="auto">
              <a:xfrm rot="5400000" flipH="1">
                <a:off x="4495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6" name="Straight Connector 55">
                <a:extLst>
                  <a:ext uri="{FF2B5EF4-FFF2-40B4-BE49-F238E27FC236}">
                    <a16:creationId xmlns:a16="http://schemas.microsoft.com/office/drawing/2014/main" id="{9E943793-FE0F-6F4D-98F4-B9E3837BCA91}"/>
                  </a:ext>
                </a:extLst>
              </p:cNvPr>
              <p:cNvCxnSpPr/>
              <p:nvPr userDrawn="1"/>
            </p:nvCxnSpPr>
            <p:spPr bwMode="auto">
              <a:xfrm rot="5400000" flipH="1">
                <a:off x="4724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7" name="Straight Connector 56">
                <a:extLst>
                  <a:ext uri="{FF2B5EF4-FFF2-40B4-BE49-F238E27FC236}">
                    <a16:creationId xmlns:a16="http://schemas.microsoft.com/office/drawing/2014/main" id="{B1C729D8-F1AE-2C45-BF73-3BFD621F4038}"/>
                  </a:ext>
                </a:extLst>
              </p:cNvPr>
              <p:cNvCxnSpPr/>
              <p:nvPr userDrawn="1"/>
            </p:nvCxnSpPr>
            <p:spPr bwMode="auto">
              <a:xfrm rot="5400000" flipH="1">
                <a:off x="6553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8" name="Straight Connector 57">
                <a:extLst>
                  <a:ext uri="{FF2B5EF4-FFF2-40B4-BE49-F238E27FC236}">
                    <a16:creationId xmlns:a16="http://schemas.microsoft.com/office/drawing/2014/main" id="{773341F0-E3B3-EB42-A739-32107097206A}"/>
                  </a:ext>
                </a:extLst>
              </p:cNvPr>
              <p:cNvCxnSpPr/>
              <p:nvPr userDrawn="1"/>
            </p:nvCxnSpPr>
            <p:spPr bwMode="auto">
              <a:xfrm rot="5400000" flipH="1">
                <a:off x="6781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9" name="Straight Connector 58">
                <a:extLst>
                  <a:ext uri="{FF2B5EF4-FFF2-40B4-BE49-F238E27FC236}">
                    <a16:creationId xmlns:a16="http://schemas.microsoft.com/office/drawing/2014/main" id="{89EDDA5B-8572-C545-8DFA-ABC33664C7A1}"/>
                  </a:ext>
                </a:extLst>
              </p:cNvPr>
              <p:cNvCxnSpPr/>
              <p:nvPr userDrawn="1"/>
            </p:nvCxnSpPr>
            <p:spPr bwMode="auto">
              <a:xfrm rot="5400000" flipH="1">
                <a:off x="7010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0" name="Straight Connector 59">
                <a:extLst>
                  <a:ext uri="{FF2B5EF4-FFF2-40B4-BE49-F238E27FC236}">
                    <a16:creationId xmlns:a16="http://schemas.microsoft.com/office/drawing/2014/main" id="{E0B85CAB-A5A1-6546-BA39-1598C1A1BF64}"/>
                  </a:ext>
                </a:extLst>
              </p:cNvPr>
              <p:cNvCxnSpPr/>
              <p:nvPr userDrawn="1"/>
            </p:nvCxnSpPr>
            <p:spPr bwMode="auto">
              <a:xfrm rot="5400000" flipH="1">
                <a:off x="8839132"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18" name="Group 17">
              <a:extLst>
                <a:ext uri="{FF2B5EF4-FFF2-40B4-BE49-F238E27FC236}">
                  <a16:creationId xmlns:a16="http://schemas.microsoft.com/office/drawing/2014/main" id="{4EE9C99B-7B10-AE41-8B1B-D8508EC96D36}"/>
                </a:ext>
              </a:extLst>
            </p:cNvPr>
            <p:cNvGrpSpPr/>
            <p:nvPr userDrawn="1"/>
          </p:nvGrpSpPr>
          <p:grpSpPr>
            <a:xfrm>
              <a:off x="228600" y="5162550"/>
              <a:ext cx="8686732" cy="91440"/>
              <a:chOff x="228600" y="5143500"/>
              <a:chExt cx="8686732" cy="152400"/>
            </a:xfrm>
          </p:grpSpPr>
          <p:cxnSp>
            <p:nvCxnSpPr>
              <p:cNvPr id="39" name="Straight Connector 38">
                <a:extLst>
                  <a:ext uri="{FF2B5EF4-FFF2-40B4-BE49-F238E27FC236}">
                    <a16:creationId xmlns:a16="http://schemas.microsoft.com/office/drawing/2014/main" id="{C65EA58F-D486-A749-9B47-9DD071000D4F}"/>
                  </a:ext>
                </a:extLst>
              </p:cNvPr>
              <p:cNvCxnSpPr/>
              <p:nvPr userDrawn="1"/>
            </p:nvCxnSpPr>
            <p:spPr bwMode="auto">
              <a:xfrm rot="5400000" flipH="1">
                <a:off x="152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9056486B-3E88-1F4E-A5B6-71F9C8038505}"/>
                  </a:ext>
                </a:extLst>
              </p:cNvPr>
              <p:cNvCxnSpPr/>
              <p:nvPr userDrawn="1"/>
            </p:nvCxnSpPr>
            <p:spPr bwMode="auto">
              <a:xfrm rot="5400000" flipH="1">
                <a:off x="1981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1" name="Straight Connector 40">
                <a:extLst>
                  <a:ext uri="{FF2B5EF4-FFF2-40B4-BE49-F238E27FC236}">
                    <a16:creationId xmlns:a16="http://schemas.microsoft.com/office/drawing/2014/main" id="{8F54F4A3-648E-3146-B408-995E6916E7DD}"/>
                  </a:ext>
                </a:extLst>
              </p:cNvPr>
              <p:cNvCxnSpPr/>
              <p:nvPr userDrawn="1"/>
            </p:nvCxnSpPr>
            <p:spPr bwMode="auto">
              <a:xfrm rot="5400000" flipH="1">
                <a:off x="2209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2" name="Straight Connector 41">
                <a:extLst>
                  <a:ext uri="{FF2B5EF4-FFF2-40B4-BE49-F238E27FC236}">
                    <a16:creationId xmlns:a16="http://schemas.microsoft.com/office/drawing/2014/main" id="{1DB512CA-21A6-9E45-BA56-12B8F4FE801F}"/>
                  </a:ext>
                </a:extLst>
              </p:cNvPr>
              <p:cNvCxnSpPr/>
              <p:nvPr userDrawn="1"/>
            </p:nvCxnSpPr>
            <p:spPr bwMode="auto">
              <a:xfrm rot="5400000" flipH="1">
                <a:off x="2438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3" name="Straight Connector 42">
                <a:extLst>
                  <a:ext uri="{FF2B5EF4-FFF2-40B4-BE49-F238E27FC236}">
                    <a16:creationId xmlns:a16="http://schemas.microsoft.com/office/drawing/2014/main" id="{2BFB8868-99DE-1A45-8575-1EA11710057F}"/>
                  </a:ext>
                </a:extLst>
              </p:cNvPr>
              <p:cNvCxnSpPr/>
              <p:nvPr userDrawn="1"/>
            </p:nvCxnSpPr>
            <p:spPr bwMode="auto">
              <a:xfrm rot="5400000" flipH="1">
                <a:off x="4267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4" name="Straight Connector 43">
                <a:extLst>
                  <a:ext uri="{FF2B5EF4-FFF2-40B4-BE49-F238E27FC236}">
                    <a16:creationId xmlns:a16="http://schemas.microsoft.com/office/drawing/2014/main" id="{730DE9A1-D9BD-524C-BE6F-1D6659196FBC}"/>
                  </a:ext>
                </a:extLst>
              </p:cNvPr>
              <p:cNvCxnSpPr/>
              <p:nvPr userDrawn="1"/>
            </p:nvCxnSpPr>
            <p:spPr bwMode="auto">
              <a:xfrm rot="5400000" flipH="1">
                <a:off x="4495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5" name="Straight Connector 44">
                <a:extLst>
                  <a:ext uri="{FF2B5EF4-FFF2-40B4-BE49-F238E27FC236}">
                    <a16:creationId xmlns:a16="http://schemas.microsoft.com/office/drawing/2014/main" id="{5ABAF5C8-E725-FD45-80A0-6EC368BF88BA}"/>
                  </a:ext>
                </a:extLst>
              </p:cNvPr>
              <p:cNvCxnSpPr/>
              <p:nvPr userDrawn="1"/>
            </p:nvCxnSpPr>
            <p:spPr bwMode="auto">
              <a:xfrm rot="5400000" flipH="1">
                <a:off x="4724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6" name="Straight Connector 45">
                <a:extLst>
                  <a:ext uri="{FF2B5EF4-FFF2-40B4-BE49-F238E27FC236}">
                    <a16:creationId xmlns:a16="http://schemas.microsoft.com/office/drawing/2014/main" id="{EBC18DE6-803B-7541-908A-41F6D4494834}"/>
                  </a:ext>
                </a:extLst>
              </p:cNvPr>
              <p:cNvCxnSpPr/>
              <p:nvPr userDrawn="1"/>
            </p:nvCxnSpPr>
            <p:spPr bwMode="auto">
              <a:xfrm rot="5400000" flipH="1">
                <a:off x="6553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7" name="Straight Connector 46">
                <a:extLst>
                  <a:ext uri="{FF2B5EF4-FFF2-40B4-BE49-F238E27FC236}">
                    <a16:creationId xmlns:a16="http://schemas.microsoft.com/office/drawing/2014/main" id="{737A4750-B9D5-5049-A414-7844F44D2F08}"/>
                  </a:ext>
                </a:extLst>
              </p:cNvPr>
              <p:cNvCxnSpPr/>
              <p:nvPr userDrawn="1"/>
            </p:nvCxnSpPr>
            <p:spPr bwMode="auto">
              <a:xfrm rot="5400000" flipH="1">
                <a:off x="6781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8" name="Straight Connector 47">
                <a:extLst>
                  <a:ext uri="{FF2B5EF4-FFF2-40B4-BE49-F238E27FC236}">
                    <a16:creationId xmlns:a16="http://schemas.microsoft.com/office/drawing/2014/main" id="{11CC3856-9176-894C-9678-78854179B583}"/>
                  </a:ext>
                </a:extLst>
              </p:cNvPr>
              <p:cNvCxnSpPr/>
              <p:nvPr userDrawn="1"/>
            </p:nvCxnSpPr>
            <p:spPr bwMode="auto">
              <a:xfrm rot="5400000" flipH="1">
                <a:off x="7010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9" name="Straight Connector 48">
                <a:extLst>
                  <a:ext uri="{FF2B5EF4-FFF2-40B4-BE49-F238E27FC236}">
                    <a16:creationId xmlns:a16="http://schemas.microsoft.com/office/drawing/2014/main" id="{3A4EF373-8CC5-F948-AA7B-C5EF10137299}"/>
                  </a:ext>
                </a:extLst>
              </p:cNvPr>
              <p:cNvCxnSpPr/>
              <p:nvPr userDrawn="1"/>
            </p:nvCxnSpPr>
            <p:spPr bwMode="auto">
              <a:xfrm rot="5400000" flipH="1">
                <a:off x="8839132"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19" name="Group 18">
              <a:extLst>
                <a:ext uri="{FF2B5EF4-FFF2-40B4-BE49-F238E27FC236}">
                  <a16:creationId xmlns:a16="http://schemas.microsoft.com/office/drawing/2014/main" id="{5EDFECA7-68A0-C74C-8702-67F215F53507}"/>
                </a:ext>
              </a:extLst>
            </p:cNvPr>
            <p:cNvGrpSpPr/>
            <p:nvPr userDrawn="1"/>
          </p:nvGrpSpPr>
          <p:grpSpPr>
            <a:xfrm>
              <a:off x="-109730" y="237744"/>
              <a:ext cx="91440" cy="4664456"/>
              <a:chOff x="-109730" y="237744"/>
              <a:chExt cx="91440" cy="4664456"/>
            </a:xfrm>
          </p:grpSpPr>
          <p:cxnSp>
            <p:nvCxnSpPr>
              <p:cNvPr id="30" name="Straight Connector 29">
                <a:extLst>
                  <a:ext uri="{FF2B5EF4-FFF2-40B4-BE49-F238E27FC236}">
                    <a16:creationId xmlns:a16="http://schemas.microsoft.com/office/drawing/2014/main" id="{B42BDEDC-364B-EC4F-9B43-9C5105374A26}"/>
                  </a:ext>
                </a:extLst>
              </p:cNvPr>
              <p:cNvCxnSpPr/>
              <p:nvPr userDrawn="1"/>
            </p:nvCxnSpPr>
            <p:spPr bwMode="auto">
              <a:xfrm flipH="1">
                <a:off x="-109730" y="65379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1" name="Straight Connector 30">
                <a:extLst>
                  <a:ext uri="{FF2B5EF4-FFF2-40B4-BE49-F238E27FC236}">
                    <a16:creationId xmlns:a16="http://schemas.microsoft.com/office/drawing/2014/main" id="{82746AEA-B7EE-6A45-A324-2780C5387E8B}"/>
                  </a:ext>
                </a:extLst>
              </p:cNvPr>
              <p:cNvCxnSpPr/>
              <p:nvPr userDrawn="1"/>
            </p:nvCxnSpPr>
            <p:spPr bwMode="auto">
              <a:xfrm flipH="1">
                <a:off x="-109730" y="128930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2" name="Straight Connector 31">
                <a:extLst>
                  <a:ext uri="{FF2B5EF4-FFF2-40B4-BE49-F238E27FC236}">
                    <a16:creationId xmlns:a16="http://schemas.microsoft.com/office/drawing/2014/main" id="{10F57C53-2F79-4140-B8DD-CFF27135CAA8}"/>
                  </a:ext>
                </a:extLst>
              </p:cNvPr>
              <p:cNvCxnSpPr/>
              <p:nvPr userDrawn="1"/>
            </p:nvCxnSpPr>
            <p:spPr bwMode="auto">
              <a:xfrm flipH="1">
                <a:off x="-109730" y="192938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3" name="Straight Connector 32">
                <a:extLst>
                  <a:ext uri="{FF2B5EF4-FFF2-40B4-BE49-F238E27FC236}">
                    <a16:creationId xmlns:a16="http://schemas.microsoft.com/office/drawing/2014/main" id="{D0D1241B-3B6D-564B-92C0-5F79295699BA}"/>
                  </a:ext>
                </a:extLst>
              </p:cNvPr>
              <p:cNvCxnSpPr/>
              <p:nvPr userDrawn="1"/>
            </p:nvCxnSpPr>
            <p:spPr bwMode="auto">
              <a:xfrm flipH="1">
                <a:off x="-109730" y="2570990"/>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4" name="Straight Connector 33">
                <a:extLst>
                  <a:ext uri="{FF2B5EF4-FFF2-40B4-BE49-F238E27FC236}">
                    <a16:creationId xmlns:a16="http://schemas.microsoft.com/office/drawing/2014/main" id="{4F1A65E1-A6DD-0E48-9328-F63C08A91C80}"/>
                  </a:ext>
                </a:extLst>
              </p:cNvPr>
              <p:cNvCxnSpPr/>
              <p:nvPr userDrawn="1"/>
            </p:nvCxnSpPr>
            <p:spPr bwMode="auto">
              <a:xfrm flipH="1">
                <a:off x="-109730" y="320954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5" name="Straight Connector 34">
                <a:extLst>
                  <a:ext uri="{FF2B5EF4-FFF2-40B4-BE49-F238E27FC236}">
                    <a16:creationId xmlns:a16="http://schemas.microsoft.com/office/drawing/2014/main" id="{DF1A857E-0280-4D4D-8C5E-78EB4893E8F3}"/>
                  </a:ext>
                </a:extLst>
              </p:cNvPr>
              <p:cNvCxnSpPr/>
              <p:nvPr userDrawn="1"/>
            </p:nvCxnSpPr>
            <p:spPr bwMode="auto">
              <a:xfrm flipH="1">
                <a:off x="-109730" y="384962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6" name="Straight Connector 35">
                <a:extLst>
                  <a:ext uri="{FF2B5EF4-FFF2-40B4-BE49-F238E27FC236}">
                    <a16:creationId xmlns:a16="http://schemas.microsoft.com/office/drawing/2014/main" id="{32EE49FC-4AC3-D84D-B296-8260919A4AFB}"/>
                  </a:ext>
                </a:extLst>
              </p:cNvPr>
              <p:cNvCxnSpPr/>
              <p:nvPr userDrawn="1"/>
            </p:nvCxnSpPr>
            <p:spPr bwMode="auto">
              <a:xfrm flipH="1">
                <a:off x="-109730" y="449427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7" name="Straight Connector 36">
                <a:extLst>
                  <a:ext uri="{FF2B5EF4-FFF2-40B4-BE49-F238E27FC236}">
                    <a16:creationId xmlns:a16="http://schemas.microsoft.com/office/drawing/2014/main" id="{A036B8A6-5887-EB43-A589-E9B55309975E}"/>
                  </a:ext>
                </a:extLst>
              </p:cNvPr>
              <p:cNvCxnSpPr/>
              <p:nvPr userDrawn="1"/>
            </p:nvCxnSpPr>
            <p:spPr bwMode="auto">
              <a:xfrm flipH="1">
                <a:off x="-109730" y="23774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8" name="Straight Connector 37">
                <a:extLst>
                  <a:ext uri="{FF2B5EF4-FFF2-40B4-BE49-F238E27FC236}">
                    <a16:creationId xmlns:a16="http://schemas.microsoft.com/office/drawing/2014/main" id="{886C2E2E-F476-B64B-A78C-E2A4F068B019}"/>
                  </a:ext>
                </a:extLst>
              </p:cNvPr>
              <p:cNvCxnSpPr/>
              <p:nvPr userDrawn="1"/>
            </p:nvCxnSpPr>
            <p:spPr bwMode="auto">
              <a:xfrm flipH="1">
                <a:off x="-109730" y="4902200"/>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20" name="Group 19">
              <a:extLst>
                <a:ext uri="{FF2B5EF4-FFF2-40B4-BE49-F238E27FC236}">
                  <a16:creationId xmlns:a16="http://schemas.microsoft.com/office/drawing/2014/main" id="{568B7B3E-2365-FA48-B0BB-56705EDB6709}"/>
                </a:ext>
              </a:extLst>
            </p:cNvPr>
            <p:cNvGrpSpPr/>
            <p:nvPr userDrawn="1"/>
          </p:nvGrpSpPr>
          <p:grpSpPr>
            <a:xfrm>
              <a:off x="9163050" y="237744"/>
              <a:ext cx="91440" cy="4663440"/>
              <a:chOff x="-109730" y="231394"/>
              <a:chExt cx="91440" cy="4663440"/>
            </a:xfrm>
          </p:grpSpPr>
          <p:cxnSp>
            <p:nvCxnSpPr>
              <p:cNvPr id="21" name="Straight Connector 20">
                <a:extLst>
                  <a:ext uri="{FF2B5EF4-FFF2-40B4-BE49-F238E27FC236}">
                    <a16:creationId xmlns:a16="http://schemas.microsoft.com/office/drawing/2014/main" id="{F8CB4122-4D33-2A42-871B-AB33239DC529}"/>
                  </a:ext>
                </a:extLst>
              </p:cNvPr>
              <p:cNvCxnSpPr/>
              <p:nvPr userDrawn="1"/>
            </p:nvCxnSpPr>
            <p:spPr bwMode="auto">
              <a:xfrm flipH="1">
                <a:off x="-109730" y="64744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E1272E41-0FA7-6B41-B356-7A2B88AC448F}"/>
                  </a:ext>
                </a:extLst>
              </p:cNvPr>
              <p:cNvCxnSpPr/>
              <p:nvPr userDrawn="1"/>
            </p:nvCxnSpPr>
            <p:spPr bwMode="auto">
              <a:xfrm flipH="1">
                <a:off x="-109730" y="128295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3" name="Straight Connector 22">
                <a:extLst>
                  <a:ext uri="{FF2B5EF4-FFF2-40B4-BE49-F238E27FC236}">
                    <a16:creationId xmlns:a16="http://schemas.microsoft.com/office/drawing/2014/main" id="{784B5EE1-D003-1F47-8D33-3E312E35B1E7}"/>
                  </a:ext>
                </a:extLst>
              </p:cNvPr>
              <p:cNvCxnSpPr/>
              <p:nvPr userDrawn="1"/>
            </p:nvCxnSpPr>
            <p:spPr bwMode="auto">
              <a:xfrm flipH="1">
                <a:off x="-109730" y="192303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4" name="Straight Connector 23">
                <a:extLst>
                  <a:ext uri="{FF2B5EF4-FFF2-40B4-BE49-F238E27FC236}">
                    <a16:creationId xmlns:a16="http://schemas.microsoft.com/office/drawing/2014/main" id="{571409CD-4C1B-8E45-ACF9-86D270DA7692}"/>
                  </a:ext>
                </a:extLst>
              </p:cNvPr>
              <p:cNvCxnSpPr/>
              <p:nvPr userDrawn="1"/>
            </p:nvCxnSpPr>
            <p:spPr bwMode="auto">
              <a:xfrm flipH="1">
                <a:off x="-109730" y="256311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5" name="Straight Connector 24">
                <a:extLst>
                  <a:ext uri="{FF2B5EF4-FFF2-40B4-BE49-F238E27FC236}">
                    <a16:creationId xmlns:a16="http://schemas.microsoft.com/office/drawing/2014/main" id="{A131086F-34E8-8C46-8C5C-6BAA87172E82}"/>
                  </a:ext>
                </a:extLst>
              </p:cNvPr>
              <p:cNvCxnSpPr/>
              <p:nvPr userDrawn="1"/>
            </p:nvCxnSpPr>
            <p:spPr bwMode="auto">
              <a:xfrm flipH="1">
                <a:off x="-109730" y="320319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6" name="Straight Connector 25">
                <a:extLst>
                  <a:ext uri="{FF2B5EF4-FFF2-40B4-BE49-F238E27FC236}">
                    <a16:creationId xmlns:a16="http://schemas.microsoft.com/office/drawing/2014/main" id="{0A42B631-F25C-F54E-B854-80328E4DFBBC}"/>
                  </a:ext>
                </a:extLst>
              </p:cNvPr>
              <p:cNvCxnSpPr/>
              <p:nvPr userDrawn="1"/>
            </p:nvCxnSpPr>
            <p:spPr bwMode="auto">
              <a:xfrm flipH="1">
                <a:off x="-109730" y="384327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7" name="Straight Connector 26">
                <a:extLst>
                  <a:ext uri="{FF2B5EF4-FFF2-40B4-BE49-F238E27FC236}">
                    <a16:creationId xmlns:a16="http://schemas.microsoft.com/office/drawing/2014/main" id="{08D46B81-A248-A847-9183-C6BC43C53E85}"/>
                  </a:ext>
                </a:extLst>
              </p:cNvPr>
              <p:cNvCxnSpPr/>
              <p:nvPr userDrawn="1"/>
            </p:nvCxnSpPr>
            <p:spPr bwMode="auto">
              <a:xfrm flipH="1">
                <a:off x="-109730" y="448792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86FA5BE4-E196-EC4A-BC7A-95A47060EE08}"/>
                  </a:ext>
                </a:extLst>
              </p:cNvPr>
              <p:cNvCxnSpPr/>
              <p:nvPr userDrawn="1"/>
            </p:nvCxnSpPr>
            <p:spPr bwMode="auto">
              <a:xfrm flipH="1">
                <a:off x="-109730" y="23139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9" name="Straight Connector 28">
                <a:extLst>
                  <a:ext uri="{FF2B5EF4-FFF2-40B4-BE49-F238E27FC236}">
                    <a16:creationId xmlns:a16="http://schemas.microsoft.com/office/drawing/2014/main" id="{47A74DF6-412C-6548-B80E-F7E7ED8433A9}"/>
                  </a:ext>
                </a:extLst>
              </p:cNvPr>
              <p:cNvCxnSpPr/>
              <p:nvPr userDrawn="1"/>
            </p:nvCxnSpPr>
            <p:spPr bwMode="auto">
              <a:xfrm flipH="1">
                <a:off x="-109730" y="489483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sp>
        <p:nvSpPr>
          <p:cNvPr id="83" name="Text Placeholder 2">
            <a:extLst>
              <a:ext uri="{FF2B5EF4-FFF2-40B4-BE49-F238E27FC236}">
                <a16:creationId xmlns:a16="http://schemas.microsoft.com/office/drawing/2014/main" id="{E1A7D9A1-75F9-6947-9FE6-6798A5D1DED4}"/>
              </a:ext>
            </a:extLst>
          </p:cNvPr>
          <p:cNvSpPr>
            <a:spLocks noGrp="1"/>
          </p:cNvSpPr>
          <p:nvPr>
            <p:ph type="body" sz="quarter" idx="18" hasCustomPrompt="1"/>
          </p:nvPr>
        </p:nvSpPr>
        <p:spPr>
          <a:xfrm>
            <a:off x="3268818" y="879911"/>
            <a:ext cx="2522382" cy="354012"/>
          </a:xfrm>
          <a:prstGeom prst="rect">
            <a:avLst/>
          </a:prstGeom>
        </p:spPr>
        <p:txBody>
          <a:bodyPr/>
          <a:lstStyle>
            <a:lvl1pPr marL="0" marR="0" indent="0" algn="l" defTabSz="914400" rtl="0" eaLnBrk="1" fontAlgn="base" latinLnBrk="0" hangingPunct="1">
              <a:lnSpc>
                <a:spcPct val="100000"/>
              </a:lnSpc>
              <a:spcBef>
                <a:spcPts val="1467"/>
              </a:spcBef>
              <a:spcAft>
                <a:spcPct val="0"/>
              </a:spcAft>
              <a:buClr>
                <a:schemeClr val="tx1"/>
              </a:buClr>
              <a:buSzPct val="90000"/>
              <a:buFont typeface="Wingdings" pitchFamily="2" charset="2"/>
              <a:buNone/>
              <a:tabLst/>
              <a:defRPr sz="1200" b="0" i="0">
                <a:solidFill>
                  <a:schemeClr val="bg1"/>
                </a:solidFill>
                <a:latin typeface="IBM Plex Sans" panose="020B05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r>
              <a:rPr lang="en-US" dirty="0"/>
              <a:t>Time</a:t>
            </a:r>
          </a:p>
        </p:txBody>
      </p:sp>
      <p:sp>
        <p:nvSpPr>
          <p:cNvPr id="97" name="Text Placeholder 2">
            <a:extLst>
              <a:ext uri="{FF2B5EF4-FFF2-40B4-BE49-F238E27FC236}">
                <a16:creationId xmlns:a16="http://schemas.microsoft.com/office/drawing/2014/main" id="{2915CF77-36E8-B44F-B5E0-E4E0F0D21E6F}"/>
              </a:ext>
            </a:extLst>
          </p:cNvPr>
          <p:cNvSpPr>
            <a:spLocks noGrp="1"/>
          </p:cNvSpPr>
          <p:nvPr>
            <p:ph type="body" sz="quarter" idx="25" hasCustomPrompt="1"/>
          </p:nvPr>
        </p:nvSpPr>
        <p:spPr>
          <a:xfrm>
            <a:off x="3268818" y="355717"/>
            <a:ext cx="2522382" cy="354012"/>
          </a:xfrm>
          <a:prstGeom prst="rect">
            <a:avLst/>
          </a:prstGeom>
        </p:spPr>
        <p:txBody>
          <a:bodyPr/>
          <a:lstStyle>
            <a:lvl1pPr>
              <a:defRPr sz="1800" b="1" i="0">
                <a:solidFill>
                  <a:schemeClr val="bg1"/>
                </a:solidFill>
                <a:latin typeface="IBM Plex Sans SmBld" panose="020B05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r>
              <a:rPr lang="en-US" dirty="0"/>
              <a:t>Click to edit text</a:t>
            </a:r>
          </a:p>
        </p:txBody>
      </p:sp>
      <p:sp>
        <p:nvSpPr>
          <p:cNvPr id="98" name="Text Placeholder 2">
            <a:extLst>
              <a:ext uri="{FF2B5EF4-FFF2-40B4-BE49-F238E27FC236}">
                <a16:creationId xmlns:a16="http://schemas.microsoft.com/office/drawing/2014/main" id="{96B953CD-2333-C942-BE96-07227558392A}"/>
              </a:ext>
            </a:extLst>
          </p:cNvPr>
          <p:cNvSpPr>
            <a:spLocks noGrp="1"/>
          </p:cNvSpPr>
          <p:nvPr>
            <p:ph type="body" sz="quarter" idx="26" hasCustomPrompt="1"/>
          </p:nvPr>
        </p:nvSpPr>
        <p:spPr>
          <a:xfrm>
            <a:off x="6305388" y="879911"/>
            <a:ext cx="2522382" cy="354012"/>
          </a:xfrm>
          <a:prstGeom prst="rect">
            <a:avLst/>
          </a:prstGeom>
        </p:spPr>
        <p:txBody>
          <a:bodyPr/>
          <a:lstStyle>
            <a:lvl1pPr marL="0" marR="0" indent="0" algn="l" defTabSz="914400" rtl="0" eaLnBrk="1" fontAlgn="base" latinLnBrk="0" hangingPunct="1">
              <a:lnSpc>
                <a:spcPct val="100000"/>
              </a:lnSpc>
              <a:spcBef>
                <a:spcPts val="1467"/>
              </a:spcBef>
              <a:spcAft>
                <a:spcPct val="0"/>
              </a:spcAft>
              <a:buClr>
                <a:schemeClr val="tx1"/>
              </a:buClr>
              <a:buSzPct val="90000"/>
              <a:buFont typeface="Wingdings" pitchFamily="2" charset="2"/>
              <a:buNone/>
              <a:tabLst/>
              <a:defRPr sz="1200" b="0" i="0">
                <a:solidFill>
                  <a:schemeClr val="bg1"/>
                </a:solidFill>
                <a:latin typeface="IBM Plex Sans" panose="020B05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r>
              <a:rPr lang="en-US" dirty="0"/>
              <a:t>Event name</a:t>
            </a:r>
          </a:p>
        </p:txBody>
      </p:sp>
      <p:sp>
        <p:nvSpPr>
          <p:cNvPr id="99" name="Text Placeholder 2">
            <a:extLst>
              <a:ext uri="{FF2B5EF4-FFF2-40B4-BE49-F238E27FC236}">
                <a16:creationId xmlns:a16="http://schemas.microsoft.com/office/drawing/2014/main" id="{16688F8F-BA21-454C-BB01-F5323351D9C6}"/>
              </a:ext>
            </a:extLst>
          </p:cNvPr>
          <p:cNvSpPr>
            <a:spLocks noGrp="1"/>
          </p:cNvSpPr>
          <p:nvPr>
            <p:ph type="body" sz="quarter" idx="27" hasCustomPrompt="1"/>
          </p:nvPr>
        </p:nvSpPr>
        <p:spPr>
          <a:xfrm>
            <a:off x="9357198" y="879911"/>
            <a:ext cx="2522382" cy="354012"/>
          </a:xfrm>
          <a:prstGeom prst="rect">
            <a:avLst/>
          </a:prstGeom>
        </p:spPr>
        <p:txBody>
          <a:bodyPr/>
          <a:lstStyle>
            <a:lvl1pPr marL="0" marR="0" indent="0" algn="l" defTabSz="914400" rtl="0" eaLnBrk="1" fontAlgn="base" latinLnBrk="0" hangingPunct="1">
              <a:lnSpc>
                <a:spcPct val="100000"/>
              </a:lnSpc>
              <a:spcBef>
                <a:spcPts val="1467"/>
              </a:spcBef>
              <a:spcAft>
                <a:spcPct val="0"/>
              </a:spcAft>
              <a:buClr>
                <a:schemeClr val="tx1"/>
              </a:buClr>
              <a:buSzPct val="90000"/>
              <a:buFont typeface="Wingdings" pitchFamily="2" charset="2"/>
              <a:buNone/>
              <a:tabLst/>
              <a:defRPr sz="1200" b="0" i="0">
                <a:solidFill>
                  <a:schemeClr val="bg1"/>
                </a:solidFill>
                <a:latin typeface="IBM Plex Sans" panose="020B05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r>
              <a:rPr lang="en-US" dirty="0"/>
              <a:t>Host/location</a:t>
            </a:r>
          </a:p>
        </p:txBody>
      </p:sp>
      <p:sp>
        <p:nvSpPr>
          <p:cNvPr id="107" name="Text Placeholder 2">
            <a:extLst>
              <a:ext uri="{FF2B5EF4-FFF2-40B4-BE49-F238E27FC236}">
                <a16:creationId xmlns:a16="http://schemas.microsoft.com/office/drawing/2014/main" id="{FCE020B4-4DEB-2940-B929-9FE6F2E500C2}"/>
              </a:ext>
            </a:extLst>
          </p:cNvPr>
          <p:cNvSpPr>
            <a:spLocks noGrp="1"/>
          </p:cNvSpPr>
          <p:nvPr>
            <p:ph type="body" sz="quarter" idx="28" hasCustomPrompt="1"/>
          </p:nvPr>
        </p:nvSpPr>
        <p:spPr>
          <a:xfrm>
            <a:off x="3268818" y="1410270"/>
            <a:ext cx="2522382" cy="354012"/>
          </a:xfrm>
          <a:prstGeom prst="rect">
            <a:avLst/>
          </a:prstGeom>
        </p:spPr>
        <p:txBody>
          <a:bodyPr/>
          <a:lstStyle>
            <a:lvl1pPr marL="0" marR="0" indent="0" algn="l" defTabSz="914400" rtl="0" eaLnBrk="1" fontAlgn="base" latinLnBrk="0" hangingPunct="1">
              <a:lnSpc>
                <a:spcPct val="100000"/>
              </a:lnSpc>
              <a:spcBef>
                <a:spcPts val="1467"/>
              </a:spcBef>
              <a:spcAft>
                <a:spcPct val="0"/>
              </a:spcAft>
              <a:buClr>
                <a:schemeClr val="tx1"/>
              </a:buClr>
              <a:buSzPct val="90000"/>
              <a:buFont typeface="Wingdings" pitchFamily="2" charset="2"/>
              <a:buNone/>
              <a:tabLst/>
              <a:defRPr sz="1200" b="0" i="0">
                <a:solidFill>
                  <a:schemeClr val="bg1"/>
                </a:solidFill>
                <a:latin typeface="IBM Plex Sans" panose="020B05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r>
              <a:rPr lang="en-US" dirty="0"/>
              <a:t>Time</a:t>
            </a:r>
          </a:p>
        </p:txBody>
      </p:sp>
      <p:sp>
        <p:nvSpPr>
          <p:cNvPr id="108" name="Text Placeholder 2">
            <a:extLst>
              <a:ext uri="{FF2B5EF4-FFF2-40B4-BE49-F238E27FC236}">
                <a16:creationId xmlns:a16="http://schemas.microsoft.com/office/drawing/2014/main" id="{437DA0C4-EFAE-6D4A-85CE-E692A5B15165}"/>
              </a:ext>
            </a:extLst>
          </p:cNvPr>
          <p:cNvSpPr>
            <a:spLocks noGrp="1"/>
          </p:cNvSpPr>
          <p:nvPr>
            <p:ph type="body" sz="quarter" idx="29" hasCustomPrompt="1"/>
          </p:nvPr>
        </p:nvSpPr>
        <p:spPr>
          <a:xfrm>
            <a:off x="6305388" y="1415859"/>
            <a:ext cx="2522382" cy="354012"/>
          </a:xfrm>
          <a:prstGeom prst="rect">
            <a:avLst/>
          </a:prstGeom>
        </p:spPr>
        <p:txBody>
          <a:bodyPr/>
          <a:lstStyle>
            <a:lvl1pPr marL="0" marR="0" indent="0" algn="l" defTabSz="914400" rtl="0" eaLnBrk="1" fontAlgn="base" latinLnBrk="0" hangingPunct="1">
              <a:lnSpc>
                <a:spcPct val="100000"/>
              </a:lnSpc>
              <a:spcBef>
                <a:spcPts val="1467"/>
              </a:spcBef>
              <a:spcAft>
                <a:spcPct val="0"/>
              </a:spcAft>
              <a:buClr>
                <a:schemeClr val="tx1"/>
              </a:buClr>
              <a:buSzPct val="90000"/>
              <a:buFont typeface="Wingdings" pitchFamily="2" charset="2"/>
              <a:buNone/>
              <a:tabLst/>
              <a:defRPr sz="1200" b="0" i="0">
                <a:solidFill>
                  <a:schemeClr val="bg1"/>
                </a:solidFill>
                <a:latin typeface="IBM Plex Sans" panose="020B05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r>
              <a:rPr lang="en-US" dirty="0"/>
              <a:t>Event name</a:t>
            </a:r>
          </a:p>
        </p:txBody>
      </p:sp>
      <p:sp>
        <p:nvSpPr>
          <p:cNvPr id="109" name="Text Placeholder 2">
            <a:extLst>
              <a:ext uri="{FF2B5EF4-FFF2-40B4-BE49-F238E27FC236}">
                <a16:creationId xmlns:a16="http://schemas.microsoft.com/office/drawing/2014/main" id="{314F97A3-81CC-B047-9F9A-358883812CC9}"/>
              </a:ext>
            </a:extLst>
          </p:cNvPr>
          <p:cNvSpPr>
            <a:spLocks noGrp="1"/>
          </p:cNvSpPr>
          <p:nvPr>
            <p:ph type="body" sz="quarter" idx="30" hasCustomPrompt="1"/>
          </p:nvPr>
        </p:nvSpPr>
        <p:spPr>
          <a:xfrm>
            <a:off x="9357198" y="1410270"/>
            <a:ext cx="2522382" cy="354012"/>
          </a:xfrm>
          <a:prstGeom prst="rect">
            <a:avLst/>
          </a:prstGeom>
        </p:spPr>
        <p:txBody>
          <a:bodyPr/>
          <a:lstStyle>
            <a:lvl1pPr marL="0" marR="0" indent="0" algn="l" defTabSz="914400" rtl="0" eaLnBrk="1" fontAlgn="base" latinLnBrk="0" hangingPunct="1">
              <a:lnSpc>
                <a:spcPct val="100000"/>
              </a:lnSpc>
              <a:spcBef>
                <a:spcPts val="1467"/>
              </a:spcBef>
              <a:spcAft>
                <a:spcPct val="0"/>
              </a:spcAft>
              <a:buClr>
                <a:schemeClr val="tx1"/>
              </a:buClr>
              <a:buSzPct val="90000"/>
              <a:buFont typeface="Wingdings" pitchFamily="2" charset="2"/>
              <a:buNone/>
              <a:tabLst/>
              <a:defRPr sz="1200" b="0" i="0">
                <a:solidFill>
                  <a:schemeClr val="bg1"/>
                </a:solidFill>
                <a:latin typeface="IBM Plex Sans" panose="020B05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r>
              <a:rPr lang="en-US" dirty="0"/>
              <a:t>Host/location</a:t>
            </a:r>
          </a:p>
        </p:txBody>
      </p:sp>
      <p:sp>
        <p:nvSpPr>
          <p:cNvPr id="110" name="Text Placeholder 2">
            <a:extLst>
              <a:ext uri="{FF2B5EF4-FFF2-40B4-BE49-F238E27FC236}">
                <a16:creationId xmlns:a16="http://schemas.microsoft.com/office/drawing/2014/main" id="{F393FFB8-0034-064E-9912-60B7109CAF10}"/>
              </a:ext>
            </a:extLst>
          </p:cNvPr>
          <p:cNvSpPr>
            <a:spLocks noGrp="1"/>
          </p:cNvSpPr>
          <p:nvPr>
            <p:ph type="body" sz="quarter" idx="31" hasCustomPrompt="1"/>
          </p:nvPr>
        </p:nvSpPr>
        <p:spPr>
          <a:xfrm>
            <a:off x="3268818" y="1940629"/>
            <a:ext cx="2522382" cy="354012"/>
          </a:xfrm>
          <a:prstGeom prst="rect">
            <a:avLst/>
          </a:prstGeom>
        </p:spPr>
        <p:txBody>
          <a:bodyPr/>
          <a:lstStyle>
            <a:lvl1pPr marL="0" marR="0" indent="0" algn="l" defTabSz="914400" rtl="0" eaLnBrk="1" fontAlgn="base" latinLnBrk="0" hangingPunct="1">
              <a:lnSpc>
                <a:spcPct val="100000"/>
              </a:lnSpc>
              <a:spcBef>
                <a:spcPts val="1467"/>
              </a:spcBef>
              <a:spcAft>
                <a:spcPct val="0"/>
              </a:spcAft>
              <a:buClr>
                <a:schemeClr val="tx1"/>
              </a:buClr>
              <a:buSzPct val="90000"/>
              <a:buFont typeface="Wingdings" pitchFamily="2" charset="2"/>
              <a:buNone/>
              <a:tabLst/>
              <a:defRPr sz="1200" b="0" i="0">
                <a:solidFill>
                  <a:schemeClr val="bg1"/>
                </a:solidFill>
                <a:latin typeface="IBM Plex Sans" panose="020B05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r>
              <a:rPr lang="en-US" dirty="0"/>
              <a:t>Time</a:t>
            </a:r>
          </a:p>
        </p:txBody>
      </p:sp>
      <p:sp>
        <p:nvSpPr>
          <p:cNvPr id="111" name="Text Placeholder 2">
            <a:extLst>
              <a:ext uri="{FF2B5EF4-FFF2-40B4-BE49-F238E27FC236}">
                <a16:creationId xmlns:a16="http://schemas.microsoft.com/office/drawing/2014/main" id="{47C78DE6-FDDC-DB42-A7F3-D65CDC78F2C4}"/>
              </a:ext>
            </a:extLst>
          </p:cNvPr>
          <p:cNvSpPr>
            <a:spLocks noGrp="1"/>
          </p:cNvSpPr>
          <p:nvPr>
            <p:ph type="body" sz="quarter" idx="32" hasCustomPrompt="1"/>
          </p:nvPr>
        </p:nvSpPr>
        <p:spPr>
          <a:xfrm>
            <a:off x="6305388" y="1951807"/>
            <a:ext cx="2522382" cy="354012"/>
          </a:xfrm>
          <a:prstGeom prst="rect">
            <a:avLst/>
          </a:prstGeom>
        </p:spPr>
        <p:txBody>
          <a:bodyPr/>
          <a:lstStyle>
            <a:lvl1pPr marL="0" marR="0" indent="0" algn="l" defTabSz="914400" rtl="0" eaLnBrk="1" fontAlgn="base" latinLnBrk="0" hangingPunct="1">
              <a:lnSpc>
                <a:spcPct val="100000"/>
              </a:lnSpc>
              <a:spcBef>
                <a:spcPts val="1467"/>
              </a:spcBef>
              <a:spcAft>
                <a:spcPct val="0"/>
              </a:spcAft>
              <a:buClr>
                <a:schemeClr val="tx1"/>
              </a:buClr>
              <a:buSzPct val="90000"/>
              <a:buFont typeface="Wingdings" pitchFamily="2" charset="2"/>
              <a:buNone/>
              <a:tabLst/>
              <a:defRPr sz="1200" b="0" i="0">
                <a:solidFill>
                  <a:schemeClr val="bg1"/>
                </a:solidFill>
                <a:latin typeface="IBM Plex Sans" panose="020B05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r>
              <a:rPr lang="en-US" dirty="0"/>
              <a:t>Event name</a:t>
            </a:r>
          </a:p>
        </p:txBody>
      </p:sp>
      <p:sp>
        <p:nvSpPr>
          <p:cNvPr id="112" name="Text Placeholder 2">
            <a:extLst>
              <a:ext uri="{FF2B5EF4-FFF2-40B4-BE49-F238E27FC236}">
                <a16:creationId xmlns:a16="http://schemas.microsoft.com/office/drawing/2014/main" id="{37BA70E4-51FF-AC46-AAEC-96DF990F4822}"/>
              </a:ext>
            </a:extLst>
          </p:cNvPr>
          <p:cNvSpPr>
            <a:spLocks noGrp="1"/>
          </p:cNvSpPr>
          <p:nvPr>
            <p:ph type="body" sz="quarter" idx="33" hasCustomPrompt="1"/>
          </p:nvPr>
        </p:nvSpPr>
        <p:spPr>
          <a:xfrm>
            <a:off x="9357198" y="1940629"/>
            <a:ext cx="2522382" cy="354012"/>
          </a:xfrm>
          <a:prstGeom prst="rect">
            <a:avLst/>
          </a:prstGeom>
        </p:spPr>
        <p:txBody>
          <a:bodyPr/>
          <a:lstStyle>
            <a:lvl1pPr marL="0" marR="0" indent="0" algn="l" defTabSz="914400" rtl="0" eaLnBrk="1" fontAlgn="base" latinLnBrk="0" hangingPunct="1">
              <a:lnSpc>
                <a:spcPct val="100000"/>
              </a:lnSpc>
              <a:spcBef>
                <a:spcPts val="1467"/>
              </a:spcBef>
              <a:spcAft>
                <a:spcPct val="0"/>
              </a:spcAft>
              <a:buClr>
                <a:schemeClr val="tx1"/>
              </a:buClr>
              <a:buSzPct val="90000"/>
              <a:buFont typeface="Wingdings" pitchFamily="2" charset="2"/>
              <a:buNone/>
              <a:tabLst/>
              <a:defRPr sz="1200" b="0" i="0">
                <a:solidFill>
                  <a:schemeClr val="bg1"/>
                </a:solidFill>
                <a:latin typeface="IBM Plex Sans" panose="020B05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r>
              <a:rPr lang="en-US" dirty="0"/>
              <a:t>Host/location</a:t>
            </a:r>
          </a:p>
        </p:txBody>
      </p:sp>
      <p:sp>
        <p:nvSpPr>
          <p:cNvPr id="116" name="Text Placeholder 2">
            <a:extLst>
              <a:ext uri="{FF2B5EF4-FFF2-40B4-BE49-F238E27FC236}">
                <a16:creationId xmlns:a16="http://schemas.microsoft.com/office/drawing/2014/main" id="{06A9F933-6DDD-9D42-B952-9925DB988AB1}"/>
              </a:ext>
            </a:extLst>
          </p:cNvPr>
          <p:cNvSpPr>
            <a:spLocks noGrp="1"/>
          </p:cNvSpPr>
          <p:nvPr>
            <p:ph type="body" sz="quarter" idx="34" hasCustomPrompt="1"/>
          </p:nvPr>
        </p:nvSpPr>
        <p:spPr>
          <a:xfrm>
            <a:off x="3268818" y="2470988"/>
            <a:ext cx="2522382" cy="354012"/>
          </a:xfrm>
          <a:prstGeom prst="rect">
            <a:avLst/>
          </a:prstGeom>
        </p:spPr>
        <p:txBody>
          <a:bodyPr/>
          <a:lstStyle>
            <a:lvl1pPr marL="0" marR="0" indent="0" algn="l" defTabSz="914400" rtl="0" eaLnBrk="1" fontAlgn="base" latinLnBrk="0" hangingPunct="1">
              <a:lnSpc>
                <a:spcPct val="100000"/>
              </a:lnSpc>
              <a:spcBef>
                <a:spcPts val="1467"/>
              </a:spcBef>
              <a:spcAft>
                <a:spcPct val="0"/>
              </a:spcAft>
              <a:buClr>
                <a:schemeClr val="tx1"/>
              </a:buClr>
              <a:buSzPct val="90000"/>
              <a:buFont typeface="Wingdings" pitchFamily="2" charset="2"/>
              <a:buNone/>
              <a:tabLst/>
              <a:defRPr sz="1200" b="0" i="0">
                <a:solidFill>
                  <a:schemeClr val="bg1"/>
                </a:solidFill>
                <a:latin typeface="IBM Plex Sans" panose="020B05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r>
              <a:rPr lang="en-US" dirty="0"/>
              <a:t>Time</a:t>
            </a:r>
          </a:p>
        </p:txBody>
      </p:sp>
      <p:sp>
        <p:nvSpPr>
          <p:cNvPr id="117" name="Text Placeholder 2">
            <a:extLst>
              <a:ext uri="{FF2B5EF4-FFF2-40B4-BE49-F238E27FC236}">
                <a16:creationId xmlns:a16="http://schemas.microsoft.com/office/drawing/2014/main" id="{2C005333-B445-AB4C-97CB-07A88583B89A}"/>
              </a:ext>
            </a:extLst>
          </p:cNvPr>
          <p:cNvSpPr>
            <a:spLocks noGrp="1"/>
          </p:cNvSpPr>
          <p:nvPr>
            <p:ph type="body" sz="quarter" idx="35" hasCustomPrompt="1"/>
          </p:nvPr>
        </p:nvSpPr>
        <p:spPr>
          <a:xfrm>
            <a:off x="6305388" y="2487755"/>
            <a:ext cx="2522382" cy="354012"/>
          </a:xfrm>
          <a:prstGeom prst="rect">
            <a:avLst/>
          </a:prstGeom>
        </p:spPr>
        <p:txBody>
          <a:bodyPr/>
          <a:lstStyle>
            <a:lvl1pPr marL="0" marR="0" indent="0" algn="l" defTabSz="914400" rtl="0" eaLnBrk="1" fontAlgn="base" latinLnBrk="0" hangingPunct="1">
              <a:lnSpc>
                <a:spcPct val="100000"/>
              </a:lnSpc>
              <a:spcBef>
                <a:spcPts val="1467"/>
              </a:spcBef>
              <a:spcAft>
                <a:spcPct val="0"/>
              </a:spcAft>
              <a:buClr>
                <a:schemeClr val="tx1"/>
              </a:buClr>
              <a:buSzPct val="90000"/>
              <a:buFont typeface="Wingdings" pitchFamily="2" charset="2"/>
              <a:buNone/>
              <a:tabLst/>
              <a:defRPr sz="1200" b="0" i="0">
                <a:solidFill>
                  <a:schemeClr val="bg1"/>
                </a:solidFill>
                <a:latin typeface="IBM Plex Sans" panose="020B05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r>
              <a:rPr lang="en-US" dirty="0"/>
              <a:t>Event name</a:t>
            </a:r>
          </a:p>
        </p:txBody>
      </p:sp>
      <p:sp>
        <p:nvSpPr>
          <p:cNvPr id="118" name="Text Placeholder 2">
            <a:extLst>
              <a:ext uri="{FF2B5EF4-FFF2-40B4-BE49-F238E27FC236}">
                <a16:creationId xmlns:a16="http://schemas.microsoft.com/office/drawing/2014/main" id="{DB78CC39-2872-7F48-A50E-7BEB4B6E285C}"/>
              </a:ext>
            </a:extLst>
          </p:cNvPr>
          <p:cNvSpPr>
            <a:spLocks noGrp="1"/>
          </p:cNvSpPr>
          <p:nvPr>
            <p:ph type="body" sz="quarter" idx="36" hasCustomPrompt="1"/>
          </p:nvPr>
        </p:nvSpPr>
        <p:spPr>
          <a:xfrm>
            <a:off x="9357198" y="2470988"/>
            <a:ext cx="2522382" cy="354012"/>
          </a:xfrm>
          <a:prstGeom prst="rect">
            <a:avLst/>
          </a:prstGeom>
        </p:spPr>
        <p:txBody>
          <a:bodyPr/>
          <a:lstStyle>
            <a:lvl1pPr marL="0" marR="0" indent="0" algn="l" defTabSz="914400" rtl="0" eaLnBrk="1" fontAlgn="base" latinLnBrk="0" hangingPunct="1">
              <a:lnSpc>
                <a:spcPct val="100000"/>
              </a:lnSpc>
              <a:spcBef>
                <a:spcPts val="1467"/>
              </a:spcBef>
              <a:spcAft>
                <a:spcPct val="0"/>
              </a:spcAft>
              <a:buClr>
                <a:schemeClr val="tx1"/>
              </a:buClr>
              <a:buSzPct val="90000"/>
              <a:buFont typeface="Wingdings" pitchFamily="2" charset="2"/>
              <a:buNone/>
              <a:tabLst/>
              <a:defRPr sz="1200" b="0" i="0">
                <a:solidFill>
                  <a:schemeClr val="bg1"/>
                </a:solidFill>
                <a:latin typeface="IBM Plex Sans" panose="020B05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r>
              <a:rPr lang="en-US" dirty="0"/>
              <a:t>Host/location</a:t>
            </a:r>
          </a:p>
        </p:txBody>
      </p:sp>
      <p:sp>
        <p:nvSpPr>
          <p:cNvPr id="119" name="Text Placeholder 2">
            <a:extLst>
              <a:ext uri="{FF2B5EF4-FFF2-40B4-BE49-F238E27FC236}">
                <a16:creationId xmlns:a16="http://schemas.microsoft.com/office/drawing/2014/main" id="{E8A82CD9-7579-2D40-9AD3-420FAA48CA1D}"/>
              </a:ext>
            </a:extLst>
          </p:cNvPr>
          <p:cNvSpPr>
            <a:spLocks noGrp="1"/>
          </p:cNvSpPr>
          <p:nvPr>
            <p:ph type="body" sz="quarter" idx="37" hasCustomPrompt="1"/>
          </p:nvPr>
        </p:nvSpPr>
        <p:spPr>
          <a:xfrm>
            <a:off x="3268818" y="3001347"/>
            <a:ext cx="2522382" cy="354012"/>
          </a:xfrm>
          <a:prstGeom prst="rect">
            <a:avLst/>
          </a:prstGeom>
        </p:spPr>
        <p:txBody>
          <a:bodyPr/>
          <a:lstStyle>
            <a:lvl1pPr marL="0" marR="0" indent="0" algn="l" defTabSz="914400" rtl="0" eaLnBrk="1" fontAlgn="base" latinLnBrk="0" hangingPunct="1">
              <a:lnSpc>
                <a:spcPct val="100000"/>
              </a:lnSpc>
              <a:spcBef>
                <a:spcPts val="1467"/>
              </a:spcBef>
              <a:spcAft>
                <a:spcPct val="0"/>
              </a:spcAft>
              <a:buClr>
                <a:schemeClr val="tx1"/>
              </a:buClr>
              <a:buSzPct val="90000"/>
              <a:buFont typeface="Wingdings" pitchFamily="2" charset="2"/>
              <a:buNone/>
              <a:tabLst/>
              <a:defRPr sz="1200" b="0" i="0">
                <a:solidFill>
                  <a:schemeClr val="bg1"/>
                </a:solidFill>
                <a:latin typeface="IBM Plex Sans" panose="020B05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r>
              <a:rPr lang="en-US" dirty="0"/>
              <a:t>Time</a:t>
            </a:r>
          </a:p>
        </p:txBody>
      </p:sp>
      <p:sp>
        <p:nvSpPr>
          <p:cNvPr id="120" name="Text Placeholder 2">
            <a:extLst>
              <a:ext uri="{FF2B5EF4-FFF2-40B4-BE49-F238E27FC236}">
                <a16:creationId xmlns:a16="http://schemas.microsoft.com/office/drawing/2014/main" id="{1F19E40E-54B1-EB41-9225-98CC217410D0}"/>
              </a:ext>
            </a:extLst>
          </p:cNvPr>
          <p:cNvSpPr>
            <a:spLocks noGrp="1"/>
          </p:cNvSpPr>
          <p:nvPr>
            <p:ph type="body" sz="quarter" idx="38" hasCustomPrompt="1"/>
          </p:nvPr>
        </p:nvSpPr>
        <p:spPr>
          <a:xfrm>
            <a:off x="6305388" y="3023703"/>
            <a:ext cx="2522382" cy="354012"/>
          </a:xfrm>
          <a:prstGeom prst="rect">
            <a:avLst/>
          </a:prstGeom>
        </p:spPr>
        <p:txBody>
          <a:bodyPr/>
          <a:lstStyle>
            <a:lvl1pPr marL="0" marR="0" indent="0" algn="l" defTabSz="914400" rtl="0" eaLnBrk="1" fontAlgn="base" latinLnBrk="0" hangingPunct="1">
              <a:lnSpc>
                <a:spcPct val="100000"/>
              </a:lnSpc>
              <a:spcBef>
                <a:spcPts val="1467"/>
              </a:spcBef>
              <a:spcAft>
                <a:spcPct val="0"/>
              </a:spcAft>
              <a:buClr>
                <a:schemeClr val="tx1"/>
              </a:buClr>
              <a:buSzPct val="90000"/>
              <a:buFont typeface="Wingdings" pitchFamily="2" charset="2"/>
              <a:buNone/>
              <a:tabLst/>
              <a:defRPr sz="1200" b="0" i="0">
                <a:solidFill>
                  <a:schemeClr val="bg1"/>
                </a:solidFill>
                <a:latin typeface="IBM Plex Sans" panose="020B05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r>
              <a:rPr lang="en-US" dirty="0"/>
              <a:t>Event name</a:t>
            </a:r>
          </a:p>
        </p:txBody>
      </p:sp>
      <p:sp>
        <p:nvSpPr>
          <p:cNvPr id="121" name="Text Placeholder 2">
            <a:extLst>
              <a:ext uri="{FF2B5EF4-FFF2-40B4-BE49-F238E27FC236}">
                <a16:creationId xmlns:a16="http://schemas.microsoft.com/office/drawing/2014/main" id="{209CEC9B-A511-1641-9F8D-6FE1A1CED448}"/>
              </a:ext>
            </a:extLst>
          </p:cNvPr>
          <p:cNvSpPr>
            <a:spLocks noGrp="1"/>
          </p:cNvSpPr>
          <p:nvPr>
            <p:ph type="body" sz="quarter" idx="39" hasCustomPrompt="1"/>
          </p:nvPr>
        </p:nvSpPr>
        <p:spPr>
          <a:xfrm>
            <a:off x="9357198" y="3001347"/>
            <a:ext cx="2522382" cy="354012"/>
          </a:xfrm>
          <a:prstGeom prst="rect">
            <a:avLst/>
          </a:prstGeom>
        </p:spPr>
        <p:txBody>
          <a:bodyPr/>
          <a:lstStyle>
            <a:lvl1pPr marL="0" marR="0" indent="0" algn="l" defTabSz="914400" rtl="0" eaLnBrk="1" fontAlgn="base" latinLnBrk="0" hangingPunct="1">
              <a:lnSpc>
                <a:spcPct val="100000"/>
              </a:lnSpc>
              <a:spcBef>
                <a:spcPts val="1467"/>
              </a:spcBef>
              <a:spcAft>
                <a:spcPct val="0"/>
              </a:spcAft>
              <a:buClr>
                <a:schemeClr val="tx1"/>
              </a:buClr>
              <a:buSzPct val="90000"/>
              <a:buFont typeface="Wingdings" pitchFamily="2" charset="2"/>
              <a:buNone/>
              <a:tabLst/>
              <a:defRPr sz="1200" b="0" i="0">
                <a:solidFill>
                  <a:schemeClr val="bg1"/>
                </a:solidFill>
                <a:latin typeface="IBM Plex Sans" panose="020B05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r>
              <a:rPr lang="en-US" dirty="0"/>
              <a:t>Host/location</a:t>
            </a:r>
          </a:p>
        </p:txBody>
      </p:sp>
      <p:sp>
        <p:nvSpPr>
          <p:cNvPr id="122" name="Text Placeholder 2">
            <a:extLst>
              <a:ext uri="{FF2B5EF4-FFF2-40B4-BE49-F238E27FC236}">
                <a16:creationId xmlns:a16="http://schemas.microsoft.com/office/drawing/2014/main" id="{DACB2EB0-8919-0042-B7D9-6744C4AD403F}"/>
              </a:ext>
            </a:extLst>
          </p:cNvPr>
          <p:cNvSpPr>
            <a:spLocks noGrp="1"/>
          </p:cNvSpPr>
          <p:nvPr>
            <p:ph type="body" sz="quarter" idx="40" hasCustomPrompt="1"/>
          </p:nvPr>
        </p:nvSpPr>
        <p:spPr>
          <a:xfrm>
            <a:off x="3268818" y="3531706"/>
            <a:ext cx="2522382" cy="354012"/>
          </a:xfrm>
          <a:prstGeom prst="rect">
            <a:avLst/>
          </a:prstGeom>
        </p:spPr>
        <p:txBody>
          <a:bodyPr/>
          <a:lstStyle>
            <a:lvl1pPr marL="0" marR="0" indent="0" algn="l" defTabSz="914400" rtl="0" eaLnBrk="1" fontAlgn="base" latinLnBrk="0" hangingPunct="1">
              <a:lnSpc>
                <a:spcPct val="100000"/>
              </a:lnSpc>
              <a:spcBef>
                <a:spcPts val="1467"/>
              </a:spcBef>
              <a:spcAft>
                <a:spcPct val="0"/>
              </a:spcAft>
              <a:buClr>
                <a:schemeClr val="tx1"/>
              </a:buClr>
              <a:buSzPct val="90000"/>
              <a:buFont typeface="Wingdings" pitchFamily="2" charset="2"/>
              <a:buNone/>
              <a:tabLst/>
              <a:defRPr sz="1200" b="0" i="0">
                <a:solidFill>
                  <a:schemeClr val="bg1"/>
                </a:solidFill>
                <a:latin typeface="IBM Plex Sans" panose="020B05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r>
              <a:rPr lang="en-US" dirty="0"/>
              <a:t>Time</a:t>
            </a:r>
          </a:p>
        </p:txBody>
      </p:sp>
      <p:sp>
        <p:nvSpPr>
          <p:cNvPr id="123" name="Text Placeholder 2">
            <a:extLst>
              <a:ext uri="{FF2B5EF4-FFF2-40B4-BE49-F238E27FC236}">
                <a16:creationId xmlns:a16="http://schemas.microsoft.com/office/drawing/2014/main" id="{E8DBCBEC-0C15-6442-A759-A03886ABF10E}"/>
              </a:ext>
            </a:extLst>
          </p:cNvPr>
          <p:cNvSpPr>
            <a:spLocks noGrp="1"/>
          </p:cNvSpPr>
          <p:nvPr>
            <p:ph type="body" sz="quarter" idx="41" hasCustomPrompt="1"/>
          </p:nvPr>
        </p:nvSpPr>
        <p:spPr>
          <a:xfrm>
            <a:off x="6305388" y="3559651"/>
            <a:ext cx="2522382" cy="354012"/>
          </a:xfrm>
          <a:prstGeom prst="rect">
            <a:avLst/>
          </a:prstGeom>
        </p:spPr>
        <p:txBody>
          <a:bodyPr/>
          <a:lstStyle>
            <a:lvl1pPr marL="0" marR="0" indent="0" algn="l" defTabSz="914400" rtl="0" eaLnBrk="1" fontAlgn="base" latinLnBrk="0" hangingPunct="1">
              <a:lnSpc>
                <a:spcPct val="100000"/>
              </a:lnSpc>
              <a:spcBef>
                <a:spcPts val="1467"/>
              </a:spcBef>
              <a:spcAft>
                <a:spcPct val="0"/>
              </a:spcAft>
              <a:buClr>
                <a:schemeClr val="tx1"/>
              </a:buClr>
              <a:buSzPct val="90000"/>
              <a:buFont typeface="Wingdings" pitchFamily="2" charset="2"/>
              <a:buNone/>
              <a:tabLst/>
              <a:defRPr sz="1200" b="0" i="0">
                <a:solidFill>
                  <a:schemeClr val="bg1"/>
                </a:solidFill>
                <a:latin typeface="IBM Plex Sans" panose="020B05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r>
              <a:rPr lang="en-US" dirty="0"/>
              <a:t>Event name</a:t>
            </a:r>
          </a:p>
        </p:txBody>
      </p:sp>
      <p:sp>
        <p:nvSpPr>
          <p:cNvPr id="124" name="Text Placeholder 2">
            <a:extLst>
              <a:ext uri="{FF2B5EF4-FFF2-40B4-BE49-F238E27FC236}">
                <a16:creationId xmlns:a16="http://schemas.microsoft.com/office/drawing/2014/main" id="{71B7D040-9852-4843-B3CF-09436BFF4C28}"/>
              </a:ext>
            </a:extLst>
          </p:cNvPr>
          <p:cNvSpPr>
            <a:spLocks noGrp="1"/>
          </p:cNvSpPr>
          <p:nvPr>
            <p:ph type="body" sz="quarter" idx="42" hasCustomPrompt="1"/>
          </p:nvPr>
        </p:nvSpPr>
        <p:spPr>
          <a:xfrm>
            <a:off x="9357198" y="3531706"/>
            <a:ext cx="2522382" cy="354012"/>
          </a:xfrm>
          <a:prstGeom prst="rect">
            <a:avLst/>
          </a:prstGeom>
        </p:spPr>
        <p:txBody>
          <a:bodyPr/>
          <a:lstStyle>
            <a:lvl1pPr marL="0" marR="0" indent="0" algn="l" defTabSz="914400" rtl="0" eaLnBrk="1" fontAlgn="base" latinLnBrk="0" hangingPunct="1">
              <a:lnSpc>
                <a:spcPct val="100000"/>
              </a:lnSpc>
              <a:spcBef>
                <a:spcPts val="1467"/>
              </a:spcBef>
              <a:spcAft>
                <a:spcPct val="0"/>
              </a:spcAft>
              <a:buClr>
                <a:schemeClr val="tx1"/>
              </a:buClr>
              <a:buSzPct val="90000"/>
              <a:buFont typeface="Wingdings" pitchFamily="2" charset="2"/>
              <a:buNone/>
              <a:tabLst/>
              <a:defRPr sz="1200" b="0" i="0">
                <a:solidFill>
                  <a:schemeClr val="bg1"/>
                </a:solidFill>
                <a:latin typeface="IBM Plex Sans" panose="020B05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r>
              <a:rPr lang="en-US" dirty="0"/>
              <a:t>Host/location</a:t>
            </a:r>
          </a:p>
        </p:txBody>
      </p:sp>
      <p:sp>
        <p:nvSpPr>
          <p:cNvPr id="129" name="Text Placeholder 2">
            <a:extLst>
              <a:ext uri="{FF2B5EF4-FFF2-40B4-BE49-F238E27FC236}">
                <a16:creationId xmlns:a16="http://schemas.microsoft.com/office/drawing/2014/main" id="{393B6E32-4B42-0546-B33F-978F381BDC99}"/>
              </a:ext>
            </a:extLst>
          </p:cNvPr>
          <p:cNvSpPr>
            <a:spLocks noGrp="1"/>
          </p:cNvSpPr>
          <p:nvPr>
            <p:ph type="body" sz="quarter" idx="43" hasCustomPrompt="1"/>
          </p:nvPr>
        </p:nvSpPr>
        <p:spPr>
          <a:xfrm>
            <a:off x="3268818" y="4062065"/>
            <a:ext cx="2522382" cy="354012"/>
          </a:xfrm>
          <a:prstGeom prst="rect">
            <a:avLst/>
          </a:prstGeom>
        </p:spPr>
        <p:txBody>
          <a:bodyPr/>
          <a:lstStyle>
            <a:lvl1pPr marL="0" marR="0" indent="0" algn="l" defTabSz="914400" rtl="0" eaLnBrk="1" fontAlgn="base" latinLnBrk="0" hangingPunct="1">
              <a:lnSpc>
                <a:spcPct val="100000"/>
              </a:lnSpc>
              <a:spcBef>
                <a:spcPts val="1467"/>
              </a:spcBef>
              <a:spcAft>
                <a:spcPct val="0"/>
              </a:spcAft>
              <a:buClr>
                <a:schemeClr val="tx1"/>
              </a:buClr>
              <a:buSzPct val="90000"/>
              <a:buFont typeface="Wingdings" pitchFamily="2" charset="2"/>
              <a:buNone/>
              <a:tabLst/>
              <a:defRPr sz="1200" b="0" i="0">
                <a:solidFill>
                  <a:schemeClr val="bg1"/>
                </a:solidFill>
                <a:latin typeface="IBM Plex Sans" panose="020B05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r>
              <a:rPr lang="en-US" dirty="0"/>
              <a:t>Time</a:t>
            </a:r>
          </a:p>
        </p:txBody>
      </p:sp>
      <p:sp>
        <p:nvSpPr>
          <p:cNvPr id="130" name="Text Placeholder 2">
            <a:extLst>
              <a:ext uri="{FF2B5EF4-FFF2-40B4-BE49-F238E27FC236}">
                <a16:creationId xmlns:a16="http://schemas.microsoft.com/office/drawing/2014/main" id="{A5B39F5C-352A-C942-9132-66F5F1A65C19}"/>
              </a:ext>
            </a:extLst>
          </p:cNvPr>
          <p:cNvSpPr>
            <a:spLocks noGrp="1"/>
          </p:cNvSpPr>
          <p:nvPr>
            <p:ph type="body" sz="quarter" idx="44" hasCustomPrompt="1"/>
          </p:nvPr>
        </p:nvSpPr>
        <p:spPr>
          <a:xfrm>
            <a:off x="6305388" y="4095599"/>
            <a:ext cx="2522382" cy="354012"/>
          </a:xfrm>
          <a:prstGeom prst="rect">
            <a:avLst/>
          </a:prstGeom>
        </p:spPr>
        <p:txBody>
          <a:bodyPr/>
          <a:lstStyle>
            <a:lvl1pPr marL="0" marR="0" indent="0" algn="l" defTabSz="914400" rtl="0" eaLnBrk="1" fontAlgn="base" latinLnBrk="0" hangingPunct="1">
              <a:lnSpc>
                <a:spcPct val="100000"/>
              </a:lnSpc>
              <a:spcBef>
                <a:spcPts val="1467"/>
              </a:spcBef>
              <a:spcAft>
                <a:spcPct val="0"/>
              </a:spcAft>
              <a:buClr>
                <a:schemeClr val="tx1"/>
              </a:buClr>
              <a:buSzPct val="90000"/>
              <a:buFont typeface="Wingdings" pitchFamily="2" charset="2"/>
              <a:buNone/>
              <a:tabLst/>
              <a:defRPr sz="1200" b="0" i="0">
                <a:solidFill>
                  <a:schemeClr val="bg1"/>
                </a:solidFill>
                <a:latin typeface="IBM Plex Sans" panose="020B05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r>
              <a:rPr lang="en-US" dirty="0"/>
              <a:t>Event name</a:t>
            </a:r>
          </a:p>
        </p:txBody>
      </p:sp>
      <p:sp>
        <p:nvSpPr>
          <p:cNvPr id="131" name="Text Placeholder 2">
            <a:extLst>
              <a:ext uri="{FF2B5EF4-FFF2-40B4-BE49-F238E27FC236}">
                <a16:creationId xmlns:a16="http://schemas.microsoft.com/office/drawing/2014/main" id="{761C19D8-2C9A-3B48-AC46-1E9CC1703326}"/>
              </a:ext>
            </a:extLst>
          </p:cNvPr>
          <p:cNvSpPr>
            <a:spLocks noGrp="1"/>
          </p:cNvSpPr>
          <p:nvPr>
            <p:ph type="body" sz="quarter" idx="45" hasCustomPrompt="1"/>
          </p:nvPr>
        </p:nvSpPr>
        <p:spPr>
          <a:xfrm>
            <a:off x="9357198" y="4062065"/>
            <a:ext cx="2522382" cy="354012"/>
          </a:xfrm>
          <a:prstGeom prst="rect">
            <a:avLst/>
          </a:prstGeom>
        </p:spPr>
        <p:txBody>
          <a:bodyPr/>
          <a:lstStyle>
            <a:lvl1pPr marL="0" marR="0" indent="0" algn="l" defTabSz="914400" rtl="0" eaLnBrk="1" fontAlgn="base" latinLnBrk="0" hangingPunct="1">
              <a:lnSpc>
                <a:spcPct val="100000"/>
              </a:lnSpc>
              <a:spcBef>
                <a:spcPts val="1467"/>
              </a:spcBef>
              <a:spcAft>
                <a:spcPct val="0"/>
              </a:spcAft>
              <a:buClr>
                <a:schemeClr val="tx1"/>
              </a:buClr>
              <a:buSzPct val="90000"/>
              <a:buFont typeface="Wingdings" pitchFamily="2" charset="2"/>
              <a:buNone/>
              <a:tabLst/>
              <a:defRPr sz="1200" b="0" i="0">
                <a:solidFill>
                  <a:schemeClr val="bg1"/>
                </a:solidFill>
                <a:latin typeface="IBM Plex Sans" panose="020B05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r>
              <a:rPr lang="en-US" dirty="0"/>
              <a:t>Host/location</a:t>
            </a:r>
          </a:p>
        </p:txBody>
      </p:sp>
      <p:sp>
        <p:nvSpPr>
          <p:cNvPr id="132" name="Text Placeholder 2">
            <a:extLst>
              <a:ext uri="{FF2B5EF4-FFF2-40B4-BE49-F238E27FC236}">
                <a16:creationId xmlns:a16="http://schemas.microsoft.com/office/drawing/2014/main" id="{B266E47C-E9DC-FB4C-AD00-02A29792EFD0}"/>
              </a:ext>
            </a:extLst>
          </p:cNvPr>
          <p:cNvSpPr>
            <a:spLocks noGrp="1"/>
          </p:cNvSpPr>
          <p:nvPr>
            <p:ph type="body" sz="quarter" idx="46" hasCustomPrompt="1"/>
          </p:nvPr>
        </p:nvSpPr>
        <p:spPr>
          <a:xfrm>
            <a:off x="3268818" y="4592424"/>
            <a:ext cx="2522382" cy="354012"/>
          </a:xfrm>
          <a:prstGeom prst="rect">
            <a:avLst/>
          </a:prstGeom>
        </p:spPr>
        <p:txBody>
          <a:bodyPr/>
          <a:lstStyle>
            <a:lvl1pPr marL="0" marR="0" indent="0" algn="l" defTabSz="914400" rtl="0" eaLnBrk="1" fontAlgn="base" latinLnBrk="0" hangingPunct="1">
              <a:lnSpc>
                <a:spcPct val="100000"/>
              </a:lnSpc>
              <a:spcBef>
                <a:spcPts val="1467"/>
              </a:spcBef>
              <a:spcAft>
                <a:spcPct val="0"/>
              </a:spcAft>
              <a:buClr>
                <a:schemeClr val="tx1"/>
              </a:buClr>
              <a:buSzPct val="90000"/>
              <a:buFont typeface="Wingdings" pitchFamily="2" charset="2"/>
              <a:buNone/>
              <a:tabLst/>
              <a:defRPr sz="1200" b="0" i="0">
                <a:solidFill>
                  <a:schemeClr val="bg1"/>
                </a:solidFill>
                <a:latin typeface="IBM Plex Sans" panose="020B05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r>
              <a:rPr lang="en-US" dirty="0"/>
              <a:t>Time</a:t>
            </a:r>
          </a:p>
        </p:txBody>
      </p:sp>
      <p:sp>
        <p:nvSpPr>
          <p:cNvPr id="133" name="Text Placeholder 2">
            <a:extLst>
              <a:ext uri="{FF2B5EF4-FFF2-40B4-BE49-F238E27FC236}">
                <a16:creationId xmlns:a16="http://schemas.microsoft.com/office/drawing/2014/main" id="{2EF1DDF7-F5BC-FE40-B2F0-07DD45B3C7BC}"/>
              </a:ext>
            </a:extLst>
          </p:cNvPr>
          <p:cNvSpPr>
            <a:spLocks noGrp="1"/>
          </p:cNvSpPr>
          <p:nvPr>
            <p:ph type="body" sz="quarter" idx="47" hasCustomPrompt="1"/>
          </p:nvPr>
        </p:nvSpPr>
        <p:spPr>
          <a:xfrm>
            <a:off x="6305388" y="4631547"/>
            <a:ext cx="2522382" cy="354012"/>
          </a:xfrm>
          <a:prstGeom prst="rect">
            <a:avLst/>
          </a:prstGeom>
        </p:spPr>
        <p:txBody>
          <a:bodyPr/>
          <a:lstStyle>
            <a:lvl1pPr marL="0" marR="0" indent="0" algn="l" defTabSz="914400" rtl="0" eaLnBrk="1" fontAlgn="base" latinLnBrk="0" hangingPunct="1">
              <a:lnSpc>
                <a:spcPct val="100000"/>
              </a:lnSpc>
              <a:spcBef>
                <a:spcPts val="1467"/>
              </a:spcBef>
              <a:spcAft>
                <a:spcPct val="0"/>
              </a:spcAft>
              <a:buClr>
                <a:schemeClr val="tx1"/>
              </a:buClr>
              <a:buSzPct val="90000"/>
              <a:buFont typeface="Wingdings" pitchFamily="2" charset="2"/>
              <a:buNone/>
              <a:tabLst/>
              <a:defRPr sz="1200" b="0" i="0">
                <a:solidFill>
                  <a:schemeClr val="bg1"/>
                </a:solidFill>
                <a:latin typeface="IBM Plex Sans" panose="020B05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r>
              <a:rPr lang="en-US" dirty="0"/>
              <a:t>Event name</a:t>
            </a:r>
          </a:p>
        </p:txBody>
      </p:sp>
      <p:sp>
        <p:nvSpPr>
          <p:cNvPr id="134" name="Text Placeholder 2">
            <a:extLst>
              <a:ext uri="{FF2B5EF4-FFF2-40B4-BE49-F238E27FC236}">
                <a16:creationId xmlns:a16="http://schemas.microsoft.com/office/drawing/2014/main" id="{1B4662AE-55D4-5A49-A795-927B54AEB9B8}"/>
              </a:ext>
            </a:extLst>
          </p:cNvPr>
          <p:cNvSpPr>
            <a:spLocks noGrp="1"/>
          </p:cNvSpPr>
          <p:nvPr>
            <p:ph type="body" sz="quarter" idx="48" hasCustomPrompt="1"/>
          </p:nvPr>
        </p:nvSpPr>
        <p:spPr>
          <a:xfrm>
            <a:off x="9357198" y="4592424"/>
            <a:ext cx="2522382" cy="354012"/>
          </a:xfrm>
          <a:prstGeom prst="rect">
            <a:avLst/>
          </a:prstGeom>
        </p:spPr>
        <p:txBody>
          <a:bodyPr/>
          <a:lstStyle>
            <a:lvl1pPr marL="0" marR="0" indent="0" algn="l" defTabSz="914400" rtl="0" eaLnBrk="1" fontAlgn="base" latinLnBrk="0" hangingPunct="1">
              <a:lnSpc>
                <a:spcPct val="100000"/>
              </a:lnSpc>
              <a:spcBef>
                <a:spcPts val="1467"/>
              </a:spcBef>
              <a:spcAft>
                <a:spcPct val="0"/>
              </a:spcAft>
              <a:buClr>
                <a:schemeClr val="tx1"/>
              </a:buClr>
              <a:buSzPct val="90000"/>
              <a:buFont typeface="Wingdings" pitchFamily="2" charset="2"/>
              <a:buNone/>
              <a:tabLst/>
              <a:defRPr sz="1200" b="0" i="0">
                <a:solidFill>
                  <a:schemeClr val="bg1"/>
                </a:solidFill>
                <a:latin typeface="IBM Plex Sans" panose="020B05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r>
              <a:rPr lang="en-US" dirty="0"/>
              <a:t>Host/location</a:t>
            </a:r>
          </a:p>
        </p:txBody>
      </p:sp>
      <p:sp>
        <p:nvSpPr>
          <p:cNvPr id="135" name="Text Placeholder 2">
            <a:extLst>
              <a:ext uri="{FF2B5EF4-FFF2-40B4-BE49-F238E27FC236}">
                <a16:creationId xmlns:a16="http://schemas.microsoft.com/office/drawing/2014/main" id="{6C1E1B01-9A06-8B42-82BA-B8F4295F2FB1}"/>
              </a:ext>
            </a:extLst>
          </p:cNvPr>
          <p:cNvSpPr>
            <a:spLocks noGrp="1"/>
          </p:cNvSpPr>
          <p:nvPr>
            <p:ph type="body" sz="quarter" idx="49" hasCustomPrompt="1"/>
          </p:nvPr>
        </p:nvSpPr>
        <p:spPr>
          <a:xfrm>
            <a:off x="3268818" y="5122783"/>
            <a:ext cx="2522382" cy="354012"/>
          </a:xfrm>
          <a:prstGeom prst="rect">
            <a:avLst/>
          </a:prstGeom>
        </p:spPr>
        <p:txBody>
          <a:bodyPr/>
          <a:lstStyle>
            <a:lvl1pPr marL="0" marR="0" indent="0" algn="l" defTabSz="914400" rtl="0" eaLnBrk="1" fontAlgn="base" latinLnBrk="0" hangingPunct="1">
              <a:lnSpc>
                <a:spcPct val="100000"/>
              </a:lnSpc>
              <a:spcBef>
                <a:spcPts val="1467"/>
              </a:spcBef>
              <a:spcAft>
                <a:spcPct val="0"/>
              </a:spcAft>
              <a:buClr>
                <a:schemeClr val="tx1"/>
              </a:buClr>
              <a:buSzPct val="90000"/>
              <a:buFont typeface="Wingdings" pitchFamily="2" charset="2"/>
              <a:buNone/>
              <a:tabLst/>
              <a:defRPr sz="1200" b="0" i="0">
                <a:solidFill>
                  <a:schemeClr val="bg1"/>
                </a:solidFill>
                <a:latin typeface="IBM Plex Sans" panose="020B05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r>
              <a:rPr lang="en-US" dirty="0"/>
              <a:t>Time</a:t>
            </a:r>
          </a:p>
        </p:txBody>
      </p:sp>
      <p:sp>
        <p:nvSpPr>
          <p:cNvPr id="136" name="Text Placeholder 2">
            <a:extLst>
              <a:ext uri="{FF2B5EF4-FFF2-40B4-BE49-F238E27FC236}">
                <a16:creationId xmlns:a16="http://schemas.microsoft.com/office/drawing/2014/main" id="{15FA69F9-1545-A241-AC62-85302A104137}"/>
              </a:ext>
            </a:extLst>
          </p:cNvPr>
          <p:cNvSpPr>
            <a:spLocks noGrp="1"/>
          </p:cNvSpPr>
          <p:nvPr>
            <p:ph type="body" sz="quarter" idx="50" hasCustomPrompt="1"/>
          </p:nvPr>
        </p:nvSpPr>
        <p:spPr>
          <a:xfrm>
            <a:off x="6305388" y="5167495"/>
            <a:ext cx="2522382" cy="354012"/>
          </a:xfrm>
          <a:prstGeom prst="rect">
            <a:avLst/>
          </a:prstGeom>
        </p:spPr>
        <p:txBody>
          <a:bodyPr/>
          <a:lstStyle>
            <a:lvl1pPr marL="0" marR="0" indent="0" algn="l" defTabSz="914400" rtl="0" eaLnBrk="1" fontAlgn="base" latinLnBrk="0" hangingPunct="1">
              <a:lnSpc>
                <a:spcPct val="100000"/>
              </a:lnSpc>
              <a:spcBef>
                <a:spcPts val="1467"/>
              </a:spcBef>
              <a:spcAft>
                <a:spcPct val="0"/>
              </a:spcAft>
              <a:buClr>
                <a:schemeClr val="tx1"/>
              </a:buClr>
              <a:buSzPct val="90000"/>
              <a:buFont typeface="Wingdings" pitchFamily="2" charset="2"/>
              <a:buNone/>
              <a:tabLst/>
              <a:defRPr sz="1200" b="0" i="0">
                <a:solidFill>
                  <a:schemeClr val="bg1"/>
                </a:solidFill>
                <a:latin typeface="IBM Plex Sans" panose="020B05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r>
              <a:rPr lang="en-US" dirty="0"/>
              <a:t>Event name</a:t>
            </a:r>
          </a:p>
        </p:txBody>
      </p:sp>
      <p:sp>
        <p:nvSpPr>
          <p:cNvPr id="137" name="Text Placeholder 2">
            <a:extLst>
              <a:ext uri="{FF2B5EF4-FFF2-40B4-BE49-F238E27FC236}">
                <a16:creationId xmlns:a16="http://schemas.microsoft.com/office/drawing/2014/main" id="{A1156445-638C-F84B-896E-505BF02328FD}"/>
              </a:ext>
            </a:extLst>
          </p:cNvPr>
          <p:cNvSpPr>
            <a:spLocks noGrp="1"/>
          </p:cNvSpPr>
          <p:nvPr>
            <p:ph type="body" sz="quarter" idx="51" hasCustomPrompt="1"/>
          </p:nvPr>
        </p:nvSpPr>
        <p:spPr>
          <a:xfrm>
            <a:off x="9357198" y="5122783"/>
            <a:ext cx="2522382" cy="354012"/>
          </a:xfrm>
          <a:prstGeom prst="rect">
            <a:avLst/>
          </a:prstGeom>
        </p:spPr>
        <p:txBody>
          <a:bodyPr/>
          <a:lstStyle>
            <a:lvl1pPr marL="0" marR="0" indent="0" algn="l" defTabSz="914400" rtl="0" eaLnBrk="1" fontAlgn="base" latinLnBrk="0" hangingPunct="1">
              <a:lnSpc>
                <a:spcPct val="100000"/>
              </a:lnSpc>
              <a:spcBef>
                <a:spcPts val="1467"/>
              </a:spcBef>
              <a:spcAft>
                <a:spcPct val="0"/>
              </a:spcAft>
              <a:buClr>
                <a:schemeClr val="tx1"/>
              </a:buClr>
              <a:buSzPct val="90000"/>
              <a:buFont typeface="Wingdings" pitchFamily="2" charset="2"/>
              <a:buNone/>
              <a:tabLst/>
              <a:defRPr sz="1200" b="0" i="0">
                <a:solidFill>
                  <a:schemeClr val="bg1"/>
                </a:solidFill>
                <a:latin typeface="IBM Plex Sans" panose="020B05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r>
              <a:rPr lang="en-US" dirty="0"/>
              <a:t>Host/location</a:t>
            </a:r>
          </a:p>
        </p:txBody>
      </p:sp>
      <p:sp>
        <p:nvSpPr>
          <p:cNvPr id="141" name="Text Placeholder 2">
            <a:extLst>
              <a:ext uri="{FF2B5EF4-FFF2-40B4-BE49-F238E27FC236}">
                <a16:creationId xmlns:a16="http://schemas.microsoft.com/office/drawing/2014/main" id="{D67F8645-A3ED-7345-A5CE-38306DBAAACD}"/>
              </a:ext>
            </a:extLst>
          </p:cNvPr>
          <p:cNvSpPr>
            <a:spLocks noGrp="1"/>
          </p:cNvSpPr>
          <p:nvPr>
            <p:ph type="body" sz="quarter" idx="52" hasCustomPrompt="1"/>
          </p:nvPr>
        </p:nvSpPr>
        <p:spPr>
          <a:xfrm>
            <a:off x="3268818" y="5653142"/>
            <a:ext cx="2522382" cy="354012"/>
          </a:xfrm>
          <a:prstGeom prst="rect">
            <a:avLst/>
          </a:prstGeom>
        </p:spPr>
        <p:txBody>
          <a:bodyPr/>
          <a:lstStyle>
            <a:lvl1pPr marL="0" marR="0" indent="0" algn="l" defTabSz="914400" rtl="0" eaLnBrk="1" fontAlgn="base" latinLnBrk="0" hangingPunct="1">
              <a:lnSpc>
                <a:spcPct val="100000"/>
              </a:lnSpc>
              <a:spcBef>
                <a:spcPts val="1467"/>
              </a:spcBef>
              <a:spcAft>
                <a:spcPct val="0"/>
              </a:spcAft>
              <a:buClr>
                <a:schemeClr val="tx1"/>
              </a:buClr>
              <a:buSzPct val="90000"/>
              <a:buFont typeface="Wingdings" pitchFamily="2" charset="2"/>
              <a:buNone/>
              <a:tabLst/>
              <a:defRPr sz="1200" b="0" i="0">
                <a:solidFill>
                  <a:schemeClr val="bg1"/>
                </a:solidFill>
                <a:latin typeface="IBM Plex Sans" panose="020B05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r>
              <a:rPr lang="en-US" dirty="0"/>
              <a:t>Time</a:t>
            </a:r>
          </a:p>
        </p:txBody>
      </p:sp>
      <p:sp>
        <p:nvSpPr>
          <p:cNvPr id="142" name="Text Placeholder 2">
            <a:extLst>
              <a:ext uri="{FF2B5EF4-FFF2-40B4-BE49-F238E27FC236}">
                <a16:creationId xmlns:a16="http://schemas.microsoft.com/office/drawing/2014/main" id="{D88DCEDB-BC84-CF4D-86ED-A4C0470F6573}"/>
              </a:ext>
            </a:extLst>
          </p:cNvPr>
          <p:cNvSpPr>
            <a:spLocks noGrp="1"/>
          </p:cNvSpPr>
          <p:nvPr>
            <p:ph type="body" sz="quarter" idx="53" hasCustomPrompt="1"/>
          </p:nvPr>
        </p:nvSpPr>
        <p:spPr>
          <a:xfrm>
            <a:off x="6305388" y="5703445"/>
            <a:ext cx="2522382" cy="354012"/>
          </a:xfrm>
          <a:prstGeom prst="rect">
            <a:avLst/>
          </a:prstGeom>
        </p:spPr>
        <p:txBody>
          <a:bodyPr/>
          <a:lstStyle>
            <a:lvl1pPr marL="0" marR="0" indent="0" algn="l" defTabSz="914400" rtl="0" eaLnBrk="1" fontAlgn="base" latinLnBrk="0" hangingPunct="1">
              <a:lnSpc>
                <a:spcPct val="100000"/>
              </a:lnSpc>
              <a:spcBef>
                <a:spcPts val="1467"/>
              </a:spcBef>
              <a:spcAft>
                <a:spcPct val="0"/>
              </a:spcAft>
              <a:buClr>
                <a:schemeClr val="tx1"/>
              </a:buClr>
              <a:buSzPct val="90000"/>
              <a:buFont typeface="Wingdings" pitchFamily="2" charset="2"/>
              <a:buNone/>
              <a:tabLst/>
              <a:defRPr sz="1200" b="0" i="0">
                <a:solidFill>
                  <a:schemeClr val="bg1"/>
                </a:solidFill>
                <a:latin typeface="IBM Plex Sans" panose="020B05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r>
              <a:rPr lang="en-US" dirty="0"/>
              <a:t>Event name</a:t>
            </a:r>
          </a:p>
        </p:txBody>
      </p:sp>
      <p:sp>
        <p:nvSpPr>
          <p:cNvPr id="143" name="Text Placeholder 2">
            <a:extLst>
              <a:ext uri="{FF2B5EF4-FFF2-40B4-BE49-F238E27FC236}">
                <a16:creationId xmlns:a16="http://schemas.microsoft.com/office/drawing/2014/main" id="{5270DB42-3B05-1140-90C7-024D1E65DF78}"/>
              </a:ext>
            </a:extLst>
          </p:cNvPr>
          <p:cNvSpPr>
            <a:spLocks noGrp="1"/>
          </p:cNvSpPr>
          <p:nvPr>
            <p:ph type="body" sz="quarter" idx="54" hasCustomPrompt="1"/>
          </p:nvPr>
        </p:nvSpPr>
        <p:spPr>
          <a:xfrm>
            <a:off x="9357198" y="5653142"/>
            <a:ext cx="2522382" cy="354012"/>
          </a:xfrm>
          <a:prstGeom prst="rect">
            <a:avLst/>
          </a:prstGeom>
        </p:spPr>
        <p:txBody>
          <a:bodyPr/>
          <a:lstStyle>
            <a:lvl1pPr marL="0" marR="0" indent="0" algn="l" defTabSz="914400" rtl="0" eaLnBrk="1" fontAlgn="base" latinLnBrk="0" hangingPunct="1">
              <a:lnSpc>
                <a:spcPct val="100000"/>
              </a:lnSpc>
              <a:spcBef>
                <a:spcPts val="1467"/>
              </a:spcBef>
              <a:spcAft>
                <a:spcPct val="0"/>
              </a:spcAft>
              <a:buClr>
                <a:schemeClr val="tx1"/>
              </a:buClr>
              <a:buSzPct val="90000"/>
              <a:buFont typeface="Wingdings" pitchFamily="2" charset="2"/>
              <a:buNone/>
              <a:tabLst/>
              <a:defRPr sz="1200" b="0" i="0">
                <a:solidFill>
                  <a:schemeClr val="bg1"/>
                </a:solidFill>
                <a:latin typeface="IBM Plex Sans" panose="020B05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r>
              <a:rPr lang="en-US" dirty="0"/>
              <a:t>Host/location</a:t>
            </a:r>
          </a:p>
        </p:txBody>
      </p:sp>
      <p:sp>
        <p:nvSpPr>
          <p:cNvPr id="144" name="Text Placeholder 2">
            <a:extLst>
              <a:ext uri="{FF2B5EF4-FFF2-40B4-BE49-F238E27FC236}">
                <a16:creationId xmlns:a16="http://schemas.microsoft.com/office/drawing/2014/main" id="{A80E0EAF-5778-1D46-BC8B-B27956F621A0}"/>
              </a:ext>
            </a:extLst>
          </p:cNvPr>
          <p:cNvSpPr>
            <a:spLocks noGrp="1"/>
          </p:cNvSpPr>
          <p:nvPr>
            <p:ph type="body" sz="quarter" idx="55" hasCustomPrompt="1"/>
          </p:nvPr>
        </p:nvSpPr>
        <p:spPr>
          <a:xfrm>
            <a:off x="3268818" y="6183505"/>
            <a:ext cx="2522382" cy="354012"/>
          </a:xfrm>
          <a:prstGeom prst="rect">
            <a:avLst/>
          </a:prstGeom>
        </p:spPr>
        <p:txBody>
          <a:bodyPr/>
          <a:lstStyle>
            <a:lvl1pPr marL="0" marR="0" indent="0" algn="l" defTabSz="914400" rtl="0" eaLnBrk="1" fontAlgn="base" latinLnBrk="0" hangingPunct="1">
              <a:lnSpc>
                <a:spcPct val="100000"/>
              </a:lnSpc>
              <a:spcBef>
                <a:spcPts val="1467"/>
              </a:spcBef>
              <a:spcAft>
                <a:spcPct val="0"/>
              </a:spcAft>
              <a:buClr>
                <a:schemeClr val="tx1"/>
              </a:buClr>
              <a:buSzPct val="90000"/>
              <a:buFont typeface="Wingdings" pitchFamily="2" charset="2"/>
              <a:buNone/>
              <a:tabLst/>
              <a:defRPr sz="1200" b="0" i="0">
                <a:solidFill>
                  <a:schemeClr val="bg1"/>
                </a:solidFill>
                <a:latin typeface="IBM Plex Sans" panose="020B05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r>
              <a:rPr lang="en-US" dirty="0"/>
              <a:t>Time</a:t>
            </a:r>
          </a:p>
        </p:txBody>
      </p:sp>
      <p:sp>
        <p:nvSpPr>
          <p:cNvPr id="145" name="Text Placeholder 2">
            <a:extLst>
              <a:ext uri="{FF2B5EF4-FFF2-40B4-BE49-F238E27FC236}">
                <a16:creationId xmlns:a16="http://schemas.microsoft.com/office/drawing/2014/main" id="{B1CAF3C0-34FD-A341-881E-830E6ABA456C}"/>
              </a:ext>
            </a:extLst>
          </p:cNvPr>
          <p:cNvSpPr>
            <a:spLocks noGrp="1"/>
          </p:cNvSpPr>
          <p:nvPr>
            <p:ph type="body" sz="quarter" idx="56" hasCustomPrompt="1"/>
          </p:nvPr>
        </p:nvSpPr>
        <p:spPr>
          <a:xfrm>
            <a:off x="6305388" y="6183505"/>
            <a:ext cx="2522382" cy="354012"/>
          </a:xfrm>
          <a:prstGeom prst="rect">
            <a:avLst/>
          </a:prstGeom>
        </p:spPr>
        <p:txBody>
          <a:bodyPr/>
          <a:lstStyle>
            <a:lvl1pPr marL="0" marR="0" indent="0" algn="l" defTabSz="914400" rtl="0" eaLnBrk="1" fontAlgn="base" latinLnBrk="0" hangingPunct="1">
              <a:lnSpc>
                <a:spcPct val="100000"/>
              </a:lnSpc>
              <a:spcBef>
                <a:spcPts val="1467"/>
              </a:spcBef>
              <a:spcAft>
                <a:spcPct val="0"/>
              </a:spcAft>
              <a:buClr>
                <a:schemeClr val="tx1"/>
              </a:buClr>
              <a:buSzPct val="90000"/>
              <a:buFont typeface="Wingdings" pitchFamily="2" charset="2"/>
              <a:buNone/>
              <a:tabLst/>
              <a:defRPr sz="1200" b="0" i="0">
                <a:solidFill>
                  <a:schemeClr val="bg1"/>
                </a:solidFill>
                <a:latin typeface="IBM Plex Sans" panose="020B05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r>
              <a:rPr lang="en-US" dirty="0"/>
              <a:t>Event name</a:t>
            </a:r>
          </a:p>
        </p:txBody>
      </p:sp>
      <p:sp>
        <p:nvSpPr>
          <p:cNvPr id="146" name="Text Placeholder 2">
            <a:extLst>
              <a:ext uri="{FF2B5EF4-FFF2-40B4-BE49-F238E27FC236}">
                <a16:creationId xmlns:a16="http://schemas.microsoft.com/office/drawing/2014/main" id="{5A7712FE-6FD0-7946-BC75-B52943F59C5E}"/>
              </a:ext>
            </a:extLst>
          </p:cNvPr>
          <p:cNvSpPr>
            <a:spLocks noGrp="1"/>
          </p:cNvSpPr>
          <p:nvPr>
            <p:ph type="body" sz="quarter" idx="57" hasCustomPrompt="1"/>
          </p:nvPr>
        </p:nvSpPr>
        <p:spPr>
          <a:xfrm>
            <a:off x="9357198" y="6183505"/>
            <a:ext cx="2522382" cy="354012"/>
          </a:xfrm>
          <a:prstGeom prst="rect">
            <a:avLst/>
          </a:prstGeom>
        </p:spPr>
        <p:txBody>
          <a:bodyPr/>
          <a:lstStyle>
            <a:lvl1pPr marL="0" marR="0" indent="0" algn="l" defTabSz="914400" rtl="0" eaLnBrk="1" fontAlgn="base" latinLnBrk="0" hangingPunct="1">
              <a:lnSpc>
                <a:spcPct val="100000"/>
              </a:lnSpc>
              <a:spcBef>
                <a:spcPts val="1467"/>
              </a:spcBef>
              <a:spcAft>
                <a:spcPct val="0"/>
              </a:spcAft>
              <a:buClr>
                <a:schemeClr val="tx1"/>
              </a:buClr>
              <a:buSzPct val="90000"/>
              <a:buFont typeface="Wingdings" pitchFamily="2" charset="2"/>
              <a:buNone/>
              <a:tabLst/>
              <a:defRPr sz="1200" b="0" i="0">
                <a:solidFill>
                  <a:schemeClr val="bg1"/>
                </a:solidFill>
                <a:latin typeface="IBM Plex Sans" panose="020B05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r>
              <a:rPr lang="en-US" dirty="0"/>
              <a:t>Host/location</a:t>
            </a:r>
          </a:p>
        </p:txBody>
      </p:sp>
      <p:sp>
        <p:nvSpPr>
          <p:cNvPr id="85" name="Footer Placeholder 2">
            <a:extLst>
              <a:ext uri="{FF2B5EF4-FFF2-40B4-BE49-F238E27FC236}">
                <a16:creationId xmlns:a16="http://schemas.microsoft.com/office/drawing/2014/main" id="{83C0D6DB-783F-2B48-A49F-14B55BC53411}"/>
              </a:ext>
            </a:extLst>
          </p:cNvPr>
          <p:cNvSpPr>
            <a:spLocks noGrp="1"/>
          </p:cNvSpPr>
          <p:nvPr>
            <p:ph type="ftr" sz="quarter" idx="3"/>
          </p:nvPr>
        </p:nvSpPr>
        <p:spPr>
          <a:xfrm>
            <a:off x="209015" y="6069018"/>
            <a:ext cx="2438312" cy="546100"/>
          </a:xfrm>
          <a:prstGeom prst="rect">
            <a:avLst/>
          </a:prstGeom>
        </p:spPr>
        <p:txBody>
          <a:bodyPr anchor="b"/>
          <a:lstStyle>
            <a:lvl1pPr>
              <a:lnSpc>
                <a:spcPct val="150000"/>
              </a:lnSpc>
              <a:defRPr sz="1000" b="0" i="0">
                <a:solidFill>
                  <a:schemeClr val="bg1"/>
                </a:solidFill>
                <a:latin typeface="IBM Plex Sans" panose="020B0503050000000000" pitchFamily="34" charset="77"/>
              </a:defRPr>
            </a:lvl1pPr>
          </a:lstStyle>
          <a:p>
            <a:r>
              <a:rPr lang="en-US" b="1">
                <a:latin typeface="IBM Plex Sans SmBld" panose="020B0503050000000000" pitchFamily="34" charset="77"/>
              </a:rPr>
              <a:t>Presentation title</a:t>
            </a:r>
          </a:p>
          <a:p>
            <a:r>
              <a:rPr lang="en-US"/>
              <a:t>IBM  |  Project/team name</a:t>
            </a:r>
            <a:endParaRPr lang="en-US" dirty="0"/>
          </a:p>
        </p:txBody>
      </p:sp>
      <p:sp>
        <p:nvSpPr>
          <p:cNvPr id="86" name="Text Placeholder 64">
            <a:extLst>
              <a:ext uri="{FF2B5EF4-FFF2-40B4-BE49-F238E27FC236}">
                <a16:creationId xmlns:a16="http://schemas.microsoft.com/office/drawing/2014/main" id="{139C0B8E-CA3F-7C4F-8732-ACA3E66817B5}"/>
              </a:ext>
            </a:extLst>
          </p:cNvPr>
          <p:cNvSpPr>
            <a:spLocks noGrp="1"/>
          </p:cNvSpPr>
          <p:nvPr>
            <p:ph type="body" sz="quarter" idx="10" hasCustomPrompt="1"/>
          </p:nvPr>
        </p:nvSpPr>
        <p:spPr>
          <a:xfrm>
            <a:off x="211909" y="326929"/>
            <a:ext cx="2438400" cy="1383987"/>
          </a:xfrm>
          <a:prstGeom prst="rect">
            <a:avLst/>
          </a:prstGeom>
        </p:spPr>
        <p:txBody>
          <a:bodyPr>
            <a:normAutofit/>
          </a:bodyPr>
          <a:lstStyle>
            <a:lvl1pPr>
              <a:defRPr sz="2400" b="0" i="0">
                <a:solidFill>
                  <a:schemeClr val="bg1"/>
                </a:solidFill>
                <a:latin typeface="IBM Plex Sans" panose="020B0503050203000203" pitchFamily="34" charset="0"/>
              </a:defRPr>
            </a:lvl1pPr>
          </a:lstStyle>
          <a:p>
            <a:pPr lvl="0"/>
            <a:r>
              <a:rPr lang="en-US" dirty="0"/>
              <a:t>Slide title</a:t>
            </a:r>
          </a:p>
        </p:txBody>
      </p:sp>
    </p:spTree>
    <p:extLst>
      <p:ext uri="{BB962C8B-B14F-4D97-AF65-F5344CB8AC3E}">
        <p14:creationId xmlns:p14="http://schemas.microsoft.com/office/powerpoint/2010/main" val="105293490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Agenda 01">
    <p:spTree>
      <p:nvGrpSpPr>
        <p:cNvPr id="1" name=""/>
        <p:cNvGrpSpPr/>
        <p:nvPr/>
      </p:nvGrpSpPr>
      <p:grpSpPr>
        <a:xfrm>
          <a:off x="0" y="0"/>
          <a:ext cx="0" cy="0"/>
          <a:chOff x="0" y="0"/>
          <a:chExt cx="0" cy="0"/>
        </a:xfrm>
      </p:grpSpPr>
      <p:sp>
        <p:nvSpPr>
          <p:cNvPr id="86" name="Rectangle 85">
            <a:extLst>
              <a:ext uri="{FF2B5EF4-FFF2-40B4-BE49-F238E27FC236}">
                <a16:creationId xmlns:a16="http://schemas.microsoft.com/office/drawing/2014/main" id="{3503374E-8F41-AF49-81DE-03FEAD92A339}"/>
              </a:ext>
            </a:extLst>
          </p:cNvPr>
          <p:cNvSpPr/>
          <p:nvPr userDrawn="1"/>
        </p:nvSpPr>
        <p:spPr bwMode="auto">
          <a:xfrm>
            <a:off x="0" y="-1"/>
            <a:ext cx="12191990" cy="6857991"/>
          </a:xfrm>
          <a:prstGeom prst="rect">
            <a:avLst/>
          </a:prstGeom>
          <a:solidFill>
            <a:srgbClr val="F2F4F8"/>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90000"/>
              </a:lnSpc>
              <a:spcBef>
                <a:spcPct val="0"/>
              </a:spcBef>
              <a:spcAft>
                <a:spcPct val="0"/>
              </a:spcAft>
              <a:buClrTx/>
              <a:buSzTx/>
              <a:buFontTx/>
              <a:buNone/>
              <a:tabLst/>
            </a:pPr>
            <a:endParaRPr kumimoji="0" lang="en-US" sz="2000" b="0" i="0" u="none" strike="noStrike" cap="none" normalizeH="0" baseline="0" dirty="0">
              <a:ln>
                <a:noFill/>
              </a:ln>
              <a:solidFill>
                <a:srgbClr val="191919"/>
              </a:solidFill>
              <a:effectLst/>
              <a:latin typeface="HelvNeue Light for IBM" pitchFamily="34" charset="0"/>
            </a:endParaRPr>
          </a:p>
        </p:txBody>
      </p:sp>
      <p:grpSp>
        <p:nvGrpSpPr>
          <p:cNvPr id="16" name="Group 15">
            <a:extLst>
              <a:ext uri="{FF2B5EF4-FFF2-40B4-BE49-F238E27FC236}">
                <a16:creationId xmlns:a16="http://schemas.microsoft.com/office/drawing/2014/main" id="{4E27F71D-749D-974B-AB68-C90C1F656661}"/>
              </a:ext>
            </a:extLst>
          </p:cNvPr>
          <p:cNvGrpSpPr/>
          <p:nvPr userDrawn="1"/>
        </p:nvGrpSpPr>
        <p:grpSpPr>
          <a:xfrm>
            <a:off x="-146307" y="-147320"/>
            <a:ext cx="12485627" cy="7152640"/>
            <a:chOff x="-109730" y="-110490"/>
            <a:chExt cx="9364220" cy="5364480"/>
          </a:xfrm>
        </p:grpSpPr>
        <p:grpSp>
          <p:nvGrpSpPr>
            <p:cNvPr id="17" name="Group 16">
              <a:extLst>
                <a:ext uri="{FF2B5EF4-FFF2-40B4-BE49-F238E27FC236}">
                  <a16:creationId xmlns:a16="http://schemas.microsoft.com/office/drawing/2014/main" id="{7033ABDB-33FA-424A-8022-BE25064AAE9B}"/>
                </a:ext>
              </a:extLst>
            </p:cNvPr>
            <p:cNvGrpSpPr/>
            <p:nvPr userDrawn="1"/>
          </p:nvGrpSpPr>
          <p:grpSpPr>
            <a:xfrm>
              <a:off x="228600" y="-110490"/>
              <a:ext cx="8686732" cy="91440"/>
              <a:chOff x="228600" y="-152400"/>
              <a:chExt cx="8686732" cy="152400"/>
            </a:xfrm>
          </p:grpSpPr>
          <p:cxnSp>
            <p:nvCxnSpPr>
              <p:cNvPr id="50" name="Straight Connector 49">
                <a:extLst>
                  <a:ext uri="{FF2B5EF4-FFF2-40B4-BE49-F238E27FC236}">
                    <a16:creationId xmlns:a16="http://schemas.microsoft.com/office/drawing/2014/main" id="{E028FABC-C57C-0B4D-ADC6-F0D9AC86E7C9}"/>
                  </a:ext>
                </a:extLst>
              </p:cNvPr>
              <p:cNvCxnSpPr/>
              <p:nvPr userDrawn="1"/>
            </p:nvCxnSpPr>
            <p:spPr bwMode="auto">
              <a:xfrm rot="5400000" flipH="1">
                <a:off x="152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1" name="Straight Connector 50">
                <a:extLst>
                  <a:ext uri="{FF2B5EF4-FFF2-40B4-BE49-F238E27FC236}">
                    <a16:creationId xmlns:a16="http://schemas.microsoft.com/office/drawing/2014/main" id="{CCE52FE3-158F-D14E-B6AE-3EE847C02A23}"/>
                  </a:ext>
                </a:extLst>
              </p:cNvPr>
              <p:cNvCxnSpPr/>
              <p:nvPr userDrawn="1"/>
            </p:nvCxnSpPr>
            <p:spPr bwMode="auto">
              <a:xfrm rot="5400000" flipH="1">
                <a:off x="1981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2" name="Straight Connector 51">
                <a:extLst>
                  <a:ext uri="{FF2B5EF4-FFF2-40B4-BE49-F238E27FC236}">
                    <a16:creationId xmlns:a16="http://schemas.microsoft.com/office/drawing/2014/main" id="{C6326F37-4F20-A241-8AC4-D933542FB91D}"/>
                  </a:ext>
                </a:extLst>
              </p:cNvPr>
              <p:cNvCxnSpPr/>
              <p:nvPr userDrawn="1"/>
            </p:nvCxnSpPr>
            <p:spPr bwMode="auto">
              <a:xfrm rot="5400000" flipH="1">
                <a:off x="2209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3" name="Straight Connector 52">
                <a:extLst>
                  <a:ext uri="{FF2B5EF4-FFF2-40B4-BE49-F238E27FC236}">
                    <a16:creationId xmlns:a16="http://schemas.microsoft.com/office/drawing/2014/main" id="{193EAF95-D519-4A43-A5B7-8F152B7AAAF3}"/>
                  </a:ext>
                </a:extLst>
              </p:cNvPr>
              <p:cNvCxnSpPr/>
              <p:nvPr userDrawn="1"/>
            </p:nvCxnSpPr>
            <p:spPr bwMode="auto">
              <a:xfrm rot="5400000" flipH="1">
                <a:off x="2438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4" name="Straight Connector 53">
                <a:extLst>
                  <a:ext uri="{FF2B5EF4-FFF2-40B4-BE49-F238E27FC236}">
                    <a16:creationId xmlns:a16="http://schemas.microsoft.com/office/drawing/2014/main" id="{63D1F6C8-6E33-8445-84CD-22391B38AE2F}"/>
                  </a:ext>
                </a:extLst>
              </p:cNvPr>
              <p:cNvCxnSpPr/>
              <p:nvPr userDrawn="1"/>
            </p:nvCxnSpPr>
            <p:spPr bwMode="auto">
              <a:xfrm rot="5400000" flipH="1">
                <a:off x="4267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5" name="Straight Connector 54">
                <a:extLst>
                  <a:ext uri="{FF2B5EF4-FFF2-40B4-BE49-F238E27FC236}">
                    <a16:creationId xmlns:a16="http://schemas.microsoft.com/office/drawing/2014/main" id="{7CC00B75-D288-0546-90E6-0FAF60915429}"/>
                  </a:ext>
                </a:extLst>
              </p:cNvPr>
              <p:cNvCxnSpPr/>
              <p:nvPr userDrawn="1"/>
            </p:nvCxnSpPr>
            <p:spPr bwMode="auto">
              <a:xfrm rot="5400000" flipH="1">
                <a:off x="4495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6" name="Straight Connector 55">
                <a:extLst>
                  <a:ext uri="{FF2B5EF4-FFF2-40B4-BE49-F238E27FC236}">
                    <a16:creationId xmlns:a16="http://schemas.microsoft.com/office/drawing/2014/main" id="{9E943793-FE0F-6F4D-98F4-B9E3837BCA91}"/>
                  </a:ext>
                </a:extLst>
              </p:cNvPr>
              <p:cNvCxnSpPr/>
              <p:nvPr userDrawn="1"/>
            </p:nvCxnSpPr>
            <p:spPr bwMode="auto">
              <a:xfrm rot="5400000" flipH="1">
                <a:off x="4724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7" name="Straight Connector 56">
                <a:extLst>
                  <a:ext uri="{FF2B5EF4-FFF2-40B4-BE49-F238E27FC236}">
                    <a16:creationId xmlns:a16="http://schemas.microsoft.com/office/drawing/2014/main" id="{B1C729D8-F1AE-2C45-BF73-3BFD621F4038}"/>
                  </a:ext>
                </a:extLst>
              </p:cNvPr>
              <p:cNvCxnSpPr/>
              <p:nvPr userDrawn="1"/>
            </p:nvCxnSpPr>
            <p:spPr bwMode="auto">
              <a:xfrm rot="5400000" flipH="1">
                <a:off x="6553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8" name="Straight Connector 57">
                <a:extLst>
                  <a:ext uri="{FF2B5EF4-FFF2-40B4-BE49-F238E27FC236}">
                    <a16:creationId xmlns:a16="http://schemas.microsoft.com/office/drawing/2014/main" id="{773341F0-E3B3-EB42-A739-32107097206A}"/>
                  </a:ext>
                </a:extLst>
              </p:cNvPr>
              <p:cNvCxnSpPr/>
              <p:nvPr userDrawn="1"/>
            </p:nvCxnSpPr>
            <p:spPr bwMode="auto">
              <a:xfrm rot="5400000" flipH="1">
                <a:off x="6781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9" name="Straight Connector 58">
                <a:extLst>
                  <a:ext uri="{FF2B5EF4-FFF2-40B4-BE49-F238E27FC236}">
                    <a16:creationId xmlns:a16="http://schemas.microsoft.com/office/drawing/2014/main" id="{89EDDA5B-8572-C545-8DFA-ABC33664C7A1}"/>
                  </a:ext>
                </a:extLst>
              </p:cNvPr>
              <p:cNvCxnSpPr/>
              <p:nvPr userDrawn="1"/>
            </p:nvCxnSpPr>
            <p:spPr bwMode="auto">
              <a:xfrm rot="5400000" flipH="1">
                <a:off x="7010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0" name="Straight Connector 59">
                <a:extLst>
                  <a:ext uri="{FF2B5EF4-FFF2-40B4-BE49-F238E27FC236}">
                    <a16:creationId xmlns:a16="http://schemas.microsoft.com/office/drawing/2014/main" id="{E0B85CAB-A5A1-6546-BA39-1598C1A1BF64}"/>
                  </a:ext>
                </a:extLst>
              </p:cNvPr>
              <p:cNvCxnSpPr/>
              <p:nvPr userDrawn="1"/>
            </p:nvCxnSpPr>
            <p:spPr bwMode="auto">
              <a:xfrm rot="5400000" flipH="1">
                <a:off x="8839132"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18" name="Group 17">
              <a:extLst>
                <a:ext uri="{FF2B5EF4-FFF2-40B4-BE49-F238E27FC236}">
                  <a16:creationId xmlns:a16="http://schemas.microsoft.com/office/drawing/2014/main" id="{4EE9C99B-7B10-AE41-8B1B-D8508EC96D36}"/>
                </a:ext>
              </a:extLst>
            </p:cNvPr>
            <p:cNvGrpSpPr/>
            <p:nvPr userDrawn="1"/>
          </p:nvGrpSpPr>
          <p:grpSpPr>
            <a:xfrm>
              <a:off x="228600" y="5162550"/>
              <a:ext cx="8686732" cy="91440"/>
              <a:chOff x="228600" y="5143500"/>
              <a:chExt cx="8686732" cy="152400"/>
            </a:xfrm>
          </p:grpSpPr>
          <p:cxnSp>
            <p:nvCxnSpPr>
              <p:cNvPr id="39" name="Straight Connector 38">
                <a:extLst>
                  <a:ext uri="{FF2B5EF4-FFF2-40B4-BE49-F238E27FC236}">
                    <a16:creationId xmlns:a16="http://schemas.microsoft.com/office/drawing/2014/main" id="{C65EA58F-D486-A749-9B47-9DD071000D4F}"/>
                  </a:ext>
                </a:extLst>
              </p:cNvPr>
              <p:cNvCxnSpPr/>
              <p:nvPr userDrawn="1"/>
            </p:nvCxnSpPr>
            <p:spPr bwMode="auto">
              <a:xfrm rot="5400000" flipH="1">
                <a:off x="152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9056486B-3E88-1F4E-A5B6-71F9C8038505}"/>
                  </a:ext>
                </a:extLst>
              </p:cNvPr>
              <p:cNvCxnSpPr/>
              <p:nvPr userDrawn="1"/>
            </p:nvCxnSpPr>
            <p:spPr bwMode="auto">
              <a:xfrm rot="5400000" flipH="1">
                <a:off x="1981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1" name="Straight Connector 40">
                <a:extLst>
                  <a:ext uri="{FF2B5EF4-FFF2-40B4-BE49-F238E27FC236}">
                    <a16:creationId xmlns:a16="http://schemas.microsoft.com/office/drawing/2014/main" id="{8F54F4A3-648E-3146-B408-995E6916E7DD}"/>
                  </a:ext>
                </a:extLst>
              </p:cNvPr>
              <p:cNvCxnSpPr/>
              <p:nvPr userDrawn="1"/>
            </p:nvCxnSpPr>
            <p:spPr bwMode="auto">
              <a:xfrm rot="5400000" flipH="1">
                <a:off x="2209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2" name="Straight Connector 41">
                <a:extLst>
                  <a:ext uri="{FF2B5EF4-FFF2-40B4-BE49-F238E27FC236}">
                    <a16:creationId xmlns:a16="http://schemas.microsoft.com/office/drawing/2014/main" id="{1DB512CA-21A6-9E45-BA56-12B8F4FE801F}"/>
                  </a:ext>
                </a:extLst>
              </p:cNvPr>
              <p:cNvCxnSpPr/>
              <p:nvPr userDrawn="1"/>
            </p:nvCxnSpPr>
            <p:spPr bwMode="auto">
              <a:xfrm rot="5400000" flipH="1">
                <a:off x="2438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3" name="Straight Connector 42">
                <a:extLst>
                  <a:ext uri="{FF2B5EF4-FFF2-40B4-BE49-F238E27FC236}">
                    <a16:creationId xmlns:a16="http://schemas.microsoft.com/office/drawing/2014/main" id="{2BFB8868-99DE-1A45-8575-1EA11710057F}"/>
                  </a:ext>
                </a:extLst>
              </p:cNvPr>
              <p:cNvCxnSpPr/>
              <p:nvPr userDrawn="1"/>
            </p:nvCxnSpPr>
            <p:spPr bwMode="auto">
              <a:xfrm rot="5400000" flipH="1">
                <a:off x="4267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4" name="Straight Connector 43">
                <a:extLst>
                  <a:ext uri="{FF2B5EF4-FFF2-40B4-BE49-F238E27FC236}">
                    <a16:creationId xmlns:a16="http://schemas.microsoft.com/office/drawing/2014/main" id="{730DE9A1-D9BD-524C-BE6F-1D6659196FBC}"/>
                  </a:ext>
                </a:extLst>
              </p:cNvPr>
              <p:cNvCxnSpPr/>
              <p:nvPr userDrawn="1"/>
            </p:nvCxnSpPr>
            <p:spPr bwMode="auto">
              <a:xfrm rot="5400000" flipH="1">
                <a:off x="4495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5" name="Straight Connector 44">
                <a:extLst>
                  <a:ext uri="{FF2B5EF4-FFF2-40B4-BE49-F238E27FC236}">
                    <a16:creationId xmlns:a16="http://schemas.microsoft.com/office/drawing/2014/main" id="{5ABAF5C8-E725-FD45-80A0-6EC368BF88BA}"/>
                  </a:ext>
                </a:extLst>
              </p:cNvPr>
              <p:cNvCxnSpPr/>
              <p:nvPr userDrawn="1"/>
            </p:nvCxnSpPr>
            <p:spPr bwMode="auto">
              <a:xfrm rot="5400000" flipH="1">
                <a:off x="4724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6" name="Straight Connector 45">
                <a:extLst>
                  <a:ext uri="{FF2B5EF4-FFF2-40B4-BE49-F238E27FC236}">
                    <a16:creationId xmlns:a16="http://schemas.microsoft.com/office/drawing/2014/main" id="{EBC18DE6-803B-7541-908A-41F6D4494834}"/>
                  </a:ext>
                </a:extLst>
              </p:cNvPr>
              <p:cNvCxnSpPr/>
              <p:nvPr userDrawn="1"/>
            </p:nvCxnSpPr>
            <p:spPr bwMode="auto">
              <a:xfrm rot="5400000" flipH="1">
                <a:off x="6553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7" name="Straight Connector 46">
                <a:extLst>
                  <a:ext uri="{FF2B5EF4-FFF2-40B4-BE49-F238E27FC236}">
                    <a16:creationId xmlns:a16="http://schemas.microsoft.com/office/drawing/2014/main" id="{737A4750-B9D5-5049-A414-7844F44D2F08}"/>
                  </a:ext>
                </a:extLst>
              </p:cNvPr>
              <p:cNvCxnSpPr/>
              <p:nvPr userDrawn="1"/>
            </p:nvCxnSpPr>
            <p:spPr bwMode="auto">
              <a:xfrm rot="5400000" flipH="1">
                <a:off x="6781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8" name="Straight Connector 47">
                <a:extLst>
                  <a:ext uri="{FF2B5EF4-FFF2-40B4-BE49-F238E27FC236}">
                    <a16:creationId xmlns:a16="http://schemas.microsoft.com/office/drawing/2014/main" id="{11CC3856-9176-894C-9678-78854179B583}"/>
                  </a:ext>
                </a:extLst>
              </p:cNvPr>
              <p:cNvCxnSpPr/>
              <p:nvPr userDrawn="1"/>
            </p:nvCxnSpPr>
            <p:spPr bwMode="auto">
              <a:xfrm rot="5400000" flipH="1">
                <a:off x="7010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9" name="Straight Connector 48">
                <a:extLst>
                  <a:ext uri="{FF2B5EF4-FFF2-40B4-BE49-F238E27FC236}">
                    <a16:creationId xmlns:a16="http://schemas.microsoft.com/office/drawing/2014/main" id="{3A4EF373-8CC5-F948-AA7B-C5EF10137299}"/>
                  </a:ext>
                </a:extLst>
              </p:cNvPr>
              <p:cNvCxnSpPr/>
              <p:nvPr userDrawn="1"/>
            </p:nvCxnSpPr>
            <p:spPr bwMode="auto">
              <a:xfrm rot="5400000" flipH="1">
                <a:off x="8839132"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19" name="Group 18">
              <a:extLst>
                <a:ext uri="{FF2B5EF4-FFF2-40B4-BE49-F238E27FC236}">
                  <a16:creationId xmlns:a16="http://schemas.microsoft.com/office/drawing/2014/main" id="{5EDFECA7-68A0-C74C-8702-67F215F53507}"/>
                </a:ext>
              </a:extLst>
            </p:cNvPr>
            <p:cNvGrpSpPr/>
            <p:nvPr userDrawn="1"/>
          </p:nvGrpSpPr>
          <p:grpSpPr>
            <a:xfrm>
              <a:off x="-109730" y="237744"/>
              <a:ext cx="91440" cy="4664456"/>
              <a:chOff x="-109730" y="237744"/>
              <a:chExt cx="91440" cy="4664456"/>
            </a:xfrm>
          </p:grpSpPr>
          <p:cxnSp>
            <p:nvCxnSpPr>
              <p:cNvPr id="30" name="Straight Connector 29">
                <a:extLst>
                  <a:ext uri="{FF2B5EF4-FFF2-40B4-BE49-F238E27FC236}">
                    <a16:creationId xmlns:a16="http://schemas.microsoft.com/office/drawing/2014/main" id="{B42BDEDC-364B-EC4F-9B43-9C5105374A26}"/>
                  </a:ext>
                </a:extLst>
              </p:cNvPr>
              <p:cNvCxnSpPr/>
              <p:nvPr userDrawn="1"/>
            </p:nvCxnSpPr>
            <p:spPr bwMode="auto">
              <a:xfrm flipH="1">
                <a:off x="-109730" y="65379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1" name="Straight Connector 30">
                <a:extLst>
                  <a:ext uri="{FF2B5EF4-FFF2-40B4-BE49-F238E27FC236}">
                    <a16:creationId xmlns:a16="http://schemas.microsoft.com/office/drawing/2014/main" id="{82746AEA-B7EE-6A45-A324-2780C5387E8B}"/>
                  </a:ext>
                </a:extLst>
              </p:cNvPr>
              <p:cNvCxnSpPr/>
              <p:nvPr userDrawn="1"/>
            </p:nvCxnSpPr>
            <p:spPr bwMode="auto">
              <a:xfrm flipH="1">
                <a:off x="-109730" y="128930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2" name="Straight Connector 31">
                <a:extLst>
                  <a:ext uri="{FF2B5EF4-FFF2-40B4-BE49-F238E27FC236}">
                    <a16:creationId xmlns:a16="http://schemas.microsoft.com/office/drawing/2014/main" id="{10F57C53-2F79-4140-B8DD-CFF27135CAA8}"/>
                  </a:ext>
                </a:extLst>
              </p:cNvPr>
              <p:cNvCxnSpPr/>
              <p:nvPr userDrawn="1"/>
            </p:nvCxnSpPr>
            <p:spPr bwMode="auto">
              <a:xfrm flipH="1">
                <a:off x="-109730" y="192938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3" name="Straight Connector 32">
                <a:extLst>
                  <a:ext uri="{FF2B5EF4-FFF2-40B4-BE49-F238E27FC236}">
                    <a16:creationId xmlns:a16="http://schemas.microsoft.com/office/drawing/2014/main" id="{D0D1241B-3B6D-564B-92C0-5F79295699BA}"/>
                  </a:ext>
                </a:extLst>
              </p:cNvPr>
              <p:cNvCxnSpPr/>
              <p:nvPr userDrawn="1"/>
            </p:nvCxnSpPr>
            <p:spPr bwMode="auto">
              <a:xfrm flipH="1">
                <a:off x="-109730" y="2570990"/>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4" name="Straight Connector 33">
                <a:extLst>
                  <a:ext uri="{FF2B5EF4-FFF2-40B4-BE49-F238E27FC236}">
                    <a16:creationId xmlns:a16="http://schemas.microsoft.com/office/drawing/2014/main" id="{4F1A65E1-A6DD-0E48-9328-F63C08A91C80}"/>
                  </a:ext>
                </a:extLst>
              </p:cNvPr>
              <p:cNvCxnSpPr/>
              <p:nvPr userDrawn="1"/>
            </p:nvCxnSpPr>
            <p:spPr bwMode="auto">
              <a:xfrm flipH="1">
                <a:off x="-109730" y="320954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5" name="Straight Connector 34">
                <a:extLst>
                  <a:ext uri="{FF2B5EF4-FFF2-40B4-BE49-F238E27FC236}">
                    <a16:creationId xmlns:a16="http://schemas.microsoft.com/office/drawing/2014/main" id="{DF1A857E-0280-4D4D-8C5E-78EB4893E8F3}"/>
                  </a:ext>
                </a:extLst>
              </p:cNvPr>
              <p:cNvCxnSpPr/>
              <p:nvPr userDrawn="1"/>
            </p:nvCxnSpPr>
            <p:spPr bwMode="auto">
              <a:xfrm flipH="1">
                <a:off x="-109730" y="384962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6" name="Straight Connector 35">
                <a:extLst>
                  <a:ext uri="{FF2B5EF4-FFF2-40B4-BE49-F238E27FC236}">
                    <a16:creationId xmlns:a16="http://schemas.microsoft.com/office/drawing/2014/main" id="{32EE49FC-4AC3-D84D-B296-8260919A4AFB}"/>
                  </a:ext>
                </a:extLst>
              </p:cNvPr>
              <p:cNvCxnSpPr/>
              <p:nvPr userDrawn="1"/>
            </p:nvCxnSpPr>
            <p:spPr bwMode="auto">
              <a:xfrm flipH="1">
                <a:off x="-109730" y="449427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7" name="Straight Connector 36">
                <a:extLst>
                  <a:ext uri="{FF2B5EF4-FFF2-40B4-BE49-F238E27FC236}">
                    <a16:creationId xmlns:a16="http://schemas.microsoft.com/office/drawing/2014/main" id="{A036B8A6-5887-EB43-A589-E9B55309975E}"/>
                  </a:ext>
                </a:extLst>
              </p:cNvPr>
              <p:cNvCxnSpPr/>
              <p:nvPr userDrawn="1"/>
            </p:nvCxnSpPr>
            <p:spPr bwMode="auto">
              <a:xfrm flipH="1">
                <a:off x="-109730" y="23774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8" name="Straight Connector 37">
                <a:extLst>
                  <a:ext uri="{FF2B5EF4-FFF2-40B4-BE49-F238E27FC236}">
                    <a16:creationId xmlns:a16="http://schemas.microsoft.com/office/drawing/2014/main" id="{886C2E2E-F476-B64B-A78C-E2A4F068B019}"/>
                  </a:ext>
                </a:extLst>
              </p:cNvPr>
              <p:cNvCxnSpPr/>
              <p:nvPr userDrawn="1"/>
            </p:nvCxnSpPr>
            <p:spPr bwMode="auto">
              <a:xfrm flipH="1">
                <a:off x="-109730" y="4902200"/>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20" name="Group 19">
              <a:extLst>
                <a:ext uri="{FF2B5EF4-FFF2-40B4-BE49-F238E27FC236}">
                  <a16:creationId xmlns:a16="http://schemas.microsoft.com/office/drawing/2014/main" id="{568B7B3E-2365-FA48-B0BB-56705EDB6709}"/>
                </a:ext>
              </a:extLst>
            </p:cNvPr>
            <p:cNvGrpSpPr/>
            <p:nvPr userDrawn="1"/>
          </p:nvGrpSpPr>
          <p:grpSpPr>
            <a:xfrm>
              <a:off x="9163050" y="237744"/>
              <a:ext cx="91440" cy="4663440"/>
              <a:chOff x="-109730" y="231394"/>
              <a:chExt cx="91440" cy="4663440"/>
            </a:xfrm>
          </p:grpSpPr>
          <p:cxnSp>
            <p:nvCxnSpPr>
              <p:cNvPr id="21" name="Straight Connector 20">
                <a:extLst>
                  <a:ext uri="{FF2B5EF4-FFF2-40B4-BE49-F238E27FC236}">
                    <a16:creationId xmlns:a16="http://schemas.microsoft.com/office/drawing/2014/main" id="{F8CB4122-4D33-2A42-871B-AB33239DC529}"/>
                  </a:ext>
                </a:extLst>
              </p:cNvPr>
              <p:cNvCxnSpPr/>
              <p:nvPr userDrawn="1"/>
            </p:nvCxnSpPr>
            <p:spPr bwMode="auto">
              <a:xfrm flipH="1">
                <a:off x="-109730" y="64744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E1272E41-0FA7-6B41-B356-7A2B88AC448F}"/>
                  </a:ext>
                </a:extLst>
              </p:cNvPr>
              <p:cNvCxnSpPr/>
              <p:nvPr userDrawn="1"/>
            </p:nvCxnSpPr>
            <p:spPr bwMode="auto">
              <a:xfrm flipH="1">
                <a:off x="-109730" y="128295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3" name="Straight Connector 22">
                <a:extLst>
                  <a:ext uri="{FF2B5EF4-FFF2-40B4-BE49-F238E27FC236}">
                    <a16:creationId xmlns:a16="http://schemas.microsoft.com/office/drawing/2014/main" id="{784B5EE1-D003-1F47-8D33-3E312E35B1E7}"/>
                  </a:ext>
                </a:extLst>
              </p:cNvPr>
              <p:cNvCxnSpPr/>
              <p:nvPr userDrawn="1"/>
            </p:nvCxnSpPr>
            <p:spPr bwMode="auto">
              <a:xfrm flipH="1">
                <a:off x="-109730" y="192303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4" name="Straight Connector 23">
                <a:extLst>
                  <a:ext uri="{FF2B5EF4-FFF2-40B4-BE49-F238E27FC236}">
                    <a16:creationId xmlns:a16="http://schemas.microsoft.com/office/drawing/2014/main" id="{571409CD-4C1B-8E45-ACF9-86D270DA7692}"/>
                  </a:ext>
                </a:extLst>
              </p:cNvPr>
              <p:cNvCxnSpPr/>
              <p:nvPr userDrawn="1"/>
            </p:nvCxnSpPr>
            <p:spPr bwMode="auto">
              <a:xfrm flipH="1">
                <a:off x="-109730" y="256311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5" name="Straight Connector 24">
                <a:extLst>
                  <a:ext uri="{FF2B5EF4-FFF2-40B4-BE49-F238E27FC236}">
                    <a16:creationId xmlns:a16="http://schemas.microsoft.com/office/drawing/2014/main" id="{A131086F-34E8-8C46-8C5C-6BAA87172E82}"/>
                  </a:ext>
                </a:extLst>
              </p:cNvPr>
              <p:cNvCxnSpPr/>
              <p:nvPr userDrawn="1"/>
            </p:nvCxnSpPr>
            <p:spPr bwMode="auto">
              <a:xfrm flipH="1">
                <a:off x="-109730" y="320319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6" name="Straight Connector 25">
                <a:extLst>
                  <a:ext uri="{FF2B5EF4-FFF2-40B4-BE49-F238E27FC236}">
                    <a16:creationId xmlns:a16="http://schemas.microsoft.com/office/drawing/2014/main" id="{0A42B631-F25C-F54E-B854-80328E4DFBBC}"/>
                  </a:ext>
                </a:extLst>
              </p:cNvPr>
              <p:cNvCxnSpPr/>
              <p:nvPr userDrawn="1"/>
            </p:nvCxnSpPr>
            <p:spPr bwMode="auto">
              <a:xfrm flipH="1">
                <a:off x="-109730" y="384327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7" name="Straight Connector 26">
                <a:extLst>
                  <a:ext uri="{FF2B5EF4-FFF2-40B4-BE49-F238E27FC236}">
                    <a16:creationId xmlns:a16="http://schemas.microsoft.com/office/drawing/2014/main" id="{08D46B81-A248-A847-9183-C6BC43C53E85}"/>
                  </a:ext>
                </a:extLst>
              </p:cNvPr>
              <p:cNvCxnSpPr/>
              <p:nvPr userDrawn="1"/>
            </p:nvCxnSpPr>
            <p:spPr bwMode="auto">
              <a:xfrm flipH="1">
                <a:off x="-109730" y="448792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86FA5BE4-E196-EC4A-BC7A-95A47060EE08}"/>
                  </a:ext>
                </a:extLst>
              </p:cNvPr>
              <p:cNvCxnSpPr/>
              <p:nvPr userDrawn="1"/>
            </p:nvCxnSpPr>
            <p:spPr bwMode="auto">
              <a:xfrm flipH="1">
                <a:off x="-109730" y="23139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9" name="Straight Connector 28">
                <a:extLst>
                  <a:ext uri="{FF2B5EF4-FFF2-40B4-BE49-F238E27FC236}">
                    <a16:creationId xmlns:a16="http://schemas.microsoft.com/office/drawing/2014/main" id="{47A74DF6-412C-6548-B80E-F7E7ED8433A9}"/>
                  </a:ext>
                </a:extLst>
              </p:cNvPr>
              <p:cNvCxnSpPr/>
              <p:nvPr userDrawn="1"/>
            </p:nvCxnSpPr>
            <p:spPr bwMode="auto">
              <a:xfrm flipH="1">
                <a:off x="-109730" y="489483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sp>
        <p:nvSpPr>
          <p:cNvPr id="83" name="Text Placeholder 2">
            <a:extLst>
              <a:ext uri="{FF2B5EF4-FFF2-40B4-BE49-F238E27FC236}">
                <a16:creationId xmlns:a16="http://schemas.microsoft.com/office/drawing/2014/main" id="{E1A7D9A1-75F9-6947-9FE6-6798A5D1DED4}"/>
              </a:ext>
            </a:extLst>
          </p:cNvPr>
          <p:cNvSpPr>
            <a:spLocks noGrp="1"/>
          </p:cNvSpPr>
          <p:nvPr>
            <p:ph type="body" sz="quarter" idx="18" hasCustomPrompt="1"/>
          </p:nvPr>
        </p:nvSpPr>
        <p:spPr>
          <a:xfrm>
            <a:off x="3268818" y="879911"/>
            <a:ext cx="2522382" cy="354012"/>
          </a:xfrm>
          <a:prstGeom prst="rect">
            <a:avLst/>
          </a:prstGeom>
        </p:spPr>
        <p:txBody>
          <a:bodyPr/>
          <a:lstStyle>
            <a:lvl1pPr marL="0" marR="0" indent="0" algn="l" defTabSz="914400" rtl="0" eaLnBrk="1" fontAlgn="base" latinLnBrk="0" hangingPunct="1">
              <a:lnSpc>
                <a:spcPct val="100000"/>
              </a:lnSpc>
              <a:spcBef>
                <a:spcPts val="1467"/>
              </a:spcBef>
              <a:spcAft>
                <a:spcPct val="0"/>
              </a:spcAft>
              <a:buClr>
                <a:schemeClr val="tx1"/>
              </a:buClr>
              <a:buSzPct val="90000"/>
              <a:buFont typeface="Wingdings" pitchFamily="2" charset="2"/>
              <a:buNone/>
              <a:tabLst/>
              <a:defRPr sz="1200" b="0" i="0">
                <a:solidFill>
                  <a:schemeClr val="tx1"/>
                </a:solidFill>
                <a:latin typeface="IBM Plex Sans" panose="020B05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r>
              <a:rPr lang="en-US" dirty="0"/>
              <a:t>Time</a:t>
            </a:r>
          </a:p>
        </p:txBody>
      </p:sp>
      <p:sp>
        <p:nvSpPr>
          <p:cNvPr id="98" name="Text Placeholder 2">
            <a:extLst>
              <a:ext uri="{FF2B5EF4-FFF2-40B4-BE49-F238E27FC236}">
                <a16:creationId xmlns:a16="http://schemas.microsoft.com/office/drawing/2014/main" id="{96B953CD-2333-C942-BE96-07227558392A}"/>
              </a:ext>
            </a:extLst>
          </p:cNvPr>
          <p:cNvSpPr>
            <a:spLocks noGrp="1"/>
          </p:cNvSpPr>
          <p:nvPr>
            <p:ph type="body" sz="quarter" idx="26" hasCustomPrompt="1"/>
          </p:nvPr>
        </p:nvSpPr>
        <p:spPr>
          <a:xfrm>
            <a:off x="6305388" y="879911"/>
            <a:ext cx="2522382" cy="354012"/>
          </a:xfrm>
          <a:prstGeom prst="rect">
            <a:avLst/>
          </a:prstGeom>
        </p:spPr>
        <p:txBody>
          <a:bodyPr/>
          <a:lstStyle>
            <a:lvl1pPr marL="0" marR="0" indent="0" algn="l" defTabSz="914400" rtl="0" eaLnBrk="1" fontAlgn="base" latinLnBrk="0" hangingPunct="1">
              <a:lnSpc>
                <a:spcPct val="100000"/>
              </a:lnSpc>
              <a:spcBef>
                <a:spcPts val="1467"/>
              </a:spcBef>
              <a:spcAft>
                <a:spcPct val="0"/>
              </a:spcAft>
              <a:buClr>
                <a:schemeClr val="tx1"/>
              </a:buClr>
              <a:buSzPct val="90000"/>
              <a:buFont typeface="Wingdings" pitchFamily="2" charset="2"/>
              <a:buNone/>
              <a:tabLst/>
              <a:defRPr sz="1200" b="0" i="0">
                <a:solidFill>
                  <a:schemeClr val="tx1"/>
                </a:solidFill>
                <a:latin typeface="IBM Plex Sans" panose="020B05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r>
              <a:rPr lang="en-US" dirty="0"/>
              <a:t>Event name</a:t>
            </a:r>
          </a:p>
        </p:txBody>
      </p:sp>
      <p:sp>
        <p:nvSpPr>
          <p:cNvPr id="99" name="Text Placeholder 2">
            <a:extLst>
              <a:ext uri="{FF2B5EF4-FFF2-40B4-BE49-F238E27FC236}">
                <a16:creationId xmlns:a16="http://schemas.microsoft.com/office/drawing/2014/main" id="{16688F8F-BA21-454C-BB01-F5323351D9C6}"/>
              </a:ext>
            </a:extLst>
          </p:cNvPr>
          <p:cNvSpPr>
            <a:spLocks noGrp="1"/>
          </p:cNvSpPr>
          <p:nvPr>
            <p:ph type="body" sz="quarter" idx="27" hasCustomPrompt="1"/>
          </p:nvPr>
        </p:nvSpPr>
        <p:spPr>
          <a:xfrm>
            <a:off x="9357198" y="879911"/>
            <a:ext cx="2522382" cy="354012"/>
          </a:xfrm>
          <a:prstGeom prst="rect">
            <a:avLst/>
          </a:prstGeom>
        </p:spPr>
        <p:txBody>
          <a:bodyPr/>
          <a:lstStyle>
            <a:lvl1pPr marL="0" marR="0" indent="0" algn="l" defTabSz="914400" rtl="0" eaLnBrk="1" fontAlgn="base" latinLnBrk="0" hangingPunct="1">
              <a:lnSpc>
                <a:spcPct val="100000"/>
              </a:lnSpc>
              <a:spcBef>
                <a:spcPts val="1467"/>
              </a:spcBef>
              <a:spcAft>
                <a:spcPct val="0"/>
              </a:spcAft>
              <a:buClr>
                <a:schemeClr val="tx1"/>
              </a:buClr>
              <a:buSzPct val="90000"/>
              <a:buFont typeface="Wingdings" pitchFamily="2" charset="2"/>
              <a:buNone/>
              <a:tabLst/>
              <a:defRPr sz="1200" b="0" i="0">
                <a:solidFill>
                  <a:schemeClr val="tx1"/>
                </a:solidFill>
                <a:latin typeface="IBM Plex Sans" panose="020B05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r>
              <a:rPr lang="en-US" dirty="0"/>
              <a:t>Host/location</a:t>
            </a:r>
          </a:p>
        </p:txBody>
      </p:sp>
      <p:sp>
        <p:nvSpPr>
          <p:cNvPr id="107" name="Text Placeholder 2">
            <a:extLst>
              <a:ext uri="{FF2B5EF4-FFF2-40B4-BE49-F238E27FC236}">
                <a16:creationId xmlns:a16="http://schemas.microsoft.com/office/drawing/2014/main" id="{FCE020B4-4DEB-2940-B929-9FE6F2E500C2}"/>
              </a:ext>
            </a:extLst>
          </p:cNvPr>
          <p:cNvSpPr>
            <a:spLocks noGrp="1"/>
          </p:cNvSpPr>
          <p:nvPr>
            <p:ph type="body" sz="quarter" idx="28" hasCustomPrompt="1"/>
          </p:nvPr>
        </p:nvSpPr>
        <p:spPr>
          <a:xfrm>
            <a:off x="3268818" y="1410270"/>
            <a:ext cx="2522382" cy="354012"/>
          </a:xfrm>
          <a:prstGeom prst="rect">
            <a:avLst/>
          </a:prstGeom>
        </p:spPr>
        <p:txBody>
          <a:bodyPr/>
          <a:lstStyle>
            <a:lvl1pPr marL="0" marR="0" indent="0" algn="l" defTabSz="914400" rtl="0" eaLnBrk="1" fontAlgn="base" latinLnBrk="0" hangingPunct="1">
              <a:lnSpc>
                <a:spcPct val="100000"/>
              </a:lnSpc>
              <a:spcBef>
                <a:spcPts val="1467"/>
              </a:spcBef>
              <a:spcAft>
                <a:spcPct val="0"/>
              </a:spcAft>
              <a:buClr>
                <a:schemeClr val="tx1"/>
              </a:buClr>
              <a:buSzPct val="90000"/>
              <a:buFont typeface="Wingdings" pitchFamily="2" charset="2"/>
              <a:buNone/>
              <a:tabLst/>
              <a:defRPr sz="1200" b="0" i="0">
                <a:solidFill>
                  <a:schemeClr val="tx1"/>
                </a:solidFill>
                <a:latin typeface="IBM Plex Sans" panose="020B05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r>
              <a:rPr lang="en-US" dirty="0"/>
              <a:t>Time</a:t>
            </a:r>
          </a:p>
        </p:txBody>
      </p:sp>
      <p:sp>
        <p:nvSpPr>
          <p:cNvPr id="108" name="Text Placeholder 2">
            <a:extLst>
              <a:ext uri="{FF2B5EF4-FFF2-40B4-BE49-F238E27FC236}">
                <a16:creationId xmlns:a16="http://schemas.microsoft.com/office/drawing/2014/main" id="{437DA0C4-EFAE-6D4A-85CE-E692A5B15165}"/>
              </a:ext>
            </a:extLst>
          </p:cNvPr>
          <p:cNvSpPr>
            <a:spLocks noGrp="1"/>
          </p:cNvSpPr>
          <p:nvPr>
            <p:ph type="body" sz="quarter" idx="29" hasCustomPrompt="1"/>
          </p:nvPr>
        </p:nvSpPr>
        <p:spPr>
          <a:xfrm>
            <a:off x="6305388" y="1415859"/>
            <a:ext cx="2522382" cy="354012"/>
          </a:xfrm>
          <a:prstGeom prst="rect">
            <a:avLst/>
          </a:prstGeom>
        </p:spPr>
        <p:txBody>
          <a:bodyPr/>
          <a:lstStyle>
            <a:lvl1pPr marL="0" marR="0" indent="0" algn="l" defTabSz="914400" rtl="0" eaLnBrk="1" fontAlgn="base" latinLnBrk="0" hangingPunct="1">
              <a:lnSpc>
                <a:spcPct val="100000"/>
              </a:lnSpc>
              <a:spcBef>
                <a:spcPts val="1467"/>
              </a:spcBef>
              <a:spcAft>
                <a:spcPct val="0"/>
              </a:spcAft>
              <a:buClr>
                <a:schemeClr val="tx1"/>
              </a:buClr>
              <a:buSzPct val="90000"/>
              <a:buFont typeface="Wingdings" pitchFamily="2" charset="2"/>
              <a:buNone/>
              <a:tabLst/>
              <a:defRPr sz="1200" b="0" i="0">
                <a:solidFill>
                  <a:schemeClr val="tx1"/>
                </a:solidFill>
                <a:latin typeface="IBM Plex Sans" panose="020B05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r>
              <a:rPr lang="en-US" dirty="0"/>
              <a:t>Event name</a:t>
            </a:r>
          </a:p>
        </p:txBody>
      </p:sp>
      <p:sp>
        <p:nvSpPr>
          <p:cNvPr id="109" name="Text Placeholder 2">
            <a:extLst>
              <a:ext uri="{FF2B5EF4-FFF2-40B4-BE49-F238E27FC236}">
                <a16:creationId xmlns:a16="http://schemas.microsoft.com/office/drawing/2014/main" id="{314F97A3-81CC-B047-9F9A-358883812CC9}"/>
              </a:ext>
            </a:extLst>
          </p:cNvPr>
          <p:cNvSpPr>
            <a:spLocks noGrp="1"/>
          </p:cNvSpPr>
          <p:nvPr>
            <p:ph type="body" sz="quarter" idx="30" hasCustomPrompt="1"/>
          </p:nvPr>
        </p:nvSpPr>
        <p:spPr>
          <a:xfrm>
            <a:off x="9357198" y="1410270"/>
            <a:ext cx="2522382" cy="354012"/>
          </a:xfrm>
          <a:prstGeom prst="rect">
            <a:avLst/>
          </a:prstGeom>
        </p:spPr>
        <p:txBody>
          <a:bodyPr/>
          <a:lstStyle>
            <a:lvl1pPr marL="0" marR="0" indent="0" algn="l" defTabSz="914400" rtl="0" eaLnBrk="1" fontAlgn="base" latinLnBrk="0" hangingPunct="1">
              <a:lnSpc>
                <a:spcPct val="100000"/>
              </a:lnSpc>
              <a:spcBef>
                <a:spcPts val="1467"/>
              </a:spcBef>
              <a:spcAft>
                <a:spcPct val="0"/>
              </a:spcAft>
              <a:buClr>
                <a:schemeClr val="tx1"/>
              </a:buClr>
              <a:buSzPct val="90000"/>
              <a:buFont typeface="Wingdings" pitchFamily="2" charset="2"/>
              <a:buNone/>
              <a:tabLst/>
              <a:defRPr sz="1200" b="0" i="0">
                <a:solidFill>
                  <a:schemeClr val="tx1"/>
                </a:solidFill>
                <a:latin typeface="IBM Plex Sans" panose="020B05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r>
              <a:rPr lang="en-US" dirty="0"/>
              <a:t>Host/location</a:t>
            </a:r>
          </a:p>
        </p:txBody>
      </p:sp>
      <p:sp>
        <p:nvSpPr>
          <p:cNvPr id="110" name="Text Placeholder 2">
            <a:extLst>
              <a:ext uri="{FF2B5EF4-FFF2-40B4-BE49-F238E27FC236}">
                <a16:creationId xmlns:a16="http://schemas.microsoft.com/office/drawing/2014/main" id="{F393FFB8-0034-064E-9912-60B7109CAF10}"/>
              </a:ext>
            </a:extLst>
          </p:cNvPr>
          <p:cNvSpPr>
            <a:spLocks noGrp="1"/>
          </p:cNvSpPr>
          <p:nvPr>
            <p:ph type="body" sz="quarter" idx="31" hasCustomPrompt="1"/>
          </p:nvPr>
        </p:nvSpPr>
        <p:spPr>
          <a:xfrm>
            <a:off x="3268818" y="1940629"/>
            <a:ext cx="2522382" cy="354012"/>
          </a:xfrm>
          <a:prstGeom prst="rect">
            <a:avLst/>
          </a:prstGeom>
        </p:spPr>
        <p:txBody>
          <a:bodyPr/>
          <a:lstStyle>
            <a:lvl1pPr marL="0" marR="0" indent="0" algn="l" defTabSz="914400" rtl="0" eaLnBrk="1" fontAlgn="base" latinLnBrk="0" hangingPunct="1">
              <a:lnSpc>
                <a:spcPct val="100000"/>
              </a:lnSpc>
              <a:spcBef>
                <a:spcPts val="1467"/>
              </a:spcBef>
              <a:spcAft>
                <a:spcPct val="0"/>
              </a:spcAft>
              <a:buClr>
                <a:schemeClr val="tx1"/>
              </a:buClr>
              <a:buSzPct val="90000"/>
              <a:buFont typeface="Wingdings" pitchFamily="2" charset="2"/>
              <a:buNone/>
              <a:tabLst/>
              <a:defRPr sz="1200" b="0" i="0">
                <a:solidFill>
                  <a:schemeClr val="tx1"/>
                </a:solidFill>
                <a:latin typeface="IBM Plex Sans" panose="020B05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r>
              <a:rPr lang="en-US" dirty="0"/>
              <a:t>Time</a:t>
            </a:r>
          </a:p>
        </p:txBody>
      </p:sp>
      <p:sp>
        <p:nvSpPr>
          <p:cNvPr id="111" name="Text Placeholder 2">
            <a:extLst>
              <a:ext uri="{FF2B5EF4-FFF2-40B4-BE49-F238E27FC236}">
                <a16:creationId xmlns:a16="http://schemas.microsoft.com/office/drawing/2014/main" id="{47C78DE6-FDDC-DB42-A7F3-D65CDC78F2C4}"/>
              </a:ext>
            </a:extLst>
          </p:cNvPr>
          <p:cNvSpPr>
            <a:spLocks noGrp="1"/>
          </p:cNvSpPr>
          <p:nvPr>
            <p:ph type="body" sz="quarter" idx="32" hasCustomPrompt="1"/>
          </p:nvPr>
        </p:nvSpPr>
        <p:spPr>
          <a:xfrm>
            <a:off x="6305388" y="1951807"/>
            <a:ext cx="2522382" cy="354012"/>
          </a:xfrm>
          <a:prstGeom prst="rect">
            <a:avLst/>
          </a:prstGeom>
        </p:spPr>
        <p:txBody>
          <a:bodyPr/>
          <a:lstStyle>
            <a:lvl1pPr marL="0" marR="0" indent="0" algn="l" defTabSz="914400" rtl="0" eaLnBrk="1" fontAlgn="base" latinLnBrk="0" hangingPunct="1">
              <a:lnSpc>
                <a:spcPct val="100000"/>
              </a:lnSpc>
              <a:spcBef>
                <a:spcPts val="1467"/>
              </a:spcBef>
              <a:spcAft>
                <a:spcPct val="0"/>
              </a:spcAft>
              <a:buClr>
                <a:schemeClr val="tx1"/>
              </a:buClr>
              <a:buSzPct val="90000"/>
              <a:buFont typeface="Wingdings" pitchFamily="2" charset="2"/>
              <a:buNone/>
              <a:tabLst/>
              <a:defRPr sz="1200" b="0" i="0">
                <a:solidFill>
                  <a:schemeClr val="tx1"/>
                </a:solidFill>
                <a:latin typeface="IBM Plex Sans" panose="020B05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r>
              <a:rPr lang="en-US" dirty="0"/>
              <a:t>Event name</a:t>
            </a:r>
          </a:p>
        </p:txBody>
      </p:sp>
      <p:sp>
        <p:nvSpPr>
          <p:cNvPr id="112" name="Text Placeholder 2">
            <a:extLst>
              <a:ext uri="{FF2B5EF4-FFF2-40B4-BE49-F238E27FC236}">
                <a16:creationId xmlns:a16="http://schemas.microsoft.com/office/drawing/2014/main" id="{37BA70E4-51FF-AC46-AAEC-96DF990F4822}"/>
              </a:ext>
            </a:extLst>
          </p:cNvPr>
          <p:cNvSpPr>
            <a:spLocks noGrp="1"/>
          </p:cNvSpPr>
          <p:nvPr>
            <p:ph type="body" sz="quarter" idx="33" hasCustomPrompt="1"/>
          </p:nvPr>
        </p:nvSpPr>
        <p:spPr>
          <a:xfrm>
            <a:off x="9357198" y="1940629"/>
            <a:ext cx="2522382" cy="354012"/>
          </a:xfrm>
          <a:prstGeom prst="rect">
            <a:avLst/>
          </a:prstGeom>
        </p:spPr>
        <p:txBody>
          <a:bodyPr/>
          <a:lstStyle>
            <a:lvl1pPr marL="0" marR="0" indent="0" algn="l" defTabSz="914400" rtl="0" eaLnBrk="1" fontAlgn="base" latinLnBrk="0" hangingPunct="1">
              <a:lnSpc>
                <a:spcPct val="100000"/>
              </a:lnSpc>
              <a:spcBef>
                <a:spcPts val="1467"/>
              </a:spcBef>
              <a:spcAft>
                <a:spcPct val="0"/>
              </a:spcAft>
              <a:buClr>
                <a:schemeClr val="tx1"/>
              </a:buClr>
              <a:buSzPct val="90000"/>
              <a:buFont typeface="Wingdings" pitchFamily="2" charset="2"/>
              <a:buNone/>
              <a:tabLst/>
              <a:defRPr sz="1200" b="0" i="0">
                <a:solidFill>
                  <a:schemeClr val="tx1"/>
                </a:solidFill>
                <a:latin typeface="IBM Plex Sans" panose="020B05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r>
              <a:rPr lang="en-US" dirty="0"/>
              <a:t>Host/location</a:t>
            </a:r>
          </a:p>
        </p:txBody>
      </p:sp>
      <p:sp>
        <p:nvSpPr>
          <p:cNvPr id="116" name="Text Placeholder 2">
            <a:extLst>
              <a:ext uri="{FF2B5EF4-FFF2-40B4-BE49-F238E27FC236}">
                <a16:creationId xmlns:a16="http://schemas.microsoft.com/office/drawing/2014/main" id="{06A9F933-6DDD-9D42-B952-9925DB988AB1}"/>
              </a:ext>
            </a:extLst>
          </p:cNvPr>
          <p:cNvSpPr>
            <a:spLocks noGrp="1"/>
          </p:cNvSpPr>
          <p:nvPr>
            <p:ph type="body" sz="quarter" idx="34" hasCustomPrompt="1"/>
          </p:nvPr>
        </p:nvSpPr>
        <p:spPr>
          <a:xfrm>
            <a:off x="3268818" y="2470988"/>
            <a:ext cx="2522382" cy="354012"/>
          </a:xfrm>
          <a:prstGeom prst="rect">
            <a:avLst/>
          </a:prstGeom>
        </p:spPr>
        <p:txBody>
          <a:bodyPr/>
          <a:lstStyle>
            <a:lvl1pPr marL="0" marR="0" indent="0" algn="l" defTabSz="914400" rtl="0" eaLnBrk="1" fontAlgn="base" latinLnBrk="0" hangingPunct="1">
              <a:lnSpc>
                <a:spcPct val="100000"/>
              </a:lnSpc>
              <a:spcBef>
                <a:spcPts val="1467"/>
              </a:spcBef>
              <a:spcAft>
                <a:spcPct val="0"/>
              </a:spcAft>
              <a:buClr>
                <a:schemeClr val="tx1"/>
              </a:buClr>
              <a:buSzPct val="90000"/>
              <a:buFont typeface="Wingdings" pitchFamily="2" charset="2"/>
              <a:buNone/>
              <a:tabLst/>
              <a:defRPr sz="1200" b="0" i="0">
                <a:solidFill>
                  <a:schemeClr val="tx1"/>
                </a:solidFill>
                <a:latin typeface="IBM Plex Sans" panose="020B05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r>
              <a:rPr lang="en-US" dirty="0"/>
              <a:t>Time</a:t>
            </a:r>
          </a:p>
        </p:txBody>
      </p:sp>
      <p:sp>
        <p:nvSpPr>
          <p:cNvPr id="117" name="Text Placeholder 2">
            <a:extLst>
              <a:ext uri="{FF2B5EF4-FFF2-40B4-BE49-F238E27FC236}">
                <a16:creationId xmlns:a16="http://schemas.microsoft.com/office/drawing/2014/main" id="{2C005333-B445-AB4C-97CB-07A88583B89A}"/>
              </a:ext>
            </a:extLst>
          </p:cNvPr>
          <p:cNvSpPr>
            <a:spLocks noGrp="1"/>
          </p:cNvSpPr>
          <p:nvPr>
            <p:ph type="body" sz="quarter" idx="35" hasCustomPrompt="1"/>
          </p:nvPr>
        </p:nvSpPr>
        <p:spPr>
          <a:xfrm>
            <a:off x="6305388" y="2487755"/>
            <a:ext cx="2522382" cy="354012"/>
          </a:xfrm>
          <a:prstGeom prst="rect">
            <a:avLst/>
          </a:prstGeom>
        </p:spPr>
        <p:txBody>
          <a:bodyPr/>
          <a:lstStyle>
            <a:lvl1pPr marL="0" marR="0" indent="0" algn="l" defTabSz="914400" rtl="0" eaLnBrk="1" fontAlgn="base" latinLnBrk="0" hangingPunct="1">
              <a:lnSpc>
                <a:spcPct val="100000"/>
              </a:lnSpc>
              <a:spcBef>
                <a:spcPts val="1467"/>
              </a:spcBef>
              <a:spcAft>
                <a:spcPct val="0"/>
              </a:spcAft>
              <a:buClr>
                <a:schemeClr val="tx1"/>
              </a:buClr>
              <a:buSzPct val="90000"/>
              <a:buFont typeface="Wingdings" pitchFamily="2" charset="2"/>
              <a:buNone/>
              <a:tabLst/>
              <a:defRPr sz="1200" b="0" i="0">
                <a:solidFill>
                  <a:schemeClr val="tx1"/>
                </a:solidFill>
                <a:latin typeface="IBM Plex Sans" panose="020B05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r>
              <a:rPr lang="en-US" dirty="0"/>
              <a:t>Event name</a:t>
            </a:r>
          </a:p>
        </p:txBody>
      </p:sp>
      <p:sp>
        <p:nvSpPr>
          <p:cNvPr id="118" name="Text Placeholder 2">
            <a:extLst>
              <a:ext uri="{FF2B5EF4-FFF2-40B4-BE49-F238E27FC236}">
                <a16:creationId xmlns:a16="http://schemas.microsoft.com/office/drawing/2014/main" id="{DB78CC39-2872-7F48-A50E-7BEB4B6E285C}"/>
              </a:ext>
            </a:extLst>
          </p:cNvPr>
          <p:cNvSpPr>
            <a:spLocks noGrp="1"/>
          </p:cNvSpPr>
          <p:nvPr>
            <p:ph type="body" sz="quarter" idx="36" hasCustomPrompt="1"/>
          </p:nvPr>
        </p:nvSpPr>
        <p:spPr>
          <a:xfrm>
            <a:off x="9357198" y="2470988"/>
            <a:ext cx="2522382" cy="354012"/>
          </a:xfrm>
          <a:prstGeom prst="rect">
            <a:avLst/>
          </a:prstGeom>
        </p:spPr>
        <p:txBody>
          <a:bodyPr/>
          <a:lstStyle>
            <a:lvl1pPr marL="0" marR="0" indent="0" algn="l" defTabSz="914400" rtl="0" eaLnBrk="1" fontAlgn="base" latinLnBrk="0" hangingPunct="1">
              <a:lnSpc>
                <a:spcPct val="100000"/>
              </a:lnSpc>
              <a:spcBef>
                <a:spcPts val="1467"/>
              </a:spcBef>
              <a:spcAft>
                <a:spcPct val="0"/>
              </a:spcAft>
              <a:buClr>
                <a:schemeClr val="tx1"/>
              </a:buClr>
              <a:buSzPct val="90000"/>
              <a:buFont typeface="Wingdings" pitchFamily="2" charset="2"/>
              <a:buNone/>
              <a:tabLst/>
              <a:defRPr sz="1200" b="0" i="0">
                <a:solidFill>
                  <a:schemeClr val="tx1"/>
                </a:solidFill>
                <a:latin typeface="IBM Plex Sans" panose="020B05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r>
              <a:rPr lang="en-US" dirty="0"/>
              <a:t>Host/location</a:t>
            </a:r>
          </a:p>
        </p:txBody>
      </p:sp>
      <p:sp>
        <p:nvSpPr>
          <p:cNvPr id="119" name="Text Placeholder 2">
            <a:extLst>
              <a:ext uri="{FF2B5EF4-FFF2-40B4-BE49-F238E27FC236}">
                <a16:creationId xmlns:a16="http://schemas.microsoft.com/office/drawing/2014/main" id="{E8A82CD9-7579-2D40-9AD3-420FAA48CA1D}"/>
              </a:ext>
            </a:extLst>
          </p:cNvPr>
          <p:cNvSpPr>
            <a:spLocks noGrp="1"/>
          </p:cNvSpPr>
          <p:nvPr>
            <p:ph type="body" sz="quarter" idx="37" hasCustomPrompt="1"/>
          </p:nvPr>
        </p:nvSpPr>
        <p:spPr>
          <a:xfrm>
            <a:off x="3268818" y="3001347"/>
            <a:ext cx="2522382" cy="354012"/>
          </a:xfrm>
          <a:prstGeom prst="rect">
            <a:avLst/>
          </a:prstGeom>
        </p:spPr>
        <p:txBody>
          <a:bodyPr/>
          <a:lstStyle>
            <a:lvl1pPr marL="0" marR="0" indent="0" algn="l" defTabSz="914400" rtl="0" eaLnBrk="1" fontAlgn="base" latinLnBrk="0" hangingPunct="1">
              <a:lnSpc>
                <a:spcPct val="100000"/>
              </a:lnSpc>
              <a:spcBef>
                <a:spcPts val="1467"/>
              </a:spcBef>
              <a:spcAft>
                <a:spcPct val="0"/>
              </a:spcAft>
              <a:buClr>
                <a:schemeClr val="tx1"/>
              </a:buClr>
              <a:buSzPct val="90000"/>
              <a:buFont typeface="Wingdings" pitchFamily="2" charset="2"/>
              <a:buNone/>
              <a:tabLst/>
              <a:defRPr sz="1200" b="0" i="0">
                <a:solidFill>
                  <a:schemeClr val="tx1"/>
                </a:solidFill>
                <a:latin typeface="IBM Plex Sans" panose="020B05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r>
              <a:rPr lang="en-US" dirty="0"/>
              <a:t>Time</a:t>
            </a:r>
          </a:p>
        </p:txBody>
      </p:sp>
      <p:sp>
        <p:nvSpPr>
          <p:cNvPr id="120" name="Text Placeholder 2">
            <a:extLst>
              <a:ext uri="{FF2B5EF4-FFF2-40B4-BE49-F238E27FC236}">
                <a16:creationId xmlns:a16="http://schemas.microsoft.com/office/drawing/2014/main" id="{1F19E40E-54B1-EB41-9225-98CC217410D0}"/>
              </a:ext>
            </a:extLst>
          </p:cNvPr>
          <p:cNvSpPr>
            <a:spLocks noGrp="1"/>
          </p:cNvSpPr>
          <p:nvPr>
            <p:ph type="body" sz="quarter" idx="38" hasCustomPrompt="1"/>
          </p:nvPr>
        </p:nvSpPr>
        <p:spPr>
          <a:xfrm>
            <a:off x="6305388" y="3023703"/>
            <a:ext cx="2522382" cy="354012"/>
          </a:xfrm>
          <a:prstGeom prst="rect">
            <a:avLst/>
          </a:prstGeom>
        </p:spPr>
        <p:txBody>
          <a:bodyPr/>
          <a:lstStyle>
            <a:lvl1pPr marL="0" marR="0" indent="0" algn="l" defTabSz="914400" rtl="0" eaLnBrk="1" fontAlgn="base" latinLnBrk="0" hangingPunct="1">
              <a:lnSpc>
                <a:spcPct val="100000"/>
              </a:lnSpc>
              <a:spcBef>
                <a:spcPts val="1467"/>
              </a:spcBef>
              <a:spcAft>
                <a:spcPct val="0"/>
              </a:spcAft>
              <a:buClr>
                <a:schemeClr val="tx1"/>
              </a:buClr>
              <a:buSzPct val="90000"/>
              <a:buFont typeface="Wingdings" pitchFamily="2" charset="2"/>
              <a:buNone/>
              <a:tabLst/>
              <a:defRPr sz="1200" b="0" i="0">
                <a:solidFill>
                  <a:schemeClr val="tx1"/>
                </a:solidFill>
                <a:latin typeface="IBM Plex Sans" panose="020B05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r>
              <a:rPr lang="en-US" dirty="0"/>
              <a:t>Event name</a:t>
            </a:r>
          </a:p>
        </p:txBody>
      </p:sp>
      <p:sp>
        <p:nvSpPr>
          <p:cNvPr id="121" name="Text Placeholder 2">
            <a:extLst>
              <a:ext uri="{FF2B5EF4-FFF2-40B4-BE49-F238E27FC236}">
                <a16:creationId xmlns:a16="http://schemas.microsoft.com/office/drawing/2014/main" id="{209CEC9B-A511-1641-9F8D-6FE1A1CED448}"/>
              </a:ext>
            </a:extLst>
          </p:cNvPr>
          <p:cNvSpPr>
            <a:spLocks noGrp="1"/>
          </p:cNvSpPr>
          <p:nvPr>
            <p:ph type="body" sz="quarter" idx="39" hasCustomPrompt="1"/>
          </p:nvPr>
        </p:nvSpPr>
        <p:spPr>
          <a:xfrm>
            <a:off x="9357198" y="3001347"/>
            <a:ext cx="2522382" cy="354012"/>
          </a:xfrm>
          <a:prstGeom prst="rect">
            <a:avLst/>
          </a:prstGeom>
        </p:spPr>
        <p:txBody>
          <a:bodyPr/>
          <a:lstStyle>
            <a:lvl1pPr marL="0" marR="0" indent="0" algn="l" defTabSz="914400" rtl="0" eaLnBrk="1" fontAlgn="base" latinLnBrk="0" hangingPunct="1">
              <a:lnSpc>
                <a:spcPct val="100000"/>
              </a:lnSpc>
              <a:spcBef>
                <a:spcPts val="1467"/>
              </a:spcBef>
              <a:spcAft>
                <a:spcPct val="0"/>
              </a:spcAft>
              <a:buClr>
                <a:schemeClr val="tx1"/>
              </a:buClr>
              <a:buSzPct val="90000"/>
              <a:buFont typeface="Wingdings" pitchFamily="2" charset="2"/>
              <a:buNone/>
              <a:tabLst/>
              <a:defRPr sz="1200" b="0" i="0">
                <a:solidFill>
                  <a:schemeClr val="tx1"/>
                </a:solidFill>
                <a:latin typeface="IBM Plex Sans" panose="020B05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r>
              <a:rPr lang="en-US" dirty="0"/>
              <a:t>Host/location</a:t>
            </a:r>
          </a:p>
        </p:txBody>
      </p:sp>
      <p:sp>
        <p:nvSpPr>
          <p:cNvPr id="122" name="Text Placeholder 2">
            <a:extLst>
              <a:ext uri="{FF2B5EF4-FFF2-40B4-BE49-F238E27FC236}">
                <a16:creationId xmlns:a16="http://schemas.microsoft.com/office/drawing/2014/main" id="{DACB2EB0-8919-0042-B7D9-6744C4AD403F}"/>
              </a:ext>
            </a:extLst>
          </p:cNvPr>
          <p:cNvSpPr>
            <a:spLocks noGrp="1"/>
          </p:cNvSpPr>
          <p:nvPr>
            <p:ph type="body" sz="quarter" idx="40" hasCustomPrompt="1"/>
          </p:nvPr>
        </p:nvSpPr>
        <p:spPr>
          <a:xfrm>
            <a:off x="3268818" y="3531706"/>
            <a:ext cx="2522382" cy="354012"/>
          </a:xfrm>
          <a:prstGeom prst="rect">
            <a:avLst/>
          </a:prstGeom>
        </p:spPr>
        <p:txBody>
          <a:bodyPr/>
          <a:lstStyle>
            <a:lvl1pPr marL="0" marR="0" indent="0" algn="l" defTabSz="914400" rtl="0" eaLnBrk="1" fontAlgn="base" latinLnBrk="0" hangingPunct="1">
              <a:lnSpc>
                <a:spcPct val="100000"/>
              </a:lnSpc>
              <a:spcBef>
                <a:spcPts val="1467"/>
              </a:spcBef>
              <a:spcAft>
                <a:spcPct val="0"/>
              </a:spcAft>
              <a:buClr>
                <a:schemeClr val="tx1"/>
              </a:buClr>
              <a:buSzPct val="90000"/>
              <a:buFont typeface="Wingdings" pitchFamily="2" charset="2"/>
              <a:buNone/>
              <a:tabLst/>
              <a:defRPr sz="1200" b="0" i="0">
                <a:solidFill>
                  <a:schemeClr val="tx1"/>
                </a:solidFill>
                <a:latin typeface="IBM Plex Sans" panose="020B05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r>
              <a:rPr lang="en-US" dirty="0"/>
              <a:t>Time</a:t>
            </a:r>
          </a:p>
        </p:txBody>
      </p:sp>
      <p:sp>
        <p:nvSpPr>
          <p:cNvPr id="123" name="Text Placeholder 2">
            <a:extLst>
              <a:ext uri="{FF2B5EF4-FFF2-40B4-BE49-F238E27FC236}">
                <a16:creationId xmlns:a16="http://schemas.microsoft.com/office/drawing/2014/main" id="{E8DBCBEC-0C15-6442-A759-A03886ABF10E}"/>
              </a:ext>
            </a:extLst>
          </p:cNvPr>
          <p:cNvSpPr>
            <a:spLocks noGrp="1"/>
          </p:cNvSpPr>
          <p:nvPr>
            <p:ph type="body" sz="quarter" idx="41" hasCustomPrompt="1"/>
          </p:nvPr>
        </p:nvSpPr>
        <p:spPr>
          <a:xfrm>
            <a:off x="6305388" y="3559651"/>
            <a:ext cx="2522382" cy="354012"/>
          </a:xfrm>
          <a:prstGeom prst="rect">
            <a:avLst/>
          </a:prstGeom>
        </p:spPr>
        <p:txBody>
          <a:bodyPr/>
          <a:lstStyle>
            <a:lvl1pPr marL="0" marR="0" indent="0" algn="l" defTabSz="914400" rtl="0" eaLnBrk="1" fontAlgn="base" latinLnBrk="0" hangingPunct="1">
              <a:lnSpc>
                <a:spcPct val="100000"/>
              </a:lnSpc>
              <a:spcBef>
                <a:spcPts val="1467"/>
              </a:spcBef>
              <a:spcAft>
                <a:spcPct val="0"/>
              </a:spcAft>
              <a:buClr>
                <a:schemeClr val="tx1"/>
              </a:buClr>
              <a:buSzPct val="90000"/>
              <a:buFont typeface="Wingdings" pitchFamily="2" charset="2"/>
              <a:buNone/>
              <a:tabLst/>
              <a:defRPr sz="1200" b="0" i="0">
                <a:solidFill>
                  <a:schemeClr val="tx1"/>
                </a:solidFill>
                <a:latin typeface="IBM Plex Sans" panose="020B05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r>
              <a:rPr lang="en-US" dirty="0"/>
              <a:t>Event name</a:t>
            </a:r>
          </a:p>
        </p:txBody>
      </p:sp>
      <p:sp>
        <p:nvSpPr>
          <p:cNvPr id="124" name="Text Placeholder 2">
            <a:extLst>
              <a:ext uri="{FF2B5EF4-FFF2-40B4-BE49-F238E27FC236}">
                <a16:creationId xmlns:a16="http://schemas.microsoft.com/office/drawing/2014/main" id="{71B7D040-9852-4843-B3CF-09436BFF4C28}"/>
              </a:ext>
            </a:extLst>
          </p:cNvPr>
          <p:cNvSpPr>
            <a:spLocks noGrp="1"/>
          </p:cNvSpPr>
          <p:nvPr>
            <p:ph type="body" sz="quarter" idx="42" hasCustomPrompt="1"/>
          </p:nvPr>
        </p:nvSpPr>
        <p:spPr>
          <a:xfrm>
            <a:off x="9357198" y="3531706"/>
            <a:ext cx="2522382" cy="354012"/>
          </a:xfrm>
          <a:prstGeom prst="rect">
            <a:avLst/>
          </a:prstGeom>
        </p:spPr>
        <p:txBody>
          <a:bodyPr/>
          <a:lstStyle>
            <a:lvl1pPr marL="0" marR="0" indent="0" algn="l" defTabSz="914400" rtl="0" eaLnBrk="1" fontAlgn="base" latinLnBrk="0" hangingPunct="1">
              <a:lnSpc>
                <a:spcPct val="100000"/>
              </a:lnSpc>
              <a:spcBef>
                <a:spcPts val="1467"/>
              </a:spcBef>
              <a:spcAft>
                <a:spcPct val="0"/>
              </a:spcAft>
              <a:buClr>
                <a:schemeClr val="tx1"/>
              </a:buClr>
              <a:buSzPct val="90000"/>
              <a:buFont typeface="Wingdings" pitchFamily="2" charset="2"/>
              <a:buNone/>
              <a:tabLst/>
              <a:defRPr sz="1200" b="0" i="0">
                <a:solidFill>
                  <a:schemeClr val="tx1"/>
                </a:solidFill>
                <a:latin typeface="IBM Plex Sans" panose="020B05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r>
              <a:rPr lang="en-US" dirty="0"/>
              <a:t>Host/location</a:t>
            </a:r>
          </a:p>
        </p:txBody>
      </p:sp>
      <p:sp>
        <p:nvSpPr>
          <p:cNvPr id="129" name="Text Placeholder 2">
            <a:extLst>
              <a:ext uri="{FF2B5EF4-FFF2-40B4-BE49-F238E27FC236}">
                <a16:creationId xmlns:a16="http://schemas.microsoft.com/office/drawing/2014/main" id="{393B6E32-4B42-0546-B33F-978F381BDC99}"/>
              </a:ext>
            </a:extLst>
          </p:cNvPr>
          <p:cNvSpPr>
            <a:spLocks noGrp="1"/>
          </p:cNvSpPr>
          <p:nvPr>
            <p:ph type="body" sz="quarter" idx="43" hasCustomPrompt="1"/>
          </p:nvPr>
        </p:nvSpPr>
        <p:spPr>
          <a:xfrm>
            <a:off x="3268818" y="4062065"/>
            <a:ext cx="2522382" cy="354012"/>
          </a:xfrm>
          <a:prstGeom prst="rect">
            <a:avLst/>
          </a:prstGeom>
        </p:spPr>
        <p:txBody>
          <a:bodyPr/>
          <a:lstStyle>
            <a:lvl1pPr marL="0" marR="0" indent="0" algn="l" defTabSz="914400" rtl="0" eaLnBrk="1" fontAlgn="base" latinLnBrk="0" hangingPunct="1">
              <a:lnSpc>
                <a:spcPct val="100000"/>
              </a:lnSpc>
              <a:spcBef>
                <a:spcPts val="1467"/>
              </a:spcBef>
              <a:spcAft>
                <a:spcPct val="0"/>
              </a:spcAft>
              <a:buClr>
                <a:schemeClr val="tx1"/>
              </a:buClr>
              <a:buSzPct val="90000"/>
              <a:buFont typeface="Wingdings" pitchFamily="2" charset="2"/>
              <a:buNone/>
              <a:tabLst/>
              <a:defRPr sz="1200" b="0" i="0">
                <a:solidFill>
                  <a:schemeClr val="tx1"/>
                </a:solidFill>
                <a:latin typeface="IBM Plex Sans" panose="020B05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r>
              <a:rPr lang="en-US" dirty="0"/>
              <a:t>Time</a:t>
            </a:r>
          </a:p>
        </p:txBody>
      </p:sp>
      <p:sp>
        <p:nvSpPr>
          <p:cNvPr id="130" name="Text Placeholder 2">
            <a:extLst>
              <a:ext uri="{FF2B5EF4-FFF2-40B4-BE49-F238E27FC236}">
                <a16:creationId xmlns:a16="http://schemas.microsoft.com/office/drawing/2014/main" id="{A5B39F5C-352A-C942-9132-66F5F1A65C19}"/>
              </a:ext>
            </a:extLst>
          </p:cNvPr>
          <p:cNvSpPr>
            <a:spLocks noGrp="1"/>
          </p:cNvSpPr>
          <p:nvPr>
            <p:ph type="body" sz="quarter" idx="44" hasCustomPrompt="1"/>
          </p:nvPr>
        </p:nvSpPr>
        <p:spPr>
          <a:xfrm>
            <a:off x="6305388" y="4095599"/>
            <a:ext cx="2522382" cy="354012"/>
          </a:xfrm>
          <a:prstGeom prst="rect">
            <a:avLst/>
          </a:prstGeom>
        </p:spPr>
        <p:txBody>
          <a:bodyPr/>
          <a:lstStyle>
            <a:lvl1pPr marL="0" marR="0" indent="0" algn="l" defTabSz="914400" rtl="0" eaLnBrk="1" fontAlgn="base" latinLnBrk="0" hangingPunct="1">
              <a:lnSpc>
                <a:spcPct val="100000"/>
              </a:lnSpc>
              <a:spcBef>
                <a:spcPts val="1467"/>
              </a:spcBef>
              <a:spcAft>
                <a:spcPct val="0"/>
              </a:spcAft>
              <a:buClr>
                <a:schemeClr val="tx1"/>
              </a:buClr>
              <a:buSzPct val="90000"/>
              <a:buFont typeface="Wingdings" pitchFamily="2" charset="2"/>
              <a:buNone/>
              <a:tabLst/>
              <a:defRPr sz="1200" b="0" i="0">
                <a:solidFill>
                  <a:schemeClr val="tx1"/>
                </a:solidFill>
                <a:latin typeface="IBM Plex Sans" panose="020B05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r>
              <a:rPr lang="en-US" dirty="0"/>
              <a:t>Event name</a:t>
            </a:r>
          </a:p>
        </p:txBody>
      </p:sp>
      <p:sp>
        <p:nvSpPr>
          <p:cNvPr id="131" name="Text Placeholder 2">
            <a:extLst>
              <a:ext uri="{FF2B5EF4-FFF2-40B4-BE49-F238E27FC236}">
                <a16:creationId xmlns:a16="http://schemas.microsoft.com/office/drawing/2014/main" id="{761C19D8-2C9A-3B48-AC46-1E9CC1703326}"/>
              </a:ext>
            </a:extLst>
          </p:cNvPr>
          <p:cNvSpPr>
            <a:spLocks noGrp="1"/>
          </p:cNvSpPr>
          <p:nvPr>
            <p:ph type="body" sz="quarter" idx="45" hasCustomPrompt="1"/>
          </p:nvPr>
        </p:nvSpPr>
        <p:spPr>
          <a:xfrm>
            <a:off x="9357198" y="4062065"/>
            <a:ext cx="2522382" cy="354012"/>
          </a:xfrm>
          <a:prstGeom prst="rect">
            <a:avLst/>
          </a:prstGeom>
        </p:spPr>
        <p:txBody>
          <a:bodyPr/>
          <a:lstStyle>
            <a:lvl1pPr marL="0" marR="0" indent="0" algn="l" defTabSz="914400" rtl="0" eaLnBrk="1" fontAlgn="base" latinLnBrk="0" hangingPunct="1">
              <a:lnSpc>
                <a:spcPct val="100000"/>
              </a:lnSpc>
              <a:spcBef>
                <a:spcPts val="1467"/>
              </a:spcBef>
              <a:spcAft>
                <a:spcPct val="0"/>
              </a:spcAft>
              <a:buClr>
                <a:schemeClr val="tx1"/>
              </a:buClr>
              <a:buSzPct val="90000"/>
              <a:buFont typeface="Wingdings" pitchFamily="2" charset="2"/>
              <a:buNone/>
              <a:tabLst/>
              <a:defRPr sz="1200" b="0" i="0">
                <a:solidFill>
                  <a:schemeClr val="tx1"/>
                </a:solidFill>
                <a:latin typeface="IBM Plex Sans" panose="020B05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r>
              <a:rPr lang="en-US" dirty="0"/>
              <a:t>Host/location</a:t>
            </a:r>
          </a:p>
        </p:txBody>
      </p:sp>
      <p:sp>
        <p:nvSpPr>
          <p:cNvPr id="132" name="Text Placeholder 2">
            <a:extLst>
              <a:ext uri="{FF2B5EF4-FFF2-40B4-BE49-F238E27FC236}">
                <a16:creationId xmlns:a16="http://schemas.microsoft.com/office/drawing/2014/main" id="{B266E47C-E9DC-FB4C-AD00-02A29792EFD0}"/>
              </a:ext>
            </a:extLst>
          </p:cNvPr>
          <p:cNvSpPr>
            <a:spLocks noGrp="1"/>
          </p:cNvSpPr>
          <p:nvPr>
            <p:ph type="body" sz="quarter" idx="46" hasCustomPrompt="1"/>
          </p:nvPr>
        </p:nvSpPr>
        <p:spPr>
          <a:xfrm>
            <a:off x="3268818" y="4592424"/>
            <a:ext cx="2522382" cy="354012"/>
          </a:xfrm>
          <a:prstGeom prst="rect">
            <a:avLst/>
          </a:prstGeom>
        </p:spPr>
        <p:txBody>
          <a:bodyPr/>
          <a:lstStyle>
            <a:lvl1pPr marL="0" marR="0" indent="0" algn="l" defTabSz="914400" rtl="0" eaLnBrk="1" fontAlgn="base" latinLnBrk="0" hangingPunct="1">
              <a:lnSpc>
                <a:spcPct val="100000"/>
              </a:lnSpc>
              <a:spcBef>
                <a:spcPts val="1467"/>
              </a:spcBef>
              <a:spcAft>
                <a:spcPct val="0"/>
              </a:spcAft>
              <a:buClr>
                <a:schemeClr val="tx1"/>
              </a:buClr>
              <a:buSzPct val="90000"/>
              <a:buFont typeface="Wingdings" pitchFamily="2" charset="2"/>
              <a:buNone/>
              <a:tabLst/>
              <a:defRPr sz="1200" b="0" i="0">
                <a:solidFill>
                  <a:schemeClr val="tx1"/>
                </a:solidFill>
                <a:latin typeface="IBM Plex Sans" panose="020B05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r>
              <a:rPr lang="en-US" dirty="0"/>
              <a:t>Time</a:t>
            </a:r>
          </a:p>
        </p:txBody>
      </p:sp>
      <p:sp>
        <p:nvSpPr>
          <p:cNvPr id="133" name="Text Placeholder 2">
            <a:extLst>
              <a:ext uri="{FF2B5EF4-FFF2-40B4-BE49-F238E27FC236}">
                <a16:creationId xmlns:a16="http://schemas.microsoft.com/office/drawing/2014/main" id="{2EF1DDF7-F5BC-FE40-B2F0-07DD45B3C7BC}"/>
              </a:ext>
            </a:extLst>
          </p:cNvPr>
          <p:cNvSpPr>
            <a:spLocks noGrp="1"/>
          </p:cNvSpPr>
          <p:nvPr>
            <p:ph type="body" sz="quarter" idx="47" hasCustomPrompt="1"/>
          </p:nvPr>
        </p:nvSpPr>
        <p:spPr>
          <a:xfrm>
            <a:off x="6305388" y="4631547"/>
            <a:ext cx="2522382" cy="354012"/>
          </a:xfrm>
          <a:prstGeom prst="rect">
            <a:avLst/>
          </a:prstGeom>
        </p:spPr>
        <p:txBody>
          <a:bodyPr/>
          <a:lstStyle>
            <a:lvl1pPr marL="0" marR="0" indent="0" algn="l" defTabSz="914400" rtl="0" eaLnBrk="1" fontAlgn="base" latinLnBrk="0" hangingPunct="1">
              <a:lnSpc>
                <a:spcPct val="100000"/>
              </a:lnSpc>
              <a:spcBef>
                <a:spcPts val="1467"/>
              </a:spcBef>
              <a:spcAft>
                <a:spcPct val="0"/>
              </a:spcAft>
              <a:buClr>
                <a:schemeClr val="tx1"/>
              </a:buClr>
              <a:buSzPct val="90000"/>
              <a:buFont typeface="Wingdings" pitchFamily="2" charset="2"/>
              <a:buNone/>
              <a:tabLst/>
              <a:defRPr sz="1200" b="0" i="0">
                <a:solidFill>
                  <a:schemeClr val="tx1"/>
                </a:solidFill>
                <a:latin typeface="IBM Plex Sans" panose="020B05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r>
              <a:rPr lang="en-US" dirty="0"/>
              <a:t>Event name</a:t>
            </a:r>
          </a:p>
        </p:txBody>
      </p:sp>
      <p:sp>
        <p:nvSpPr>
          <p:cNvPr id="134" name="Text Placeholder 2">
            <a:extLst>
              <a:ext uri="{FF2B5EF4-FFF2-40B4-BE49-F238E27FC236}">
                <a16:creationId xmlns:a16="http://schemas.microsoft.com/office/drawing/2014/main" id="{1B4662AE-55D4-5A49-A795-927B54AEB9B8}"/>
              </a:ext>
            </a:extLst>
          </p:cNvPr>
          <p:cNvSpPr>
            <a:spLocks noGrp="1"/>
          </p:cNvSpPr>
          <p:nvPr>
            <p:ph type="body" sz="quarter" idx="48" hasCustomPrompt="1"/>
          </p:nvPr>
        </p:nvSpPr>
        <p:spPr>
          <a:xfrm>
            <a:off x="9357198" y="4592424"/>
            <a:ext cx="2522382" cy="354012"/>
          </a:xfrm>
          <a:prstGeom prst="rect">
            <a:avLst/>
          </a:prstGeom>
        </p:spPr>
        <p:txBody>
          <a:bodyPr/>
          <a:lstStyle>
            <a:lvl1pPr marL="0" marR="0" indent="0" algn="l" defTabSz="914400" rtl="0" eaLnBrk="1" fontAlgn="base" latinLnBrk="0" hangingPunct="1">
              <a:lnSpc>
                <a:spcPct val="100000"/>
              </a:lnSpc>
              <a:spcBef>
                <a:spcPts val="1467"/>
              </a:spcBef>
              <a:spcAft>
                <a:spcPct val="0"/>
              </a:spcAft>
              <a:buClr>
                <a:schemeClr val="tx1"/>
              </a:buClr>
              <a:buSzPct val="90000"/>
              <a:buFont typeface="Wingdings" pitchFamily="2" charset="2"/>
              <a:buNone/>
              <a:tabLst/>
              <a:defRPr sz="1200" b="0" i="0">
                <a:solidFill>
                  <a:schemeClr val="tx1"/>
                </a:solidFill>
                <a:latin typeface="IBM Plex Sans" panose="020B05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r>
              <a:rPr lang="en-US" dirty="0"/>
              <a:t>Host/location</a:t>
            </a:r>
          </a:p>
        </p:txBody>
      </p:sp>
      <p:sp>
        <p:nvSpPr>
          <p:cNvPr id="135" name="Text Placeholder 2">
            <a:extLst>
              <a:ext uri="{FF2B5EF4-FFF2-40B4-BE49-F238E27FC236}">
                <a16:creationId xmlns:a16="http://schemas.microsoft.com/office/drawing/2014/main" id="{6C1E1B01-9A06-8B42-82BA-B8F4295F2FB1}"/>
              </a:ext>
            </a:extLst>
          </p:cNvPr>
          <p:cNvSpPr>
            <a:spLocks noGrp="1"/>
          </p:cNvSpPr>
          <p:nvPr>
            <p:ph type="body" sz="quarter" idx="49" hasCustomPrompt="1"/>
          </p:nvPr>
        </p:nvSpPr>
        <p:spPr>
          <a:xfrm>
            <a:off x="3268818" y="5122783"/>
            <a:ext cx="2522382" cy="354012"/>
          </a:xfrm>
          <a:prstGeom prst="rect">
            <a:avLst/>
          </a:prstGeom>
        </p:spPr>
        <p:txBody>
          <a:bodyPr/>
          <a:lstStyle>
            <a:lvl1pPr marL="0" marR="0" indent="0" algn="l" defTabSz="914400" rtl="0" eaLnBrk="1" fontAlgn="base" latinLnBrk="0" hangingPunct="1">
              <a:lnSpc>
                <a:spcPct val="100000"/>
              </a:lnSpc>
              <a:spcBef>
                <a:spcPts val="1467"/>
              </a:spcBef>
              <a:spcAft>
                <a:spcPct val="0"/>
              </a:spcAft>
              <a:buClr>
                <a:schemeClr val="tx1"/>
              </a:buClr>
              <a:buSzPct val="90000"/>
              <a:buFont typeface="Wingdings" pitchFamily="2" charset="2"/>
              <a:buNone/>
              <a:tabLst/>
              <a:defRPr sz="1200" b="0" i="0">
                <a:solidFill>
                  <a:schemeClr val="tx1"/>
                </a:solidFill>
                <a:latin typeface="IBM Plex Sans" panose="020B05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r>
              <a:rPr lang="en-US" dirty="0"/>
              <a:t>Time</a:t>
            </a:r>
          </a:p>
        </p:txBody>
      </p:sp>
      <p:sp>
        <p:nvSpPr>
          <p:cNvPr id="136" name="Text Placeholder 2">
            <a:extLst>
              <a:ext uri="{FF2B5EF4-FFF2-40B4-BE49-F238E27FC236}">
                <a16:creationId xmlns:a16="http://schemas.microsoft.com/office/drawing/2014/main" id="{15FA69F9-1545-A241-AC62-85302A104137}"/>
              </a:ext>
            </a:extLst>
          </p:cNvPr>
          <p:cNvSpPr>
            <a:spLocks noGrp="1"/>
          </p:cNvSpPr>
          <p:nvPr>
            <p:ph type="body" sz="quarter" idx="50" hasCustomPrompt="1"/>
          </p:nvPr>
        </p:nvSpPr>
        <p:spPr>
          <a:xfrm>
            <a:off x="6305388" y="5167495"/>
            <a:ext cx="2522382" cy="354012"/>
          </a:xfrm>
          <a:prstGeom prst="rect">
            <a:avLst/>
          </a:prstGeom>
        </p:spPr>
        <p:txBody>
          <a:bodyPr/>
          <a:lstStyle>
            <a:lvl1pPr marL="0" marR="0" indent="0" algn="l" defTabSz="914400" rtl="0" eaLnBrk="1" fontAlgn="base" latinLnBrk="0" hangingPunct="1">
              <a:lnSpc>
                <a:spcPct val="100000"/>
              </a:lnSpc>
              <a:spcBef>
                <a:spcPts val="1467"/>
              </a:spcBef>
              <a:spcAft>
                <a:spcPct val="0"/>
              </a:spcAft>
              <a:buClr>
                <a:schemeClr val="tx1"/>
              </a:buClr>
              <a:buSzPct val="90000"/>
              <a:buFont typeface="Wingdings" pitchFamily="2" charset="2"/>
              <a:buNone/>
              <a:tabLst/>
              <a:defRPr sz="1200" b="0" i="0">
                <a:solidFill>
                  <a:schemeClr val="tx1"/>
                </a:solidFill>
                <a:latin typeface="IBM Plex Sans" panose="020B05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r>
              <a:rPr lang="en-US" dirty="0"/>
              <a:t>Event name</a:t>
            </a:r>
          </a:p>
        </p:txBody>
      </p:sp>
      <p:sp>
        <p:nvSpPr>
          <p:cNvPr id="137" name="Text Placeholder 2">
            <a:extLst>
              <a:ext uri="{FF2B5EF4-FFF2-40B4-BE49-F238E27FC236}">
                <a16:creationId xmlns:a16="http://schemas.microsoft.com/office/drawing/2014/main" id="{A1156445-638C-F84B-896E-505BF02328FD}"/>
              </a:ext>
            </a:extLst>
          </p:cNvPr>
          <p:cNvSpPr>
            <a:spLocks noGrp="1"/>
          </p:cNvSpPr>
          <p:nvPr>
            <p:ph type="body" sz="quarter" idx="51" hasCustomPrompt="1"/>
          </p:nvPr>
        </p:nvSpPr>
        <p:spPr>
          <a:xfrm>
            <a:off x="9357198" y="5122783"/>
            <a:ext cx="2522382" cy="354012"/>
          </a:xfrm>
          <a:prstGeom prst="rect">
            <a:avLst/>
          </a:prstGeom>
        </p:spPr>
        <p:txBody>
          <a:bodyPr/>
          <a:lstStyle>
            <a:lvl1pPr marL="0" marR="0" indent="0" algn="l" defTabSz="914400" rtl="0" eaLnBrk="1" fontAlgn="base" latinLnBrk="0" hangingPunct="1">
              <a:lnSpc>
                <a:spcPct val="100000"/>
              </a:lnSpc>
              <a:spcBef>
                <a:spcPts val="1467"/>
              </a:spcBef>
              <a:spcAft>
                <a:spcPct val="0"/>
              </a:spcAft>
              <a:buClr>
                <a:schemeClr val="tx1"/>
              </a:buClr>
              <a:buSzPct val="90000"/>
              <a:buFont typeface="Wingdings" pitchFamily="2" charset="2"/>
              <a:buNone/>
              <a:tabLst/>
              <a:defRPr sz="1200" b="0" i="0">
                <a:solidFill>
                  <a:schemeClr val="tx1"/>
                </a:solidFill>
                <a:latin typeface="IBM Plex Sans" panose="020B05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r>
              <a:rPr lang="en-US" dirty="0"/>
              <a:t>Host/location</a:t>
            </a:r>
          </a:p>
        </p:txBody>
      </p:sp>
      <p:sp>
        <p:nvSpPr>
          <p:cNvPr id="141" name="Text Placeholder 2">
            <a:extLst>
              <a:ext uri="{FF2B5EF4-FFF2-40B4-BE49-F238E27FC236}">
                <a16:creationId xmlns:a16="http://schemas.microsoft.com/office/drawing/2014/main" id="{D67F8645-A3ED-7345-A5CE-38306DBAAACD}"/>
              </a:ext>
            </a:extLst>
          </p:cNvPr>
          <p:cNvSpPr>
            <a:spLocks noGrp="1"/>
          </p:cNvSpPr>
          <p:nvPr>
            <p:ph type="body" sz="quarter" idx="52" hasCustomPrompt="1"/>
          </p:nvPr>
        </p:nvSpPr>
        <p:spPr>
          <a:xfrm>
            <a:off x="3268818" y="5653142"/>
            <a:ext cx="2522382" cy="354012"/>
          </a:xfrm>
          <a:prstGeom prst="rect">
            <a:avLst/>
          </a:prstGeom>
        </p:spPr>
        <p:txBody>
          <a:bodyPr/>
          <a:lstStyle>
            <a:lvl1pPr marL="0" marR="0" indent="0" algn="l" defTabSz="914400" rtl="0" eaLnBrk="1" fontAlgn="base" latinLnBrk="0" hangingPunct="1">
              <a:lnSpc>
                <a:spcPct val="100000"/>
              </a:lnSpc>
              <a:spcBef>
                <a:spcPts val="1467"/>
              </a:spcBef>
              <a:spcAft>
                <a:spcPct val="0"/>
              </a:spcAft>
              <a:buClr>
                <a:schemeClr val="tx1"/>
              </a:buClr>
              <a:buSzPct val="90000"/>
              <a:buFont typeface="Wingdings" pitchFamily="2" charset="2"/>
              <a:buNone/>
              <a:tabLst/>
              <a:defRPr sz="1200" b="0" i="0">
                <a:solidFill>
                  <a:schemeClr val="tx1"/>
                </a:solidFill>
                <a:latin typeface="IBM Plex Sans" panose="020B05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r>
              <a:rPr lang="en-US" dirty="0"/>
              <a:t>Time</a:t>
            </a:r>
          </a:p>
        </p:txBody>
      </p:sp>
      <p:sp>
        <p:nvSpPr>
          <p:cNvPr id="142" name="Text Placeholder 2">
            <a:extLst>
              <a:ext uri="{FF2B5EF4-FFF2-40B4-BE49-F238E27FC236}">
                <a16:creationId xmlns:a16="http://schemas.microsoft.com/office/drawing/2014/main" id="{D88DCEDB-BC84-CF4D-86ED-A4C0470F6573}"/>
              </a:ext>
            </a:extLst>
          </p:cNvPr>
          <p:cNvSpPr>
            <a:spLocks noGrp="1"/>
          </p:cNvSpPr>
          <p:nvPr>
            <p:ph type="body" sz="quarter" idx="53" hasCustomPrompt="1"/>
          </p:nvPr>
        </p:nvSpPr>
        <p:spPr>
          <a:xfrm>
            <a:off x="6305388" y="5703445"/>
            <a:ext cx="2522382" cy="354012"/>
          </a:xfrm>
          <a:prstGeom prst="rect">
            <a:avLst/>
          </a:prstGeom>
        </p:spPr>
        <p:txBody>
          <a:bodyPr/>
          <a:lstStyle>
            <a:lvl1pPr marL="0" marR="0" indent="0" algn="l" defTabSz="914400" rtl="0" eaLnBrk="1" fontAlgn="base" latinLnBrk="0" hangingPunct="1">
              <a:lnSpc>
                <a:spcPct val="100000"/>
              </a:lnSpc>
              <a:spcBef>
                <a:spcPts val="1467"/>
              </a:spcBef>
              <a:spcAft>
                <a:spcPct val="0"/>
              </a:spcAft>
              <a:buClr>
                <a:schemeClr val="tx1"/>
              </a:buClr>
              <a:buSzPct val="90000"/>
              <a:buFont typeface="Wingdings" pitchFamily="2" charset="2"/>
              <a:buNone/>
              <a:tabLst/>
              <a:defRPr sz="1200" b="0" i="0">
                <a:solidFill>
                  <a:schemeClr val="tx1"/>
                </a:solidFill>
                <a:latin typeface="IBM Plex Sans" panose="020B05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r>
              <a:rPr lang="en-US" dirty="0"/>
              <a:t>Event name</a:t>
            </a:r>
          </a:p>
        </p:txBody>
      </p:sp>
      <p:sp>
        <p:nvSpPr>
          <p:cNvPr id="143" name="Text Placeholder 2">
            <a:extLst>
              <a:ext uri="{FF2B5EF4-FFF2-40B4-BE49-F238E27FC236}">
                <a16:creationId xmlns:a16="http://schemas.microsoft.com/office/drawing/2014/main" id="{5270DB42-3B05-1140-90C7-024D1E65DF78}"/>
              </a:ext>
            </a:extLst>
          </p:cNvPr>
          <p:cNvSpPr>
            <a:spLocks noGrp="1"/>
          </p:cNvSpPr>
          <p:nvPr>
            <p:ph type="body" sz="quarter" idx="54" hasCustomPrompt="1"/>
          </p:nvPr>
        </p:nvSpPr>
        <p:spPr>
          <a:xfrm>
            <a:off x="9357198" y="5653142"/>
            <a:ext cx="2522382" cy="354012"/>
          </a:xfrm>
          <a:prstGeom prst="rect">
            <a:avLst/>
          </a:prstGeom>
        </p:spPr>
        <p:txBody>
          <a:bodyPr/>
          <a:lstStyle>
            <a:lvl1pPr marL="0" marR="0" indent="0" algn="l" defTabSz="914400" rtl="0" eaLnBrk="1" fontAlgn="base" latinLnBrk="0" hangingPunct="1">
              <a:lnSpc>
                <a:spcPct val="100000"/>
              </a:lnSpc>
              <a:spcBef>
                <a:spcPts val="1467"/>
              </a:spcBef>
              <a:spcAft>
                <a:spcPct val="0"/>
              </a:spcAft>
              <a:buClr>
                <a:schemeClr val="tx1"/>
              </a:buClr>
              <a:buSzPct val="90000"/>
              <a:buFont typeface="Wingdings" pitchFamily="2" charset="2"/>
              <a:buNone/>
              <a:tabLst/>
              <a:defRPr sz="1200" b="0" i="0">
                <a:solidFill>
                  <a:schemeClr val="tx1"/>
                </a:solidFill>
                <a:latin typeface="IBM Plex Sans" panose="020B05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r>
              <a:rPr lang="en-US" dirty="0"/>
              <a:t>Host/location</a:t>
            </a:r>
          </a:p>
        </p:txBody>
      </p:sp>
      <p:sp>
        <p:nvSpPr>
          <p:cNvPr id="144" name="Text Placeholder 2">
            <a:extLst>
              <a:ext uri="{FF2B5EF4-FFF2-40B4-BE49-F238E27FC236}">
                <a16:creationId xmlns:a16="http://schemas.microsoft.com/office/drawing/2014/main" id="{A80E0EAF-5778-1D46-BC8B-B27956F621A0}"/>
              </a:ext>
            </a:extLst>
          </p:cNvPr>
          <p:cNvSpPr>
            <a:spLocks noGrp="1"/>
          </p:cNvSpPr>
          <p:nvPr>
            <p:ph type="body" sz="quarter" idx="55" hasCustomPrompt="1"/>
          </p:nvPr>
        </p:nvSpPr>
        <p:spPr>
          <a:xfrm>
            <a:off x="3268818" y="6183505"/>
            <a:ext cx="2522382" cy="354012"/>
          </a:xfrm>
          <a:prstGeom prst="rect">
            <a:avLst/>
          </a:prstGeom>
        </p:spPr>
        <p:txBody>
          <a:bodyPr/>
          <a:lstStyle>
            <a:lvl1pPr marL="0" marR="0" indent="0" algn="l" defTabSz="914400" rtl="0" eaLnBrk="1" fontAlgn="base" latinLnBrk="0" hangingPunct="1">
              <a:lnSpc>
                <a:spcPct val="100000"/>
              </a:lnSpc>
              <a:spcBef>
                <a:spcPts val="1467"/>
              </a:spcBef>
              <a:spcAft>
                <a:spcPct val="0"/>
              </a:spcAft>
              <a:buClr>
                <a:schemeClr val="tx1"/>
              </a:buClr>
              <a:buSzPct val="90000"/>
              <a:buFont typeface="Wingdings" pitchFamily="2" charset="2"/>
              <a:buNone/>
              <a:tabLst/>
              <a:defRPr sz="1200" b="0" i="0">
                <a:solidFill>
                  <a:schemeClr val="tx1"/>
                </a:solidFill>
                <a:latin typeface="IBM Plex Sans" panose="020B05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r>
              <a:rPr lang="en-US" dirty="0"/>
              <a:t>Time</a:t>
            </a:r>
          </a:p>
        </p:txBody>
      </p:sp>
      <p:sp>
        <p:nvSpPr>
          <p:cNvPr id="145" name="Text Placeholder 2">
            <a:extLst>
              <a:ext uri="{FF2B5EF4-FFF2-40B4-BE49-F238E27FC236}">
                <a16:creationId xmlns:a16="http://schemas.microsoft.com/office/drawing/2014/main" id="{B1CAF3C0-34FD-A341-881E-830E6ABA456C}"/>
              </a:ext>
            </a:extLst>
          </p:cNvPr>
          <p:cNvSpPr>
            <a:spLocks noGrp="1"/>
          </p:cNvSpPr>
          <p:nvPr>
            <p:ph type="body" sz="quarter" idx="56" hasCustomPrompt="1"/>
          </p:nvPr>
        </p:nvSpPr>
        <p:spPr>
          <a:xfrm>
            <a:off x="6305388" y="6183505"/>
            <a:ext cx="2522382" cy="354012"/>
          </a:xfrm>
          <a:prstGeom prst="rect">
            <a:avLst/>
          </a:prstGeom>
        </p:spPr>
        <p:txBody>
          <a:bodyPr/>
          <a:lstStyle>
            <a:lvl1pPr marL="0" marR="0" indent="0" algn="l" defTabSz="914400" rtl="0" eaLnBrk="1" fontAlgn="base" latinLnBrk="0" hangingPunct="1">
              <a:lnSpc>
                <a:spcPct val="100000"/>
              </a:lnSpc>
              <a:spcBef>
                <a:spcPts val="1467"/>
              </a:spcBef>
              <a:spcAft>
                <a:spcPct val="0"/>
              </a:spcAft>
              <a:buClr>
                <a:schemeClr val="tx1"/>
              </a:buClr>
              <a:buSzPct val="90000"/>
              <a:buFont typeface="Wingdings" pitchFamily="2" charset="2"/>
              <a:buNone/>
              <a:tabLst/>
              <a:defRPr sz="1200" b="0" i="0">
                <a:solidFill>
                  <a:schemeClr val="tx1"/>
                </a:solidFill>
                <a:latin typeface="IBM Plex Sans" panose="020B05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r>
              <a:rPr lang="en-US" dirty="0"/>
              <a:t>Event name</a:t>
            </a:r>
          </a:p>
        </p:txBody>
      </p:sp>
      <p:sp>
        <p:nvSpPr>
          <p:cNvPr id="146" name="Text Placeholder 2">
            <a:extLst>
              <a:ext uri="{FF2B5EF4-FFF2-40B4-BE49-F238E27FC236}">
                <a16:creationId xmlns:a16="http://schemas.microsoft.com/office/drawing/2014/main" id="{5A7712FE-6FD0-7946-BC75-B52943F59C5E}"/>
              </a:ext>
            </a:extLst>
          </p:cNvPr>
          <p:cNvSpPr>
            <a:spLocks noGrp="1"/>
          </p:cNvSpPr>
          <p:nvPr>
            <p:ph type="body" sz="quarter" idx="57" hasCustomPrompt="1"/>
          </p:nvPr>
        </p:nvSpPr>
        <p:spPr>
          <a:xfrm>
            <a:off x="9357198" y="6183505"/>
            <a:ext cx="2522382" cy="354012"/>
          </a:xfrm>
          <a:prstGeom prst="rect">
            <a:avLst/>
          </a:prstGeom>
        </p:spPr>
        <p:txBody>
          <a:bodyPr/>
          <a:lstStyle>
            <a:lvl1pPr marL="0" marR="0" indent="0" algn="l" defTabSz="914400" rtl="0" eaLnBrk="1" fontAlgn="base" latinLnBrk="0" hangingPunct="1">
              <a:lnSpc>
                <a:spcPct val="100000"/>
              </a:lnSpc>
              <a:spcBef>
                <a:spcPts val="1467"/>
              </a:spcBef>
              <a:spcAft>
                <a:spcPct val="0"/>
              </a:spcAft>
              <a:buClr>
                <a:schemeClr val="tx1"/>
              </a:buClr>
              <a:buSzPct val="90000"/>
              <a:buFont typeface="Wingdings" pitchFamily="2" charset="2"/>
              <a:buNone/>
              <a:tabLst/>
              <a:defRPr sz="1200" b="0" i="0">
                <a:solidFill>
                  <a:schemeClr val="tx1"/>
                </a:solidFill>
                <a:latin typeface="IBM Plex Sans" panose="020B05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r>
              <a:rPr lang="en-US" dirty="0"/>
              <a:t>Host/location</a:t>
            </a:r>
          </a:p>
        </p:txBody>
      </p:sp>
      <p:sp>
        <p:nvSpPr>
          <p:cNvPr id="85" name="Footer Placeholder 2">
            <a:extLst>
              <a:ext uri="{FF2B5EF4-FFF2-40B4-BE49-F238E27FC236}">
                <a16:creationId xmlns:a16="http://schemas.microsoft.com/office/drawing/2014/main" id="{83C0D6DB-783F-2B48-A49F-14B55BC53411}"/>
              </a:ext>
            </a:extLst>
          </p:cNvPr>
          <p:cNvSpPr>
            <a:spLocks noGrp="1"/>
          </p:cNvSpPr>
          <p:nvPr>
            <p:ph type="ftr" sz="quarter" idx="3"/>
          </p:nvPr>
        </p:nvSpPr>
        <p:spPr>
          <a:xfrm>
            <a:off x="209015" y="6069018"/>
            <a:ext cx="2438312" cy="546100"/>
          </a:xfrm>
          <a:prstGeom prst="rect">
            <a:avLst/>
          </a:prstGeom>
        </p:spPr>
        <p:txBody>
          <a:bodyPr anchor="b"/>
          <a:lstStyle>
            <a:lvl1pPr>
              <a:lnSpc>
                <a:spcPct val="150000"/>
              </a:lnSpc>
              <a:defRPr sz="1000" b="0" i="0">
                <a:solidFill>
                  <a:srgbClr val="50565B"/>
                </a:solidFill>
                <a:latin typeface="IBM Plex Sans" panose="020B0503050000000000" pitchFamily="34" charset="77"/>
              </a:defRPr>
            </a:lvl1pPr>
          </a:lstStyle>
          <a:p>
            <a:r>
              <a:rPr lang="en-US" b="1">
                <a:solidFill>
                  <a:schemeClr val="tx1"/>
                </a:solidFill>
                <a:latin typeface="IBM Plex Sans SmBld" panose="020B0503050000000000" pitchFamily="34" charset="77"/>
              </a:rPr>
              <a:t>Presentation title</a:t>
            </a:r>
          </a:p>
          <a:p>
            <a:r>
              <a:rPr lang="en-US"/>
              <a:t>IBM  |  Project/team name</a:t>
            </a:r>
            <a:endParaRPr lang="en-US" dirty="0"/>
          </a:p>
        </p:txBody>
      </p:sp>
      <p:sp>
        <p:nvSpPr>
          <p:cNvPr id="87" name="Text Placeholder 2">
            <a:extLst>
              <a:ext uri="{FF2B5EF4-FFF2-40B4-BE49-F238E27FC236}">
                <a16:creationId xmlns:a16="http://schemas.microsoft.com/office/drawing/2014/main" id="{F81AF7FF-AB3A-1E47-8E01-3AC96CCD6C14}"/>
              </a:ext>
            </a:extLst>
          </p:cNvPr>
          <p:cNvSpPr>
            <a:spLocks noGrp="1"/>
          </p:cNvSpPr>
          <p:nvPr>
            <p:ph type="body" sz="quarter" idx="25" hasCustomPrompt="1"/>
          </p:nvPr>
        </p:nvSpPr>
        <p:spPr>
          <a:xfrm>
            <a:off x="3268818" y="355717"/>
            <a:ext cx="2522382" cy="354012"/>
          </a:xfrm>
          <a:prstGeom prst="rect">
            <a:avLst/>
          </a:prstGeom>
        </p:spPr>
        <p:txBody>
          <a:bodyPr/>
          <a:lstStyle>
            <a:lvl1pPr>
              <a:defRPr sz="1800" b="1" i="0">
                <a:solidFill>
                  <a:schemeClr val="tx1"/>
                </a:solidFill>
                <a:latin typeface="IBM Plex Sans SmBld" panose="020B05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r>
              <a:rPr lang="en-US" dirty="0"/>
              <a:t>Click to edit text</a:t>
            </a:r>
          </a:p>
        </p:txBody>
      </p:sp>
      <p:sp>
        <p:nvSpPr>
          <p:cNvPr id="89" name="Text Placeholder 64">
            <a:extLst>
              <a:ext uri="{FF2B5EF4-FFF2-40B4-BE49-F238E27FC236}">
                <a16:creationId xmlns:a16="http://schemas.microsoft.com/office/drawing/2014/main" id="{81C0BB1D-0A41-A142-B849-24CA53B64361}"/>
              </a:ext>
            </a:extLst>
          </p:cNvPr>
          <p:cNvSpPr>
            <a:spLocks noGrp="1"/>
          </p:cNvSpPr>
          <p:nvPr>
            <p:ph type="body" sz="quarter" idx="58" hasCustomPrompt="1"/>
          </p:nvPr>
        </p:nvSpPr>
        <p:spPr>
          <a:xfrm>
            <a:off x="228600" y="326928"/>
            <a:ext cx="2446830" cy="1383983"/>
          </a:xfrm>
          <a:prstGeom prst="rect">
            <a:avLst/>
          </a:prstGeom>
        </p:spPr>
        <p:txBody>
          <a:bodyPr>
            <a:normAutofit/>
          </a:bodyPr>
          <a:lstStyle>
            <a:lvl1pPr>
              <a:defRPr sz="2400" b="0" i="0">
                <a:latin typeface="IBM Plex Sans" panose="020B0503050203000203" pitchFamily="34" charset="0"/>
              </a:defRPr>
            </a:lvl1pPr>
          </a:lstStyle>
          <a:p>
            <a:pPr lvl="0"/>
            <a:r>
              <a:rPr lang="en-US" dirty="0"/>
              <a:t>Slide title</a:t>
            </a:r>
          </a:p>
        </p:txBody>
      </p:sp>
    </p:spTree>
    <p:extLst>
      <p:ext uri="{BB962C8B-B14F-4D97-AF65-F5344CB8AC3E}">
        <p14:creationId xmlns:p14="http://schemas.microsoft.com/office/powerpoint/2010/main" val="221859542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1_Full width 01">
    <p:spTree>
      <p:nvGrpSpPr>
        <p:cNvPr id="1" name=""/>
        <p:cNvGrpSpPr/>
        <p:nvPr/>
      </p:nvGrpSpPr>
      <p:grpSpPr>
        <a:xfrm>
          <a:off x="0" y="0"/>
          <a:ext cx="0" cy="0"/>
          <a:chOff x="0" y="0"/>
          <a:chExt cx="0" cy="0"/>
        </a:xfrm>
      </p:grpSpPr>
      <p:sp>
        <p:nvSpPr>
          <p:cNvPr id="71" name="Rectangle 70">
            <a:extLst>
              <a:ext uri="{FF2B5EF4-FFF2-40B4-BE49-F238E27FC236}">
                <a16:creationId xmlns:a16="http://schemas.microsoft.com/office/drawing/2014/main" id="{E3D35D99-0C4E-AA47-B9B3-35527D214953}"/>
              </a:ext>
            </a:extLst>
          </p:cNvPr>
          <p:cNvSpPr/>
          <p:nvPr userDrawn="1"/>
        </p:nvSpPr>
        <p:spPr bwMode="auto">
          <a:xfrm>
            <a:off x="2118" y="1066802"/>
            <a:ext cx="12189882" cy="5783070"/>
          </a:xfrm>
          <a:prstGeom prst="rect">
            <a:avLst/>
          </a:prstGeom>
          <a:solidFill>
            <a:srgbClr val="F2F4F8"/>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90000"/>
              </a:lnSpc>
              <a:spcBef>
                <a:spcPct val="0"/>
              </a:spcBef>
              <a:spcAft>
                <a:spcPct val="0"/>
              </a:spcAft>
              <a:buClrTx/>
              <a:buSzTx/>
              <a:buFontTx/>
              <a:buNone/>
              <a:tabLst/>
            </a:pPr>
            <a:endParaRPr kumimoji="0" lang="en-US" sz="2000" b="0" i="0" u="none" strike="noStrike" cap="none" normalizeH="0" baseline="0" dirty="0">
              <a:ln>
                <a:noFill/>
              </a:ln>
              <a:solidFill>
                <a:srgbClr val="191919"/>
              </a:solidFill>
              <a:effectLst/>
              <a:latin typeface="HelvNeue Light for IBM" pitchFamily="34" charset="0"/>
            </a:endParaRPr>
          </a:p>
        </p:txBody>
      </p:sp>
      <p:grpSp>
        <p:nvGrpSpPr>
          <p:cNvPr id="16" name="Group 15">
            <a:extLst>
              <a:ext uri="{FF2B5EF4-FFF2-40B4-BE49-F238E27FC236}">
                <a16:creationId xmlns:a16="http://schemas.microsoft.com/office/drawing/2014/main" id="{4E27F71D-749D-974B-AB68-C90C1F656661}"/>
              </a:ext>
            </a:extLst>
          </p:cNvPr>
          <p:cNvGrpSpPr/>
          <p:nvPr userDrawn="1"/>
        </p:nvGrpSpPr>
        <p:grpSpPr>
          <a:xfrm>
            <a:off x="-146307" y="-147320"/>
            <a:ext cx="12485627" cy="7152640"/>
            <a:chOff x="-109730" y="-110490"/>
            <a:chExt cx="9364220" cy="5364480"/>
          </a:xfrm>
        </p:grpSpPr>
        <p:grpSp>
          <p:nvGrpSpPr>
            <p:cNvPr id="17" name="Group 16">
              <a:extLst>
                <a:ext uri="{FF2B5EF4-FFF2-40B4-BE49-F238E27FC236}">
                  <a16:creationId xmlns:a16="http://schemas.microsoft.com/office/drawing/2014/main" id="{7033ABDB-33FA-424A-8022-BE25064AAE9B}"/>
                </a:ext>
              </a:extLst>
            </p:cNvPr>
            <p:cNvGrpSpPr/>
            <p:nvPr userDrawn="1"/>
          </p:nvGrpSpPr>
          <p:grpSpPr>
            <a:xfrm>
              <a:off x="228600" y="-110490"/>
              <a:ext cx="8686732" cy="91440"/>
              <a:chOff x="228600" y="-152400"/>
              <a:chExt cx="8686732" cy="152400"/>
            </a:xfrm>
          </p:grpSpPr>
          <p:cxnSp>
            <p:nvCxnSpPr>
              <p:cNvPr id="50" name="Straight Connector 49">
                <a:extLst>
                  <a:ext uri="{FF2B5EF4-FFF2-40B4-BE49-F238E27FC236}">
                    <a16:creationId xmlns:a16="http://schemas.microsoft.com/office/drawing/2014/main" id="{E028FABC-C57C-0B4D-ADC6-F0D9AC86E7C9}"/>
                  </a:ext>
                </a:extLst>
              </p:cNvPr>
              <p:cNvCxnSpPr/>
              <p:nvPr userDrawn="1"/>
            </p:nvCxnSpPr>
            <p:spPr bwMode="auto">
              <a:xfrm rot="5400000" flipH="1">
                <a:off x="152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1" name="Straight Connector 50">
                <a:extLst>
                  <a:ext uri="{FF2B5EF4-FFF2-40B4-BE49-F238E27FC236}">
                    <a16:creationId xmlns:a16="http://schemas.microsoft.com/office/drawing/2014/main" id="{CCE52FE3-158F-D14E-B6AE-3EE847C02A23}"/>
                  </a:ext>
                </a:extLst>
              </p:cNvPr>
              <p:cNvCxnSpPr/>
              <p:nvPr userDrawn="1"/>
            </p:nvCxnSpPr>
            <p:spPr bwMode="auto">
              <a:xfrm rot="5400000" flipH="1">
                <a:off x="1981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2" name="Straight Connector 51">
                <a:extLst>
                  <a:ext uri="{FF2B5EF4-FFF2-40B4-BE49-F238E27FC236}">
                    <a16:creationId xmlns:a16="http://schemas.microsoft.com/office/drawing/2014/main" id="{C6326F37-4F20-A241-8AC4-D933542FB91D}"/>
                  </a:ext>
                </a:extLst>
              </p:cNvPr>
              <p:cNvCxnSpPr/>
              <p:nvPr userDrawn="1"/>
            </p:nvCxnSpPr>
            <p:spPr bwMode="auto">
              <a:xfrm rot="5400000" flipH="1">
                <a:off x="2209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3" name="Straight Connector 52">
                <a:extLst>
                  <a:ext uri="{FF2B5EF4-FFF2-40B4-BE49-F238E27FC236}">
                    <a16:creationId xmlns:a16="http://schemas.microsoft.com/office/drawing/2014/main" id="{193EAF95-D519-4A43-A5B7-8F152B7AAAF3}"/>
                  </a:ext>
                </a:extLst>
              </p:cNvPr>
              <p:cNvCxnSpPr/>
              <p:nvPr userDrawn="1"/>
            </p:nvCxnSpPr>
            <p:spPr bwMode="auto">
              <a:xfrm rot="5400000" flipH="1">
                <a:off x="2438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4" name="Straight Connector 53">
                <a:extLst>
                  <a:ext uri="{FF2B5EF4-FFF2-40B4-BE49-F238E27FC236}">
                    <a16:creationId xmlns:a16="http://schemas.microsoft.com/office/drawing/2014/main" id="{63D1F6C8-6E33-8445-84CD-22391B38AE2F}"/>
                  </a:ext>
                </a:extLst>
              </p:cNvPr>
              <p:cNvCxnSpPr/>
              <p:nvPr userDrawn="1"/>
            </p:nvCxnSpPr>
            <p:spPr bwMode="auto">
              <a:xfrm rot="5400000" flipH="1">
                <a:off x="4267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5" name="Straight Connector 54">
                <a:extLst>
                  <a:ext uri="{FF2B5EF4-FFF2-40B4-BE49-F238E27FC236}">
                    <a16:creationId xmlns:a16="http://schemas.microsoft.com/office/drawing/2014/main" id="{7CC00B75-D288-0546-90E6-0FAF60915429}"/>
                  </a:ext>
                </a:extLst>
              </p:cNvPr>
              <p:cNvCxnSpPr/>
              <p:nvPr userDrawn="1"/>
            </p:nvCxnSpPr>
            <p:spPr bwMode="auto">
              <a:xfrm rot="5400000" flipH="1">
                <a:off x="4495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6" name="Straight Connector 55">
                <a:extLst>
                  <a:ext uri="{FF2B5EF4-FFF2-40B4-BE49-F238E27FC236}">
                    <a16:creationId xmlns:a16="http://schemas.microsoft.com/office/drawing/2014/main" id="{9E943793-FE0F-6F4D-98F4-B9E3837BCA91}"/>
                  </a:ext>
                </a:extLst>
              </p:cNvPr>
              <p:cNvCxnSpPr/>
              <p:nvPr userDrawn="1"/>
            </p:nvCxnSpPr>
            <p:spPr bwMode="auto">
              <a:xfrm rot="5400000" flipH="1">
                <a:off x="4724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7" name="Straight Connector 56">
                <a:extLst>
                  <a:ext uri="{FF2B5EF4-FFF2-40B4-BE49-F238E27FC236}">
                    <a16:creationId xmlns:a16="http://schemas.microsoft.com/office/drawing/2014/main" id="{B1C729D8-F1AE-2C45-BF73-3BFD621F4038}"/>
                  </a:ext>
                </a:extLst>
              </p:cNvPr>
              <p:cNvCxnSpPr/>
              <p:nvPr userDrawn="1"/>
            </p:nvCxnSpPr>
            <p:spPr bwMode="auto">
              <a:xfrm rot="5400000" flipH="1">
                <a:off x="6553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8" name="Straight Connector 57">
                <a:extLst>
                  <a:ext uri="{FF2B5EF4-FFF2-40B4-BE49-F238E27FC236}">
                    <a16:creationId xmlns:a16="http://schemas.microsoft.com/office/drawing/2014/main" id="{773341F0-E3B3-EB42-A739-32107097206A}"/>
                  </a:ext>
                </a:extLst>
              </p:cNvPr>
              <p:cNvCxnSpPr/>
              <p:nvPr userDrawn="1"/>
            </p:nvCxnSpPr>
            <p:spPr bwMode="auto">
              <a:xfrm rot="5400000" flipH="1">
                <a:off x="6781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9" name="Straight Connector 58">
                <a:extLst>
                  <a:ext uri="{FF2B5EF4-FFF2-40B4-BE49-F238E27FC236}">
                    <a16:creationId xmlns:a16="http://schemas.microsoft.com/office/drawing/2014/main" id="{89EDDA5B-8572-C545-8DFA-ABC33664C7A1}"/>
                  </a:ext>
                </a:extLst>
              </p:cNvPr>
              <p:cNvCxnSpPr/>
              <p:nvPr userDrawn="1"/>
            </p:nvCxnSpPr>
            <p:spPr bwMode="auto">
              <a:xfrm rot="5400000" flipH="1">
                <a:off x="7010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0" name="Straight Connector 59">
                <a:extLst>
                  <a:ext uri="{FF2B5EF4-FFF2-40B4-BE49-F238E27FC236}">
                    <a16:creationId xmlns:a16="http://schemas.microsoft.com/office/drawing/2014/main" id="{E0B85CAB-A5A1-6546-BA39-1598C1A1BF64}"/>
                  </a:ext>
                </a:extLst>
              </p:cNvPr>
              <p:cNvCxnSpPr/>
              <p:nvPr userDrawn="1"/>
            </p:nvCxnSpPr>
            <p:spPr bwMode="auto">
              <a:xfrm rot="5400000" flipH="1">
                <a:off x="8839132"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18" name="Group 17">
              <a:extLst>
                <a:ext uri="{FF2B5EF4-FFF2-40B4-BE49-F238E27FC236}">
                  <a16:creationId xmlns:a16="http://schemas.microsoft.com/office/drawing/2014/main" id="{4EE9C99B-7B10-AE41-8B1B-D8508EC96D36}"/>
                </a:ext>
              </a:extLst>
            </p:cNvPr>
            <p:cNvGrpSpPr/>
            <p:nvPr userDrawn="1"/>
          </p:nvGrpSpPr>
          <p:grpSpPr>
            <a:xfrm>
              <a:off x="228600" y="5162550"/>
              <a:ext cx="8686732" cy="91440"/>
              <a:chOff x="228600" y="5143500"/>
              <a:chExt cx="8686732" cy="152400"/>
            </a:xfrm>
          </p:grpSpPr>
          <p:cxnSp>
            <p:nvCxnSpPr>
              <p:cNvPr id="39" name="Straight Connector 38">
                <a:extLst>
                  <a:ext uri="{FF2B5EF4-FFF2-40B4-BE49-F238E27FC236}">
                    <a16:creationId xmlns:a16="http://schemas.microsoft.com/office/drawing/2014/main" id="{C65EA58F-D486-A749-9B47-9DD071000D4F}"/>
                  </a:ext>
                </a:extLst>
              </p:cNvPr>
              <p:cNvCxnSpPr/>
              <p:nvPr userDrawn="1"/>
            </p:nvCxnSpPr>
            <p:spPr bwMode="auto">
              <a:xfrm rot="5400000" flipH="1">
                <a:off x="152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9056486B-3E88-1F4E-A5B6-71F9C8038505}"/>
                  </a:ext>
                </a:extLst>
              </p:cNvPr>
              <p:cNvCxnSpPr/>
              <p:nvPr userDrawn="1"/>
            </p:nvCxnSpPr>
            <p:spPr bwMode="auto">
              <a:xfrm rot="5400000" flipH="1">
                <a:off x="1981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1" name="Straight Connector 40">
                <a:extLst>
                  <a:ext uri="{FF2B5EF4-FFF2-40B4-BE49-F238E27FC236}">
                    <a16:creationId xmlns:a16="http://schemas.microsoft.com/office/drawing/2014/main" id="{8F54F4A3-648E-3146-B408-995E6916E7DD}"/>
                  </a:ext>
                </a:extLst>
              </p:cNvPr>
              <p:cNvCxnSpPr/>
              <p:nvPr userDrawn="1"/>
            </p:nvCxnSpPr>
            <p:spPr bwMode="auto">
              <a:xfrm rot="5400000" flipH="1">
                <a:off x="2209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2" name="Straight Connector 41">
                <a:extLst>
                  <a:ext uri="{FF2B5EF4-FFF2-40B4-BE49-F238E27FC236}">
                    <a16:creationId xmlns:a16="http://schemas.microsoft.com/office/drawing/2014/main" id="{1DB512CA-21A6-9E45-BA56-12B8F4FE801F}"/>
                  </a:ext>
                </a:extLst>
              </p:cNvPr>
              <p:cNvCxnSpPr/>
              <p:nvPr userDrawn="1"/>
            </p:nvCxnSpPr>
            <p:spPr bwMode="auto">
              <a:xfrm rot="5400000" flipH="1">
                <a:off x="2438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3" name="Straight Connector 42">
                <a:extLst>
                  <a:ext uri="{FF2B5EF4-FFF2-40B4-BE49-F238E27FC236}">
                    <a16:creationId xmlns:a16="http://schemas.microsoft.com/office/drawing/2014/main" id="{2BFB8868-99DE-1A45-8575-1EA11710057F}"/>
                  </a:ext>
                </a:extLst>
              </p:cNvPr>
              <p:cNvCxnSpPr/>
              <p:nvPr userDrawn="1"/>
            </p:nvCxnSpPr>
            <p:spPr bwMode="auto">
              <a:xfrm rot="5400000" flipH="1">
                <a:off x="4267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4" name="Straight Connector 43">
                <a:extLst>
                  <a:ext uri="{FF2B5EF4-FFF2-40B4-BE49-F238E27FC236}">
                    <a16:creationId xmlns:a16="http://schemas.microsoft.com/office/drawing/2014/main" id="{730DE9A1-D9BD-524C-BE6F-1D6659196FBC}"/>
                  </a:ext>
                </a:extLst>
              </p:cNvPr>
              <p:cNvCxnSpPr/>
              <p:nvPr userDrawn="1"/>
            </p:nvCxnSpPr>
            <p:spPr bwMode="auto">
              <a:xfrm rot="5400000" flipH="1">
                <a:off x="4495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5" name="Straight Connector 44">
                <a:extLst>
                  <a:ext uri="{FF2B5EF4-FFF2-40B4-BE49-F238E27FC236}">
                    <a16:creationId xmlns:a16="http://schemas.microsoft.com/office/drawing/2014/main" id="{5ABAF5C8-E725-FD45-80A0-6EC368BF88BA}"/>
                  </a:ext>
                </a:extLst>
              </p:cNvPr>
              <p:cNvCxnSpPr/>
              <p:nvPr userDrawn="1"/>
            </p:nvCxnSpPr>
            <p:spPr bwMode="auto">
              <a:xfrm rot="5400000" flipH="1">
                <a:off x="4724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6" name="Straight Connector 45">
                <a:extLst>
                  <a:ext uri="{FF2B5EF4-FFF2-40B4-BE49-F238E27FC236}">
                    <a16:creationId xmlns:a16="http://schemas.microsoft.com/office/drawing/2014/main" id="{EBC18DE6-803B-7541-908A-41F6D4494834}"/>
                  </a:ext>
                </a:extLst>
              </p:cNvPr>
              <p:cNvCxnSpPr/>
              <p:nvPr userDrawn="1"/>
            </p:nvCxnSpPr>
            <p:spPr bwMode="auto">
              <a:xfrm rot="5400000" flipH="1">
                <a:off x="6553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7" name="Straight Connector 46">
                <a:extLst>
                  <a:ext uri="{FF2B5EF4-FFF2-40B4-BE49-F238E27FC236}">
                    <a16:creationId xmlns:a16="http://schemas.microsoft.com/office/drawing/2014/main" id="{737A4750-B9D5-5049-A414-7844F44D2F08}"/>
                  </a:ext>
                </a:extLst>
              </p:cNvPr>
              <p:cNvCxnSpPr/>
              <p:nvPr userDrawn="1"/>
            </p:nvCxnSpPr>
            <p:spPr bwMode="auto">
              <a:xfrm rot="5400000" flipH="1">
                <a:off x="6781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8" name="Straight Connector 47">
                <a:extLst>
                  <a:ext uri="{FF2B5EF4-FFF2-40B4-BE49-F238E27FC236}">
                    <a16:creationId xmlns:a16="http://schemas.microsoft.com/office/drawing/2014/main" id="{11CC3856-9176-894C-9678-78854179B583}"/>
                  </a:ext>
                </a:extLst>
              </p:cNvPr>
              <p:cNvCxnSpPr/>
              <p:nvPr userDrawn="1"/>
            </p:nvCxnSpPr>
            <p:spPr bwMode="auto">
              <a:xfrm rot="5400000" flipH="1">
                <a:off x="7010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9" name="Straight Connector 48">
                <a:extLst>
                  <a:ext uri="{FF2B5EF4-FFF2-40B4-BE49-F238E27FC236}">
                    <a16:creationId xmlns:a16="http://schemas.microsoft.com/office/drawing/2014/main" id="{3A4EF373-8CC5-F948-AA7B-C5EF10137299}"/>
                  </a:ext>
                </a:extLst>
              </p:cNvPr>
              <p:cNvCxnSpPr/>
              <p:nvPr userDrawn="1"/>
            </p:nvCxnSpPr>
            <p:spPr bwMode="auto">
              <a:xfrm rot="5400000" flipH="1">
                <a:off x="8839132"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19" name="Group 18">
              <a:extLst>
                <a:ext uri="{FF2B5EF4-FFF2-40B4-BE49-F238E27FC236}">
                  <a16:creationId xmlns:a16="http://schemas.microsoft.com/office/drawing/2014/main" id="{5EDFECA7-68A0-C74C-8702-67F215F53507}"/>
                </a:ext>
              </a:extLst>
            </p:cNvPr>
            <p:cNvGrpSpPr/>
            <p:nvPr userDrawn="1"/>
          </p:nvGrpSpPr>
          <p:grpSpPr>
            <a:xfrm>
              <a:off x="-109730" y="237744"/>
              <a:ext cx="91440" cy="4664456"/>
              <a:chOff x="-109730" y="237744"/>
              <a:chExt cx="91440" cy="4664456"/>
            </a:xfrm>
          </p:grpSpPr>
          <p:cxnSp>
            <p:nvCxnSpPr>
              <p:cNvPr id="30" name="Straight Connector 29">
                <a:extLst>
                  <a:ext uri="{FF2B5EF4-FFF2-40B4-BE49-F238E27FC236}">
                    <a16:creationId xmlns:a16="http://schemas.microsoft.com/office/drawing/2014/main" id="{B42BDEDC-364B-EC4F-9B43-9C5105374A26}"/>
                  </a:ext>
                </a:extLst>
              </p:cNvPr>
              <p:cNvCxnSpPr/>
              <p:nvPr userDrawn="1"/>
            </p:nvCxnSpPr>
            <p:spPr bwMode="auto">
              <a:xfrm flipH="1">
                <a:off x="-109730" y="65379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1" name="Straight Connector 30">
                <a:extLst>
                  <a:ext uri="{FF2B5EF4-FFF2-40B4-BE49-F238E27FC236}">
                    <a16:creationId xmlns:a16="http://schemas.microsoft.com/office/drawing/2014/main" id="{82746AEA-B7EE-6A45-A324-2780C5387E8B}"/>
                  </a:ext>
                </a:extLst>
              </p:cNvPr>
              <p:cNvCxnSpPr/>
              <p:nvPr userDrawn="1"/>
            </p:nvCxnSpPr>
            <p:spPr bwMode="auto">
              <a:xfrm flipH="1">
                <a:off x="-109730" y="128930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2" name="Straight Connector 31">
                <a:extLst>
                  <a:ext uri="{FF2B5EF4-FFF2-40B4-BE49-F238E27FC236}">
                    <a16:creationId xmlns:a16="http://schemas.microsoft.com/office/drawing/2014/main" id="{10F57C53-2F79-4140-B8DD-CFF27135CAA8}"/>
                  </a:ext>
                </a:extLst>
              </p:cNvPr>
              <p:cNvCxnSpPr/>
              <p:nvPr userDrawn="1"/>
            </p:nvCxnSpPr>
            <p:spPr bwMode="auto">
              <a:xfrm flipH="1">
                <a:off x="-109730" y="192938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3" name="Straight Connector 32">
                <a:extLst>
                  <a:ext uri="{FF2B5EF4-FFF2-40B4-BE49-F238E27FC236}">
                    <a16:creationId xmlns:a16="http://schemas.microsoft.com/office/drawing/2014/main" id="{D0D1241B-3B6D-564B-92C0-5F79295699BA}"/>
                  </a:ext>
                </a:extLst>
              </p:cNvPr>
              <p:cNvCxnSpPr/>
              <p:nvPr userDrawn="1"/>
            </p:nvCxnSpPr>
            <p:spPr bwMode="auto">
              <a:xfrm flipH="1">
                <a:off x="-109730" y="2570990"/>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4" name="Straight Connector 33">
                <a:extLst>
                  <a:ext uri="{FF2B5EF4-FFF2-40B4-BE49-F238E27FC236}">
                    <a16:creationId xmlns:a16="http://schemas.microsoft.com/office/drawing/2014/main" id="{4F1A65E1-A6DD-0E48-9328-F63C08A91C80}"/>
                  </a:ext>
                </a:extLst>
              </p:cNvPr>
              <p:cNvCxnSpPr/>
              <p:nvPr userDrawn="1"/>
            </p:nvCxnSpPr>
            <p:spPr bwMode="auto">
              <a:xfrm flipH="1">
                <a:off x="-109730" y="320954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5" name="Straight Connector 34">
                <a:extLst>
                  <a:ext uri="{FF2B5EF4-FFF2-40B4-BE49-F238E27FC236}">
                    <a16:creationId xmlns:a16="http://schemas.microsoft.com/office/drawing/2014/main" id="{DF1A857E-0280-4D4D-8C5E-78EB4893E8F3}"/>
                  </a:ext>
                </a:extLst>
              </p:cNvPr>
              <p:cNvCxnSpPr/>
              <p:nvPr userDrawn="1"/>
            </p:nvCxnSpPr>
            <p:spPr bwMode="auto">
              <a:xfrm flipH="1">
                <a:off x="-109730" y="384962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6" name="Straight Connector 35">
                <a:extLst>
                  <a:ext uri="{FF2B5EF4-FFF2-40B4-BE49-F238E27FC236}">
                    <a16:creationId xmlns:a16="http://schemas.microsoft.com/office/drawing/2014/main" id="{32EE49FC-4AC3-D84D-B296-8260919A4AFB}"/>
                  </a:ext>
                </a:extLst>
              </p:cNvPr>
              <p:cNvCxnSpPr/>
              <p:nvPr userDrawn="1"/>
            </p:nvCxnSpPr>
            <p:spPr bwMode="auto">
              <a:xfrm flipH="1">
                <a:off x="-109730" y="449427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7" name="Straight Connector 36">
                <a:extLst>
                  <a:ext uri="{FF2B5EF4-FFF2-40B4-BE49-F238E27FC236}">
                    <a16:creationId xmlns:a16="http://schemas.microsoft.com/office/drawing/2014/main" id="{A036B8A6-5887-EB43-A589-E9B55309975E}"/>
                  </a:ext>
                </a:extLst>
              </p:cNvPr>
              <p:cNvCxnSpPr/>
              <p:nvPr userDrawn="1"/>
            </p:nvCxnSpPr>
            <p:spPr bwMode="auto">
              <a:xfrm flipH="1">
                <a:off x="-109730" y="23774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8" name="Straight Connector 37">
                <a:extLst>
                  <a:ext uri="{FF2B5EF4-FFF2-40B4-BE49-F238E27FC236}">
                    <a16:creationId xmlns:a16="http://schemas.microsoft.com/office/drawing/2014/main" id="{886C2E2E-F476-B64B-A78C-E2A4F068B019}"/>
                  </a:ext>
                </a:extLst>
              </p:cNvPr>
              <p:cNvCxnSpPr/>
              <p:nvPr userDrawn="1"/>
            </p:nvCxnSpPr>
            <p:spPr bwMode="auto">
              <a:xfrm flipH="1">
                <a:off x="-109730" y="4902200"/>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20" name="Group 19">
              <a:extLst>
                <a:ext uri="{FF2B5EF4-FFF2-40B4-BE49-F238E27FC236}">
                  <a16:creationId xmlns:a16="http://schemas.microsoft.com/office/drawing/2014/main" id="{568B7B3E-2365-FA48-B0BB-56705EDB6709}"/>
                </a:ext>
              </a:extLst>
            </p:cNvPr>
            <p:cNvGrpSpPr/>
            <p:nvPr userDrawn="1"/>
          </p:nvGrpSpPr>
          <p:grpSpPr>
            <a:xfrm>
              <a:off x="9163050" y="237744"/>
              <a:ext cx="91440" cy="4663440"/>
              <a:chOff x="-109730" y="231394"/>
              <a:chExt cx="91440" cy="4663440"/>
            </a:xfrm>
          </p:grpSpPr>
          <p:cxnSp>
            <p:nvCxnSpPr>
              <p:cNvPr id="21" name="Straight Connector 20">
                <a:extLst>
                  <a:ext uri="{FF2B5EF4-FFF2-40B4-BE49-F238E27FC236}">
                    <a16:creationId xmlns:a16="http://schemas.microsoft.com/office/drawing/2014/main" id="{F8CB4122-4D33-2A42-871B-AB33239DC529}"/>
                  </a:ext>
                </a:extLst>
              </p:cNvPr>
              <p:cNvCxnSpPr/>
              <p:nvPr userDrawn="1"/>
            </p:nvCxnSpPr>
            <p:spPr bwMode="auto">
              <a:xfrm flipH="1">
                <a:off x="-109730" y="64744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E1272E41-0FA7-6B41-B356-7A2B88AC448F}"/>
                  </a:ext>
                </a:extLst>
              </p:cNvPr>
              <p:cNvCxnSpPr/>
              <p:nvPr userDrawn="1"/>
            </p:nvCxnSpPr>
            <p:spPr bwMode="auto">
              <a:xfrm flipH="1">
                <a:off x="-109730" y="128295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3" name="Straight Connector 22">
                <a:extLst>
                  <a:ext uri="{FF2B5EF4-FFF2-40B4-BE49-F238E27FC236}">
                    <a16:creationId xmlns:a16="http://schemas.microsoft.com/office/drawing/2014/main" id="{784B5EE1-D003-1F47-8D33-3E312E35B1E7}"/>
                  </a:ext>
                </a:extLst>
              </p:cNvPr>
              <p:cNvCxnSpPr/>
              <p:nvPr userDrawn="1"/>
            </p:nvCxnSpPr>
            <p:spPr bwMode="auto">
              <a:xfrm flipH="1">
                <a:off x="-109730" y="192303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4" name="Straight Connector 23">
                <a:extLst>
                  <a:ext uri="{FF2B5EF4-FFF2-40B4-BE49-F238E27FC236}">
                    <a16:creationId xmlns:a16="http://schemas.microsoft.com/office/drawing/2014/main" id="{571409CD-4C1B-8E45-ACF9-86D270DA7692}"/>
                  </a:ext>
                </a:extLst>
              </p:cNvPr>
              <p:cNvCxnSpPr/>
              <p:nvPr userDrawn="1"/>
            </p:nvCxnSpPr>
            <p:spPr bwMode="auto">
              <a:xfrm flipH="1">
                <a:off x="-109730" y="256311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5" name="Straight Connector 24">
                <a:extLst>
                  <a:ext uri="{FF2B5EF4-FFF2-40B4-BE49-F238E27FC236}">
                    <a16:creationId xmlns:a16="http://schemas.microsoft.com/office/drawing/2014/main" id="{A131086F-34E8-8C46-8C5C-6BAA87172E82}"/>
                  </a:ext>
                </a:extLst>
              </p:cNvPr>
              <p:cNvCxnSpPr/>
              <p:nvPr userDrawn="1"/>
            </p:nvCxnSpPr>
            <p:spPr bwMode="auto">
              <a:xfrm flipH="1">
                <a:off x="-109730" y="320319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6" name="Straight Connector 25">
                <a:extLst>
                  <a:ext uri="{FF2B5EF4-FFF2-40B4-BE49-F238E27FC236}">
                    <a16:creationId xmlns:a16="http://schemas.microsoft.com/office/drawing/2014/main" id="{0A42B631-F25C-F54E-B854-80328E4DFBBC}"/>
                  </a:ext>
                </a:extLst>
              </p:cNvPr>
              <p:cNvCxnSpPr/>
              <p:nvPr userDrawn="1"/>
            </p:nvCxnSpPr>
            <p:spPr bwMode="auto">
              <a:xfrm flipH="1">
                <a:off x="-109730" y="384327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7" name="Straight Connector 26">
                <a:extLst>
                  <a:ext uri="{FF2B5EF4-FFF2-40B4-BE49-F238E27FC236}">
                    <a16:creationId xmlns:a16="http://schemas.microsoft.com/office/drawing/2014/main" id="{08D46B81-A248-A847-9183-C6BC43C53E85}"/>
                  </a:ext>
                </a:extLst>
              </p:cNvPr>
              <p:cNvCxnSpPr/>
              <p:nvPr userDrawn="1"/>
            </p:nvCxnSpPr>
            <p:spPr bwMode="auto">
              <a:xfrm flipH="1">
                <a:off x="-109730" y="448792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86FA5BE4-E196-EC4A-BC7A-95A47060EE08}"/>
                  </a:ext>
                </a:extLst>
              </p:cNvPr>
              <p:cNvCxnSpPr/>
              <p:nvPr userDrawn="1"/>
            </p:nvCxnSpPr>
            <p:spPr bwMode="auto">
              <a:xfrm flipH="1">
                <a:off x="-109730" y="23139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9" name="Straight Connector 28">
                <a:extLst>
                  <a:ext uri="{FF2B5EF4-FFF2-40B4-BE49-F238E27FC236}">
                    <a16:creationId xmlns:a16="http://schemas.microsoft.com/office/drawing/2014/main" id="{47A74DF6-412C-6548-B80E-F7E7ED8433A9}"/>
                  </a:ext>
                </a:extLst>
              </p:cNvPr>
              <p:cNvCxnSpPr/>
              <p:nvPr userDrawn="1"/>
            </p:nvCxnSpPr>
            <p:spPr bwMode="auto">
              <a:xfrm flipH="1">
                <a:off x="-109730" y="489483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sp>
        <p:nvSpPr>
          <p:cNvPr id="67" name="Text Placeholder 2">
            <a:extLst>
              <a:ext uri="{FF2B5EF4-FFF2-40B4-BE49-F238E27FC236}">
                <a16:creationId xmlns:a16="http://schemas.microsoft.com/office/drawing/2014/main" id="{6EE5C8E7-EFDC-904E-9A97-47D99CD9BDD7}"/>
              </a:ext>
            </a:extLst>
          </p:cNvPr>
          <p:cNvSpPr>
            <a:spLocks noGrp="1"/>
          </p:cNvSpPr>
          <p:nvPr>
            <p:ph type="body" sz="quarter" idx="18" hasCustomPrompt="1"/>
          </p:nvPr>
        </p:nvSpPr>
        <p:spPr>
          <a:xfrm>
            <a:off x="215036" y="2105836"/>
            <a:ext cx="5576164" cy="1737295"/>
          </a:xfrm>
          <a:prstGeom prst="rect">
            <a:avLst/>
          </a:prstGeom>
        </p:spPr>
        <p:txBody>
          <a:bodyPr/>
          <a:lstStyle>
            <a:lvl1pPr marL="0" marR="0" indent="0" algn="l" defTabSz="914400" rtl="0" eaLnBrk="1" fontAlgn="base" latinLnBrk="0" hangingPunct="1">
              <a:lnSpc>
                <a:spcPct val="100000"/>
              </a:lnSpc>
              <a:spcBef>
                <a:spcPts val="1467"/>
              </a:spcBef>
              <a:spcAft>
                <a:spcPct val="0"/>
              </a:spcAft>
              <a:buClr>
                <a:schemeClr val="tx1"/>
              </a:buClr>
              <a:buSzPct val="90000"/>
              <a:buFont typeface="Wingdings" pitchFamily="2" charset="2"/>
              <a:buNone/>
              <a:tabLst/>
              <a:defRPr sz="1200" b="0" i="0">
                <a:solidFill>
                  <a:schemeClr val="tx1"/>
                </a:solidFill>
                <a:latin typeface="IBM Plex Sans" panose="020B05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r>
              <a:rPr lang="en-US" dirty="0"/>
              <a:t>Click to edit text</a:t>
            </a:r>
          </a:p>
        </p:txBody>
      </p:sp>
      <p:sp>
        <p:nvSpPr>
          <p:cNvPr id="68" name="Text Placeholder 2">
            <a:extLst>
              <a:ext uri="{FF2B5EF4-FFF2-40B4-BE49-F238E27FC236}">
                <a16:creationId xmlns:a16="http://schemas.microsoft.com/office/drawing/2014/main" id="{976B2188-7CAD-5B4F-B2F3-A49421EE6BED}"/>
              </a:ext>
            </a:extLst>
          </p:cNvPr>
          <p:cNvSpPr>
            <a:spLocks noGrp="1"/>
          </p:cNvSpPr>
          <p:nvPr>
            <p:ph type="body" sz="quarter" idx="25" hasCustomPrompt="1"/>
          </p:nvPr>
        </p:nvSpPr>
        <p:spPr>
          <a:xfrm>
            <a:off x="212035" y="1736923"/>
            <a:ext cx="5579163" cy="354012"/>
          </a:xfrm>
          <a:prstGeom prst="rect">
            <a:avLst/>
          </a:prstGeom>
        </p:spPr>
        <p:txBody>
          <a:bodyPr/>
          <a:lstStyle>
            <a:lvl1pPr>
              <a:defRPr sz="1800" b="1" i="0">
                <a:solidFill>
                  <a:srgbClr val="000000"/>
                </a:solidFill>
                <a:latin typeface="IBM Plex Sans SmBld" panose="020B05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r>
              <a:rPr lang="en-US" dirty="0"/>
              <a:t>Click to edit text</a:t>
            </a:r>
          </a:p>
        </p:txBody>
      </p:sp>
      <p:sp>
        <p:nvSpPr>
          <p:cNvPr id="69" name="Text Placeholder 2">
            <a:extLst>
              <a:ext uri="{FF2B5EF4-FFF2-40B4-BE49-F238E27FC236}">
                <a16:creationId xmlns:a16="http://schemas.microsoft.com/office/drawing/2014/main" id="{B1DB2324-7949-E748-AD06-D72A071B40FD}"/>
              </a:ext>
            </a:extLst>
          </p:cNvPr>
          <p:cNvSpPr>
            <a:spLocks noGrp="1"/>
          </p:cNvSpPr>
          <p:nvPr>
            <p:ph type="body" sz="quarter" idx="26" hasCustomPrompt="1"/>
          </p:nvPr>
        </p:nvSpPr>
        <p:spPr>
          <a:xfrm>
            <a:off x="6311036" y="2105837"/>
            <a:ext cx="5576164" cy="1737294"/>
          </a:xfrm>
          <a:prstGeom prst="rect">
            <a:avLst/>
          </a:prstGeom>
        </p:spPr>
        <p:txBody>
          <a:bodyPr/>
          <a:lstStyle>
            <a:lvl1pPr marL="0" marR="0" indent="0" algn="l" defTabSz="914400" rtl="0" eaLnBrk="1" fontAlgn="base" latinLnBrk="0" hangingPunct="1">
              <a:lnSpc>
                <a:spcPct val="100000"/>
              </a:lnSpc>
              <a:spcBef>
                <a:spcPts val="1467"/>
              </a:spcBef>
              <a:spcAft>
                <a:spcPct val="0"/>
              </a:spcAft>
              <a:buClr>
                <a:schemeClr val="tx1"/>
              </a:buClr>
              <a:buSzPct val="90000"/>
              <a:buFont typeface="Wingdings" pitchFamily="2" charset="2"/>
              <a:buNone/>
              <a:tabLst/>
              <a:defRPr sz="1200" b="0" i="0">
                <a:solidFill>
                  <a:schemeClr val="tx1"/>
                </a:solidFill>
                <a:latin typeface="IBM Plex Sans" panose="020B05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pPr marL="0" marR="0" lvl="0" indent="0" algn="l" defTabSz="914400" rtl="0" eaLnBrk="1" fontAlgn="base" latinLnBrk="0" hangingPunct="1">
              <a:lnSpc>
                <a:spcPct val="100000"/>
              </a:lnSpc>
              <a:spcBef>
                <a:spcPts val="1467"/>
              </a:spcBef>
              <a:spcAft>
                <a:spcPct val="0"/>
              </a:spcAft>
              <a:buClr>
                <a:schemeClr val="tx1"/>
              </a:buClr>
              <a:buSzPct val="90000"/>
              <a:buFont typeface="Wingdings" pitchFamily="2" charset="2"/>
              <a:buNone/>
              <a:tabLst/>
              <a:defRPr/>
            </a:pPr>
            <a:r>
              <a:rPr lang="en-US" dirty="0"/>
              <a:t>Click to edit text</a:t>
            </a:r>
          </a:p>
        </p:txBody>
      </p:sp>
      <p:sp>
        <p:nvSpPr>
          <p:cNvPr id="80" name="Text Placeholder 2">
            <a:extLst>
              <a:ext uri="{FF2B5EF4-FFF2-40B4-BE49-F238E27FC236}">
                <a16:creationId xmlns:a16="http://schemas.microsoft.com/office/drawing/2014/main" id="{48509EFF-828A-AC49-B369-E7167496DE71}"/>
              </a:ext>
            </a:extLst>
          </p:cNvPr>
          <p:cNvSpPr>
            <a:spLocks noGrp="1"/>
          </p:cNvSpPr>
          <p:nvPr>
            <p:ph type="body" sz="quarter" idx="27" hasCustomPrompt="1"/>
          </p:nvPr>
        </p:nvSpPr>
        <p:spPr>
          <a:xfrm>
            <a:off x="6308036" y="1736923"/>
            <a:ext cx="5579164" cy="354012"/>
          </a:xfrm>
          <a:prstGeom prst="rect">
            <a:avLst/>
          </a:prstGeom>
        </p:spPr>
        <p:txBody>
          <a:bodyPr/>
          <a:lstStyle>
            <a:lvl1pPr>
              <a:defRPr sz="1800" b="1" i="0">
                <a:solidFill>
                  <a:srgbClr val="000000"/>
                </a:solidFill>
                <a:latin typeface="IBM Plex Sans SmBld" panose="020B05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r>
              <a:rPr lang="en-US" dirty="0"/>
              <a:t>Click to edit text</a:t>
            </a:r>
          </a:p>
        </p:txBody>
      </p:sp>
      <p:sp>
        <p:nvSpPr>
          <p:cNvPr id="81" name="Text Placeholder 2">
            <a:extLst>
              <a:ext uri="{FF2B5EF4-FFF2-40B4-BE49-F238E27FC236}">
                <a16:creationId xmlns:a16="http://schemas.microsoft.com/office/drawing/2014/main" id="{2F585370-CEB1-B34C-AD11-A04A5BB169BD}"/>
              </a:ext>
            </a:extLst>
          </p:cNvPr>
          <p:cNvSpPr>
            <a:spLocks noGrp="1"/>
          </p:cNvSpPr>
          <p:nvPr>
            <p:ph type="body" sz="quarter" idx="28" hasCustomPrompt="1"/>
          </p:nvPr>
        </p:nvSpPr>
        <p:spPr>
          <a:xfrm>
            <a:off x="228289" y="4713581"/>
            <a:ext cx="5576164" cy="1700471"/>
          </a:xfrm>
          <a:prstGeom prst="rect">
            <a:avLst/>
          </a:prstGeom>
        </p:spPr>
        <p:txBody>
          <a:bodyPr/>
          <a:lstStyle>
            <a:lvl1pPr marL="0" marR="0" indent="0" algn="l" defTabSz="914400" rtl="0" eaLnBrk="1" fontAlgn="base" latinLnBrk="0" hangingPunct="1">
              <a:lnSpc>
                <a:spcPct val="100000"/>
              </a:lnSpc>
              <a:spcBef>
                <a:spcPts val="1467"/>
              </a:spcBef>
              <a:spcAft>
                <a:spcPct val="0"/>
              </a:spcAft>
              <a:buClr>
                <a:schemeClr val="tx1"/>
              </a:buClr>
              <a:buSzPct val="90000"/>
              <a:buFont typeface="Wingdings" pitchFamily="2" charset="2"/>
              <a:buNone/>
              <a:tabLst/>
              <a:defRPr sz="1200" b="0" i="0">
                <a:solidFill>
                  <a:schemeClr val="tx1"/>
                </a:solidFill>
                <a:latin typeface="IBM Plex Sans" panose="020B05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r>
              <a:rPr lang="en-US" dirty="0"/>
              <a:t>Click to edit text</a:t>
            </a:r>
          </a:p>
        </p:txBody>
      </p:sp>
      <p:sp>
        <p:nvSpPr>
          <p:cNvPr id="82" name="Text Placeholder 2">
            <a:extLst>
              <a:ext uri="{FF2B5EF4-FFF2-40B4-BE49-F238E27FC236}">
                <a16:creationId xmlns:a16="http://schemas.microsoft.com/office/drawing/2014/main" id="{49774F56-6D57-8748-BA01-9FA430DD6BC7}"/>
              </a:ext>
            </a:extLst>
          </p:cNvPr>
          <p:cNvSpPr>
            <a:spLocks noGrp="1"/>
          </p:cNvSpPr>
          <p:nvPr>
            <p:ph type="body" sz="quarter" idx="29" hasCustomPrompt="1"/>
          </p:nvPr>
        </p:nvSpPr>
        <p:spPr>
          <a:xfrm>
            <a:off x="225288" y="4307844"/>
            <a:ext cx="5579163" cy="354012"/>
          </a:xfrm>
          <a:prstGeom prst="rect">
            <a:avLst/>
          </a:prstGeom>
        </p:spPr>
        <p:txBody>
          <a:bodyPr/>
          <a:lstStyle>
            <a:lvl1pPr>
              <a:defRPr sz="1800" b="1" i="0">
                <a:solidFill>
                  <a:srgbClr val="000000"/>
                </a:solidFill>
                <a:latin typeface="IBM Plex Sans SmBld" panose="020B05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r>
              <a:rPr lang="en-US" dirty="0"/>
              <a:t>Click to edit text</a:t>
            </a:r>
          </a:p>
        </p:txBody>
      </p:sp>
      <p:sp>
        <p:nvSpPr>
          <p:cNvPr id="83" name="Text Placeholder 2">
            <a:extLst>
              <a:ext uri="{FF2B5EF4-FFF2-40B4-BE49-F238E27FC236}">
                <a16:creationId xmlns:a16="http://schemas.microsoft.com/office/drawing/2014/main" id="{B5BE6D1C-F8CC-3948-BFAC-BEFB25B41A75}"/>
              </a:ext>
            </a:extLst>
          </p:cNvPr>
          <p:cNvSpPr>
            <a:spLocks noGrp="1"/>
          </p:cNvSpPr>
          <p:nvPr>
            <p:ph type="body" sz="quarter" idx="30" hasCustomPrompt="1"/>
          </p:nvPr>
        </p:nvSpPr>
        <p:spPr>
          <a:xfrm>
            <a:off x="6324289" y="4676758"/>
            <a:ext cx="5576164" cy="1737294"/>
          </a:xfrm>
          <a:prstGeom prst="rect">
            <a:avLst/>
          </a:prstGeom>
        </p:spPr>
        <p:txBody>
          <a:bodyPr/>
          <a:lstStyle>
            <a:lvl1pPr marL="0" marR="0" indent="0" algn="l" defTabSz="914400" rtl="0" eaLnBrk="1" fontAlgn="base" latinLnBrk="0" hangingPunct="1">
              <a:lnSpc>
                <a:spcPct val="100000"/>
              </a:lnSpc>
              <a:spcBef>
                <a:spcPts val="1467"/>
              </a:spcBef>
              <a:spcAft>
                <a:spcPct val="0"/>
              </a:spcAft>
              <a:buClr>
                <a:schemeClr val="tx1"/>
              </a:buClr>
              <a:buSzPct val="90000"/>
              <a:buFont typeface="Wingdings" pitchFamily="2" charset="2"/>
              <a:buNone/>
              <a:tabLst/>
              <a:defRPr sz="1200" b="0" i="0">
                <a:solidFill>
                  <a:schemeClr val="tx1"/>
                </a:solidFill>
                <a:latin typeface="IBM Plex Sans" panose="020B05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r>
              <a:rPr lang="en-US" dirty="0"/>
              <a:t>Click to edit text</a:t>
            </a:r>
          </a:p>
        </p:txBody>
      </p:sp>
      <p:sp>
        <p:nvSpPr>
          <p:cNvPr id="84" name="Text Placeholder 2">
            <a:extLst>
              <a:ext uri="{FF2B5EF4-FFF2-40B4-BE49-F238E27FC236}">
                <a16:creationId xmlns:a16="http://schemas.microsoft.com/office/drawing/2014/main" id="{2A1F27DF-F67F-A846-8F31-2B42D30E2660}"/>
              </a:ext>
            </a:extLst>
          </p:cNvPr>
          <p:cNvSpPr>
            <a:spLocks noGrp="1"/>
          </p:cNvSpPr>
          <p:nvPr>
            <p:ph type="body" sz="quarter" idx="31" hasCustomPrompt="1"/>
          </p:nvPr>
        </p:nvSpPr>
        <p:spPr>
          <a:xfrm>
            <a:off x="6321289" y="4307844"/>
            <a:ext cx="5579164" cy="354012"/>
          </a:xfrm>
          <a:prstGeom prst="rect">
            <a:avLst/>
          </a:prstGeom>
        </p:spPr>
        <p:txBody>
          <a:bodyPr/>
          <a:lstStyle>
            <a:lvl1pPr>
              <a:defRPr sz="1800" b="1" i="0">
                <a:solidFill>
                  <a:srgbClr val="000000"/>
                </a:solidFill>
                <a:latin typeface="IBM Plex Sans SmBld" panose="020B05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r>
              <a:rPr lang="en-US" dirty="0"/>
              <a:t>Click to edit text</a:t>
            </a:r>
          </a:p>
        </p:txBody>
      </p:sp>
      <p:sp>
        <p:nvSpPr>
          <p:cNvPr id="61" name="Footer Placeholder 2">
            <a:extLst>
              <a:ext uri="{FF2B5EF4-FFF2-40B4-BE49-F238E27FC236}">
                <a16:creationId xmlns:a16="http://schemas.microsoft.com/office/drawing/2014/main" id="{9F265EF7-E37A-2B48-AC81-42B807A381D8}"/>
              </a:ext>
            </a:extLst>
          </p:cNvPr>
          <p:cNvSpPr>
            <a:spLocks noGrp="1"/>
          </p:cNvSpPr>
          <p:nvPr>
            <p:ph type="ftr" sz="quarter" idx="3"/>
          </p:nvPr>
        </p:nvSpPr>
        <p:spPr>
          <a:xfrm>
            <a:off x="9357843" y="334026"/>
            <a:ext cx="2438312" cy="546100"/>
          </a:xfrm>
          <a:prstGeom prst="rect">
            <a:avLst/>
          </a:prstGeom>
        </p:spPr>
        <p:txBody>
          <a:bodyPr anchor="b"/>
          <a:lstStyle>
            <a:lvl1pPr>
              <a:lnSpc>
                <a:spcPct val="150000"/>
              </a:lnSpc>
              <a:defRPr sz="1000" b="0" i="0">
                <a:solidFill>
                  <a:srgbClr val="50565B"/>
                </a:solidFill>
                <a:latin typeface="IBM Plex Sans" panose="020B0503050000000000" pitchFamily="34" charset="77"/>
              </a:defRPr>
            </a:lvl1pPr>
          </a:lstStyle>
          <a:p>
            <a:r>
              <a:rPr lang="en-US" b="1">
                <a:solidFill>
                  <a:schemeClr val="tx1"/>
                </a:solidFill>
                <a:latin typeface="IBM Plex Sans SmBld" panose="020B0503050000000000" pitchFamily="34" charset="77"/>
              </a:rPr>
              <a:t>Presentation title</a:t>
            </a:r>
          </a:p>
          <a:p>
            <a:r>
              <a:rPr lang="en-US"/>
              <a:t>IBM  |  Project/team name</a:t>
            </a:r>
            <a:endParaRPr lang="en-US" dirty="0"/>
          </a:p>
        </p:txBody>
      </p:sp>
      <p:sp>
        <p:nvSpPr>
          <p:cNvPr id="64" name="Text Placeholder 64">
            <a:extLst>
              <a:ext uri="{FF2B5EF4-FFF2-40B4-BE49-F238E27FC236}">
                <a16:creationId xmlns:a16="http://schemas.microsoft.com/office/drawing/2014/main" id="{DFA83E38-017D-4747-8FC3-CE850126641B}"/>
              </a:ext>
            </a:extLst>
          </p:cNvPr>
          <p:cNvSpPr>
            <a:spLocks noGrp="1"/>
          </p:cNvSpPr>
          <p:nvPr>
            <p:ph type="body" sz="quarter" idx="11" hasCustomPrompt="1"/>
          </p:nvPr>
        </p:nvSpPr>
        <p:spPr>
          <a:xfrm>
            <a:off x="228599" y="326929"/>
            <a:ext cx="5477689" cy="553198"/>
          </a:xfrm>
          <a:prstGeom prst="rect">
            <a:avLst/>
          </a:prstGeom>
        </p:spPr>
        <p:txBody>
          <a:bodyPr>
            <a:normAutofit/>
          </a:bodyPr>
          <a:lstStyle>
            <a:lvl1pPr>
              <a:defRPr sz="2400" b="0" i="0">
                <a:latin typeface="IBM Plex Sans" panose="020B0503050203000203" pitchFamily="34" charset="0"/>
              </a:defRPr>
            </a:lvl1pPr>
          </a:lstStyle>
          <a:p>
            <a:pPr lvl="0"/>
            <a:r>
              <a:rPr lang="en-US" dirty="0"/>
              <a:t>Slide title</a:t>
            </a:r>
          </a:p>
        </p:txBody>
      </p:sp>
    </p:spTree>
    <p:extLst>
      <p:ext uri="{BB962C8B-B14F-4D97-AF65-F5344CB8AC3E}">
        <p14:creationId xmlns:p14="http://schemas.microsoft.com/office/powerpoint/2010/main" val="27488913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Full width - bottom 1">
    <p:spTree>
      <p:nvGrpSpPr>
        <p:cNvPr id="1" name=""/>
        <p:cNvGrpSpPr/>
        <p:nvPr/>
      </p:nvGrpSpPr>
      <p:grpSpPr>
        <a:xfrm>
          <a:off x="0" y="0"/>
          <a:ext cx="0" cy="0"/>
          <a:chOff x="0" y="0"/>
          <a:chExt cx="0" cy="0"/>
        </a:xfrm>
      </p:grpSpPr>
      <p:sp>
        <p:nvSpPr>
          <p:cNvPr id="71" name="Rectangle 70">
            <a:extLst>
              <a:ext uri="{FF2B5EF4-FFF2-40B4-BE49-F238E27FC236}">
                <a16:creationId xmlns:a16="http://schemas.microsoft.com/office/drawing/2014/main" id="{E3D35D99-0C4E-AA47-B9B3-35527D214953}"/>
              </a:ext>
            </a:extLst>
          </p:cNvPr>
          <p:cNvSpPr/>
          <p:nvPr userDrawn="1"/>
        </p:nvSpPr>
        <p:spPr bwMode="auto">
          <a:xfrm>
            <a:off x="2118" y="1"/>
            <a:ext cx="12189882" cy="4279392"/>
          </a:xfrm>
          <a:prstGeom prst="rect">
            <a:avLst/>
          </a:prstGeom>
          <a:solidFill>
            <a:srgbClr val="F2F4F8"/>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90000"/>
              </a:lnSpc>
              <a:spcBef>
                <a:spcPct val="0"/>
              </a:spcBef>
              <a:spcAft>
                <a:spcPct val="0"/>
              </a:spcAft>
              <a:buClrTx/>
              <a:buSzTx/>
              <a:buFontTx/>
              <a:buNone/>
              <a:tabLst/>
            </a:pPr>
            <a:endParaRPr kumimoji="0" lang="en-US" sz="2000" b="0" i="0" u="none" strike="noStrike" cap="none" normalizeH="0" baseline="0" dirty="0">
              <a:ln>
                <a:noFill/>
              </a:ln>
              <a:solidFill>
                <a:srgbClr val="191919"/>
              </a:solidFill>
              <a:effectLst/>
              <a:latin typeface="HelvNeue Light for IBM" pitchFamily="34" charset="0"/>
            </a:endParaRPr>
          </a:p>
        </p:txBody>
      </p:sp>
      <p:grpSp>
        <p:nvGrpSpPr>
          <p:cNvPr id="16" name="Group 15">
            <a:extLst>
              <a:ext uri="{FF2B5EF4-FFF2-40B4-BE49-F238E27FC236}">
                <a16:creationId xmlns:a16="http://schemas.microsoft.com/office/drawing/2014/main" id="{4E27F71D-749D-974B-AB68-C90C1F656661}"/>
              </a:ext>
            </a:extLst>
          </p:cNvPr>
          <p:cNvGrpSpPr/>
          <p:nvPr userDrawn="1"/>
        </p:nvGrpSpPr>
        <p:grpSpPr>
          <a:xfrm>
            <a:off x="-146307" y="-147320"/>
            <a:ext cx="12485627" cy="7152640"/>
            <a:chOff x="-109730" y="-110490"/>
            <a:chExt cx="9364220" cy="5364480"/>
          </a:xfrm>
        </p:grpSpPr>
        <p:grpSp>
          <p:nvGrpSpPr>
            <p:cNvPr id="17" name="Group 16">
              <a:extLst>
                <a:ext uri="{FF2B5EF4-FFF2-40B4-BE49-F238E27FC236}">
                  <a16:creationId xmlns:a16="http://schemas.microsoft.com/office/drawing/2014/main" id="{7033ABDB-33FA-424A-8022-BE25064AAE9B}"/>
                </a:ext>
              </a:extLst>
            </p:cNvPr>
            <p:cNvGrpSpPr/>
            <p:nvPr userDrawn="1"/>
          </p:nvGrpSpPr>
          <p:grpSpPr>
            <a:xfrm>
              <a:off x="228600" y="-110490"/>
              <a:ext cx="8686732" cy="91440"/>
              <a:chOff x="228600" y="-152400"/>
              <a:chExt cx="8686732" cy="152400"/>
            </a:xfrm>
          </p:grpSpPr>
          <p:cxnSp>
            <p:nvCxnSpPr>
              <p:cNvPr id="50" name="Straight Connector 49">
                <a:extLst>
                  <a:ext uri="{FF2B5EF4-FFF2-40B4-BE49-F238E27FC236}">
                    <a16:creationId xmlns:a16="http://schemas.microsoft.com/office/drawing/2014/main" id="{E028FABC-C57C-0B4D-ADC6-F0D9AC86E7C9}"/>
                  </a:ext>
                </a:extLst>
              </p:cNvPr>
              <p:cNvCxnSpPr/>
              <p:nvPr userDrawn="1"/>
            </p:nvCxnSpPr>
            <p:spPr bwMode="auto">
              <a:xfrm rot="5400000" flipH="1">
                <a:off x="152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1" name="Straight Connector 50">
                <a:extLst>
                  <a:ext uri="{FF2B5EF4-FFF2-40B4-BE49-F238E27FC236}">
                    <a16:creationId xmlns:a16="http://schemas.microsoft.com/office/drawing/2014/main" id="{CCE52FE3-158F-D14E-B6AE-3EE847C02A23}"/>
                  </a:ext>
                </a:extLst>
              </p:cNvPr>
              <p:cNvCxnSpPr/>
              <p:nvPr userDrawn="1"/>
            </p:nvCxnSpPr>
            <p:spPr bwMode="auto">
              <a:xfrm rot="5400000" flipH="1">
                <a:off x="1981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2" name="Straight Connector 51">
                <a:extLst>
                  <a:ext uri="{FF2B5EF4-FFF2-40B4-BE49-F238E27FC236}">
                    <a16:creationId xmlns:a16="http://schemas.microsoft.com/office/drawing/2014/main" id="{C6326F37-4F20-A241-8AC4-D933542FB91D}"/>
                  </a:ext>
                </a:extLst>
              </p:cNvPr>
              <p:cNvCxnSpPr/>
              <p:nvPr userDrawn="1"/>
            </p:nvCxnSpPr>
            <p:spPr bwMode="auto">
              <a:xfrm rot="5400000" flipH="1">
                <a:off x="2209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3" name="Straight Connector 52">
                <a:extLst>
                  <a:ext uri="{FF2B5EF4-FFF2-40B4-BE49-F238E27FC236}">
                    <a16:creationId xmlns:a16="http://schemas.microsoft.com/office/drawing/2014/main" id="{193EAF95-D519-4A43-A5B7-8F152B7AAAF3}"/>
                  </a:ext>
                </a:extLst>
              </p:cNvPr>
              <p:cNvCxnSpPr/>
              <p:nvPr userDrawn="1"/>
            </p:nvCxnSpPr>
            <p:spPr bwMode="auto">
              <a:xfrm rot="5400000" flipH="1">
                <a:off x="2438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4" name="Straight Connector 53">
                <a:extLst>
                  <a:ext uri="{FF2B5EF4-FFF2-40B4-BE49-F238E27FC236}">
                    <a16:creationId xmlns:a16="http://schemas.microsoft.com/office/drawing/2014/main" id="{63D1F6C8-6E33-8445-84CD-22391B38AE2F}"/>
                  </a:ext>
                </a:extLst>
              </p:cNvPr>
              <p:cNvCxnSpPr/>
              <p:nvPr userDrawn="1"/>
            </p:nvCxnSpPr>
            <p:spPr bwMode="auto">
              <a:xfrm rot="5400000" flipH="1">
                <a:off x="4267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5" name="Straight Connector 54">
                <a:extLst>
                  <a:ext uri="{FF2B5EF4-FFF2-40B4-BE49-F238E27FC236}">
                    <a16:creationId xmlns:a16="http://schemas.microsoft.com/office/drawing/2014/main" id="{7CC00B75-D288-0546-90E6-0FAF60915429}"/>
                  </a:ext>
                </a:extLst>
              </p:cNvPr>
              <p:cNvCxnSpPr/>
              <p:nvPr userDrawn="1"/>
            </p:nvCxnSpPr>
            <p:spPr bwMode="auto">
              <a:xfrm rot="5400000" flipH="1">
                <a:off x="4495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6" name="Straight Connector 55">
                <a:extLst>
                  <a:ext uri="{FF2B5EF4-FFF2-40B4-BE49-F238E27FC236}">
                    <a16:creationId xmlns:a16="http://schemas.microsoft.com/office/drawing/2014/main" id="{9E943793-FE0F-6F4D-98F4-B9E3837BCA91}"/>
                  </a:ext>
                </a:extLst>
              </p:cNvPr>
              <p:cNvCxnSpPr/>
              <p:nvPr userDrawn="1"/>
            </p:nvCxnSpPr>
            <p:spPr bwMode="auto">
              <a:xfrm rot="5400000" flipH="1">
                <a:off x="4724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7" name="Straight Connector 56">
                <a:extLst>
                  <a:ext uri="{FF2B5EF4-FFF2-40B4-BE49-F238E27FC236}">
                    <a16:creationId xmlns:a16="http://schemas.microsoft.com/office/drawing/2014/main" id="{B1C729D8-F1AE-2C45-BF73-3BFD621F4038}"/>
                  </a:ext>
                </a:extLst>
              </p:cNvPr>
              <p:cNvCxnSpPr/>
              <p:nvPr userDrawn="1"/>
            </p:nvCxnSpPr>
            <p:spPr bwMode="auto">
              <a:xfrm rot="5400000" flipH="1">
                <a:off x="6553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8" name="Straight Connector 57">
                <a:extLst>
                  <a:ext uri="{FF2B5EF4-FFF2-40B4-BE49-F238E27FC236}">
                    <a16:creationId xmlns:a16="http://schemas.microsoft.com/office/drawing/2014/main" id="{773341F0-E3B3-EB42-A739-32107097206A}"/>
                  </a:ext>
                </a:extLst>
              </p:cNvPr>
              <p:cNvCxnSpPr/>
              <p:nvPr userDrawn="1"/>
            </p:nvCxnSpPr>
            <p:spPr bwMode="auto">
              <a:xfrm rot="5400000" flipH="1">
                <a:off x="6781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9" name="Straight Connector 58">
                <a:extLst>
                  <a:ext uri="{FF2B5EF4-FFF2-40B4-BE49-F238E27FC236}">
                    <a16:creationId xmlns:a16="http://schemas.microsoft.com/office/drawing/2014/main" id="{89EDDA5B-8572-C545-8DFA-ABC33664C7A1}"/>
                  </a:ext>
                </a:extLst>
              </p:cNvPr>
              <p:cNvCxnSpPr/>
              <p:nvPr userDrawn="1"/>
            </p:nvCxnSpPr>
            <p:spPr bwMode="auto">
              <a:xfrm rot="5400000" flipH="1">
                <a:off x="7010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0" name="Straight Connector 59">
                <a:extLst>
                  <a:ext uri="{FF2B5EF4-FFF2-40B4-BE49-F238E27FC236}">
                    <a16:creationId xmlns:a16="http://schemas.microsoft.com/office/drawing/2014/main" id="{E0B85CAB-A5A1-6546-BA39-1598C1A1BF64}"/>
                  </a:ext>
                </a:extLst>
              </p:cNvPr>
              <p:cNvCxnSpPr/>
              <p:nvPr userDrawn="1"/>
            </p:nvCxnSpPr>
            <p:spPr bwMode="auto">
              <a:xfrm rot="5400000" flipH="1">
                <a:off x="8839132"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18" name="Group 17">
              <a:extLst>
                <a:ext uri="{FF2B5EF4-FFF2-40B4-BE49-F238E27FC236}">
                  <a16:creationId xmlns:a16="http://schemas.microsoft.com/office/drawing/2014/main" id="{4EE9C99B-7B10-AE41-8B1B-D8508EC96D36}"/>
                </a:ext>
              </a:extLst>
            </p:cNvPr>
            <p:cNvGrpSpPr/>
            <p:nvPr userDrawn="1"/>
          </p:nvGrpSpPr>
          <p:grpSpPr>
            <a:xfrm>
              <a:off x="228600" y="5162550"/>
              <a:ext cx="8686732" cy="91440"/>
              <a:chOff x="228600" y="5143500"/>
              <a:chExt cx="8686732" cy="152400"/>
            </a:xfrm>
          </p:grpSpPr>
          <p:cxnSp>
            <p:nvCxnSpPr>
              <p:cNvPr id="39" name="Straight Connector 38">
                <a:extLst>
                  <a:ext uri="{FF2B5EF4-FFF2-40B4-BE49-F238E27FC236}">
                    <a16:creationId xmlns:a16="http://schemas.microsoft.com/office/drawing/2014/main" id="{C65EA58F-D486-A749-9B47-9DD071000D4F}"/>
                  </a:ext>
                </a:extLst>
              </p:cNvPr>
              <p:cNvCxnSpPr/>
              <p:nvPr userDrawn="1"/>
            </p:nvCxnSpPr>
            <p:spPr bwMode="auto">
              <a:xfrm rot="5400000" flipH="1">
                <a:off x="152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9056486B-3E88-1F4E-A5B6-71F9C8038505}"/>
                  </a:ext>
                </a:extLst>
              </p:cNvPr>
              <p:cNvCxnSpPr/>
              <p:nvPr userDrawn="1"/>
            </p:nvCxnSpPr>
            <p:spPr bwMode="auto">
              <a:xfrm rot="5400000" flipH="1">
                <a:off x="1981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1" name="Straight Connector 40">
                <a:extLst>
                  <a:ext uri="{FF2B5EF4-FFF2-40B4-BE49-F238E27FC236}">
                    <a16:creationId xmlns:a16="http://schemas.microsoft.com/office/drawing/2014/main" id="{8F54F4A3-648E-3146-B408-995E6916E7DD}"/>
                  </a:ext>
                </a:extLst>
              </p:cNvPr>
              <p:cNvCxnSpPr/>
              <p:nvPr userDrawn="1"/>
            </p:nvCxnSpPr>
            <p:spPr bwMode="auto">
              <a:xfrm rot="5400000" flipH="1">
                <a:off x="2209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2" name="Straight Connector 41">
                <a:extLst>
                  <a:ext uri="{FF2B5EF4-FFF2-40B4-BE49-F238E27FC236}">
                    <a16:creationId xmlns:a16="http://schemas.microsoft.com/office/drawing/2014/main" id="{1DB512CA-21A6-9E45-BA56-12B8F4FE801F}"/>
                  </a:ext>
                </a:extLst>
              </p:cNvPr>
              <p:cNvCxnSpPr/>
              <p:nvPr userDrawn="1"/>
            </p:nvCxnSpPr>
            <p:spPr bwMode="auto">
              <a:xfrm rot="5400000" flipH="1">
                <a:off x="2438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3" name="Straight Connector 42">
                <a:extLst>
                  <a:ext uri="{FF2B5EF4-FFF2-40B4-BE49-F238E27FC236}">
                    <a16:creationId xmlns:a16="http://schemas.microsoft.com/office/drawing/2014/main" id="{2BFB8868-99DE-1A45-8575-1EA11710057F}"/>
                  </a:ext>
                </a:extLst>
              </p:cNvPr>
              <p:cNvCxnSpPr/>
              <p:nvPr userDrawn="1"/>
            </p:nvCxnSpPr>
            <p:spPr bwMode="auto">
              <a:xfrm rot="5400000" flipH="1">
                <a:off x="4267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4" name="Straight Connector 43">
                <a:extLst>
                  <a:ext uri="{FF2B5EF4-FFF2-40B4-BE49-F238E27FC236}">
                    <a16:creationId xmlns:a16="http://schemas.microsoft.com/office/drawing/2014/main" id="{730DE9A1-D9BD-524C-BE6F-1D6659196FBC}"/>
                  </a:ext>
                </a:extLst>
              </p:cNvPr>
              <p:cNvCxnSpPr/>
              <p:nvPr userDrawn="1"/>
            </p:nvCxnSpPr>
            <p:spPr bwMode="auto">
              <a:xfrm rot="5400000" flipH="1">
                <a:off x="4495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5" name="Straight Connector 44">
                <a:extLst>
                  <a:ext uri="{FF2B5EF4-FFF2-40B4-BE49-F238E27FC236}">
                    <a16:creationId xmlns:a16="http://schemas.microsoft.com/office/drawing/2014/main" id="{5ABAF5C8-E725-FD45-80A0-6EC368BF88BA}"/>
                  </a:ext>
                </a:extLst>
              </p:cNvPr>
              <p:cNvCxnSpPr/>
              <p:nvPr userDrawn="1"/>
            </p:nvCxnSpPr>
            <p:spPr bwMode="auto">
              <a:xfrm rot="5400000" flipH="1">
                <a:off x="4724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6" name="Straight Connector 45">
                <a:extLst>
                  <a:ext uri="{FF2B5EF4-FFF2-40B4-BE49-F238E27FC236}">
                    <a16:creationId xmlns:a16="http://schemas.microsoft.com/office/drawing/2014/main" id="{EBC18DE6-803B-7541-908A-41F6D4494834}"/>
                  </a:ext>
                </a:extLst>
              </p:cNvPr>
              <p:cNvCxnSpPr/>
              <p:nvPr userDrawn="1"/>
            </p:nvCxnSpPr>
            <p:spPr bwMode="auto">
              <a:xfrm rot="5400000" flipH="1">
                <a:off x="6553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7" name="Straight Connector 46">
                <a:extLst>
                  <a:ext uri="{FF2B5EF4-FFF2-40B4-BE49-F238E27FC236}">
                    <a16:creationId xmlns:a16="http://schemas.microsoft.com/office/drawing/2014/main" id="{737A4750-B9D5-5049-A414-7844F44D2F08}"/>
                  </a:ext>
                </a:extLst>
              </p:cNvPr>
              <p:cNvCxnSpPr/>
              <p:nvPr userDrawn="1"/>
            </p:nvCxnSpPr>
            <p:spPr bwMode="auto">
              <a:xfrm rot="5400000" flipH="1">
                <a:off x="6781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8" name="Straight Connector 47">
                <a:extLst>
                  <a:ext uri="{FF2B5EF4-FFF2-40B4-BE49-F238E27FC236}">
                    <a16:creationId xmlns:a16="http://schemas.microsoft.com/office/drawing/2014/main" id="{11CC3856-9176-894C-9678-78854179B583}"/>
                  </a:ext>
                </a:extLst>
              </p:cNvPr>
              <p:cNvCxnSpPr/>
              <p:nvPr userDrawn="1"/>
            </p:nvCxnSpPr>
            <p:spPr bwMode="auto">
              <a:xfrm rot="5400000" flipH="1">
                <a:off x="7010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9" name="Straight Connector 48">
                <a:extLst>
                  <a:ext uri="{FF2B5EF4-FFF2-40B4-BE49-F238E27FC236}">
                    <a16:creationId xmlns:a16="http://schemas.microsoft.com/office/drawing/2014/main" id="{3A4EF373-8CC5-F948-AA7B-C5EF10137299}"/>
                  </a:ext>
                </a:extLst>
              </p:cNvPr>
              <p:cNvCxnSpPr/>
              <p:nvPr userDrawn="1"/>
            </p:nvCxnSpPr>
            <p:spPr bwMode="auto">
              <a:xfrm rot="5400000" flipH="1">
                <a:off x="8839132"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19" name="Group 18">
              <a:extLst>
                <a:ext uri="{FF2B5EF4-FFF2-40B4-BE49-F238E27FC236}">
                  <a16:creationId xmlns:a16="http://schemas.microsoft.com/office/drawing/2014/main" id="{5EDFECA7-68A0-C74C-8702-67F215F53507}"/>
                </a:ext>
              </a:extLst>
            </p:cNvPr>
            <p:cNvGrpSpPr/>
            <p:nvPr userDrawn="1"/>
          </p:nvGrpSpPr>
          <p:grpSpPr>
            <a:xfrm>
              <a:off x="-109730" y="237744"/>
              <a:ext cx="91440" cy="4664456"/>
              <a:chOff x="-109730" y="237744"/>
              <a:chExt cx="91440" cy="4664456"/>
            </a:xfrm>
          </p:grpSpPr>
          <p:cxnSp>
            <p:nvCxnSpPr>
              <p:cNvPr id="30" name="Straight Connector 29">
                <a:extLst>
                  <a:ext uri="{FF2B5EF4-FFF2-40B4-BE49-F238E27FC236}">
                    <a16:creationId xmlns:a16="http://schemas.microsoft.com/office/drawing/2014/main" id="{B42BDEDC-364B-EC4F-9B43-9C5105374A26}"/>
                  </a:ext>
                </a:extLst>
              </p:cNvPr>
              <p:cNvCxnSpPr/>
              <p:nvPr userDrawn="1"/>
            </p:nvCxnSpPr>
            <p:spPr bwMode="auto">
              <a:xfrm flipH="1">
                <a:off x="-109730" y="65379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1" name="Straight Connector 30">
                <a:extLst>
                  <a:ext uri="{FF2B5EF4-FFF2-40B4-BE49-F238E27FC236}">
                    <a16:creationId xmlns:a16="http://schemas.microsoft.com/office/drawing/2014/main" id="{82746AEA-B7EE-6A45-A324-2780C5387E8B}"/>
                  </a:ext>
                </a:extLst>
              </p:cNvPr>
              <p:cNvCxnSpPr/>
              <p:nvPr userDrawn="1"/>
            </p:nvCxnSpPr>
            <p:spPr bwMode="auto">
              <a:xfrm flipH="1">
                <a:off x="-109730" y="128930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2" name="Straight Connector 31">
                <a:extLst>
                  <a:ext uri="{FF2B5EF4-FFF2-40B4-BE49-F238E27FC236}">
                    <a16:creationId xmlns:a16="http://schemas.microsoft.com/office/drawing/2014/main" id="{10F57C53-2F79-4140-B8DD-CFF27135CAA8}"/>
                  </a:ext>
                </a:extLst>
              </p:cNvPr>
              <p:cNvCxnSpPr/>
              <p:nvPr userDrawn="1"/>
            </p:nvCxnSpPr>
            <p:spPr bwMode="auto">
              <a:xfrm flipH="1">
                <a:off x="-109730" y="192938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3" name="Straight Connector 32">
                <a:extLst>
                  <a:ext uri="{FF2B5EF4-FFF2-40B4-BE49-F238E27FC236}">
                    <a16:creationId xmlns:a16="http://schemas.microsoft.com/office/drawing/2014/main" id="{D0D1241B-3B6D-564B-92C0-5F79295699BA}"/>
                  </a:ext>
                </a:extLst>
              </p:cNvPr>
              <p:cNvCxnSpPr/>
              <p:nvPr userDrawn="1"/>
            </p:nvCxnSpPr>
            <p:spPr bwMode="auto">
              <a:xfrm flipH="1">
                <a:off x="-109730" y="2570990"/>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4" name="Straight Connector 33">
                <a:extLst>
                  <a:ext uri="{FF2B5EF4-FFF2-40B4-BE49-F238E27FC236}">
                    <a16:creationId xmlns:a16="http://schemas.microsoft.com/office/drawing/2014/main" id="{4F1A65E1-A6DD-0E48-9328-F63C08A91C80}"/>
                  </a:ext>
                </a:extLst>
              </p:cNvPr>
              <p:cNvCxnSpPr/>
              <p:nvPr userDrawn="1"/>
            </p:nvCxnSpPr>
            <p:spPr bwMode="auto">
              <a:xfrm flipH="1">
                <a:off x="-109730" y="320954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5" name="Straight Connector 34">
                <a:extLst>
                  <a:ext uri="{FF2B5EF4-FFF2-40B4-BE49-F238E27FC236}">
                    <a16:creationId xmlns:a16="http://schemas.microsoft.com/office/drawing/2014/main" id="{DF1A857E-0280-4D4D-8C5E-78EB4893E8F3}"/>
                  </a:ext>
                </a:extLst>
              </p:cNvPr>
              <p:cNvCxnSpPr/>
              <p:nvPr userDrawn="1"/>
            </p:nvCxnSpPr>
            <p:spPr bwMode="auto">
              <a:xfrm flipH="1">
                <a:off x="-109730" y="384962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6" name="Straight Connector 35">
                <a:extLst>
                  <a:ext uri="{FF2B5EF4-FFF2-40B4-BE49-F238E27FC236}">
                    <a16:creationId xmlns:a16="http://schemas.microsoft.com/office/drawing/2014/main" id="{32EE49FC-4AC3-D84D-B296-8260919A4AFB}"/>
                  </a:ext>
                </a:extLst>
              </p:cNvPr>
              <p:cNvCxnSpPr/>
              <p:nvPr userDrawn="1"/>
            </p:nvCxnSpPr>
            <p:spPr bwMode="auto">
              <a:xfrm flipH="1">
                <a:off x="-109730" y="449427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7" name="Straight Connector 36">
                <a:extLst>
                  <a:ext uri="{FF2B5EF4-FFF2-40B4-BE49-F238E27FC236}">
                    <a16:creationId xmlns:a16="http://schemas.microsoft.com/office/drawing/2014/main" id="{A036B8A6-5887-EB43-A589-E9B55309975E}"/>
                  </a:ext>
                </a:extLst>
              </p:cNvPr>
              <p:cNvCxnSpPr/>
              <p:nvPr userDrawn="1"/>
            </p:nvCxnSpPr>
            <p:spPr bwMode="auto">
              <a:xfrm flipH="1">
                <a:off x="-109730" y="23774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8" name="Straight Connector 37">
                <a:extLst>
                  <a:ext uri="{FF2B5EF4-FFF2-40B4-BE49-F238E27FC236}">
                    <a16:creationId xmlns:a16="http://schemas.microsoft.com/office/drawing/2014/main" id="{886C2E2E-F476-B64B-A78C-E2A4F068B019}"/>
                  </a:ext>
                </a:extLst>
              </p:cNvPr>
              <p:cNvCxnSpPr/>
              <p:nvPr userDrawn="1"/>
            </p:nvCxnSpPr>
            <p:spPr bwMode="auto">
              <a:xfrm flipH="1">
                <a:off x="-109730" y="4902200"/>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20" name="Group 19">
              <a:extLst>
                <a:ext uri="{FF2B5EF4-FFF2-40B4-BE49-F238E27FC236}">
                  <a16:creationId xmlns:a16="http://schemas.microsoft.com/office/drawing/2014/main" id="{568B7B3E-2365-FA48-B0BB-56705EDB6709}"/>
                </a:ext>
              </a:extLst>
            </p:cNvPr>
            <p:cNvGrpSpPr/>
            <p:nvPr userDrawn="1"/>
          </p:nvGrpSpPr>
          <p:grpSpPr>
            <a:xfrm>
              <a:off x="9163050" y="237744"/>
              <a:ext cx="91440" cy="4663440"/>
              <a:chOff x="-109730" y="231394"/>
              <a:chExt cx="91440" cy="4663440"/>
            </a:xfrm>
          </p:grpSpPr>
          <p:cxnSp>
            <p:nvCxnSpPr>
              <p:cNvPr id="21" name="Straight Connector 20">
                <a:extLst>
                  <a:ext uri="{FF2B5EF4-FFF2-40B4-BE49-F238E27FC236}">
                    <a16:creationId xmlns:a16="http://schemas.microsoft.com/office/drawing/2014/main" id="{F8CB4122-4D33-2A42-871B-AB33239DC529}"/>
                  </a:ext>
                </a:extLst>
              </p:cNvPr>
              <p:cNvCxnSpPr/>
              <p:nvPr userDrawn="1"/>
            </p:nvCxnSpPr>
            <p:spPr bwMode="auto">
              <a:xfrm flipH="1">
                <a:off x="-109730" y="64744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E1272E41-0FA7-6B41-B356-7A2B88AC448F}"/>
                  </a:ext>
                </a:extLst>
              </p:cNvPr>
              <p:cNvCxnSpPr/>
              <p:nvPr userDrawn="1"/>
            </p:nvCxnSpPr>
            <p:spPr bwMode="auto">
              <a:xfrm flipH="1">
                <a:off x="-109730" y="128295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3" name="Straight Connector 22">
                <a:extLst>
                  <a:ext uri="{FF2B5EF4-FFF2-40B4-BE49-F238E27FC236}">
                    <a16:creationId xmlns:a16="http://schemas.microsoft.com/office/drawing/2014/main" id="{784B5EE1-D003-1F47-8D33-3E312E35B1E7}"/>
                  </a:ext>
                </a:extLst>
              </p:cNvPr>
              <p:cNvCxnSpPr/>
              <p:nvPr userDrawn="1"/>
            </p:nvCxnSpPr>
            <p:spPr bwMode="auto">
              <a:xfrm flipH="1">
                <a:off x="-109730" y="192303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4" name="Straight Connector 23">
                <a:extLst>
                  <a:ext uri="{FF2B5EF4-FFF2-40B4-BE49-F238E27FC236}">
                    <a16:creationId xmlns:a16="http://schemas.microsoft.com/office/drawing/2014/main" id="{571409CD-4C1B-8E45-ACF9-86D270DA7692}"/>
                  </a:ext>
                </a:extLst>
              </p:cNvPr>
              <p:cNvCxnSpPr/>
              <p:nvPr userDrawn="1"/>
            </p:nvCxnSpPr>
            <p:spPr bwMode="auto">
              <a:xfrm flipH="1">
                <a:off x="-109730" y="256311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5" name="Straight Connector 24">
                <a:extLst>
                  <a:ext uri="{FF2B5EF4-FFF2-40B4-BE49-F238E27FC236}">
                    <a16:creationId xmlns:a16="http://schemas.microsoft.com/office/drawing/2014/main" id="{A131086F-34E8-8C46-8C5C-6BAA87172E82}"/>
                  </a:ext>
                </a:extLst>
              </p:cNvPr>
              <p:cNvCxnSpPr/>
              <p:nvPr userDrawn="1"/>
            </p:nvCxnSpPr>
            <p:spPr bwMode="auto">
              <a:xfrm flipH="1">
                <a:off x="-109730" y="320319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6" name="Straight Connector 25">
                <a:extLst>
                  <a:ext uri="{FF2B5EF4-FFF2-40B4-BE49-F238E27FC236}">
                    <a16:creationId xmlns:a16="http://schemas.microsoft.com/office/drawing/2014/main" id="{0A42B631-F25C-F54E-B854-80328E4DFBBC}"/>
                  </a:ext>
                </a:extLst>
              </p:cNvPr>
              <p:cNvCxnSpPr/>
              <p:nvPr userDrawn="1"/>
            </p:nvCxnSpPr>
            <p:spPr bwMode="auto">
              <a:xfrm flipH="1">
                <a:off x="-109730" y="384327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7" name="Straight Connector 26">
                <a:extLst>
                  <a:ext uri="{FF2B5EF4-FFF2-40B4-BE49-F238E27FC236}">
                    <a16:creationId xmlns:a16="http://schemas.microsoft.com/office/drawing/2014/main" id="{08D46B81-A248-A847-9183-C6BC43C53E85}"/>
                  </a:ext>
                </a:extLst>
              </p:cNvPr>
              <p:cNvCxnSpPr/>
              <p:nvPr userDrawn="1"/>
            </p:nvCxnSpPr>
            <p:spPr bwMode="auto">
              <a:xfrm flipH="1">
                <a:off x="-109730" y="448792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86FA5BE4-E196-EC4A-BC7A-95A47060EE08}"/>
                  </a:ext>
                </a:extLst>
              </p:cNvPr>
              <p:cNvCxnSpPr/>
              <p:nvPr userDrawn="1"/>
            </p:nvCxnSpPr>
            <p:spPr bwMode="auto">
              <a:xfrm flipH="1">
                <a:off x="-109730" y="23139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9" name="Straight Connector 28">
                <a:extLst>
                  <a:ext uri="{FF2B5EF4-FFF2-40B4-BE49-F238E27FC236}">
                    <a16:creationId xmlns:a16="http://schemas.microsoft.com/office/drawing/2014/main" id="{47A74DF6-412C-6548-B80E-F7E7ED8433A9}"/>
                  </a:ext>
                </a:extLst>
              </p:cNvPr>
              <p:cNvCxnSpPr/>
              <p:nvPr userDrawn="1"/>
            </p:nvCxnSpPr>
            <p:spPr bwMode="auto">
              <a:xfrm flipH="1">
                <a:off x="-109730" y="489483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sp>
        <p:nvSpPr>
          <p:cNvPr id="64" name="Text Placeholder 64">
            <a:extLst>
              <a:ext uri="{FF2B5EF4-FFF2-40B4-BE49-F238E27FC236}">
                <a16:creationId xmlns:a16="http://schemas.microsoft.com/office/drawing/2014/main" id="{DFA83E38-017D-4747-8FC3-CE850126641B}"/>
              </a:ext>
            </a:extLst>
          </p:cNvPr>
          <p:cNvSpPr>
            <a:spLocks noGrp="1"/>
          </p:cNvSpPr>
          <p:nvPr>
            <p:ph type="body" sz="quarter" idx="11" hasCustomPrompt="1"/>
          </p:nvPr>
        </p:nvSpPr>
        <p:spPr>
          <a:xfrm>
            <a:off x="228600" y="4552202"/>
            <a:ext cx="3124200" cy="553198"/>
          </a:xfrm>
          <a:prstGeom prst="rect">
            <a:avLst/>
          </a:prstGeom>
        </p:spPr>
        <p:txBody>
          <a:bodyPr>
            <a:normAutofit/>
          </a:bodyPr>
          <a:lstStyle>
            <a:lvl1pPr>
              <a:defRPr sz="2400" b="0" i="0">
                <a:latin typeface="IBM Plex Sans" panose="020B0503050203000203" pitchFamily="34" charset="0"/>
              </a:defRPr>
            </a:lvl1pPr>
          </a:lstStyle>
          <a:p>
            <a:pPr lvl="0"/>
            <a:r>
              <a:rPr lang="en-US" dirty="0"/>
              <a:t>Slide title</a:t>
            </a:r>
          </a:p>
        </p:txBody>
      </p:sp>
      <p:sp>
        <p:nvSpPr>
          <p:cNvPr id="62" name="Footer Placeholder 2">
            <a:extLst>
              <a:ext uri="{FF2B5EF4-FFF2-40B4-BE49-F238E27FC236}">
                <a16:creationId xmlns:a16="http://schemas.microsoft.com/office/drawing/2014/main" id="{873FDB7F-7464-2244-AF4F-2341799CB168}"/>
              </a:ext>
            </a:extLst>
          </p:cNvPr>
          <p:cNvSpPr>
            <a:spLocks noGrp="1"/>
          </p:cNvSpPr>
          <p:nvPr>
            <p:ph type="ftr" sz="quarter" idx="3"/>
          </p:nvPr>
        </p:nvSpPr>
        <p:spPr>
          <a:xfrm>
            <a:off x="210312" y="6129559"/>
            <a:ext cx="2438312" cy="576041"/>
          </a:xfrm>
          <a:prstGeom prst="rect">
            <a:avLst/>
          </a:prstGeom>
        </p:spPr>
        <p:txBody>
          <a:bodyPr anchor="t"/>
          <a:lstStyle>
            <a:lvl1pPr>
              <a:defRPr sz="1000" b="0" i="0">
                <a:solidFill>
                  <a:srgbClr val="50565B"/>
                </a:solidFill>
                <a:latin typeface="IBM Plex Sans" panose="020B0503050000000000" pitchFamily="34" charset="77"/>
              </a:defRPr>
            </a:lvl1pPr>
          </a:lstStyle>
          <a:p>
            <a:r>
              <a:rPr lang="en-US" b="1">
                <a:solidFill>
                  <a:schemeClr val="tx1"/>
                </a:solidFill>
                <a:latin typeface="IBM Plex Sans SmBld" panose="020B0503050000000000" pitchFamily="34" charset="77"/>
              </a:rPr>
              <a:t>Presentation title</a:t>
            </a:r>
          </a:p>
          <a:p>
            <a:pPr>
              <a:lnSpc>
                <a:spcPct val="150000"/>
              </a:lnSpc>
            </a:pPr>
            <a:r>
              <a:rPr lang="en-US"/>
              <a:t>IBM  |  Project/team name</a:t>
            </a:r>
            <a:endParaRPr lang="en-US" dirty="0"/>
          </a:p>
        </p:txBody>
      </p:sp>
      <p:sp>
        <p:nvSpPr>
          <p:cNvPr id="63" name="Text Placeholder 64">
            <a:extLst>
              <a:ext uri="{FF2B5EF4-FFF2-40B4-BE49-F238E27FC236}">
                <a16:creationId xmlns:a16="http://schemas.microsoft.com/office/drawing/2014/main" id="{50DBAEDB-E9A9-984A-84EB-1675E075D377}"/>
              </a:ext>
            </a:extLst>
          </p:cNvPr>
          <p:cNvSpPr>
            <a:spLocks noGrp="1"/>
          </p:cNvSpPr>
          <p:nvPr>
            <p:ph type="body" sz="quarter" idx="12" hasCustomPrompt="1"/>
          </p:nvPr>
        </p:nvSpPr>
        <p:spPr>
          <a:xfrm>
            <a:off x="228600" y="5132832"/>
            <a:ext cx="3124200" cy="553198"/>
          </a:xfrm>
          <a:prstGeom prst="rect">
            <a:avLst/>
          </a:prstGeom>
        </p:spPr>
        <p:txBody>
          <a:bodyPr>
            <a:normAutofit/>
          </a:bodyPr>
          <a:lstStyle>
            <a:lvl1pPr>
              <a:spcBef>
                <a:spcPts val="600"/>
              </a:spcBef>
              <a:defRPr sz="1600" b="0" i="0">
                <a:latin typeface="IBM Plex Sans" panose="020B0503050203000203" pitchFamily="34" charset="0"/>
              </a:defRPr>
            </a:lvl1pPr>
          </a:lstStyle>
          <a:p>
            <a:pPr lvl="0"/>
            <a:r>
              <a:rPr lang="en-US" dirty="0"/>
              <a:t>Click to edit text</a:t>
            </a:r>
          </a:p>
        </p:txBody>
      </p:sp>
    </p:spTree>
    <p:extLst>
      <p:ext uri="{BB962C8B-B14F-4D97-AF65-F5344CB8AC3E}">
        <p14:creationId xmlns:p14="http://schemas.microsoft.com/office/powerpoint/2010/main" val="78313015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Full width - bottom 2">
    <p:spTree>
      <p:nvGrpSpPr>
        <p:cNvPr id="1" name=""/>
        <p:cNvGrpSpPr/>
        <p:nvPr/>
      </p:nvGrpSpPr>
      <p:grpSpPr>
        <a:xfrm>
          <a:off x="0" y="0"/>
          <a:ext cx="0" cy="0"/>
          <a:chOff x="0" y="0"/>
          <a:chExt cx="0" cy="0"/>
        </a:xfrm>
      </p:grpSpPr>
      <p:sp>
        <p:nvSpPr>
          <p:cNvPr id="71" name="Rectangle 70">
            <a:extLst>
              <a:ext uri="{FF2B5EF4-FFF2-40B4-BE49-F238E27FC236}">
                <a16:creationId xmlns:a16="http://schemas.microsoft.com/office/drawing/2014/main" id="{E3D35D99-0C4E-AA47-B9B3-35527D214953}"/>
              </a:ext>
            </a:extLst>
          </p:cNvPr>
          <p:cNvSpPr/>
          <p:nvPr userDrawn="1"/>
        </p:nvSpPr>
        <p:spPr bwMode="auto">
          <a:xfrm>
            <a:off x="2118" y="1"/>
            <a:ext cx="12189882" cy="4279392"/>
          </a:xfrm>
          <a:prstGeom prst="rect">
            <a:avLst/>
          </a:prstGeom>
          <a:solidFill>
            <a:srgbClr val="051243"/>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90000"/>
              </a:lnSpc>
              <a:spcBef>
                <a:spcPct val="0"/>
              </a:spcBef>
              <a:spcAft>
                <a:spcPct val="0"/>
              </a:spcAft>
              <a:buClrTx/>
              <a:buSzTx/>
              <a:buFontTx/>
              <a:buNone/>
              <a:tabLst/>
            </a:pPr>
            <a:endParaRPr kumimoji="0" lang="en-US" sz="2000" b="0" i="0" u="none" strike="noStrike" cap="none" normalizeH="0" baseline="0" dirty="0">
              <a:ln>
                <a:noFill/>
              </a:ln>
              <a:solidFill>
                <a:srgbClr val="191919"/>
              </a:solidFill>
              <a:effectLst/>
              <a:latin typeface="HelvNeue Light for IBM" pitchFamily="34" charset="0"/>
            </a:endParaRPr>
          </a:p>
        </p:txBody>
      </p:sp>
      <p:grpSp>
        <p:nvGrpSpPr>
          <p:cNvPr id="16" name="Group 15">
            <a:extLst>
              <a:ext uri="{FF2B5EF4-FFF2-40B4-BE49-F238E27FC236}">
                <a16:creationId xmlns:a16="http://schemas.microsoft.com/office/drawing/2014/main" id="{4E27F71D-749D-974B-AB68-C90C1F656661}"/>
              </a:ext>
            </a:extLst>
          </p:cNvPr>
          <p:cNvGrpSpPr/>
          <p:nvPr userDrawn="1"/>
        </p:nvGrpSpPr>
        <p:grpSpPr>
          <a:xfrm>
            <a:off x="-146307" y="-147320"/>
            <a:ext cx="12485627" cy="7152640"/>
            <a:chOff x="-109730" y="-110490"/>
            <a:chExt cx="9364220" cy="5364480"/>
          </a:xfrm>
        </p:grpSpPr>
        <p:grpSp>
          <p:nvGrpSpPr>
            <p:cNvPr id="17" name="Group 16">
              <a:extLst>
                <a:ext uri="{FF2B5EF4-FFF2-40B4-BE49-F238E27FC236}">
                  <a16:creationId xmlns:a16="http://schemas.microsoft.com/office/drawing/2014/main" id="{7033ABDB-33FA-424A-8022-BE25064AAE9B}"/>
                </a:ext>
              </a:extLst>
            </p:cNvPr>
            <p:cNvGrpSpPr/>
            <p:nvPr userDrawn="1"/>
          </p:nvGrpSpPr>
          <p:grpSpPr>
            <a:xfrm>
              <a:off x="228600" y="-110490"/>
              <a:ext cx="8686732" cy="91440"/>
              <a:chOff x="228600" y="-152400"/>
              <a:chExt cx="8686732" cy="152400"/>
            </a:xfrm>
          </p:grpSpPr>
          <p:cxnSp>
            <p:nvCxnSpPr>
              <p:cNvPr id="50" name="Straight Connector 49">
                <a:extLst>
                  <a:ext uri="{FF2B5EF4-FFF2-40B4-BE49-F238E27FC236}">
                    <a16:creationId xmlns:a16="http://schemas.microsoft.com/office/drawing/2014/main" id="{E028FABC-C57C-0B4D-ADC6-F0D9AC86E7C9}"/>
                  </a:ext>
                </a:extLst>
              </p:cNvPr>
              <p:cNvCxnSpPr/>
              <p:nvPr userDrawn="1"/>
            </p:nvCxnSpPr>
            <p:spPr bwMode="auto">
              <a:xfrm rot="5400000" flipH="1">
                <a:off x="152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1" name="Straight Connector 50">
                <a:extLst>
                  <a:ext uri="{FF2B5EF4-FFF2-40B4-BE49-F238E27FC236}">
                    <a16:creationId xmlns:a16="http://schemas.microsoft.com/office/drawing/2014/main" id="{CCE52FE3-158F-D14E-B6AE-3EE847C02A23}"/>
                  </a:ext>
                </a:extLst>
              </p:cNvPr>
              <p:cNvCxnSpPr/>
              <p:nvPr userDrawn="1"/>
            </p:nvCxnSpPr>
            <p:spPr bwMode="auto">
              <a:xfrm rot="5400000" flipH="1">
                <a:off x="1981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2" name="Straight Connector 51">
                <a:extLst>
                  <a:ext uri="{FF2B5EF4-FFF2-40B4-BE49-F238E27FC236}">
                    <a16:creationId xmlns:a16="http://schemas.microsoft.com/office/drawing/2014/main" id="{C6326F37-4F20-A241-8AC4-D933542FB91D}"/>
                  </a:ext>
                </a:extLst>
              </p:cNvPr>
              <p:cNvCxnSpPr/>
              <p:nvPr userDrawn="1"/>
            </p:nvCxnSpPr>
            <p:spPr bwMode="auto">
              <a:xfrm rot="5400000" flipH="1">
                <a:off x="2209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3" name="Straight Connector 52">
                <a:extLst>
                  <a:ext uri="{FF2B5EF4-FFF2-40B4-BE49-F238E27FC236}">
                    <a16:creationId xmlns:a16="http://schemas.microsoft.com/office/drawing/2014/main" id="{193EAF95-D519-4A43-A5B7-8F152B7AAAF3}"/>
                  </a:ext>
                </a:extLst>
              </p:cNvPr>
              <p:cNvCxnSpPr/>
              <p:nvPr userDrawn="1"/>
            </p:nvCxnSpPr>
            <p:spPr bwMode="auto">
              <a:xfrm rot="5400000" flipH="1">
                <a:off x="2438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4" name="Straight Connector 53">
                <a:extLst>
                  <a:ext uri="{FF2B5EF4-FFF2-40B4-BE49-F238E27FC236}">
                    <a16:creationId xmlns:a16="http://schemas.microsoft.com/office/drawing/2014/main" id="{63D1F6C8-6E33-8445-84CD-22391B38AE2F}"/>
                  </a:ext>
                </a:extLst>
              </p:cNvPr>
              <p:cNvCxnSpPr/>
              <p:nvPr userDrawn="1"/>
            </p:nvCxnSpPr>
            <p:spPr bwMode="auto">
              <a:xfrm rot="5400000" flipH="1">
                <a:off x="4267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5" name="Straight Connector 54">
                <a:extLst>
                  <a:ext uri="{FF2B5EF4-FFF2-40B4-BE49-F238E27FC236}">
                    <a16:creationId xmlns:a16="http://schemas.microsoft.com/office/drawing/2014/main" id="{7CC00B75-D288-0546-90E6-0FAF60915429}"/>
                  </a:ext>
                </a:extLst>
              </p:cNvPr>
              <p:cNvCxnSpPr/>
              <p:nvPr userDrawn="1"/>
            </p:nvCxnSpPr>
            <p:spPr bwMode="auto">
              <a:xfrm rot="5400000" flipH="1">
                <a:off x="4495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6" name="Straight Connector 55">
                <a:extLst>
                  <a:ext uri="{FF2B5EF4-FFF2-40B4-BE49-F238E27FC236}">
                    <a16:creationId xmlns:a16="http://schemas.microsoft.com/office/drawing/2014/main" id="{9E943793-FE0F-6F4D-98F4-B9E3837BCA91}"/>
                  </a:ext>
                </a:extLst>
              </p:cNvPr>
              <p:cNvCxnSpPr/>
              <p:nvPr userDrawn="1"/>
            </p:nvCxnSpPr>
            <p:spPr bwMode="auto">
              <a:xfrm rot="5400000" flipH="1">
                <a:off x="4724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7" name="Straight Connector 56">
                <a:extLst>
                  <a:ext uri="{FF2B5EF4-FFF2-40B4-BE49-F238E27FC236}">
                    <a16:creationId xmlns:a16="http://schemas.microsoft.com/office/drawing/2014/main" id="{B1C729D8-F1AE-2C45-BF73-3BFD621F4038}"/>
                  </a:ext>
                </a:extLst>
              </p:cNvPr>
              <p:cNvCxnSpPr/>
              <p:nvPr userDrawn="1"/>
            </p:nvCxnSpPr>
            <p:spPr bwMode="auto">
              <a:xfrm rot="5400000" flipH="1">
                <a:off x="6553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8" name="Straight Connector 57">
                <a:extLst>
                  <a:ext uri="{FF2B5EF4-FFF2-40B4-BE49-F238E27FC236}">
                    <a16:creationId xmlns:a16="http://schemas.microsoft.com/office/drawing/2014/main" id="{773341F0-E3B3-EB42-A739-32107097206A}"/>
                  </a:ext>
                </a:extLst>
              </p:cNvPr>
              <p:cNvCxnSpPr/>
              <p:nvPr userDrawn="1"/>
            </p:nvCxnSpPr>
            <p:spPr bwMode="auto">
              <a:xfrm rot="5400000" flipH="1">
                <a:off x="6781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9" name="Straight Connector 58">
                <a:extLst>
                  <a:ext uri="{FF2B5EF4-FFF2-40B4-BE49-F238E27FC236}">
                    <a16:creationId xmlns:a16="http://schemas.microsoft.com/office/drawing/2014/main" id="{89EDDA5B-8572-C545-8DFA-ABC33664C7A1}"/>
                  </a:ext>
                </a:extLst>
              </p:cNvPr>
              <p:cNvCxnSpPr/>
              <p:nvPr userDrawn="1"/>
            </p:nvCxnSpPr>
            <p:spPr bwMode="auto">
              <a:xfrm rot="5400000" flipH="1">
                <a:off x="7010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0" name="Straight Connector 59">
                <a:extLst>
                  <a:ext uri="{FF2B5EF4-FFF2-40B4-BE49-F238E27FC236}">
                    <a16:creationId xmlns:a16="http://schemas.microsoft.com/office/drawing/2014/main" id="{E0B85CAB-A5A1-6546-BA39-1598C1A1BF64}"/>
                  </a:ext>
                </a:extLst>
              </p:cNvPr>
              <p:cNvCxnSpPr/>
              <p:nvPr userDrawn="1"/>
            </p:nvCxnSpPr>
            <p:spPr bwMode="auto">
              <a:xfrm rot="5400000" flipH="1">
                <a:off x="8839132"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18" name="Group 17">
              <a:extLst>
                <a:ext uri="{FF2B5EF4-FFF2-40B4-BE49-F238E27FC236}">
                  <a16:creationId xmlns:a16="http://schemas.microsoft.com/office/drawing/2014/main" id="{4EE9C99B-7B10-AE41-8B1B-D8508EC96D36}"/>
                </a:ext>
              </a:extLst>
            </p:cNvPr>
            <p:cNvGrpSpPr/>
            <p:nvPr userDrawn="1"/>
          </p:nvGrpSpPr>
          <p:grpSpPr>
            <a:xfrm>
              <a:off x="228600" y="5162550"/>
              <a:ext cx="8686732" cy="91440"/>
              <a:chOff x="228600" y="5143500"/>
              <a:chExt cx="8686732" cy="152400"/>
            </a:xfrm>
          </p:grpSpPr>
          <p:cxnSp>
            <p:nvCxnSpPr>
              <p:cNvPr id="39" name="Straight Connector 38">
                <a:extLst>
                  <a:ext uri="{FF2B5EF4-FFF2-40B4-BE49-F238E27FC236}">
                    <a16:creationId xmlns:a16="http://schemas.microsoft.com/office/drawing/2014/main" id="{C65EA58F-D486-A749-9B47-9DD071000D4F}"/>
                  </a:ext>
                </a:extLst>
              </p:cNvPr>
              <p:cNvCxnSpPr/>
              <p:nvPr userDrawn="1"/>
            </p:nvCxnSpPr>
            <p:spPr bwMode="auto">
              <a:xfrm rot="5400000" flipH="1">
                <a:off x="152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9056486B-3E88-1F4E-A5B6-71F9C8038505}"/>
                  </a:ext>
                </a:extLst>
              </p:cNvPr>
              <p:cNvCxnSpPr/>
              <p:nvPr userDrawn="1"/>
            </p:nvCxnSpPr>
            <p:spPr bwMode="auto">
              <a:xfrm rot="5400000" flipH="1">
                <a:off x="1981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1" name="Straight Connector 40">
                <a:extLst>
                  <a:ext uri="{FF2B5EF4-FFF2-40B4-BE49-F238E27FC236}">
                    <a16:creationId xmlns:a16="http://schemas.microsoft.com/office/drawing/2014/main" id="{8F54F4A3-648E-3146-B408-995E6916E7DD}"/>
                  </a:ext>
                </a:extLst>
              </p:cNvPr>
              <p:cNvCxnSpPr/>
              <p:nvPr userDrawn="1"/>
            </p:nvCxnSpPr>
            <p:spPr bwMode="auto">
              <a:xfrm rot="5400000" flipH="1">
                <a:off x="2209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2" name="Straight Connector 41">
                <a:extLst>
                  <a:ext uri="{FF2B5EF4-FFF2-40B4-BE49-F238E27FC236}">
                    <a16:creationId xmlns:a16="http://schemas.microsoft.com/office/drawing/2014/main" id="{1DB512CA-21A6-9E45-BA56-12B8F4FE801F}"/>
                  </a:ext>
                </a:extLst>
              </p:cNvPr>
              <p:cNvCxnSpPr/>
              <p:nvPr userDrawn="1"/>
            </p:nvCxnSpPr>
            <p:spPr bwMode="auto">
              <a:xfrm rot="5400000" flipH="1">
                <a:off x="2438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3" name="Straight Connector 42">
                <a:extLst>
                  <a:ext uri="{FF2B5EF4-FFF2-40B4-BE49-F238E27FC236}">
                    <a16:creationId xmlns:a16="http://schemas.microsoft.com/office/drawing/2014/main" id="{2BFB8868-99DE-1A45-8575-1EA11710057F}"/>
                  </a:ext>
                </a:extLst>
              </p:cNvPr>
              <p:cNvCxnSpPr/>
              <p:nvPr userDrawn="1"/>
            </p:nvCxnSpPr>
            <p:spPr bwMode="auto">
              <a:xfrm rot="5400000" flipH="1">
                <a:off x="4267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4" name="Straight Connector 43">
                <a:extLst>
                  <a:ext uri="{FF2B5EF4-FFF2-40B4-BE49-F238E27FC236}">
                    <a16:creationId xmlns:a16="http://schemas.microsoft.com/office/drawing/2014/main" id="{730DE9A1-D9BD-524C-BE6F-1D6659196FBC}"/>
                  </a:ext>
                </a:extLst>
              </p:cNvPr>
              <p:cNvCxnSpPr/>
              <p:nvPr userDrawn="1"/>
            </p:nvCxnSpPr>
            <p:spPr bwMode="auto">
              <a:xfrm rot="5400000" flipH="1">
                <a:off x="4495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5" name="Straight Connector 44">
                <a:extLst>
                  <a:ext uri="{FF2B5EF4-FFF2-40B4-BE49-F238E27FC236}">
                    <a16:creationId xmlns:a16="http://schemas.microsoft.com/office/drawing/2014/main" id="{5ABAF5C8-E725-FD45-80A0-6EC368BF88BA}"/>
                  </a:ext>
                </a:extLst>
              </p:cNvPr>
              <p:cNvCxnSpPr/>
              <p:nvPr userDrawn="1"/>
            </p:nvCxnSpPr>
            <p:spPr bwMode="auto">
              <a:xfrm rot="5400000" flipH="1">
                <a:off x="4724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6" name="Straight Connector 45">
                <a:extLst>
                  <a:ext uri="{FF2B5EF4-FFF2-40B4-BE49-F238E27FC236}">
                    <a16:creationId xmlns:a16="http://schemas.microsoft.com/office/drawing/2014/main" id="{EBC18DE6-803B-7541-908A-41F6D4494834}"/>
                  </a:ext>
                </a:extLst>
              </p:cNvPr>
              <p:cNvCxnSpPr/>
              <p:nvPr userDrawn="1"/>
            </p:nvCxnSpPr>
            <p:spPr bwMode="auto">
              <a:xfrm rot="5400000" flipH="1">
                <a:off x="6553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7" name="Straight Connector 46">
                <a:extLst>
                  <a:ext uri="{FF2B5EF4-FFF2-40B4-BE49-F238E27FC236}">
                    <a16:creationId xmlns:a16="http://schemas.microsoft.com/office/drawing/2014/main" id="{737A4750-B9D5-5049-A414-7844F44D2F08}"/>
                  </a:ext>
                </a:extLst>
              </p:cNvPr>
              <p:cNvCxnSpPr/>
              <p:nvPr userDrawn="1"/>
            </p:nvCxnSpPr>
            <p:spPr bwMode="auto">
              <a:xfrm rot="5400000" flipH="1">
                <a:off x="6781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8" name="Straight Connector 47">
                <a:extLst>
                  <a:ext uri="{FF2B5EF4-FFF2-40B4-BE49-F238E27FC236}">
                    <a16:creationId xmlns:a16="http://schemas.microsoft.com/office/drawing/2014/main" id="{11CC3856-9176-894C-9678-78854179B583}"/>
                  </a:ext>
                </a:extLst>
              </p:cNvPr>
              <p:cNvCxnSpPr/>
              <p:nvPr userDrawn="1"/>
            </p:nvCxnSpPr>
            <p:spPr bwMode="auto">
              <a:xfrm rot="5400000" flipH="1">
                <a:off x="7010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9" name="Straight Connector 48">
                <a:extLst>
                  <a:ext uri="{FF2B5EF4-FFF2-40B4-BE49-F238E27FC236}">
                    <a16:creationId xmlns:a16="http://schemas.microsoft.com/office/drawing/2014/main" id="{3A4EF373-8CC5-F948-AA7B-C5EF10137299}"/>
                  </a:ext>
                </a:extLst>
              </p:cNvPr>
              <p:cNvCxnSpPr/>
              <p:nvPr userDrawn="1"/>
            </p:nvCxnSpPr>
            <p:spPr bwMode="auto">
              <a:xfrm rot="5400000" flipH="1">
                <a:off x="8839132"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19" name="Group 18">
              <a:extLst>
                <a:ext uri="{FF2B5EF4-FFF2-40B4-BE49-F238E27FC236}">
                  <a16:creationId xmlns:a16="http://schemas.microsoft.com/office/drawing/2014/main" id="{5EDFECA7-68A0-C74C-8702-67F215F53507}"/>
                </a:ext>
              </a:extLst>
            </p:cNvPr>
            <p:cNvGrpSpPr/>
            <p:nvPr userDrawn="1"/>
          </p:nvGrpSpPr>
          <p:grpSpPr>
            <a:xfrm>
              <a:off x="-109730" y="237744"/>
              <a:ext cx="91440" cy="4664456"/>
              <a:chOff x="-109730" y="237744"/>
              <a:chExt cx="91440" cy="4664456"/>
            </a:xfrm>
          </p:grpSpPr>
          <p:cxnSp>
            <p:nvCxnSpPr>
              <p:cNvPr id="30" name="Straight Connector 29">
                <a:extLst>
                  <a:ext uri="{FF2B5EF4-FFF2-40B4-BE49-F238E27FC236}">
                    <a16:creationId xmlns:a16="http://schemas.microsoft.com/office/drawing/2014/main" id="{B42BDEDC-364B-EC4F-9B43-9C5105374A26}"/>
                  </a:ext>
                </a:extLst>
              </p:cNvPr>
              <p:cNvCxnSpPr/>
              <p:nvPr userDrawn="1"/>
            </p:nvCxnSpPr>
            <p:spPr bwMode="auto">
              <a:xfrm flipH="1">
                <a:off x="-109730" y="65379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1" name="Straight Connector 30">
                <a:extLst>
                  <a:ext uri="{FF2B5EF4-FFF2-40B4-BE49-F238E27FC236}">
                    <a16:creationId xmlns:a16="http://schemas.microsoft.com/office/drawing/2014/main" id="{82746AEA-B7EE-6A45-A324-2780C5387E8B}"/>
                  </a:ext>
                </a:extLst>
              </p:cNvPr>
              <p:cNvCxnSpPr/>
              <p:nvPr userDrawn="1"/>
            </p:nvCxnSpPr>
            <p:spPr bwMode="auto">
              <a:xfrm flipH="1">
                <a:off x="-109730" y="128930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2" name="Straight Connector 31">
                <a:extLst>
                  <a:ext uri="{FF2B5EF4-FFF2-40B4-BE49-F238E27FC236}">
                    <a16:creationId xmlns:a16="http://schemas.microsoft.com/office/drawing/2014/main" id="{10F57C53-2F79-4140-B8DD-CFF27135CAA8}"/>
                  </a:ext>
                </a:extLst>
              </p:cNvPr>
              <p:cNvCxnSpPr/>
              <p:nvPr userDrawn="1"/>
            </p:nvCxnSpPr>
            <p:spPr bwMode="auto">
              <a:xfrm flipH="1">
                <a:off x="-109730" y="192938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3" name="Straight Connector 32">
                <a:extLst>
                  <a:ext uri="{FF2B5EF4-FFF2-40B4-BE49-F238E27FC236}">
                    <a16:creationId xmlns:a16="http://schemas.microsoft.com/office/drawing/2014/main" id="{D0D1241B-3B6D-564B-92C0-5F79295699BA}"/>
                  </a:ext>
                </a:extLst>
              </p:cNvPr>
              <p:cNvCxnSpPr/>
              <p:nvPr userDrawn="1"/>
            </p:nvCxnSpPr>
            <p:spPr bwMode="auto">
              <a:xfrm flipH="1">
                <a:off x="-109730" y="2570990"/>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4" name="Straight Connector 33">
                <a:extLst>
                  <a:ext uri="{FF2B5EF4-FFF2-40B4-BE49-F238E27FC236}">
                    <a16:creationId xmlns:a16="http://schemas.microsoft.com/office/drawing/2014/main" id="{4F1A65E1-A6DD-0E48-9328-F63C08A91C80}"/>
                  </a:ext>
                </a:extLst>
              </p:cNvPr>
              <p:cNvCxnSpPr/>
              <p:nvPr userDrawn="1"/>
            </p:nvCxnSpPr>
            <p:spPr bwMode="auto">
              <a:xfrm flipH="1">
                <a:off x="-109730" y="320954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5" name="Straight Connector 34">
                <a:extLst>
                  <a:ext uri="{FF2B5EF4-FFF2-40B4-BE49-F238E27FC236}">
                    <a16:creationId xmlns:a16="http://schemas.microsoft.com/office/drawing/2014/main" id="{DF1A857E-0280-4D4D-8C5E-78EB4893E8F3}"/>
                  </a:ext>
                </a:extLst>
              </p:cNvPr>
              <p:cNvCxnSpPr/>
              <p:nvPr userDrawn="1"/>
            </p:nvCxnSpPr>
            <p:spPr bwMode="auto">
              <a:xfrm flipH="1">
                <a:off x="-109730" y="384962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6" name="Straight Connector 35">
                <a:extLst>
                  <a:ext uri="{FF2B5EF4-FFF2-40B4-BE49-F238E27FC236}">
                    <a16:creationId xmlns:a16="http://schemas.microsoft.com/office/drawing/2014/main" id="{32EE49FC-4AC3-D84D-B296-8260919A4AFB}"/>
                  </a:ext>
                </a:extLst>
              </p:cNvPr>
              <p:cNvCxnSpPr/>
              <p:nvPr userDrawn="1"/>
            </p:nvCxnSpPr>
            <p:spPr bwMode="auto">
              <a:xfrm flipH="1">
                <a:off x="-109730" y="449427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7" name="Straight Connector 36">
                <a:extLst>
                  <a:ext uri="{FF2B5EF4-FFF2-40B4-BE49-F238E27FC236}">
                    <a16:creationId xmlns:a16="http://schemas.microsoft.com/office/drawing/2014/main" id="{A036B8A6-5887-EB43-A589-E9B55309975E}"/>
                  </a:ext>
                </a:extLst>
              </p:cNvPr>
              <p:cNvCxnSpPr/>
              <p:nvPr userDrawn="1"/>
            </p:nvCxnSpPr>
            <p:spPr bwMode="auto">
              <a:xfrm flipH="1">
                <a:off x="-109730" y="23774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8" name="Straight Connector 37">
                <a:extLst>
                  <a:ext uri="{FF2B5EF4-FFF2-40B4-BE49-F238E27FC236}">
                    <a16:creationId xmlns:a16="http://schemas.microsoft.com/office/drawing/2014/main" id="{886C2E2E-F476-B64B-A78C-E2A4F068B019}"/>
                  </a:ext>
                </a:extLst>
              </p:cNvPr>
              <p:cNvCxnSpPr/>
              <p:nvPr userDrawn="1"/>
            </p:nvCxnSpPr>
            <p:spPr bwMode="auto">
              <a:xfrm flipH="1">
                <a:off x="-109730" y="4902200"/>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20" name="Group 19">
              <a:extLst>
                <a:ext uri="{FF2B5EF4-FFF2-40B4-BE49-F238E27FC236}">
                  <a16:creationId xmlns:a16="http://schemas.microsoft.com/office/drawing/2014/main" id="{568B7B3E-2365-FA48-B0BB-56705EDB6709}"/>
                </a:ext>
              </a:extLst>
            </p:cNvPr>
            <p:cNvGrpSpPr/>
            <p:nvPr userDrawn="1"/>
          </p:nvGrpSpPr>
          <p:grpSpPr>
            <a:xfrm>
              <a:off x="9163050" y="237744"/>
              <a:ext cx="91440" cy="4663440"/>
              <a:chOff x="-109730" y="231394"/>
              <a:chExt cx="91440" cy="4663440"/>
            </a:xfrm>
          </p:grpSpPr>
          <p:cxnSp>
            <p:nvCxnSpPr>
              <p:cNvPr id="21" name="Straight Connector 20">
                <a:extLst>
                  <a:ext uri="{FF2B5EF4-FFF2-40B4-BE49-F238E27FC236}">
                    <a16:creationId xmlns:a16="http://schemas.microsoft.com/office/drawing/2014/main" id="{F8CB4122-4D33-2A42-871B-AB33239DC529}"/>
                  </a:ext>
                </a:extLst>
              </p:cNvPr>
              <p:cNvCxnSpPr/>
              <p:nvPr userDrawn="1"/>
            </p:nvCxnSpPr>
            <p:spPr bwMode="auto">
              <a:xfrm flipH="1">
                <a:off x="-109730" y="64744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E1272E41-0FA7-6B41-B356-7A2B88AC448F}"/>
                  </a:ext>
                </a:extLst>
              </p:cNvPr>
              <p:cNvCxnSpPr/>
              <p:nvPr userDrawn="1"/>
            </p:nvCxnSpPr>
            <p:spPr bwMode="auto">
              <a:xfrm flipH="1">
                <a:off x="-109730" y="128295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3" name="Straight Connector 22">
                <a:extLst>
                  <a:ext uri="{FF2B5EF4-FFF2-40B4-BE49-F238E27FC236}">
                    <a16:creationId xmlns:a16="http://schemas.microsoft.com/office/drawing/2014/main" id="{784B5EE1-D003-1F47-8D33-3E312E35B1E7}"/>
                  </a:ext>
                </a:extLst>
              </p:cNvPr>
              <p:cNvCxnSpPr/>
              <p:nvPr userDrawn="1"/>
            </p:nvCxnSpPr>
            <p:spPr bwMode="auto">
              <a:xfrm flipH="1">
                <a:off x="-109730" y="192303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4" name="Straight Connector 23">
                <a:extLst>
                  <a:ext uri="{FF2B5EF4-FFF2-40B4-BE49-F238E27FC236}">
                    <a16:creationId xmlns:a16="http://schemas.microsoft.com/office/drawing/2014/main" id="{571409CD-4C1B-8E45-ACF9-86D270DA7692}"/>
                  </a:ext>
                </a:extLst>
              </p:cNvPr>
              <p:cNvCxnSpPr/>
              <p:nvPr userDrawn="1"/>
            </p:nvCxnSpPr>
            <p:spPr bwMode="auto">
              <a:xfrm flipH="1">
                <a:off x="-109730" y="256311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5" name="Straight Connector 24">
                <a:extLst>
                  <a:ext uri="{FF2B5EF4-FFF2-40B4-BE49-F238E27FC236}">
                    <a16:creationId xmlns:a16="http://schemas.microsoft.com/office/drawing/2014/main" id="{A131086F-34E8-8C46-8C5C-6BAA87172E82}"/>
                  </a:ext>
                </a:extLst>
              </p:cNvPr>
              <p:cNvCxnSpPr/>
              <p:nvPr userDrawn="1"/>
            </p:nvCxnSpPr>
            <p:spPr bwMode="auto">
              <a:xfrm flipH="1">
                <a:off x="-109730" y="320319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6" name="Straight Connector 25">
                <a:extLst>
                  <a:ext uri="{FF2B5EF4-FFF2-40B4-BE49-F238E27FC236}">
                    <a16:creationId xmlns:a16="http://schemas.microsoft.com/office/drawing/2014/main" id="{0A42B631-F25C-F54E-B854-80328E4DFBBC}"/>
                  </a:ext>
                </a:extLst>
              </p:cNvPr>
              <p:cNvCxnSpPr/>
              <p:nvPr userDrawn="1"/>
            </p:nvCxnSpPr>
            <p:spPr bwMode="auto">
              <a:xfrm flipH="1">
                <a:off x="-109730" y="384327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7" name="Straight Connector 26">
                <a:extLst>
                  <a:ext uri="{FF2B5EF4-FFF2-40B4-BE49-F238E27FC236}">
                    <a16:creationId xmlns:a16="http://schemas.microsoft.com/office/drawing/2014/main" id="{08D46B81-A248-A847-9183-C6BC43C53E85}"/>
                  </a:ext>
                </a:extLst>
              </p:cNvPr>
              <p:cNvCxnSpPr/>
              <p:nvPr userDrawn="1"/>
            </p:nvCxnSpPr>
            <p:spPr bwMode="auto">
              <a:xfrm flipH="1">
                <a:off x="-109730" y="448792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86FA5BE4-E196-EC4A-BC7A-95A47060EE08}"/>
                  </a:ext>
                </a:extLst>
              </p:cNvPr>
              <p:cNvCxnSpPr/>
              <p:nvPr userDrawn="1"/>
            </p:nvCxnSpPr>
            <p:spPr bwMode="auto">
              <a:xfrm flipH="1">
                <a:off x="-109730" y="23139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9" name="Straight Connector 28">
                <a:extLst>
                  <a:ext uri="{FF2B5EF4-FFF2-40B4-BE49-F238E27FC236}">
                    <a16:creationId xmlns:a16="http://schemas.microsoft.com/office/drawing/2014/main" id="{47A74DF6-412C-6548-B80E-F7E7ED8433A9}"/>
                  </a:ext>
                </a:extLst>
              </p:cNvPr>
              <p:cNvCxnSpPr/>
              <p:nvPr userDrawn="1"/>
            </p:nvCxnSpPr>
            <p:spPr bwMode="auto">
              <a:xfrm flipH="1">
                <a:off x="-109730" y="489483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sp>
        <p:nvSpPr>
          <p:cNvPr id="64" name="Text Placeholder 64">
            <a:extLst>
              <a:ext uri="{FF2B5EF4-FFF2-40B4-BE49-F238E27FC236}">
                <a16:creationId xmlns:a16="http://schemas.microsoft.com/office/drawing/2014/main" id="{DFA83E38-017D-4747-8FC3-CE850126641B}"/>
              </a:ext>
            </a:extLst>
          </p:cNvPr>
          <p:cNvSpPr>
            <a:spLocks noGrp="1"/>
          </p:cNvSpPr>
          <p:nvPr>
            <p:ph type="body" sz="quarter" idx="11" hasCustomPrompt="1"/>
          </p:nvPr>
        </p:nvSpPr>
        <p:spPr>
          <a:xfrm>
            <a:off x="228600" y="4552202"/>
            <a:ext cx="3124200" cy="553198"/>
          </a:xfrm>
          <a:prstGeom prst="rect">
            <a:avLst/>
          </a:prstGeom>
        </p:spPr>
        <p:txBody>
          <a:bodyPr>
            <a:normAutofit/>
          </a:bodyPr>
          <a:lstStyle>
            <a:lvl1pPr>
              <a:defRPr sz="2400" b="0" i="0">
                <a:latin typeface="IBM Plex Sans" panose="020B0503050203000203" pitchFamily="34" charset="0"/>
              </a:defRPr>
            </a:lvl1pPr>
          </a:lstStyle>
          <a:p>
            <a:pPr lvl="0"/>
            <a:r>
              <a:rPr lang="en-US" dirty="0"/>
              <a:t>Slide title</a:t>
            </a:r>
          </a:p>
        </p:txBody>
      </p:sp>
      <p:sp>
        <p:nvSpPr>
          <p:cNvPr id="62" name="Footer Placeholder 2">
            <a:extLst>
              <a:ext uri="{FF2B5EF4-FFF2-40B4-BE49-F238E27FC236}">
                <a16:creationId xmlns:a16="http://schemas.microsoft.com/office/drawing/2014/main" id="{873FDB7F-7464-2244-AF4F-2341799CB168}"/>
              </a:ext>
            </a:extLst>
          </p:cNvPr>
          <p:cNvSpPr>
            <a:spLocks noGrp="1"/>
          </p:cNvSpPr>
          <p:nvPr>
            <p:ph type="ftr" sz="quarter" idx="3"/>
          </p:nvPr>
        </p:nvSpPr>
        <p:spPr>
          <a:xfrm>
            <a:off x="210312" y="6129559"/>
            <a:ext cx="2438312" cy="576041"/>
          </a:xfrm>
          <a:prstGeom prst="rect">
            <a:avLst/>
          </a:prstGeom>
        </p:spPr>
        <p:txBody>
          <a:bodyPr anchor="t"/>
          <a:lstStyle>
            <a:lvl1pPr>
              <a:defRPr sz="1000" b="0" i="0">
                <a:solidFill>
                  <a:srgbClr val="50565B"/>
                </a:solidFill>
                <a:latin typeface="IBM Plex Sans" panose="020B0503050000000000" pitchFamily="34" charset="77"/>
              </a:defRPr>
            </a:lvl1pPr>
          </a:lstStyle>
          <a:p>
            <a:r>
              <a:rPr lang="en-US" b="1">
                <a:solidFill>
                  <a:schemeClr val="tx1"/>
                </a:solidFill>
                <a:latin typeface="IBM Plex Sans SmBld" panose="020B0503050000000000" pitchFamily="34" charset="77"/>
              </a:rPr>
              <a:t>Presentation title</a:t>
            </a:r>
          </a:p>
          <a:p>
            <a:pPr>
              <a:lnSpc>
                <a:spcPct val="150000"/>
              </a:lnSpc>
            </a:pPr>
            <a:r>
              <a:rPr lang="en-US"/>
              <a:t>IBM  |  Project/team name</a:t>
            </a:r>
            <a:endParaRPr lang="en-US" dirty="0"/>
          </a:p>
        </p:txBody>
      </p:sp>
      <p:sp>
        <p:nvSpPr>
          <p:cNvPr id="63" name="Text Placeholder 64">
            <a:extLst>
              <a:ext uri="{FF2B5EF4-FFF2-40B4-BE49-F238E27FC236}">
                <a16:creationId xmlns:a16="http://schemas.microsoft.com/office/drawing/2014/main" id="{50DBAEDB-E9A9-984A-84EB-1675E075D377}"/>
              </a:ext>
            </a:extLst>
          </p:cNvPr>
          <p:cNvSpPr>
            <a:spLocks noGrp="1"/>
          </p:cNvSpPr>
          <p:nvPr>
            <p:ph type="body" sz="quarter" idx="12" hasCustomPrompt="1"/>
          </p:nvPr>
        </p:nvSpPr>
        <p:spPr>
          <a:xfrm>
            <a:off x="228600" y="5132832"/>
            <a:ext cx="3124200" cy="553198"/>
          </a:xfrm>
          <a:prstGeom prst="rect">
            <a:avLst/>
          </a:prstGeom>
        </p:spPr>
        <p:txBody>
          <a:bodyPr>
            <a:normAutofit/>
          </a:bodyPr>
          <a:lstStyle>
            <a:lvl1pPr>
              <a:spcBef>
                <a:spcPts val="600"/>
              </a:spcBef>
              <a:defRPr sz="1600" b="0" i="0">
                <a:latin typeface="IBM Plex Sans" panose="020B0503050203000203" pitchFamily="34" charset="0"/>
              </a:defRPr>
            </a:lvl1pPr>
          </a:lstStyle>
          <a:p>
            <a:pPr lvl="0"/>
            <a:r>
              <a:rPr lang="en-US" dirty="0"/>
              <a:t>Click to edit text</a:t>
            </a:r>
          </a:p>
        </p:txBody>
      </p:sp>
    </p:spTree>
    <p:extLst>
      <p:ext uri="{BB962C8B-B14F-4D97-AF65-F5344CB8AC3E}">
        <p14:creationId xmlns:p14="http://schemas.microsoft.com/office/powerpoint/2010/main" val="280698338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Full width - 3 col">
    <p:spTree>
      <p:nvGrpSpPr>
        <p:cNvPr id="1" name=""/>
        <p:cNvGrpSpPr/>
        <p:nvPr/>
      </p:nvGrpSpPr>
      <p:grpSpPr>
        <a:xfrm>
          <a:off x="0" y="0"/>
          <a:ext cx="0" cy="0"/>
          <a:chOff x="0" y="0"/>
          <a:chExt cx="0" cy="0"/>
        </a:xfrm>
      </p:grpSpPr>
      <p:sp>
        <p:nvSpPr>
          <p:cNvPr id="71" name="Rectangle 70">
            <a:extLst>
              <a:ext uri="{FF2B5EF4-FFF2-40B4-BE49-F238E27FC236}">
                <a16:creationId xmlns:a16="http://schemas.microsoft.com/office/drawing/2014/main" id="{E3D35D99-0C4E-AA47-B9B3-35527D214953}"/>
              </a:ext>
            </a:extLst>
          </p:cNvPr>
          <p:cNvSpPr/>
          <p:nvPr userDrawn="1"/>
        </p:nvSpPr>
        <p:spPr bwMode="auto">
          <a:xfrm>
            <a:off x="0" y="1235386"/>
            <a:ext cx="12191990" cy="5614486"/>
          </a:xfrm>
          <a:prstGeom prst="rect">
            <a:avLst/>
          </a:prstGeom>
          <a:solidFill>
            <a:srgbClr val="F2F4F8"/>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90000"/>
              </a:lnSpc>
              <a:spcBef>
                <a:spcPct val="0"/>
              </a:spcBef>
              <a:spcAft>
                <a:spcPct val="0"/>
              </a:spcAft>
              <a:buClrTx/>
              <a:buSzTx/>
              <a:buFontTx/>
              <a:buNone/>
              <a:tabLst/>
            </a:pPr>
            <a:endParaRPr kumimoji="0" lang="en-US" sz="2000" b="0" i="0" u="none" strike="noStrike" cap="none" normalizeH="0" baseline="0" dirty="0">
              <a:ln>
                <a:noFill/>
              </a:ln>
              <a:solidFill>
                <a:srgbClr val="191919"/>
              </a:solidFill>
              <a:effectLst/>
              <a:latin typeface="HelvNeue Light for IBM" pitchFamily="34" charset="0"/>
            </a:endParaRPr>
          </a:p>
        </p:txBody>
      </p:sp>
      <p:grpSp>
        <p:nvGrpSpPr>
          <p:cNvPr id="16" name="Group 15">
            <a:extLst>
              <a:ext uri="{FF2B5EF4-FFF2-40B4-BE49-F238E27FC236}">
                <a16:creationId xmlns:a16="http://schemas.microsoft.com/office/drawing/2014/main" id="{4E27F71D-749D-974B-AB68-C90C1F656661}"/>
              </a:ext>
            </a:extLst>
          </p:cNvPr>
          <p:cNvGrpSpPr/>
          <p:nvPr userDrawn="1"/>
        </p:nvGrpSpPr>
        <p:grpSpPr>
          <a:xfrm>
            <a:off x="-146307" y="-147320"/>
            <a:ext cx="12485627" cy="7152640"/>
            <a:chOff x="-109730" y="-110490"/>
            <a:chExt cx="9364220" cy="5364480"/>
          </a:xfrm>
        </p:grpSpPr>
        <p:grpSp>
          <p:nvGrpSpPr>
            <p:cNvPr id="17" name="Group 16">
              <a:extLst>
                <a:ext uri="{FF2B5EF4-FFF2-40B4-BE49-F238E27FC236}">
                  <a16:creationId xmlns:a16="http://schemas.microsoft.com/office/drawing/2014/main" id="{7033ABDB-33FA-424A-8022-BE25064AAE9B}"/>
                </a:ext>
              </a:extLst>
            </p:cNvPr>
            <p:cNvGrpSpPr/>
            <p:nvPr userDrawn="1"/>
          </p:nvGrpSpPr>
          <p:grpSpPr>
            <a:xfrm>
              <a:off x="228600" y="-110490"/>
              <a:ext cx="8686732" cy="91440"/>
              <a:chOff x="228600" y="-152400"/>
              <a:chExt cx="8686732" cy="152400"/>
            </a:xfrm>
          </p:grpSpPr>
          <p:cxnSp>
            <p:nvCxnSpPr>
              <p:cNvPr id="50" name="Straight Connector 49">
                <a:extLst>
                  <a:ext uri="{FF2B5EF4-FFF2-40B4-BE49-F238E27FC236}">
                    <a16:creationId xmlns:a16="http://schemas.microsoft.com/office/drawing/2014/main" id="{E028FABC-C57C-0B4D-ADC6-F0D9AC86E7C9}"/>
                  </a:ext>
                </a:extLst>
              </p:cNvPr>
              <p:cNvCxnSpPr/>
              <p:nvPr userDrawn="1"/>
            </p:nvCxnSpPr>
            <p:spPr bwMode="auto">
              <a:xfrm rot="5400000" flipH="1">
                <a:off x="152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1" name="Straight Connector 50">
                <a:extLst>
                  <a:ext uri="{FF2B5EF4-FFF2-40B4-BE49-F238E27FC236}">
                    <a16:creationId xmlns:a16="http://schemas.microsoft.com/office/drawing/2014/main" id="{CCE52FE3-158F-D14E-B6AE-3EE847C02A23}"/>
                  </a:ext>
                </a:extLst>
              </p:cNvPr>
              <p:cNvCxnSpPr/>
              <p:nvPr userDrawn="1"/>
            </p:nvCxnSpPr>
            <p:spPr bwMode="auto">
              <a:xfrm rot="5400000" flipH="1">
                <a:off x="1981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2" name="Straight Connector 51">
                <a:extLst>
                  <a:ext uri="{FF2B5EF4-FFF2-40B4-BE49-F238E27FC236}">
                    <a16:creationId xmlns:a16="http://schemas.microsoft.com/office/drawing/2014/main" id="{C6326F37-4F20-A241-8AC4-D933542FB91D}"/>
                  </a:ext>
                </a:extLst>
              </p:cNvPr>
              <p:cNvCxnSpPr/>
              <p:nvPr userDrawn="1"/>
            </p:nvCxnSpPr>
            <p:spPr bwMode="auto">
              <a:xfrm rot="5400000" flipH="1">
                <a:off x="2209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3" name="Straight Connector 52">
                <a:extLst>
                  <a:ext uri="{FF2B5EF4-FFF2-40B4-BE49-F238E27FC236}">
                    <a16:creationId xmlns:a16="http://schemas.microsoft.com/office/drawing/2014/main" id="{193EAF95-D519-4A43-A5B7-8F152B7AAAF3}"/>
                  </a:ext>
                </a:extLst>
              </p:cNvPr>
              <p:cNvCxnSpPr/>
              <p:nvPr userDrawn="1"/>
            </p:nvCxnSpPr>
            <p:spPr bwMode="auto">
              <a:xfrm rot="5400000" flipH="1">
                <a:off x="2438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4" name="Straight Connector 53">
                <a:extLst>
                  <a:ext uri="{FF2B5EF4-FFF2-40B4-BE49-F238E27FC236}">
                    <a16:creationId xmlns:a16="http://schemas.microsoft.com/office/drawing/2014/main" id="{63D1F6C8-6E33-8445-84CD-22391B38AE2F}"/>
                  </a:ext>
                </a:extLst>
              </p:cNvPr>
              <p:cNvCxnSpPr/>
              <p:nvPr userDrawn="1"/>
            </p:nvCxnSpPr>
            <p:spPr bwMode="auto">
              <a:xfrm rot="5400000" flipH="1">
                <a:off x="4267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5" name="Straight Connector 54">
                <a:extLst>
                  <a:ext uri="{FF2B5EF4-FFF2-40B4-BE49-F238E27FC236}">
                    <a16:creationId xmlns:a16="http://schemas.microsoft.com/office/drawing/2014/main" id="{7CC00B75-D288-0546-90E6-0FAF60915429}"/>
                  </a:ext>
                </a:extLst>
              </p:cNvPr>
              <p:cNvCxnSpPr/>
              <p:nvPr userDrawn="1"/>
            </p:nvCxnSpPr>
            <p:spPr bwMode="auto">
              <a:xfrm rot="5400000" flipH="1">
                <a:off x="4495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6" name="Straight Connector 55">
                <a:extLst>
                  <a:ext uri="{FF2B5EF4-FFF2-40B4-BE49-F238E27FC236}">
                    <a16:creationId xmlns:a16="http://schemas.microsoft.com/office/drawing/2014/main" id="{9E943793-FE0F-6F4D-98F4-B9E3837BCA91}"/>
                  </a:ext>
                </a:extLst>
              </p:cNvPr>
              <p:cNvCxnSpPr/>
              <p:nvPr userDrawn="1"/>
            </p:nvCxnSpPr>
            <p:spPr bwMode="auto">
              <a:xfrm rot="5400000" flipH="1">
                <a:off x="4724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7" name="Straight Connector 56">
                <a:extLst>
                  <a:ext uri="{FF2B5EF4-FFF2-40B4-BE49-F238E27FC236}">
                    <a16:creationId xmlns:a16="http://schemas.microsoft.com/office/drawing/2014/main" id="{B1C729D8-F1AE-2C45-BF73-3BFD621F4038}"/>
                  </a:ext>
                </a:extLst>
              </p:cNvPr>
              <p:cNvCxnSpPr/>
              <p:nvPr userDrawn="1"/>
            </p:nvCxnSpPr>
            <p:spPr bwMode="auto">
              <a:xfrm rot="5400000" flipH="1">
                <a:off x="6553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8" name="Straight Connector 57">
                <a:extLst>
                  <a:ext uri="{FF2B5EF4-FFF2-40B4-BE49-F238E27FC236}">
                    <a16:creationId xmlns:a16="http://schemas.microsoft.com/office/drawing/2014/main" id="{773341F0-E3B3-EB42-A739-32107097206A}"/>
                  </a:ext>
                </a:extLst>
              </p:cNvPr>
              <p:cNvCxnSpPr/>
              <p:nvPr userDrawn="1"/>
            </p:nvCxnSpPr>
            <p:spPr bwMode="auto">
              <a:xfrm rot="5400000" flipH="1">
                <a:off x="6781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9" name="Straight Connector 58">
                <a:extLst>
                  <a:ext uri="{FF2B5EF4-FFF2-40B4-BE49-F238E27FC236}">
                    <a16:creationId xmlns:a16="http://schemas.microsoft.com/office/drawing/2014/main" id="{89EDDA5B-8572-C545-8DFA-ABC33664C7A1}"/>
                  </a:ext>
                </a:extLst>
              </p:cNvPr>
              <p:cNvCxnSpPr/>
              <p:nvPr userDrawn="1"/>
            </p:nvCxnSpPr>
            <p:spPr bwMode="auto">
              <a:xfrm rot="5400000" flipH="1">
                <a:off x="7010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0" name="Straight Connector 59">
                <a:extLst>
                  <a:ext uri="{FF2B5EF4-FFF2-40B4-BE49-F238E27FC236}">
                    <a16:creationId xmlns:a16="http://schemas.microsoft.com/office/drawing/2014/main" id="{E0B85CAB-A5A1-6546-BA39-1598C1A1BF64}"/>
                  </a:ext>
                </a:extLst>
              </p:cNvPr>
              <p:cNvCxnSpPr/>
              <p:nvPr userDrawn="1"/>
            </p:nvCxnSpPr>
            <p:spPr bwMode="auto">
              <a:xfrm rot="5400000" flipH="1">
                <a:off x="8839132"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18" name="Group 17">
              <a:extLst>
                <a:ext uri="{FF2B5EF4-FFF2-40B4-BE49-F238E27FC236}">
                  <a16:creationId xmlns:a16="http://schemas.microsoft.com/office/drawing/2014/main" id="{4EE9C99B-7B10-AE41-8B1B-D8508EC96D36}"/>
                </a:ext>
              </a:extLst>
            </p:cNvPr>
            <p:cNvGrpSpPr/>
            <p:nvPr userDrawn="1"/>
          </p:nvGrpSpPr>
          <p:grpSpPr>
            <a:xfrm>
              <a:off x="228600" y="5162550"/>
              <a:ext cx="8686732" cy="91440"/>
              <a:chOff x="228600" y="5143500"/>
              <a:chExt cx="8686732" cy="152400"/>
            </a:xfrm>
          </p:grpSpPr>
          <p:cxnSp>
            <p:nvCxnSpPr>
              <p:cNvPr id="39" name="Straight Connector 38">
                <a:extLst>
                  <a:ext uri="{FF2B5EF4-FFF2-40B4-BE49-F238E27FC236}">
                    <a16:creationId xmlns:a16="http://schemas.microsoft.com/office/drawing/2014/main" id="{C65EA58F-D486-A749-9B47-9DD071000D4F}"/>
                  </a:ext>
                </a:extLst>
              </p:cNvPr>
              <p:cNvCxnSpPr/>
              <p:nvPr userDrawn="1"/>
            </p:nvCxnSpPr>
            <p:spPr bwMode="auto">
              <a:xfrm rot="5400000" flipH="1">
                <a:off x="152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9056486B-3E88-1F4E-A5B6-71F9C8038505}"/>
                  </a:ext>
                </a:extLst>
              </p:cNvPr>
              <p:cNvCxnSpPr/>
              <p:nvPr userDrawn="1"/>
            </p:nvCxnSpPr>
            <p:spPr bwMode="auto">
              <a:xfrm rot="5400000" flipH="1">
                <a:off x="1981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1" name="Straight Connector 40">
                <a:extLst>
                  <a:ext uri="{FF2B5EF4-FFF2-40B4-BE49-F238E27FC236}">
                    <a16:creationId xmlns:a16="http://schemas.microsoft.com/office/drawing/2014/main" id="{8F54F4A3-648E-3146-B408-995E6916E7DD}"/>
                  </a:ext>
                </a:extLst>
              </p:cNvPr>
              <p:cNvCxnSpPr/>
              <p:nvPr userDrawn="1"/>
            </p:nvCxnSpPr>
            <p:spPr bwMode="auto">
              <a:xfrm rot="5400000" flipH="1">
                <a:off x="2209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2" name="Straight Connector 41">
                <a:extLst>
                  <a:ext uri="{FF2B5EF4-FFF2-40B4-BE49-F238E27FC236}">
                    <a16:creationId xmlns:a16="http://schemas.microsoft.com/office/drawing/2014/main" id="{1DB512CA-21A6-9E45-BA56-12B8F4FE801F}"/>
                  </a:ext>
                </a:extLst>
              </p:cNvPr>
              <p:cNvCxnSpPr/>
              <p:nvPr userDrawn="1"/>
            </p:nvCxnSpPr>
            <p:spPr bwMode="auto">
              <a:xfrm rot="5400000" flipH="1">
                <a:off x="2438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3" name="Straight Connector 42">
                <a:extLst>
                  <a:ext uri="{FF2B5EF4-FFF2-40B4-BE49-F238E27FC236}">
                    <a16:creationId xmlns:a16="http://schemas.microsoft.com/office/drawing/2014/main" id="{2BFB8868-99DE-1A45-8575-1EA11710057F}"/>
                  </a:ext>
                </a:extLst>
              </p:cNvPr>
              <p:cNvCxnSpPr/>
              <p:nvPr userDrawn="1"/>
            </p:nvCxnSpPr>
            <p:spPr bwMode="auto">
              <a:xfrm rot="5400000" flipH="1">
                <a:off x="4267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4" name="Straight Connector 43">
                <a:extLst>
                  <a:ext uri="{FF2B5EF4-FFF2-40B4-BE49-F238E27FC236}">
                    <a16:creationId xmlns:a16="http://schemas.microsoft.com/office/drawing/2014/main" id="{730DE9A1-D9BD-524C-BE6F-1D6659196FBC}"/>
                  </a:ext>
                </a:extLst>
              </p:cNvPr>
              <p:cNvCxnSpPr/>
              <p:nvPr userDrawn="1"/>
            </p:nvCxnSpPr>
            <p:spPr bwMode="auto">
              <a:xfrm rot="5400000" flipH="1">
                <a:off x="4495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5" name="Straight Connector 44">
                <a:extLst>
                  <a:ext uri="{FF2B5EF4-FFF2-40B4-BE49-F238E27FC236}">
                    <a16:creationId xmlns:a16="http://schemas.microsoft.com/office/drawing/2014/main" id="{5ABAF5C8-E725-FD45-80A0-6EC368BF88BA}"/>
                  </a:ext>
                </a:extLst>
              </p:cNvPr>
              <p:cNvCxnSpPr/>
              <p:nvPr userDrawn="1"/>
            </p:nvCxnSpPr>
            <p:spPr bwMode="auto">
              <a:xfrm rot="5400000" flipH="1">
                <a:off x="4724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6" name="Straight Connector 45">
                <a:extLst>
                  <a:ext uri="{FF2B5EF4-FFF2-40B4-BE49-F238E27FC236}">
                    <a16:creationId xmlns:a16="http://schemas.microsoft.com/office/drawing/2014/main" id="{EBC18DE6-803B-7541-908A-41F6D4494834}"/>
                  </a:ext>
                </a:extLst>
              </p:cNvPr>
              <p:cNvCxnSpPr/>
              <p:nvPr userDrawn="1"/>
            </p:nvCxnSpPr>
            <p:spPr bwMode="auto">
              <a:xfrm rot="5400000" flipH="1">
                <a:off x="6553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7" name="Straight Connector 46">
                <a:extLst>
                  <a:ext uri="{FF2B5EF4-FFF2-40B4-BE49-F238E27FC236}">
                    <a16:creationId xmlns:a16="http://schemas.microsoft.com/office/drawing/2014/main" id="{737A4750-B9D5-5049-A414-7844F44D2F08}"/>
                  </a:ext>
                </a:extLst>
              </p:cNvPr>
              <p:cNvCxnSpPr/>
              <p:nvPr userDrawn="1"/>
            </p:nvCxnSpPr>
            <p:spPr bwMode="auto">
              <a:xfrm rot="5400000" flipH="1">
                <a:off x="6781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8" name="Straight Connector 47">
                <a:extLst>
                  <a:ext uri="{FF2B5EF4-FFF2-40B4-BE49-F238E27FC236}">
                    <a16:creationId xmlns:a16="http://schemas.microsoft.com/office/drawing/2014/main" id="{11CC3856-9176-894C-9678-78854179B583}"/>
                  </a:ext>
                </a:extLst>
              </p:cNvPr>
              <p:cNvCxnSpPr/>
              <p:nvPr userDrawn="1"/>
            </p:nvCxnSpPr>
            <p:spPr bwMode="auto">
              <a:xfrm rot="5400000" flipH="1">
                <a:off x="7010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9" name="Straight Connector 48">
                <a:extLst>
                  <a:ext uri="{FF2B5EF4-FFF2-40B4-BE49-F238E27FC236}">
                    <a16:creationId xmlns:a16="http://schemas.microsoft.com/office/drawing/2014/main" id="{3A4EF373-8CC5-F948-AA7B-C5EF10137299}"/>
                  </a:ext>
                </a:extLst>
              </p:cNvPr>
              <p:cNvCxnSpPr/>
              <p:nvPr userDrawn="1"/>
            </p:nvCxnSpPr>
            <p:spPr bwMode="auto">
              <a:xfrm rot="5400000" flipH="1">
                <a:off x="8839132"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19" name="Group 18">
              <a:extLst>
                <a:ext uri="{FF2B5EF4-FFF2-40B4-BE49-F238E27FC236}">
                  <a16:creationId xmlns:a16="http://schemas.microsoft.com/office/drawing/2014/main" id="{5EDFECA7-68A0-C74C-8702-67F215F53507}"/>
                </a:ext>
              </a:extLst>
            </p:cNvPr>
            <p:cNvGrpSpPr/>
            <p:nvPr userDrawn="1"/>
          </p:nvGrpSpPr>
          <p:grpSpPr>
            <a:xfrm>
              <a:off x="-109730" y="237744"/>
              <a:ext cx="91440" cy="4664456"/>
              <a:chOff x="-109730" y="237744"/>
              <a:chExt cx="91440" cy="4664456"/>
            </a:xfrm>
          </p:grpSpPr>
          <p:cxnSp>
            <p:nvCxnSpPr>
              <p:cNvPr id="30" name="Straight Connector 29">
                <a:extLst>
                  <a:ext uri="{FF2B5EF4-FFF2-40B4-BE49-F238E27FC236}">
                    <a16:creationId xmlns:a16="http://schemas.microsoft.com/office/drawing/2014/main" id="{B42BDEDC-364B-EC4F-9B43-9C5105374A26}"/>
                  </a:ext>
                </a:extLst>
              </p:cNvPr>
              <p:cNvCxnSpPr/>
              <p:nvPr userDrawn="1"/>
            </p:nvCxnSpPr>
            <p:spPr bwMode="auto">
              <a:xfrm flipH="1">
                <a:off x="-109730" y="65379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1" name="Straight Connector 30">
                <a:extLst>
                  <a:ext uri="{FF2B5EF4-FFF2-40B4-BE49-F238E27FC236}">
                    <a16:creationId xmlns:a16="http://schemas.microsoft.com/office/drawing/2014/main" id="{82746AEA-B7EE-6A45-A324-2780C5387E8B}"/>
                  </a:ext>
                </a:extLst>
              </p:cNvPr>
              <p:cNvCxnSpPr/>
              <p:nvPr userDrawn="1"/>
            </p:nvCxnSpPr>
            <p:spPr bwMode="auto">
              <a:xfrm flipH="1">
                <a:off x="-109730" y="128930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2" name="Straight Connector 31">
                <a:extLst>
                  <a:ext uri="{FF2B5EF4-FFF2-40B4-BE49-F238E27FC236}">
                    <a16:creationId xmlns:a16="http://schemas.microsoft.com/office/drawing/2014/main" id="{10F57C53-2F79-4140-B8DD-CFF27135CAA8}"/>
                  </a:ext>
                </a:extLst>
              </p:cNvPr>
              <p:cNvCxnSpPr/>
              <p:nvPr userDrawn="1"/>
            </p:nvCxnSpPr>
            <p:spPr bwMode="auto">
              <a:xfrm flipH="1">
                <a:off x="-109730" y="192938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3" name="Straight Connector 32">
                <a:extLst>
                  <a:ext uri="{FF2B5EF4-FFF2-40B4-BE49-F238E27FC236}">
                    <a16:creationId xmlns:a16="http://schemas.microsoft.com/office/drawing/2014/main" id="{D0D1241B-3B6D-564B-92C0-5F79295699BA}"/>
                  </a:ext>
                </a:extLst>
              </p:cNvPr>
              <p:cNvCxnSpPr/>
              <p:nvPr userDrawn="1"/>
            </p:nvCxnSpPr>
            <p:spPr bwMode="auto">
              <a:xfrm flipH="1">
                <a:off x="-109730" y="2570990"/>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4" name="Straight Connector 33">
                <a:extLst>
                  <a:ext uri="{FF2B5EF4-FFF2-40B4-BE49-F238E27FC236}">
                    <a16:creationId xmlns:a16="http://schemas.microsoft.com/office/drawing/2014/main" id="{4F1A65E1-A6DD-0E48-9328-F63C08A91C80}"/>
                  </a:ext>
                </a:extLst>
              </p:cNvPr>
              <p:cNvCxnSpPr/>
              <p:nvPr userDrawn="1"/>
            </p:nvCxnSpPr>
            <p:spPr bwMode="auto">
              <a:xfrm flipH="1">
                <a:off x="-109730" y="320954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5" name="Straight Connector 34">
                <a:extLst>
                  <a:ext uri="{FF2B5EF4-FFF2-40B4-BE49-F238E27FC236}">
                    <a16:creationId xmlns:a16="http://schemas.microsoft.com/office/drawing/2014/main" id="{DF1A857E-0280-4D4D-8C5E-78EB4893E8F3}"/>
                  </a:ext>
                </a:extLst>
              </p:cNvPr>
              <p:cNvCxnSpPr/>
              <p:nvPr userDrawn="1"/>
            </p:nvCxnSpPr>
            <p:spPr bwMode="auto">
              <a:xfrm flipH="1">
                <a:off x="-109730" y="384962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6" name="Straight Connector 35">
                <a:extLst>
                  <a:ext uri="{FF2B5EF4-FFF2-40B4-BE49-F238E27FC236}">
                    <a16:creationId xmlns:a16="http://schemas.microsoft.com/office/drawing/2014/main" id="{32EE49FC-4AC3-D84D-B296-8260919A4AFB}"/>
                  </a:ext>
                </a:extLst>
              </p:cNvPr>
              <p:cNvCxnSpPr/>
              <p:nvPr userDrawn="1"/>
            </p:nvCxnSpPr>
            <p:spPr bwMode="auto">
              <a:xfrm flipH="1">
                <a:off x="-109730" y="449427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7" name="Straight Connector 36">
                <a:extLst>
                  <a:ext uri="{FF2B5EF4-FFF2-40B4-BE49-F238E27FC236}">
                    <a16:creationId xmlns:a16="http://schemas.microsoft.com/office/drawing/2014/main" id="{A036B8A6-5887-EB43-A589-E9B55309975E}"/>
                  </a:ext>
                </a:extLst>
              </p:cNvPr>
              <p:cNvCxnSpPr/>
              <p:nvPr userDrawn="1"/>
            </p:nvCxnSpPr>
            <p:spPr bwMode="auto">
              <a:xfrm flipH="1">
                <a:off x="-109730" y="23774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8" name="Straight Connector 37">
                <a:extLst>
                  <a:ext uri="{FF2B5EF4-FFF2-40B4-BE49-F238E27FC236}">
                    <a16:creationId xmlns:a16="http://schemas.microsoft.com/office/drawing/2014/main" id="{886C2E2E-F476-B64B-A78C-E2A4F068B019}"/>
                  </a:ext>
                </a:extLst>
              </p:cNvPr>
              <p:cNvCxnSpPr/>
              <p:nvPr userDrawn="1"/>
            </p:nvCxnSpPr>
            <p:spPr bwMode="auto">
              <a:xfrm flipH="1">
                <a:off x="-109730" y="4902200"/>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20" name="Group 19">
              <a:extLst>
                <a:ext uri="{FF2B5EF4-FFF2-40B4-BE49-F238E27FC236}">
                  <a16:creationId xmlns:a16="http://schemas.microsoft.com/office/drawing/2014/main" id="{568B7B3E-2365-FA48-B0BB-56705EDB6709}"/>
                </a:ext>
              </a:extLst>
            </p:cNvPr>
            <p:cNvGrpSpPr/>
            <p:nvPr userDrawn="1"/>
          </p:nvGrpSpPr>
          <p:grpSpPr>
            <a:xfrm>
              <a:off x="9163050" y="237744"/>
              <a:ext cx="91440" cy="4663440"/>
              <a:chOff x="-109730" y="231394"/>
              <a:chExt cx="91440" cy="4663440"/>
            </a:xfrm>
          </p:grpSpPr>
          <p:cxnSp>
            <p:nvCxnSpPr>
              <p:cNvPr id="21" name="Straight Connector 20">
                <a:extLst>
                  <a:ext uri="{FF2B5EF4-FFF2-40B4-BE49-F238E27FC236}">
                    <a16:creationId xmlns:a16="http://schemas.microsoft.com/office/drawing/2014/main" id="{F8CB4122-4D33-2A42-871B-AB33239DC529}"/>
                  </a:ext>
                </a:extLst>
              </p:cNvPr>
              <p:cNvCxnSpPr/>
              <p:nvPr userDrawn="1"/>
            </p:nvCxnSpPr>
            <p:spPr bwMode="auto">
              <a:xfrm flipH="1">
                <a:off x="-109730" y="64744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E1272E41-0FA7-6B41-B356-7A2B88AC448F}"/>
                  </a:ext>
                </a:extLst>
              </p:cNvPr>
              <p:cNvCxnSpPr/>
              <p:nvPr userDrawn="1"/>
            </p:nvCxnSpPr>
            <p:spPr bwMode="auto">
              <a:xfrm flipH="1">
                <a:off x="-109730" y="128295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3" name="Straight Connector 22">
                <a:extLst>
                  <a:ext uri="{FF2B5EF4-FFF2-40B4-BE49-F238E27FC236}">
                    <a16:creationId xmlns:a16="http://schemas.microsoft.com/office/drawing/2014/main" id="{784B5EE1-D003-1F47-8D33-3E312E35B1E7}"/>
                  </a:ext>
                </a:extLst>
              </p:cNvPr>
              <p:cNvCxnSpPr/>
              <p:nvPr userDrawn="1"/>
            </p:nvCxnSpPr>
            <p:spPr bwMode="auto">
              <a:xfrm flipH="1">
                <a:off x="-109730" y="192303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4" name="Straight Connector 23">
                <a:extLst>
                  <a:ext uri="{FF2B5EF4-FFF2-40B4-BE49-F238E27FC236}">
                    <a16:creationId xmlns:a16="http://schemas.microsoft.com/office/drawing/2014/main" id="{571409CD-4C1B-8E45-ACF9-86D270DA7692}"/>
                  </a:ext>
                </a:extLst>
              </p:cNvPr>
              <p:cNvCxnSpPr/>
              <p:nvPr userDrawn="1"/>
            </p:nvCxnSpPr>
            <p:spPr bwMode="auto">
              <a:xfrm flipH="1">
                <a:off x="-109730" y="256311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5" name="Straight Connector 24">
                <a:extLst>
                  <a:ext uri="{FF2B5EF4-FFF2-40B4-BE49-F238E27FC236}">
                    <a16:creationId xmlns:a16="http://schemas.microsoft.com/office/drawing/2014/main" id="{A131086F-34E8-8C46-8C5C-6BAA87172E82}"/>
                  </a:ext>
                </a:extLst>
              </p:cNvPr>
              <p:cNvCxnSpPr/>
              <p:nvPr userDrawn="1"/>
            </p:nvCxnSpPr>
            <p:spPr bwMode="auto">
              <a:xfrm flipH="1">
                <a:off x="-109730" y="320319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6" name="Straight Connector 25">
                <a:extLst>
                  <a:ext uri="{FF2B5EF4-FFF2-40B4-BE49-F238E27FC236}">
                    <a16:creationId xmlns:a16="http://schemas.microsoft.com/office/drawing/2014/main" id="{0A42B631-F25C-F54E-B854-80328E4DFBBC}"/>
                  </a:ext>
                </a:extLst>
              </p:cNvPr>
              <p:cNvCxnSpPr/>
              <p:nvPr userDrawn="1"/>
            </p:nvCxnSpPr>
            <p:spPr bwMode="auto">
              <a:xfrm flipH="1">
                <a:off x="-109730" y="384327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7" name="Straight Connector 26">
                <a:extLst>
                  <a:ext uri="{FF2B5EF4-FFF2-40B4-BE49-F238E27FC236}">
                    <a16:creationId xmlns:a16="http://schemas.microsoft.com/office/drawing/2014/main" id="{08D46B81-A248-A847-9183-C6BC43C53E85}"/>
                  </a:ext>
                </a:extLst>
              </p:cNvPr>
              <p:cNvCxnSpPr/>
              <p:nvPr userDrawn="1"/>
            </p:nvCxnSpPr>
            <p:spPr bwMode="auto">
              <a:xfrm flipH="1">
                <a:off x="-109730" y="448792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86FA5BE4-E196-EC4A-BC7A-95A47060EE08}"/>
                  </a:ext>
                </a:extLst>
              </p:cNvPr>
              <p:cNvCxnSpPr/>
              <p:nvPr userDrawn="1"/>
            </p:nvCxnSpPr>
            <p:spPr bwMode="auto">
              <a:xfrm flipH="1">
                <a:off x="-109730" y="23139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9" name="Straight Connector 28">
                <a:extLst>
                  <a:ext uri="{FF2B5EF4-FFF2-40B4-BE49-F238E27FC236}">
                    <a16:creationId xmlns:a16="http://schemas.microsoft.com/office/drawing/2014/main" id="{47A74DF6-412C-6548-B80E-F7E7ED8433A9}"/>
                  </a:ext>
                </a:extLst>
              </p:cNvPr>
              <p:cNvCxnSpPr/>
              <p:nvPr userDrawn="1"/>
            </p:nvCxnSpPr>
            <p:spPr bwMode="auto">
              <a:xfrm flipH="1">
                <a:off x="-109730" y="489483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sp>
        <p:nvSpPr>
          <p:cNvPr id="63" name="Footer Placeholder 2">
            <a:extLst>
              <a:ext uri="{FF2B5EF4-FFF2-40B4-BE49-F238E27FC236}">
                <a16:creationId xmlns:a16="http://schemas.microsoft.com/office/drawing/2014/main" id="{0A526A98-90C3-574B-A813-674DDDCF0713}"/>
              </a:ext>
            </a:extLst>
          </p:cNvPr>
          <p:cNvSpPr>
            <a:spLocks noGrp="1"/>
          </p:cNvSpPr>
          <p:nvPr>
            <p:ph type="ftr" sz="quarter" idx="3"/>
          </p:nvPr>
        </p:nvSpPr>
        <p:spPr>
          <a:xfrm>
            <a:off x="9357843" y="334026"/>
            <a:ext cx="2438312" cy="546100"/>
          </a:xfrm>
          <a:prstGeom prst="rect">
            <a:avLst/>
          </a:prstGeom>
        </p:spPr>
        <p:txBody>
          <a:bodyPr anchor="b"/>
          <a:lstStyle>
            <a:lvl1pPr>
              <a:lnSpc>
                <a:spcPct val="150000"/>
              </a:lnSpc>
              <a:defRPr sz="1000" b="0" i="0">
                <a:solidFill>
                  <a:srgbClr val="50565B"/>
                </a:solidFill>
                <a:latin typeface="IBM Plex Sans" panose="020B0503050000000000" pitchFamily="34" charset="77"/>
              </a:defRPr>
            </a:lvl1pPr>
          </a:lstStyle>
          <a:p>
            <a:r>
              <a:rPr lang="en-US" b="1">
                <a:solidFill>
                  <a:schemeClr val="tx1"/>
                </a:solidFill>
                <a:latin typeface="IBM Plex Sans SmBld" panose="020B0503050000000000" pitchFamily="34" charset="77"/>
              </a:rPr>
              <a:t>Presentation title</a:t>
            </a:r>
          </a:p>
          <a:p>
            <a:r>
              <a:rPr lang="en-US"/>
              <a:t>IBM  |  Project/team name</a:t>
            </a:r>
            <a:endParaRPr lang="en-US" dirty="0"/>
          </a:p>
        </p:txBody>
      </p:sp>
      <p:sp>
        <p:nvSpPr>
          <p:cNvPr id="64" name="Rectangle 63">
            <a:extLst>
              <a:ext uri="{FF2B5EF4-FFF2-40B4-BE49-F238E27FC236}">
                <a16:creationId xmlns:a16="http://schemas.microsoft.com/office/drawing/2014/main" id="{2875AE30-4B3C-CE47-BA85-591DFDF807D9}"/>
              </a:ext>
            </a:extLst>
          </p:cNvPr>
          <p:cNvSpPr/>
          <p:nvPr userDrawn="1"/>
        </p:nvSpPr>
        <p:spPr bwMode="auto">
          <a:xfrm>
            <a:off x="279085" y="1551143"/>
            <a:ext cx="3673607" cy="5002057"/>
          </a:xfrm>
          <a:prstGeom prst="rect">
            <a:avLst/>
          </a:prstGeom>
          <a:solidFill>
            <a:schemeClr val="bg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90000"/>
              </a:lnSpc>
              <a:spcBef>
                <a:spcPct val="0"/>
              </a:spcBef>
              <a:spcAft>
                <a:spcPct val="0"/>
              </a:spcAft>
              <a:buClrTx/>
              <a:buSzTx/>
              <a:buFontTx/>
              <a:buNone/>
              <a:tabLst/>
            </a:pPr>
            <a:endParaRPr kumimoji="0" lang="en-US" sz="2000" b="0" i="0" u="none" strike="noStrike" cap="none" normalizeH="0" baseline="0" dirty="0">
              <a:ln>
                <a:noFill/>
              </a:ln>
              <a:solidFill>
                <a:srgbClr val="191919"/>
              </a:solidFill>
              <a:effectLst/>
              <a:latin typeface="HelvNeue Light for IBM" pitchFamily="34" charset="0"/>
            </a:endParaRPr>
          </a:p>
        </p:txBody>
      </p:sp>
      <p:sp>
        <p:nvSpPr>
          <p:cNvPr id="65" name="Rectangle 64">
            <a:extLst>
              <a:ext uri="{FF2B5EF4-FFF2-40B4-BE49-F238E27FC236}">
                <a16:creationId xmlns:a16="http://schemas.microsoft.com/office/drawing/2014/main" id="{68EB4402-DAE8-AE46-AF09-4EFFAB11EFF7}"/>
              </a:ext>
            </a:extLst>
          </p:cNvPr>
          <p:cNvSpPr/>
          <p:nvPr userDrawn="1"/>
        </p:nvSpPr>
        <p:spPr bwMode="auto">
          <a:xfrm>
            <a:off x="8213593" y="1551143"/>
            <a:ext cx="3673607" cy="5002057"/>
          </a:xfrm>
          <a:prstGeom prst="rect">
            <a:avLst/>
          </a:prstGeom>
          <a:solidFill>
            <a:schemeClr val="bg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90000"/>
              </a:lnSpc>
              <a:spcBef>
                <a:spcPct val="0"/>
              </a:spcBef>
              <a:spcAft>
                <a:spcPct val="0"/>
              </a:spcAft>
              <a:buClrTx/>
              <a:buSzTx/>
              <a:buFontTx/>
              <a:buNone/>
              <a:tabLst/>
            </a:pPr>
            <a:endParaRPr kumimoji="0" lang="en-US" sz="2000" b="0" i="0" u="none" strike="noStrike" cap="none" normalizeH="0" baseline="0" dirty="0">
              <a:ln>
                <a:noFill/>
              </a:ln>
              <a:solidFill>
                <a:srgbClr val="191919"/>
              </a:solidFill>
              <a:effectLst/>
              <a:latin typeface="HelvNeue Light for IBM" pitchFamily="34" charset="0"/>
            </a:endParaRPr>
          </a:p>
        </p:txBody>
      </p:sp>
      <p:sp>
        <p:nvSpPr>
          <p:cNvPr id="66" name="Rectangle 65">
            <a:extLst>
              <a:ext uri="{FF2B5EF4-FFF2-40B4-BE49-F238E27FC236}">
                <a16:creationId xmlns:a16="http://schemas.microsoft.com/office/drawing/2014/main" id="{4A0DB2C6-48FF-524A-A0FE-3BD78C961143}"/>
              </a:ext>
            </a:extLst>
          </p:cNvPr>
          <p:cNvSpPr/>
          <p:nvPr userDrawn="1"/>
        </p:nvSpPr>
        <p:spPr bwMode="auto">
          <a:xfrm>
            <a:off x="4246339" y="1551143"/>
            <a:ext cx="3673607" cy="5002057"/>
          </a:xfrm>
          <a:prstGeom prst="rect">
            <a:avLst/>
          </a:prstGeom>
          <a:solidFill>
            <a:schemeClr val="bg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90000"/>
              </a:lnSpc>
              <a:spcBef>
                <a:spcPct val="0"/>
              </a:spcBef>
              <a:spcAft>
                <a:spcPct val="0"/>
              </a:spcAft>
              <a:buClrTx/>
              <a:buSzTx/>
              <a:buFontTx/>
              <a:buNone/>
              <a:tabLst/>
            </a:pPr>
            <a:endParaRPr kumimoji="0" lang="en-US" sz="2000" b="0" i="0" u="none" strike="noStrike" cap="none" normalizeH="0" baseline="0" dirty="0">
              <a:ln>
                <a:noFill/>
              </a:ln>
              <a:solidFill>
                <a:srgbClr val="191919"/>
              </a:solidFill>
              <a:effectLst/>
              <a:latin typeface="HelvNeue Light for IBM" pitchFamily="34" charset="0"/>
            </a:endParaRPr>
          </a:p>
        </p:txBody>
      </p:sp>
      <p:sp>
        <p:nvSpPr>
          <p:cNvPr id="70" name="Text Placeholder 2">
            <a:extLst>
              <a:ext uri="{FF2B5EF4-FFF2-40B4-BE49-F238E27FC236}">
                <a16:creationId xmlns:a16="http://schemas.microsoft.com/office/drawing/2014/main" id="{1D5871F8-A32F-D64B-BB0B-BEC116BFF607}"/>
              </a:ext>
            </a:extLst>
          </p:cNvPr>
          <p:cNvSpPr>
            <a:spLocks noGrp="1"/>
          </p:cNvSpPr>
          <p:nvPr>
            <p:ph type="body" sz="quarter" idx="4294967295"/>
          </p:nvPr>
        </p:nvSpPr>
        <p:spPr>
          <a:xfrm>
            <a:off x="576564" y="1855943"/>
            <a:ext cx="2780672" cy="4275137"/>
          </a:xfrm>
          <a:prstGeom prst="rect">
            <a:avLst/>
          </a:prstGeom>
        </p:spPr>
        <p:txBody>
          <a:bodyPr/>
          <a:lstStyle/>
          <a:p>
            <a:endParaRPr lang="en-US" sz="1400" dirty="0"/>
          </a:p>
        </p:txBody>
      </p:sp>
      <p:sp>
        <p:nvSpPr>
          <p:cNvPr id="72" name="Text Placeholder 3">
            <a:extLst>
              <a:ext uri="{FF2B5EF4-FFF2-40B4-BE49-F238E27FC236}">
                <a16:creationId xmlns:a16="http://schemas.microsoft.com/office/drawing/2014/main" id="{E9FED06E-22C5-CC49-A17D-0C744B0C8D56}"/>
              </a:ext>
            </a:extLst>
          </p:cNvPr>
          <p:cNvSpPr>
            <a:spLocks noGrp="1"/>
          </p:cNvSpPr>
          <p:nvPr>
            <p:ph type="body" sz="quarter" idx="4294967295"/>
          </p:nvPr>
        </p:nvSpPr>
        <p:spPr>
          <a:xfrm>
            <a:off x="4547627" y="1855943"/>
            <a:ext cx="2780672" cy="4275137"/>
          </a:xfrm>
          <a:prstGeom prst="rect">
            <a:avLst/>
          </a:prstGeom>
        </p:spPr>
        <p:txBody>
          <a:bodyPr/>
          <a:lstStyle/>
          <a:p>
            <a:endParaRPr lang="en-US" sz="1400" dirty="0"/>
          </a:p>
        </p:txBody>
      </p:sp>
      <p:sp>
        <p:nvSpPr>
          <p:cNvPr id="73" name="Text Placeholder 5">
            <a:extLst>
              <a:ext uri="{FF2B5EF4-FFF2-40B4-BE49-F238E27FC236}">
                <a16:creationId xmlns:a16="http://schemas.microsoft.com/office/drawing/2014/main" id="{B971E362-1B7F-D948-9444-12E7DF4E8E2E}"/>
              </a:ext>
            </a:extLst>
          </p:cNvPr>
          <p:cNvSpPr>
            <a:spLocks noGrp="1"/>
          </p:cNvSpPr>
          <p:nvPr>
            <p:ph type="body" sz="quarter" idx="4294967295"/>
          </p:nvPr>
        </p:nvSpPr>
        <p:spPr>
          <a:xfrm>
            <a:off x="8520068" y="1855942"/>
            <a:ext cx="2780672" cy="4275137"/>
          </a:xfrm>
          <a:prstGeom prst="rect">
            <a:avLst/>
          </a:prstGeom>
        </p:spPr>
        <p:txBody>
          <a:bodyPr/>
          <a:lstStyle/>
          <a:p>
            <a:endParaRPr lang="en-US" sz="1400" dirty="0"/>
          </a:p>
        </p:txBody>
      </p:sp>
      <p:sp>
        <p:nvSpPr>
          <p:cNvPr id="74" name="Slide Number Placeholder 17">
            <a:extLst>
              <a:ext uri="{FF2B5EF4-FFF2-40B4-BE49-F238E27FC236}">
                <a16:creationId xmlns:a16="http://schemas.microsoft.com/office/drawing/2014/main" id="{883CDFC0-569D-844F-A0C9-B9F4E3BF00F0}"/>
              </a:ext>
            </a:extLst>
          </p:cNvPr>
          <p:cNvSpPr>
            <a:spLocks noGrp="1"/>
          </p:cNvSpPr>
          <p:nvPr>
            <p:ph type="sldNum" sz="quarter" idx="16"/>
          </p:nvPr>
        </p:nvSpPr>
        <p:spPr>
          <a:xfrm>
            <a:off x="92202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41AD295-0158-9943-BA7F-90E260CB56D3}" type="slidenum">
              <a:rPr lang="en-US" smtClean="0"/>
              <a:pPr/>
              <a:t>‹#›</a:t>
            </a:fld>
            <a:endParaRPr lang="en-US"/>
          </a:p>
        </p:txBody>
      </p:sp>
      <p:sp>
        <p:nvSpPr>
          <p:cNvPr id="75" name="Text Placeholder 64">
            <a:extLst>
              <a:ext uri="{FF2B5EF4-FFF2-40B4-BE49-F238E27FC236}">
                <a16:creationId xmlns:a16="http://schemas.microsoft.com/office/drawing/2014/main" id="{8E06FAA8-A9DD-2E4E-9AB1-DAAC08BE021F}"/>
              </a:ext>
            </a:extLst>
          </p:cNvPr>
          <p:cNvSpPr>
            <a:spLocks noGrp="1"/>
          </p:cNvSpPr>
          <p:nvPr>
            <p:ph type="body" sz="quarter" idx="11" hasCustomPrompt="1"/>
          </p:nvPr>
        </p:nvSpPr>
        <p:spPr>
          <a:xfrm>
            <a:off x="228599" y="326929"/>
            <a:ext cx="5477689" cy="553198"/>
          </a:xfrm>
          <a:prstGeom prst="rect">
            <a:avLst/>
          </a:prstGeom>
        </p:spPr>
        <p:txBody>
          <a:bodyPr>
            <a:normAutofit/>
          </a:bodyPr>
          <a:lstStyle>
            <a:lvl1pPr>
              <a:defRPr sz="2400" b="0" i="0">
                <a:latin typeface="IBM Plex Sans" panose="020B0503050203000203" pitchFamily="34" charset="0"/>
              </a:defRPr>
            </a:lvl1pPr>
          </a:lstStyle>
          <a:p>
            <a:pPr lvl="0"/>
            <a:r>
              <a:rPr lang="en-US" dirty="0"/>
              <a:t>Slide title</a:t>
            </a:r>
          </a:p>
        </p:txBody>
      </p:sp>
    </p:spTree>
    <p:extLst>
      <p:ext uri="{BB962C8B-B14F-4D97-AF65-F5344CB8AC3E}">
        <p14:creationId xmlns:p14="http://schemas.microsoft.com/office/powerpoint/2010/main" val="88843555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Full width - 4 col">
    <p:spTree>
      <p:nvGrpSpPr>
        <p:cNvPr id="1" name=""/>
        <p:cNvGrpSpPr/>
        <p:nvPr/>
      </p:nvGrpSpPr>
      <p:grpSpPr>
        <a:xfrm>
          <a:off x="0" y="0"/>
          <a:ext cx="0" cy="0"/>
          <a:chOff x="0" y="0"/>
          <a:chExt cx="0" cy="0"/>
        </a:xfrm>
      </p:grpSpPr>
      <p:sp>
        <p:nvSpPr>
          <p:cNvPr id="71" name="Rectangle 70">
            <a:extLst>
              <a:ext uri="{FF2B5EF4-FFF2-40B4-BE49-F238E27FC236}">
                <a16:creationId xmlns:a16="http://schemas.microsoft.com/office/drawing/2014/main" id="{E3D35D99-0C4E-AA47-B9B3-35527D214953}"/>
              </a:ext>
            </a:extLst>
          </p:cNvPr>
          <p:cNvSpPr/>
          <p:nvPr userDrawn="1"/>
        </p:nvSpPr>
        <p:spPr bwMode="auto">
          <a:xfrm>
            <a:off x="0" y="1235386"/>
            <a:ext cx="12191990" cy="5614486"/>
          </a:xfrm>
          <a:prstGeom prst="rect">
            <a:avLst/>
          </a:prstGeom>
          <a:solidFill>
            <a:srgbClr val="F2F4F8"/>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90000"/>
              </a:lnSpc>
              <a:spcBef>
                <a:spcPct val="0"/>
              </a:spcBef>
              <a:spcAft>
                <a:spcPct val="0"/>
              </a:spcAft>
              <a:buClrTx/>
              <a:buSzTx/>
              <a:buFontTx/>
              <a:buNone/>
              <a:tabLst/>
            </a:pPr>
            <a:endParaRPr kumimoji="0" lang="en-US" sz="2000" b="0" i="0" u="none" strike="noStrike" cap="none" normalizeH="0" baseline="0" dirty="0">
              <a:ln>
                <a:noFill/>
              </a:ln>
              <a:solidFill>
                <a:srgbClr val="191919"/>
              </a:solidFill>
              <a:effectLst/>
              <a:latin typeface="HelvNeue Light for IBM" pitchFamily="34" charset="0"/>
            </a:endParaRPr>
          </a:p>
        </p:txBody>
      </p:sp>
      <p:grpSp>
        <p:nvGrpSpPr>
          <p:cNvPr id="16" name="Group 15">
            <a:extLst>
              <a:ext uri="{FF2B5EF4-FFF2-40B4-BE49-F238E27FC236}">
                <a16:creationId xmlns:a16="http://schemas.microsoft.com/office/drawing/2014/main" id="{4E27F71D-749D-974B-AB68-C90C1F656661}"/>
              </a:ext>
            </a:extLst>
          </p:cNvPr>
          <p:cNvGrpSpPr/>
          <p:nvPr userDrawn="1"/>
        </p:nvGrpSpPr>
        <p:grpSpPr>
          <a:xfrm>
            <a:off x="-146307" y="-147320"/>
            <a:ext cx="12485627" cy="7152640"/>
            <a:chOff x="-109730" y="-110490"/>
            <a:chExt cx="9364220" cy="5364480"/>
          </a:xfrm>
        </p:grpSpPr>
        <p:grpSp>
          <p:nvGrpSpPr>
            <p:cNvPr id="17" name="Group 16">
              <a:extLst>
                <a:ext uri="{FF2B5EF4-FFF2-40B4-BE49-F238E27FC236}">
                  <a16:creationId xmlns:a16="http://schemas.microsoft.com/office/drawing/2014/main" id="{7033ABDB-33FA-424A-8022-BE25064AAE9B}"/>
                </a:ext>
              </a:extLst>
            </p:cNvPr>
            <p:cNvGrpSpPr/>
            <p:nvPr userDrawn="1"/>
          </p:nvGrpSpPr>
          <p:grpSpPr>
            <a:xfrm>
              <a:off x="228600" y="-110490"/>
              <a:ext cx="8686732" cy="91440"/>
              <a:chOff x="228600" y="-152400"/>
              <a:chExt cx="8686732" cy="152400"/>
            </a:xfrm>
          </p:grpSpPr>
          <p:cxnSp>
            <p:nvCxnSpPr>
              <p:cNvPr id="50" name="Straight Connector 49">
                <a:extLst>
                  <a:ext uri="{FF2B5EF4-FFF2-40B4-BE49-F238E27FC236}">
                    <a16:creationId xmlns:a16="http://schemas.microsoft.com/office/drawing/2014/main" id="{E028FABC-C57C-0B4D-ADC6-F0D9AC86E7C9}"/>
                  </a:ext>
                </a:extLst>
              </p:cNvPr>
              <p:cNvCxnSpPr/>
              <p:nvPr userDrawn="1"/>
            </p:nvCxnSpPr>
            <p:spPr bwMode="auto">
              <a:xfrm rot="5400000" flipH="1">
                <a:off x="152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1" name="Straight Connector 50">
                <a:extLst>
                  <a:ext uri="{FF2B5EF4-FFF2-40B4-BE49-F238E27FC236}">
                    <a16:creationId xmlns:a16="http://schemas.microsoft.com/office/drawing/2014/main" id="{CCE52FE3-158F-D14E-B6AE-3EE847C02A23}"/>
                  </a:ext>
                </a:extLst>
              </p:cNvPr>
              <p:cNvCxnSpPr/>
              <p:nvPr userDrawn="1"/>
            </p:nvCxnSpPr>
            <p:spPr bwMode="auto">
              <a:xfrm rot="5400000" flipH="1">
                <a:off x="1981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2" name="Straight Connector 51">
                <a:extLst>
                  <a:ext uri="{FF2B5EF4-FFF2-40B4-BE49-F238E27FC236}">
                    <a16:creationId xmlns:a16="http://schemas.microsoft.com/office/drawing/2014/main" id="{C6326F37-4F20-A241-8AC4-D933542FB91D}"/>
                  </a:ext>
                </a:extLst>
              </p:cNvPr>
              <p:cNvCxnSpPr/>
              <p:nvPr userDrawn="1"/>
            </p:nvCxnSpPr>
            <p:spPr bwMode="auto">
              <a:xfrm rot="5400000" flipH="1">
                <a:off x="2209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3" name="Straight Connector 52">
                <a:extLst>
                  <a:ext uri="{FF2B5EF4-FFF2-40B4-BE49-F238E27FC236}">
                    <a16:creationId xmlns:a16="http://schemas.microsoft.com/office/drawing/2014/main" id="{193EAF95-D519-4A43-A5B7-8F152B7AAAF3}"/>
                  </a:ext>
                </a:extLst>
              </p:cNvPr>
              <p:cNvCxnSpPr/>
              <p:nvPr userDrawn="1"/>
            </p:nvCxnSpPr>
            <p:spPr bwMode="auto">
              <a:xfrm rot="5400000" flipH="1">
                <a:off x="2438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4" name="Straight Connector 53">
                <a:extLst>
                  <a:ext uri="{FF2B5EF4-FFF2-40B4-BE49-F238E27FC236}">
                    <a16:creationId xmlns:a16="http://schemas.microsoft.com/office/drawing/2014/main" id="{63D1F6C8-6E33-8445-84CD-22391B38AE2F}"/>
                  </a:ext>
                </a:extLst>
              </p:cNvPr>
              <p:cNvCxnSpPr/>
              <p:nvPr userDrawn="1"/>
            </p:nvCxnSpPr>
            <p:spPr bwMode="auto">
              <a:xfrm rot="5400000" flipH="1">
                <a:off x="4267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5" name="Straight Connector 54">
                <a:extLst>
                  <a:ext uri="{FF2B5EF4-FFF2-40B4-BE49-F238E27FC236}">
                    <a16:creationId xmlns:a16="http://schemas.microsoft.com/office/drawing/2014/main" id="{7CC00B75-D288-0546-90E6-0FAF60915429}"/>
                  </a:ext>
                </a:extLst>
              </p:cNvPr>
              <p:cNvCxnSpPr/>
              <p:nvPr userDrawn="1"/>
            </p:nvCxnSpPr>
            <p:spPr bwMode="auto">
              <a:xfrm rot="5400000" flipH="1">
                <a:off x="4495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6" name="Straight Connector 55">
                <a:extLst>
                  <a:ext uri="{FF2B5EF4-FFF2-40B4-BE49-F238E27FC236}">
                    <a16:creationId xmlns:a16="http://schemas.microsoft.com/office/drawing/2014/main" id="{9E943793-FE0F-6F4D-98F4-B9E3837BCA91}"/>
                  </a:ext>
                </a:extLst>
              </p:cNvPr>
              <p:cNvCxnSpPr/>
              <p:nvPr userDrawn="1"/>
            </p:nvCxnSpPr>
            <p:spPr bwMode="auto">
              <a:xfrm rot="5400000" flipH="1">
                <a:off x="4724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7" name="Straight Connector 56">
                <a:extLst>
                  <a:ext uri="{FF2B5EF4-FFF2-40B4-BE49-F238E27FC236}">
                    <a16:creationId xmlns:a16="http://schemas.microsoft.com/office/drawing/2014/main" id="{B1C729D8-F1AE-2C45-BF73-3BFD621F4038}"/>
                  </a:ext>
                </a:extLst>
              </p:cNvPr>
              <p:cNvCxnSpPr/>
              <p:nvPr userDrawn="1"/>
            </p:nvCxnSpPr>
            <p:spPr bwMode="auto">
              <a:xfrm rot="5400000" flipH="1">
                <a:off x="6553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8" name="Straight Connector 57">
                <a:extLst>
                  <a:ext uri="{FF2B5EF4-FFF2-40B4-BE49-F238E27FC236}">
                    <a16:creationId xmlns:a16="http://schemas.microsoft.com/office/drawing/2014/main" id="{773341F0-E3B3-EB42-A739-32107097206A}"/>
                  </a:ext>
                </a:extLst>
              </p:cNvPr>
              <p:cNvCxnSpPr/>
              <p:nvPr userDrawn="1"/>
            </p:nvCxnSpPr>
            <p:spPr bwMode="auto">
              <a:xfrm rot="5400000" flipH="1">
                <a:off x="6781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9" name="Straight Connector 58">
                <a:extLst>
                  <a:ext uri="{FF2B5EF4-FFF2-40B4-BE49-F238E27FC236}">
                    <a16:creationId xmlns:a16="http://schemas.microsoft.com/office/drawing/2014/main" id="{89EDDA5B-8572-C545-8DFA-ABC33664C7A1}"/>
                  </a:ext>
                </a:extLst>
              </p:cNvPr>
              <p:cNvCxnSpPr/>
              <p:nvPr userDrawn="1"/>
            </p:nvCxnSpPr>
            <p:spPr bwMode="auto">
              <a:xfrm rot="5400000" flipH="1">
                <a:off x="7010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0" name="Straight Connector 59">
                <a:extLst>
                  <a:ext uri="{FF2B5EF4-FFF2-40B4-BE49-F238E27FC236}">
                    <a16:creationId xmlns:a16="http://schemas.microsoft.com/office/drawing/2014/main" id="{E0B85CAB-A5A1-6546-BA39-1598C1A1BF64}"/>
                  </a:ext>
                </a:extLst>
              </p:cNvPr>
              <p:cNvCxnSpPr/>
              <p:nvPr userDrawn="1"/>
            </p:nvCxnSpPr>
            <p:spPr bwMode="auto">
              <a:xfrm rot="5400000" flipH="1">
                <a:off x="8839132"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18" name="Group 17">
              <a:extLst>
                <a:ext uri="{FF2B5EF4-FFF2-40B4-BE49-F238E27FC236}">
                  <a16:creationId xmlns:a16="http://schemas.microsoft.com/office/drawing/2014/main" id="{4EE9C99B-7B10-AE41-8B1B-D8508EC96D36}"/>
                </a:ext>
              </a:extLst>
            </p:cNvPr>
            <p:cNvGrpSpPr/>
            <p:nvPr userDrawn="1"/>
          </p:nvGrpSpPr>
          <p:grpSpPr>
            <a:xfrm>
              <a:off x="228600" y="5162550"/>
              <a:ext cx="8686732" cy="91440"/>
              <a:chOff x="228600" y="5143500"/>
              <a:chExt cx="8686732" cy="152400"/>
            </a:xfrm>
          </p:grpSpPr>
          <p:cxnSp>
            <p:nvCxnSpPr>
              <p:cNvPr id="39" name="Straight Connector 38">
                <a:extLst>
                  <a:ext uri="{FF2B5EF4-FFF2-40B4-BE49-F238E27FC236}">
                    <a16:creationId xmlns:a16="http://schemas.microsoft.com/office/drawing/2014/main" id="{C65EA58F-D486-A749-9B47-9DD071000D4F}"/>
                  </a:ext>
                </a:extLst>
              </p:cNvPr>
              <p:cNvCxnSpPr/>
              <p:nvPr userDrawn="1"/>
            </p:nvCxnSpPr>
            <p:spPr bwMode="auto">
              <a:xfrm rot="5400000" flipH="1">
                <a:off x="152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9056486B-3E88-1F4E-A5B6-71F9C8038505}"/>
                  </a:ext>
                </a:extLst>
              </p:cNvPr>
              <p:cNvCxnSpPr/>
              <p:nvPr userDrawn="1"/>
            </p:nvCxnSpPr>
            <p:spPr bwMode="auto">
              <a:xfrm rot="5400000" flipH="1">
                <a:off x="1981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1" name="Straight Connector 40">
                <a:extLst>
                  <a:ext uri="{FF2B5EF4-FFF2-40B4-BE49-F238E27FC236}">
                    <a16:creationId xmlns:a16="http://schemas.microsoft.com/office/drawing/2014/main" id="{8F54F4A3-648E-3146-B408-995E6916E7DD}"/>
                  </a:ext>
                </a:extLst>
              </p:cNvPr>
              <p:cNvCxnSpPr/>
              <p:nvPr userDrawn="1"/>
            </p:nvCxnSpPr>
            <p:spPr bwMode="auto">
              <a:xfrm rot="5400000" flipH="1">
                <a:off x="2209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2" name="Straight Connector 41">
                <a:extLst>
                  <a:ext uri="{FF2B5EF4-FFF2-40B4-BE49-F238E27FC236}">
                    <a16:creationId xmlns:a16="http://schemas.microsoft.com/office/drawing/2014/main" id="{1DB512CA-21A6-9E45-BA56-12B8F4FE801F}"/>
                  </a:ext>
                </a:extLst>
              </p:cNvPr>
              <p:cNvCxnSpPr/>
              <p:nvPr userDrawn="1"/>
            </p:nvCxnSpPr>
            <p:spPr bwMode="auto">
              <a:xfrm rot="5400000" flipH="1">
                <a:off x="2438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3" name="Straight Connector 42">
                <a:extLst>
                  <a:ext uri="{FF2B5EF4-FFF2-40B4-BE49-F238E27FC236}">
                    <a16:creationId xmlns:a16="http://schemas.microsoft.com/office/drawing/2014/main" id="{2BFB8868-99DE-1A45-8575-1EA11710057F}"/>
                  </a:ext>
                </a:extLst>
              </p:cNvPr>
              <p:cNvCxnSpPr/>
              <p:nvPr userDrawn="1"/>
            </p:nvCxnSpPr>
            <p:spPr bwMode="auto">
              <a:xfrm rot="5400000" flipH="1">
                <a:off x="4267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4" name="Straight Connector 43">
                <a:extLst>
                  <a:ext uri="{FF2B5EF4-FFF2-40B4-BE49-F238E27FC236}">
                    <a16:creationId xmlns:a16="http://schemas.microsoft.com/office/drawing/2014/main" id="{730DE9A1-D9BD-524C-BE6F-1D6659196FBC}"/>
                  </a:ext>
                </a:extLst>
              </p:cNvPr>
              <p:cNvCxnSpPr/>
              <p:nvPr userDrawn="1"/>
            </p:nvCxnSpPr>
            <p:spPr bwMode="auto">
              <a:xfrm rot="5400000" flipH="1">
                <a:off x="4495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5" name="Straight Connector 44">
                <a:extLst>
                  <a:ext uri="{FF2B5EF4-FFF2-40B4-BE49-F238E27FC236}">
                    <a16:creationId xmlns:a16="http://schemas.microsoft.com/office/drawing/2014/main" id="{5ABAF5C8-E725-FD45-80A0-6EC368BF88BA}"/>
                  </a:ext>
                </a:extLst>
              </p:cNvPr>
              <p:cNvCxnSpPr/>
              <p:nvPr userDrawn="1"/>
            </p:nvCxnSpPr>
            <p:spPr bwMode="auto">
              <a:xfrm rot="5400000" flipH="1">
                <a:off x="4724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6" name="Straight Connector 45">
                <a:extLst>
                  <a:ext uri="{FF2B5EF4-FFF2-40B4-BE49-F238E27FC236}">
                    <a16:creationId xmlns:a16="http://schemas.microsoft.com/office/drawing/2014/main" id="{EBC18DE6-803B-7541-908A-41F6D4494834}"/>
                  </a:ext>
                </a:extLst>
              </p:cNvPr>
              <p:cNvCxnSpPr/>
              <p:nvPr userDrawn="1"/>
            </p:nvCxnSpPr>
            <p:spPr bwMode="auto">
              <a:xfrm rot="5400000" flipH="1">
                <a:off x="6553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7" name="Straight Connector 46">
                <a:extLst>
                  <a:ext uri="{FF2B5EF4-FFF2-40B4-BE49-F238E27FC236}">
                    <a16:creationId xmlns:a16="http://schemas.microsoft.com/office/drawing/2014/main" id="{737A4750-B9D5-5049-A414-7844F44D2F08}"/>
                  </a:ext>
                </a:extLst>
              </p:cNvPr>
              <p:cNvCxnSpPr/>
              <p:nvPr userDrawn="1"/>
            </p:nvCxnSpPr>
            <p:spPr bwMode="auto">
              <a:xfrm rot="5400000" flipH="1">
                <a:off x="6781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8" name="Straight Connector 47">
                <a:extLst>
                  <a:ext uri="{FF2B5EF4-FFF2-40B4-BE49-F238E27FC236}">
                    <a16:creationId xmlns:a16="http://schemas.microsoft.com/office/drawing/2014/main" id="{11CC3856-9176-894C-9678-78854179B583}"/>
                  </a:ext>
                </a:extLst>
              </p:cNvPr>
              <p:cNvCxnSpPr/>
              <p:nvPr userDrawn="1"/>
            </p:nvCxnSpPr>
            <p:spPr bwMode="auto">
              <a:xfrm rot="5400000" flipH="1">
                <a:off x="7010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9" name="Straight Connector 48">
                <a:extLst>
                  <a:ext uri="{FF2B5EF4-FFF2-40B4-BE49-F238E27FC236}">
                    <a16:creationId xmlns:a16="http://schemas.microsoft.com/office/drawing/2014/main" id="{3A4EF373-8CC5-F948-AA7B-C5EF10137299}"/>
                  </a:ext>
                </a:extLst>
              </p:cNvPr>
              <p:cNvCxnSpPr/>
              <p:nvPr userDrawn="1"/>
            </p:nvCxnSpPr>
            <p:spPr bwMode="auto">
              <a:xfrm rot="5400000" flipH="1">
                <a:off x="8839132"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19" name="Group 18">
              <a:extLst>
                <a:ext uri="{FF2B5EF4-FFF2-40B4-BE49-F238E27FC236}">
                  <a16:creationId xmlns:a16="http://schemas.microsoft.com/office/drawing/2014/main" id="{5EDFECA7-68A0-C74C-8702-67F215F53507}"/>
                </a:ext>
              </a:extLst>
            </p:cNvPr>
            <p:cNvGrpSpPr/>
            <p:nvPr userDrawn="1"/>
          </p:nvGrpSpPr>
          <p:grpSpPr>
            <a:xfrm>
              <a:off x="-109730" y="237744"/>
              <a:ext cx="91440" cy="4664456"/>
              <a:chOff x="-109730" y="237744"/>
              <a:chExt cx="91440" cy="4664456"/>
            </a:xfrm>
          </p:grpSpPr>
          <p:cxnSp>
            <p:nvCxnSpPr>
              <p:cNvPr id="30" name="Straight Connector 29">
                <a:extLst>
                  <a:ext uri="{FF2B5EF4-FFF2-40B4-BE49-F238E27FC236}">
                    <a16:creationId xmlns:a16="http://schemas.microsoft.com/office/drawing/2014/main" id="{B42BDEDC-364B-EC4F-9B43-9C5105374A26}"/>
                  </a:ext>
                </a:extLst>
              </p:cNvPr>
              <p:cNvCxnSpPr/>
              <p:nvPr userDrawn="1"/>
            </p:nvCxnSpPr>
            <p:spPr bwMode="auto">
              <a:xfrm flipH="1">
                <a:off x="-109730" y="65379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1" name="Straight Connector 30">
                <a:extLst>
                  <a:ext uri="{FF2B5EF4-FFF2-40B4-BE49-F238E27FC236}">
                    <a16:creationId xmlns:a16="http://schemas.microsoft.com/office/drawing/2014/main" id="{82746AEA-B7EE-6A45-A324-2780C5387E8B}"/>
                  </a:ext>
                </a:extLst>
              </p:cNvPr>
              <p:cNvCxnSpPr/>
              <p:nvPr userDrawn="1"/>
            </p:nvCxnSpPr>
            <p:spPr bwMode="auto">
              <a:xfrm flipH="1">
                <a:off x="-109730" y="128930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2" name="Straight Connector 31">
                <a:extLst>
                  <a:ext uri="{FF2B5EF4-FFF2-40B4-BE49-F238E27FC236}">
                    <a16:creationId xmlns:a16="http://schemas.microsoft.com/office/drawing/2014/main" id="{10F57C53-2F79-4140-B8DD-CFF27135CAA8}"/>
                  </a:ext>
                </a:extLst>
              </p:cNvPr>
              <p:cNvCxnSpPr/>
              <p:nvPr userDrawn="1"/>
            </p:nvCxnSpPr>
            <p:spPr bwMode="auto">
              <a:xfrm flipH="1">
                <a:off x="-109730" y="192938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3" name="Straight Connector 32">
                <a:extLst>
                  <a:ext uri="{FF2B5EF4-FFF2-40B4-BE49-F238E27FC236}">
                    <a16:creationId xmlns:a16="http://schemas.microsoft.com/office/drawing/2014/main" id="{D0D1241B-3B6D-564B-92C0-5F79295699BA}"/>
                  </a:ext>
                </a:extLst>
              </p:cNvPr>
              <p:cNvCxnSpPr/>
              <p:nvPr userDrawn="1"/>
            </p:nvCxnSpPr>
            <p:spPr bwMode="auto">
              <a:xfrm flipH="1">
                <a:off x="-109730" y="2570990"/>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4" name="Straight Connector 33">
                <a:extLst>
                  <a:ext uri="{FF2B5EF4-FFF2-40B4-BE49-F238E27FC236}">
                    <a16:creationId xmlns:a16="http://schemas.microsoft.com/office/drawing/2014/main" id="{4F1A65E1-A6DD-0E48-9328-F63C08A91C80}"/>
                  </a:ext>
                </a:extLst>
              </p:cNvPr>
              <p:cNvCxnSpPr/>
              <p:nvPr userDrawn="1"/>
            </p:nvCxnSpPr>
            <p:spPr bwMode="auto">
              <a:xfrm flipH="1">
                <a:off x="-109730" y="320954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5" name="Straight Connector 34">
                <a:extLst>
                  <a:ext uri="{FF2B5EF4-FFF2-40B4-BE49-F238E27FC236}">
                    <a16:creationId xmlns:a16="http://schemas.microsoft.com/office/drawing/2014/main" id="{DF1A857E-0280-4D4D-8C5E-78EB4893E8F3}"/>
                  </a:ext>
                </a:extLst>
              </p:cNvPr>
              <p:cNvCxnSpPr/>
              <p:nvPr userDrawn="1"/>
            </p:nvCxnSpPr>
            <p:spPr bwMode="auto">
              <a:xfrm flipH="1">
                <a:off x="-109730" y="384962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6" name="Straight Connector 35">
                <a:extLst>
                  <a:ext uri="{FF2B5EF4-FFF2-40B4-BE49-F238E27FC236}">
                    <a16:creationId xmlns:a16="http://schemas.microsoft.com/office/drawing/2014/main" id="{32EE49FC-4AC3-D84D-B296-8260919A4AFB}"/>
                  </a:ext>
                </a:extLst>
              </p:cNvPr>
              <p:cNvCxnSpPr/>
              <p:nvPr userDrawn="1"/>
            </p:nvCxnSpPr>
            <p:spPr bwMode="auto">
              <a:xfrm flipH="1">
                <a:off x="-109730" y="449427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7" name="Straight Connector 36">
                <a:extLst>
                  <a:ext uri="{FF2B5EF4-FFF2-40B4-BE49-F238E27FC236}">
                    <a16:creationId xmlns:a16="http://schemas.microsoft.com/office/drawing/2014/main" id="{A036B8A6-5887-EB43-A589-E9B55309975E}"/>
                  </a:ext>
                </a:extLst>
              </p:cNvPr>
              <p:cNvCxnSpPr/>
              <p:nvPr userDrawn="1"/>
            </p:nvCxnSpPr>
            <p:spPr bwMode="auto">
              <a:xfrm flipH="1">
                <a:off x="-109730" y="23774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8" name="Straight Connector 37">
                <a:extLst>
                  <a:ext uri="{FF2B5EF4-FFF2-40B4-BE49-F238E27FC236}">
                    <a16:creationId xmlns:a16="http://schemas.microsoft.com/office/drawing/2014/main" id="{886C2E2E-F476-B64B-A78C-E2A4F068B019}"/>
                  </a:ext>
                </a:extLst>
              </p:cNvPr>
              <p:cNvCxnSpPr/>
              <p:nvPr userDrawn="1"/>
            </p:nvCxnSpPr>
            <p:spPr bwMode="auto">
              <a:xfrm flipH="1">
                <a:off x="-109730" y="4902200"/>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20" name="Group 19">
              <a:extLst>
                <a:ext uri="{FF2B5EF4-FFF2-40B4-BE49-F238E27FC236}">
                  <a16:creationId xmlns:a16="http://schemas.microsoft.com/office/drawing/2014/main" id="{568B7B3E-2365-FA48-B0BB-56705EDB6709}"/>
                </a:ext>
              </a:extLst>
            </p:cNvPr>
            <p:cNvGrpSpPr/>
            <p:nvPr userDrawn="1"/>
          </p:nvGrpSpPr>
          <p:grpSpPr>
            <a:xfrm>
              <a:off x="9163050" y="237744"/>
              <a:ext cx="91440" cy="4663440"/>
              <a:chOff x="-109730" y="231394"/>
              <a:chExt cx="91440" cy="4663440"/>
            </a:xfrm>
          </p:grpSpPr>
          <p:cxnSp>
            <p:nvCxnSpPr>
              <p:cNvPr id="21" name="Straight Connector 20">
                <a:extLst>
                  <a:ext uri="{FF2B5EF4-FFF2-40B4-BE49-F238E27FC236}">
                    <a16:creationId xmlns:a16="http://schemas.microsoft.com/office/drawing/2014/main" id="{F8CB4122-4D33-2A42-871B-AB33239DC529}"/>
                  </a:ext>
                </a:extLst>
              </p:cNvPr>
              <p:cNvCxnSpPr/>
              <p:nvPr userDrawn="1"/>
            </p:nvCxnSpPr>
            <p:spPr bwMode="auto">
              <a:xfrm flipH="1">
                <a:off x="-109730" y="64744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E1272E41-0FA7-6B41-B356-7A2B88AC448F}"/>
                  </a:ext>
                </a:extLst>
              </p:cNvPr>
              <p:cNvCxnSpPr/>
              <p:nvPr userDrawn="1"/>
            </p:nvCxnSpPr>
            <p:spPr bwMode="auto">
              <a:xfrm flipH="1">
                <a:off x="-109730" y="128295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3" name="Straight Connector 22">
                <a:extLst>
                  <a:ext uri="{FF2B5EF4-FFF2-40B4-BE49-F238E27FC236}">
                    <a16:creationId xmlns:a16="http://schemas.microsoft.com/office/drawing/2014/main" id="{784B5EE1-D003-1F47-8D33-3E312E35B1E7}"/>
                  </a:ext>
                </a:extLst>
              </p:cNvPr>
              <p:cNvCxnSpPr/>
              <p:nvPr userDrawn="1"/>
            </p:nvCxnSpPr>
            <p:spPr bwMode="auto">
              <a:xfrm flipH="1">
                <a:off x="-109730" y="192303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4" name="Straight Connector 23">
                <a:extLst>
                  <a:ext uri="{FF2B5EF4-FFF2-40B4-BE49-F238E27FC236}">
                    <a16:creationId xmlns:a16="http://schemas.microsoft.com/office/drawing/2014/main" id="{571409CD-4C1B-8E45-ACF9-86D270DA7692}"/>
                  </a:ext>
                </a:extLst>
              </p:cNvPr>
              <p:cNvCxnSpPr/>
              <p:nvPr userDrawn="1"/>
            </p:nvCxnSpPr>
            <p:spPr bwMode="auto">
              <a:xfrm flipH="1">
                <a:off x="-109730" y="256311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5" name="Straight Connector 24">
                <a:extLst>
                  <a:ext uri="{FF2B5EF4-FFF2-40B4-BE49-F238E27FC236}">
                    <a16:creationId xmlns:a16="http://schemas.microsoft.com/office/drawing/2014/main" id="{A131086F-34E8-8C46-8C5C-6BAA87172E82}"/>
                  </a:ext>
                </a:extLst>
              </p:cNvPr>
              <p:cNvCxnSpPr/>
              <p:nvPr userDrawn="1"/>
            </p:nvCxnSpPr>
            <p:spPr bwMode="auto">
              <a:xfrm flipH="1">
                <a:off x="-109730" y="320319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6" name="Straight Connector 25">
                <a:extLst>
                  <a:ext uri="{FF2B5EF4-FFF2-40B4-BE49-F238E27FC236}">
                    <a16:creationId xmlns:a16="http://schemas.microsoft.com/office/drawing/2014/main" id="{0A42B631-F25C-F54E-B854-80328E4DFBBC}"/>
                  </a:ext>
                </a:extLst>
              </p:cNvPr>
              <p:cNvCxnSpPr/>
              <p:nvPr userDrawn="1"/>
            </p:nvCxnSpPr>
            <p:spPr bwMode="auto">
              <a:xfrm flipH="1">
                <a:off x="-109730" y="384327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7" name="Straight Connector 26">
                <a:extLst>
                  <a:ext uri="{FF2B5EF4-FFF2-40B4-BE49-F238E27FC236}">
                    <a16:creationId xmlns:a16="http://schemas.microsoft.com/office/drawing/2014/main" id="{08D46B81-A248-A847-9183-C6BC43C53E85}"/>
                  </a:ext>
                </a:extLst>
              </p:cNvPr>
              <p:cNvCxnSpPr/>
              <p:nvPr userDrawn="1"/>
            </p:nvCxnSpPr>
            <p:spPr bwMode="auto">
              <a:xfrm flipH="1">
                <a:off x="-109730" y="448792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86FA5BE4-E196-EC4A-BC7A-95A47060EE08}"/>
                  </a:ext>
                </a:extLst>
              </p:cNvPr>
              <p:cNvCxnSpPr/>
              <p:nvPr userDrawn="1"/>
            </p:nvCxnSpPr>
            <p:spPr bwMode="auto">
              <a:xfrm flipH="1">
                <a:off x="-109730" y="23139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9" name="Straight Connector 28">
                <a:extLst>
                  <a:ext uri="{FF2B5EF4-FFF2-40B4-BE49-F238E27FC236}">
                    <a16:creationId xmlns:a16="http://schemas.microsoft.com/office/drawing/2014/main" id="{47A74DF6-412C-6548-B80E-F7E7ED8433A9}"/>
                  </a:ext>
                </a:extLst>
              </p:cNvPr>
              <p:cNvCxnSpPr/>
              <p:nvPr userDrawn="1"/>
            </p:nvCxnSpPr>
            <p:spPr bwMode="auto">
              <a:xfrm flipH="1">
                <a:off x="-109730" y="489483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sp>
        <p:nvSpPr>
          <p:cNvPr id="61" name="Text Placeholder 5">
            <a:extLst>
              <a:ext uri="{FF2B5EF4-FFF2-40B4-BE49-F238E27FC236}">
                <a16:creationId xmlns:a16="http://schemas.microsoft.com/office/drawing/2014/main" id="{C62E2F97-D395-2E49-BD2C-64329569A56F}"/>
              </a:ext>
            </a:extLst>
          </p:cNvPr>
          <p:cNvSpPr>
            <a:spLocks noGrp="1"/>
          </p:cNvSpPr>
          <p:nvPr>
            <p:ph type="body" sz="quarter" idx="12"/>
          </p:nvPr>
        </p:nvSpPr>
        <p:spPr>
          <a:xfrm>
            <a:off x="212592" y="1719262"/>
            <a:ext cx="2450592" cy="4275137"/>
          </a:xfrm>
          <a:prstGeom prst="rect">
            <a:avLst/>
          </a:prstGeom>
        </p:spPr>
        <p:txBody>
          <a:bodyPr/>
          <a:lstStyle>
            <a:lvl1pPr>
              <a:buFontTx/>
              <a:buNone/>
              <a:defRPr sz="1600">
                <a:solidFill>
                  <a:srgbClr val="000000"/>
                </a:solidFill>
              </a:defRPr>
            </a:lvl1pPr>
            <a:lvl2pPr marL="228589" indent="-228589">
              <a:buFont typeface="Arial" panose="020B0604020202020204" pitchFamily="34" charset="0"/>
              <a:buChar char="•"/>
              <a:defRPr sz="1600">
                <a:solidFill>
                  <a:schemeClr val="tx1"/>
                </a:solidFill>
              </a:defRPr>
            </a:lvl2pPr>
            <a:lvl3pPr>
              <a:buFont typeface="Arial" panose="020B0604020202020204" pitchFamily="34" charset="0"/>
              <a:buChar char="•"/>
              <a:defRPr sz="1600">
                <a:solidFill>
                  <a:schemeClr val="tx1"/>
                </a:solidFill>
              </a:defRPr>
            </a:lvl3pPr>
            <a:lvl4pPr marL="838158" indent="-258220">
              <a:buFont typeface="Arial" panose="020B0604020202020204" pitchFamily="34" charset="0"/>
              <a:buChar char="•"/>
              <a:defRPr sz="1600">
                <a:solidFill>
                  <a:schemeClr val="tx1"/>
                </a:solidFill>
              </a:defRPr>
            </a:lvl4pPr>
            <a:lvl5pPr marL="1070980" indent="-228589">
              <a:buFont typeface="Arial" panose="020B0604020202020204" pitchFamily="34" charset="0"/>
              <a:buChar char="•"/>
              <a:defRPr sz="1600">
                <a:solidFill>
                  <a:schemeClr val="tx1"/>
                </a:solidFill>
              </a:defRPr>
            </a:lvl5pPr>
          </a:lstStyle>
          <a:p>
            <a:pPr lvl="0"/>
            <a:r>
              <a:rPr lang="en-US" dirty="0"/>
              <a:t>Click to edit Master text styles</a:t>
            </a:r>
          </a:p>
          <a:p>
            <a:pPr lvl="1"/>
            <a:r>
              <a:rPr lang="en-US" dirty="0"/>
              <a:t>First level</a:t>
            </a:r>
          </a:p>
          <a:p>
            <a:pPr lvl="2"/>
            <a:r>
              <a:rPr lang="en-US" dirty="0"/>
              <a:t>Second level</a:t>
            </a:r>
          </a:p>
          <a:p>
            <a:pPr lvl="3"/>
            <a:r>
              <a:rPr lang="en-US" dirty="0"/>
              <a:t>Third level</a:t>
            </a:r>
          </a:p>
          <a:p>
            <a:pPr lvl="4"/>
            <a:r>
              <a:rPr lang="en-US" dirty="0"/>
              <a:t>Fourth level</a:t>
            </a:r>
          </a:p>
        </p:txBody>
      </p:sp>
      <p:sp>
        <p:nvSpPr>
          <p:cNvPr id="67" name="Text Placeholder 5">
            <a:extLst>
              <a:ext uri="{FF2B5EF4-FFF2-40B4-BE49-F238E27FC236}">
                <a16:creationId xmlns:a16="http://schemas.microsoft.com/office/drawing/2014/main" id="{57364463-6680-BC40-BC8B-C2E058B0972A}"/>
              </a:ext>
            </a:extLst>
          </p:cNvPr>
          <p:cNvSpPr>
            <a:spLocks noGrp="1"/>
          </p:cNvSpPr>
          <p:nvPr>
            <p:ph type="body" sz="quarter" idx="13"/>
          </p:nvPr>
        </p:nvSpPr>
        <p:spPr>
          <a:xfrm>
            <a:off x="3260592" y="1719262"/>
            <a:ext cx="2450592" cy="4275137"/>
          </a:xfrm>
          <a:prstGeom prst="rect">
            <a:avLst/>
          </a:prstGeom>
        </p:spPr>
        <p:txBody>
          <a:bodyPr/>
          <a:lstStyle>
            <a:lvl1pPr>
              <a:buFont typeface="Arial" panose="020B0604020202020204" pitchFamily="34" charset="0"/>
              <a:buNone/>
              <a:defRPr sz="1600">
                <a:solidFill>
                  <a:srgbClr val="000000"/>
                </a:solidFill>
              </a:defRPr>
            </a:lvl1pPr>
            <a:lvl2pPr marL="228589" indent="-228589">
              <a:buFont typeface="Arial" panose="020B0604020202020204" pitchFamily="34" charset="0"/>
              <a:buChar char="•"/>
              <a:defRPr sz="1600">
                <a:solidFill>
                  <a:schemeClr val="tx1"/>
                </a:solidFill>
              </a:defRPr>
            </a:lvl2pPr>
            <a:lvl3pPr>
              <a:buFont typeface="Arial" panose="020B0604020202020204" pitchFamily="34" charset="0"/>
              <a:buChar char="•"/>
              <a:defRPr sz="1600">
                <a:solidFill>
                  <a:schemeClr val="tx1"/>
                </a:solidFill>
              </a:defRPr>
            </a:lvl3pPr>
            <a:lvl4pPr marL="838158" indent="-258220">
              <a:buFont typeface="Arial" panose="020B0604020202020204" pitchFamily="34" charset="0"/>
              <a:buChar char="•"/>
              <a:defRPr sz="1600">
                <a:solidFill>
                  <a:schemeClr val="tx1"/>
                </a:solidFill>
              </a:defRPr>
            </a:lvl4pPr>
            <a:lvl5pPr marL="1070980" indent="-228589">
              <a:buFont typeface="Arial" panose="020B0604020202020204" pitchFamily="34" charset="0"/>
              <a:buChar char="•"/>
              <a:defRPr sz="1600">
                <a:solidFill>
                  <a:schemeClr val="tx1"/>
                </a:solidFill>
              </a:defRPr>
            </a:lvl5pPr>
          </a:lstStyle>
          <a:p>
            <a:pPr lvl="0"/>
            <a:r>
              <a:rPr lang="en-US" dirty="0"/>
              <a:t>Click to edit Master text styles</a:t>
            </a:r>
          </a:p>
          <a:p>
            <a:pPr lvl="1"/>
            <a:r>
              <a:rPr lang="en-US" dirty="0"/>
              <a:t>First level</a:t>
            </a:r>
          </a:p>
          <a:p>
            <a:pPr lvl="2"/>
            <a:r>
              <a:rPr lang="en-US" dirty="0"/>
              <a:t>Second level</a:t>
            </a:r>
          </a:p>
          <a:p>
            <a:pPr lvl="3"/>
            <a:r>
              <a:rPr lang="en-US" dirty="0"/>
              <a:t>Third level</a:t>
            </a:r>
          </a:p>
          <a:p>
            <a:pPr lvl="4"/>
            <a:r>
              <a:rPr lang="en-US" dirty="0"/>
              <a:t>Fourth level</a:t>
            </a:r>
          </a:p>
        </p:txBody>
      </p:sp>
      <p:sp>
        <p:nvSpPr>
          <p:cNvPr id="68" name="Text Placeholder 5">
            <a:extLst>
              <a:ext uri="{FF2B5EF4-FFF2-40B4-BE49-F238E27FC236}">
                <a16:creationId xmlns:a16="http://schemas.microsoft.com/office/drawing/2014/main" id="{66A15CCD-1119-D144-9AE2-FBCE011A08D2}"/>
              </a:ext>
            </a:extLst>
          </p:cNvPr>
          <p:cNvSpPr>
            <a:spLocks noGrp="1"/>
          </p:cNvSpPr>
          <p:nvPr>
            <p:ph type="body" sz="quarter" idx="14"/>
          </p:nvPr>
        </p:nvSpPr>
        <p:spPr>
          <a:xfrm>
            <a:off x="6313100" y="1719262"/>
            <a:ext cx="2450592" cy="4275137"/>
          </a:xfrm>
          <a:prstGeom prst="rect">
            <a:avLst/>
          </a:prstGeom>
        </p:spPr>
        <p:txBody>
          <a:bodyPr/>
          <a:lstStyle>
            <a:lvl1pPr>
              <a:buFont typeface="Arial" panose="020B0604020202020204" pitchFamily="34" charset="0"/>
              <a:buNone/>
              <a:defRPr sz="1600">
                <a:solidFill>
                  <a:srgbClr val="000000"/>
                </a:solidFill>
              </a:defRPr>
            </a:lvl1pPr>
            <a:lvl2pPr marL="228589" indent="-228589">
              <a:buFont typeface="Arial" panose="020B0604020202020204" pitchFamily="34" charset="0"/>
              <a:buChar char="•"/>
              <a:defRPr sz="1600">
                <a:solidFill>
                  <a:schemeClr val="tx1"/>
                </a:solidFill>
              </a:defRPr>
            </a:lvl2pPr>
            <a:lvl3pPr>
              <a:defRPr sz="1600">
                <a:solidFill>
                  <a:schemeClr val="tx1"/>
                </a:solidFill>
              </a:defRPr>
            </a:lvl3pPr>
            <a:lvl4pPr marL="838158" indent="-258220">
              <a:buFont typeface="Arial" panose="020B0604020202020204" pitchFamily="34" charset="0"/>
              <a:buChar char="•"/>
              <a:defRPr sz="1600">
                <a:solidFill>
                  <a:schemeClr val="tx1"/>
                </a:solidFill>
              </a:defRPr>
            </a:lvl4pPr>
            <a:lvl5pPr marL="1070980" indent="-228589">
              <a:buFont typeface="Arial" panose="020B0604020202020204" pitchFamily="34" charset="0"/>
              <a:buChar char="•"/>
              <a:defRPr sz="1600">
                <a:solidFill>
                  <a:schemeClr val="tx1"/>
                </a:solidFill>
              </a:defRPr>
            </a:lvl5pPr>
          </a:lstStyle>
          <a:p>
            <a:pPr lvl="0"/>
            <a:r>
              <a:rPr lang="en-US" dirty="0"/>
              <a:t>Click to edit Master text styles</a:t>
            </a:r>
          </a:p>
          <a:p>
            <a:pPr lvl="1"/>
            <a:r>
              <a:rPr lang="en-US" dirty="0"/>
              <a:t>First level</a:t>
            </a:r>
          </a:p>
          <a:p>
            <a:pPr lvl="2"/>
            <a:r>
              <a:rPr lang="en-US" dirty="0"/>
              <a:t>Second level</a:t>
            </a:r>
          </a:p>
          <a:p>
            <a:pPr lvl="3"/>
            <a:r>
              <a:rPr lang="en-US" dirty="0"/>
              <a:t>Third level</a:t>
            </a:r>
          </a:p>
          <a:p>
            <a:pPr lvl="4"/>
            <a:r>
              <a:rPr lang="en-US" dirty="0"/>
              <a:t>Fourth level</a:t>
            </a:r>
          </a:p>
        </p:txBody>
      </p:sp>
      <p:sp>
        <p:nvSpPr>
          <p:cNvPr id="69" name="Text Placeholder 5">
            <a:extLst>
              <a:ext uri="{FF2B5EF4-FFF2-40B4-BE49-F238E27FC236}">
                <a16:creationId xmlns:a16="http://schemas.microsoft.com/office/drawing/2014/main" id="{16B460DF-1B56-D04B-8DCC-A91ECF065D86}"/>
              </a:ext>
            </a:extLst>
          </p:cNvPr>
          <p:cNvSpPr>
            <a:spLocks noGrp="1"/>
          </p:cNvSpPr>
          <p:nvPr>
            <p:ph type="body" sz="quarter" idx="15"/>
          </p:nvPr>
        </p:nvSpPr>
        <p:spPr>
          <a:xfrm>
            <a:off x="9356592" y="1719262"/>
            <a:ext cx="2450592" cy="4275137"/>
          </a:xfrm>
          <a:prstGeom prst="rect">
            <a:avLst/>
          </a:prstGeom>
        </p:spPr>
        <p:txBody>
          <a:bodyPr/>
          <a:lstStyle>
            <a:lvl1pPr>
              <a:buFont typeface="Arial" panose="020B0604020202020204" pitchFamily="34" charset="0"/>
              <a:buNone/>
              <a:defRPr sz="1600">
                <a:solidFill>
                  <a:srgbClr val="000000"/>
                </a:solidFill>
              </a:defRPr>
            </a:lvl1pPr>
            <a:lvl2pPr marL="228589" indent="-228589">
              <a:buFont typeface="Arial" panose="020B0604020202020204" pitchFamily="34" charset="0"/>
              <a:buChar char="•"/>
              <a:defRPr sz="1600">
                <a:solidFill>
                  <a:schemeClr val="tx1"/>
                </a:solidFill>
              </a:defRPr>
            </a:lvl2pPr>
            <a:lvl3pPr marL="457178" indent="-188374">
              <a:buFont typeface="Arial" panose="020B0604020202020204" pitchFamily="34" charset="0"/>
              <a:buChar char="•"/>
              <a:defRPr sz="1600">
                <a:solidFill>
                  <a:schemeClr val="tx1"/>
                </a:solidFill>
              </a:defRPr>
            </a:lvl3pPr>
            <a:lvl4pPr marL="838158" indent="-258220">
              <a:buFont typeface="Arial" panose="020B0604020202020204" pitchFamily="34" charset="0"/>
              <a:buChar char="•"/>
              <a:defRPr sz="1600">
                <a:solidFill>
                  <a:schemeClr val="tx1"/>
                </a:solidFill>
              </a:defRPr>
            </a:lvl4pPr>
            <a:lvl5pPr marL="1070980" indent="-228589">
              <a:buFont typeface="Arial" panose="020B0604020202020204" pitchFamily="34" charset="0"/>
              <a:buChar char="•"/>
              <a:defRPr sz="1600">
                <a:solidFill>
                  <a:schemeClr val="tx1"/>
                </a:solidFill>
              </a:defRPr>
            </a:lvl5pPr>
          </a:lstStyle>
          <a:p>
            <a:pPr lvl="0"/>
            <a:r>
              <a:rPr lang="en-US" dirty="0"/>
              <a:t>Click to edit Master text styles</a:t>
            </a:r>
          </a:p>
          <a:p>
            <a:pPr lvl="1"/>
            <a:r>
              <a:rPr lang="en-US" dirty="0"/>
              <a:t>First level</a:t>
            </a:r>
          </a:p>
          <a:p>
            <a:pPr lvl="2"/>
            <a:r>
              <a:rPr lang="en-US" dirty="0"/>
              <a:t>Second level</a:t>
            </a:r>
          </a:p>
          <a:p>
            <a:pPr lvl="3"/>
            <a:r>
              <a:rPr lang="en-US" dirty="0"/>
              <a:t>Third level</a:t>
            </a:r>
          </a:p>
          <a:p>
            <a:pPr lvl="4"/>
            <a:r>
              <a:rPr lang="en-US" dirty="0"/>
              <a:t>Fourth level</a:t>
            </a:r>
          </a:p>
        </p:txBody>
      </p:sp>
      <p:sp>
        <p:nvSpPr>
          <p:cNvPr id="63" name="Footer Placeholder 2">
            <a:extLst>
              <a:ext uri="{FF2B5EF4-FFF2-40B4-BE49-F238E27FC236}">
                <a16:creationId xmlns:a16="http://schemas.microsoft.com/office/drawing/2014/main" id="{0A526A98-90C3-574B-A813-674DDDCF0713}"/>
              </a:ext>
            </a:extLst>
          </p:cNvPr>
          <p:cNvSpPr>
            <a:spLocks noGrp="1"/>
          </p:cNvSpPr>
          <p:nvPr>
            <p:ph type="ftr" sz="quarter" idx="3"/>
          </p:nvPr>
        </p:nvSpPr>
        <p:spPr>
          <a:xfrm>
            <a:off x="9357843" y="334026"/>
            <a:ext cx="2438312" cy="546100"/>
          </a:xfrm>
          <a:prstGeom prst="rect">
            <a:avLst/>
          </a:prstGeom>
        </p:spPr>
        <p:txBody>
          <a:bodyPr anchor="b"/>
          <a:lstStyle>
            <a:lvl1pPr>
              <a:lnSpc>
                <a:spcPct val="150000"/>
              </a:lnSpc>
              <a:defRPr sz="1000" b="0" i="0">
                <a:solidFill>
                  <a:srgbClr val="50565B"/>
                </a:solidFill>
                <a:latin typeface="IBM Plex Sans" panose="020B0503050000000000" pitchFamily="34" charset="77"/>
              </a:defRPr>
            </a:lvl1pPr>
          </a:lstStyle>
          <a:p>
            <a:r>
              <a:rPr lang="en-US" b="1">
                <a:solidFill>
                  <a:schemeClr val="tx1"/>
                </a:solidFill>
                <a:latin typeface="IBM Plex Sans SmBld" panose="020B0503050000000000" pitchFamily="34" charset="77"/>
              </a:rPr>
              <a:t>Presentation title</a:t>
            </a:r>
          </a:p>
          <a:p>
            <a:r>
              <a:rPr lang="en-US"/>
              <a:t>IBM  |  Project/team name</a:t>
            </a:r>
            <a:endParaRPr lang="en-US" dirty="0"/>
          </a:p>
        </p:txBody>
      </p:sp>
      <p:sp>
        <p:nvSpPr>
          <p:cNvPr id="70" name="Text Placeholder 64">
            <a:extLst>
              <a:ext uri="{FF2B5EF4-FFF2-40B4-BE49-F238E27FC236}">
                <a16:creationId xmlns:a16="http://schemas.microsoft.com/office/drawing/2014/main" id="{882C4A60-FEF2-744A-BED9-7C1569A436C5}"/>
              </a:ext>
            </a:extLst>
          </p:cNvPr>
          <p:cNvSpPr>
            <a:spLocks noGrp="1"/>
          </p:cNvSpPr>
          <p:nvPr>
            <p:ph type="body" sz="quarter" idx="11" hasCustomPrompt="1"/>
          </p:nvPr>
        </p:nvSpPr>
        <p:spPr>
          <a:xfrm>
            <a:off x="228599" y="326929"/>
            <a:ext cx="5477689" cy="553198"/>
          </a:xfrm>
          <a:prstGeom prst="rect">
            <a:avLst/>
          </a:prstGeom>
        </p:spPr>
        <p:txBody>
          <a:bodyPr>
            <a:normAutofit/>
          </a:bodyPr>
          <a:lstStyle>
            <a:lvl1pPr>
              <a:defRPr sz="2400" b="0" i="0">
                <a:latin typeface="IBM Plex Sans" panose="020B0503050203000203" pitchFamily="34" charset="0"/>
              </a:defRPr>
            </a:lvl1pPr>
          </a:lstStyle>
          <a:p>
            <a:pPr lvl="0"/>
            <a:r>
              <a:rPr lang="en-US" dirty="0"/>
              <a:t>Slide title</a:t>
            </a:r>
          </a:p>
        </p:txBody>
      </p:sp>
    </p:spTree>
    <p:extLst>
      <p:ext uri="{BB962C8B-B14F-4D97-AF65-F5344CB8AC3E}">
        <p14:creationId xmlns:p14="http://schemas.microsoft.com/office/powerpoint/2010/main" val="152214551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Quote 01">
    <p:spTree>
      <p:nvGrpSpPr>
        <p:cNvPr id="1" name=""/>
        <p:cNvGrpSpPr/>
        <p:nvPr/>
      </p:nvGrpSpPr>
      <p:grpSpPr>
        <a:xfrm>
          <a:off x="0" y="0"/>
          <a:ext cx="0" cy="0"/>
          <a:chOff x="0" y="0"/>
          <a:chExt cx="0" cy="0"/>
        </a:xfrm>
      </p:grpSpPr>
      <p:sp>
        <p:nvSpPr>
          <p:cNvPr id="71" name="Rectangle 70">
            <a:extLst>
              <a:ext uri="{FF2B5EF4-FFF2-40B4-BE49-F238E27FC236}">
                <a16:creationId xmlns:a16="http://schemas.microsoft.com/office/drawing/2014/main" id="{E3D35D99-0C4E-AA47-B9B3-35527D214953}"/>
              </a:ext>
            </a:extLst>
          </p:cNvPr>
          <p:cNvSpPr/>
          <p:nvPr userDrawn="1"/>
        </p:nvSpPr>
        <p:spPr bwMode="auto">
          <a:xfrm>
            <a:off x="-24387" y="0"/>
            <a:ext cx="12216377" cy="6869801"/>
          </a:xfrm>
          <a:prstGeom prst="rect">
            <a:avLst/>
          </a:prstGeom>
          <a:solidFill>
            <a:srgbClr val="F2F4F8"/>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90000"/>
              </a:lnSpc>
              <a:spcBef>
                <a:spcPct val="0"/>
              </a:spcBef>
              <a:spcAft>
                <a:spcPct val="0"/>
              </a:spcAft>
              <a:buClrTx/>
              <a:buSzTx/>
              <a:buFontTx/>
              <a:buNone/>
              <a:tabLst/>
            </a:pPr>
            <a:endParaRPr kumimoji="0" lang="en-US" sz="2000" b="0" i="0" u="none" strike="noStrike" cap="none" normalizeH="0" baseline="0" dirty="0">
              <a:ln>
                <a:noFill/>
              </a:ln>
              <a:solidFill>
                <a:srgbClr val="191919"/>
              </a:solidFill>
              <a:effectLst/>
              <a:latin typeface="HelvNeue Light for IBM" pitchFamily="34" charset="0"/>
            </a:endParaRPr>
          </a:p>
        </p:txBody>
      </p:sp>
      <p:grpSp>
        <p:nvGrpSpPr>
          <p:cNvPr id="16" name="Group 15">
            <a:extLst>
              <a:ext uri="{FF2B5EF4-FFF2-40B4-BE49-F238E27FC236}">
                <a16:creationId xmlns:a16="http://schemas.microsoft.com/office/drawing/2014/main" id="{4E27F71D-749D-974B-AB68-C90C1F656661}"/>
              </a:ext>
            </a:extLst>
          </p:cNvPr>
          <p:cNvGrpSpPr/>
          <p:nvPr userDrawn="1"/>
        </p:nvGrpSpPr>
        <p:grpSpPr>
          <a:xfrm>
            <a:off x="-146307" y="-147320"/>
            <a:ext cx="12485627" cy="7152640"/>
            <a:chOff x="-109730" y="-110490"/>
            <a:chExt cx="9364220" cy="5364480"/>
          </a:xfrm>
        </p:grpSpPr>
        <p:grpSp>
          <p:nvGrpSpPr>
            <p:cNvPr id="17" name="Group 16">
              <a:extLst>
                <a:ext uri="{FF2B5EF4-FFF2-40B4-BE49-F238E27FC236}">
                  <a16:creationId xmlns:a16="http://schemas.microsoft.com/office/drawing/2014/main" id="{7033ABDB-33FA-424A-8022-BE25064AAE9B}"/>
                </a:ext>
              </a:extLst>
            </p:cNvPr>
            <p:cNvGrpSpPr/>
            <p:nvPr userDrawn="1"/>
          </p:nvGrpSpPr>
          <p:grpSpPr>
            <a:xfrm>
              <a:off x="228600" y="-110490"/>
              <a:ext cx="8686732" cy="91440"/>
              <a:chOff x="228600" y="-152400"/>
              <a:chExt cx="8686732" cy="152400"/>
            </a:xfrm>
          </p:grpSpPr>
          <p:cxnSp>
            <p:nvCxnSpPr>
              <p:cNvPr id="50" name="Straight Connector 49">
                <a:extLst>
                  <a:ext uri="{FF2B5EF4-FFF2-40B4-BE49-F238E27FC236}">
                    <a16:creationId xmlns:a16="http://schemas.microsoft.com/office/drawing/2014/main" id="{E028FABC-C57C-0B4D-ADC6-F0D9AC86E7C9}"/>
                  </a:ext>
                </a:extLst>
              </p:cNvPr>
              <p:cNvCxnSpPr/>
              <p:nvPr userDrawn="1"/>
            </p:nvCxnSpPr>
            <p:spPr bwMode="auto">
              <a:xfrm rot="5400000" flipH="1">
                <a:off x="152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1" name="Straight Connector 50">
                <a:extLst>
                  <a:ext uri="{FF2B5EF4-FFF2-40B4-BE49-F238E27FC236}">
                    <a16:creationId xmlns:a16="http://schemas.microsoft.com/office/drawing/2014/main" id="{CCE52FE3-158F-D14E-B6AE-3EE847C02A23}"/>
                  </a:ext>
                </a:extLst>
              </p:cNvPr>
              <p:cNvCxnSpPr/>
              <p:nvPr userDrawn="1"/>
            </p:nvCxnSpPr>
            <p:spPr bwMode="auto">
              <a:xfrm rot="5400000" flipH="1">
                <a:off x="1981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2" name="Straight Connector 51">
                <a:extLst>
                  <a:ext uri="{FF2B5EF4-FFF2-40B4-BE49-F238E27FC236}">
                    <a16:creationId xmlns:a16="http://schemas.microsoft.com/office/drawing/2014/main" id="{C6326F37-4F20-A241-8AC4-D933542FB91D}"/>
                  </a:ext>
                </a:extLst>
              </p:cNvPr>
              <p:cNvCxnSpPr/>
              <p:nvPr userDrawn="1"/>
            </p:nvCxnSpPr>
            <p:spPr bwMode="auto">
              <a:xfrm rot="5400000" flipH="1">
                <a:off x="2209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3" name="Straight Connector 52">
                <a:extLst>
                  <a:ext uri="{FF2B5EF4-FFF2-40B4-BE49-F238E27FC236}">
                    <a16:creationId xmlns:a16="http://schemas.microsoft.com/office/drawing/2014/main" id="{193EAF95-D519-4A43-A5B7-8F152B7AAAF3}"/>
                  </a:ext>
                </a:extLst>
              </p:cNvPr>
              <p:cNvCxnSpPr/>
              <p:nvPr userDrawn="1"/>
            </p:nvCxnSpPr>
            <p:spPr bwMode="auto">
              <a:xfrm rot="5400000" flipH="1">
                <a:off x="2438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4" name="Straight Connector 53">
                <a:extLst>
                  <a:ext uri="{FF2B5EF4-FFF2-40B4-BE49-F238E27FC236}">
                    <a16:creationId xmlns:a16="http://schemas.microsoft.com/office/drawing/2014/main" id="{63D1F6C8-6E33-8445-84CD-22391B38AE2F}"/>
                  </a:ext>
                </a:extLst>
              </p:cNvPr>
              <p:cNvCxnSpPr/>
              <p:nvPr userDrawn="1"/>
            </p:nvCxnSpPr>
            <p:spPr bwMode="auto">
              <a:xfrm rot="5400000" flipH="1">
                <a:off x="4267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5" name="Straight Connector 54">
                <a:extLst>
                  <a:ext uri="{FF2B5EF4-FFF2-40B4-BE49-F238E27FC236}">
                    <a16:creationId xmlns:a16="http://schemas.microsoft.com/office/drawing/2014/main" id="{7CC00B75-D288-0546-90E6-0FAF60915429}"/>
                  </a:ext>
                </a:extLst>
              </p:cNvPr>
              <p:cNvCxnSpPr/>
              <p:nvPr userDrawn="1"/>
            </p:nvCxnSpPr>
            <p:spPr bwMode="auto">
              <a:xfrm rot="5400000" flipH="1">
                <a:off x="4495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6" name="Straight Connector 55">
                <a:extLst>
                  <a:ext uri="{FF2B5EF4-FFF2-40B4-BE49-F238E27FC236}">
                    <a16:creationId xmlns:a16="http://schemas.microsoft.com/office/drawing/2014/main" id="{9E943793-FE0F-6F4D-98F4-B9E3837BCA91}"/>
                  </a:ext>
                </a:extLst>
              </p:cNvPr>
              <p:cNvCxnSpPr/>
              <p:nvPr userDrawn="1"/>
            </p:nvCxnSpPr>
            <p:spPr bwMode="auto">
              <a:xfrm rot="5400000" flipH="1">
                <a:off x="4724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7" name="Straight Connector 56">
                <a:extLst>
                  <a:ext uri="{FF2B5EF4-FFF2-40B4-BE49-F238E27FC236}">
                    <a16:creationId xmlns:a16="http://schemas.microsoft.com/office/drawing/2014/main" id="{B1C729D8-F1AE-2C45-BF73-3BFD621F4038}"/>
                  </a:ext>
                </a:extLst>
              </p:cNvPr>
              <p:cNvCxnSpPr/>
              <p:nvPr userDrawn="1"/>
            </p:nvCxnSpPr>
            <p:spPr bwMode="auto">
              <a:xfrm rot="5400000" flipH="1">
                <a:off x="6553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8" name="Straight Connector 57">
                <a:extLst>
                  <a:ext uri="{FF2B5EF4-FFF2-40B4-BE49-F238E27FC236}">
                    <a16:creationId xmlns:a16="http://schemas.microsoft.com/office/drawing/2014/main" id="{773341F0-E3B3-EB42-A739-32107097206A}"/>
                  </a:ext>
                </a:extLst>
              </p:cNvPr>
              <p:cNvCxnSpPr/>
              <p:nvPr userDrawn="1"/>
            </p:nvCxnSpPr>
            <p:spPr bwMode="auto">
              <a:xfrm rot="5400000" flipH="1">
                <a:off x="6781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9" name="Straight Connector 58">
                <a:extLst>
                  <a:ext uri="{FF2B5EF4-FFF2-40B4-BE49-F238E27FC236}">
                    <a16:creationId xmlns:a16="http://schemas.microsoft.com/office/drawing/2014/main" id="{89EDDA5B-8572-C545-8DFA-ABC33664C7A1}"/>
                  </a:ext>
                </a:extLst>
              </p:cNvPr>
              <p:cNvCxnSpPr/>
              <p:nvPr userDrawn="1"/>
            </p:nvCxnSpPr>
            <p:spPr bwMode="auto">
              <a:xfrm rot="5400000" flipH="1">
                <a:off x="7010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0" name="Straight Connector 59">
                <a:extLst>
                  <a:ext uri="{FF2B5EF4-FFF2-40B4-BE49-F238E27FC236}">
                    <a16:creationId xmlns:a16="http://schemas.microsoft.com/office/drawing/2014/main" id="{E0B85CAB-A5A1-6546-BA39-1598C1A1BF64}"/>
                  </a:ext>
                </a:extLst>
              </p:cNvPr>
              <p:cNvCxnSpPr/>
              <p:nvPr userDrawn="1"/>
            </p:nvCxnSpPr>
            <p:spPr bwMode="auto">
              <a:xfrm rot="5400000" flipH="1">
                <a:off x="8839132"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18" name="Group 17">
              <a:extLst>
                <a:ext uri="{FF2B5EF4-FFF2-40B4-BE49-F238E27FC236}">
                  <a16:creationId xmlns:a16="http://schemas.microsoft.com/office/drawing/2014/main" id="{4EE9C99B-7B10-AE41-8B1B-D8508EC96D36}"/>
                </a:ext>
              </a:extLst>
            </p:cNvPr>
            <p:cNvGrpSpPr/>
            <p:nvPr userDrawn="1"/>
          </p:nvGrpSpPr>
          <p:grpSpPr>
            <a:xfrm>
              <a:off x="228600" y="5162550"/>
              <a:ext cx="8686732" cy="91440"/>
              <a:chOff x="228600" y="5143500"/>
              <a:chExt cx="8686732" cy="152400"/>
            </a:xfrm>
          </p:grpSpPr>
          <p:cxnSp>
            <p:nvCxnSpPr>
              <p:cNvPr id="39" name="Straight Connector 38">
                <a:extLst>
                  <a:ext uri="{FF2B5EF4-FFF2-40B4-BE49-F238E27FC236}">
                    <a16:creationId xmlns:a16="http://schemas.microsoft.com/office/drawing/2014/main" id="{C65EA58F-D486-A749-9B47-9DD071000D4F}"/>
                  </a:ext>
                </a:extLst>
              </p:cNvPr>
              <p:cNvCxnSpPr/>
              <p:nvPr userDrawn="1"/>
            </p:nvCxnSpPr>
            <p:spPr bwMode="auto">
              <a:xfrm rot="5400000" flipH="1">
                <a:off x="152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9056486B-3E88-1F4E-A5B6-71F9C8038505}"/>
                  </a:ext>
                </a:extLst>
              </p:cNvPr>
              <p:cNvCxnSpPr/>
              <p:nvPr userDrawn="1"/>
            </p:nvCxnSpPr>
            <p:spPr bwMode="auto">
              <a:xfrm rot="5400000" flipH="1">
                <a:off x="1981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1" name="Straight Connector 40">
                <a:extLst>
                  <a:ext uri="{FF2B5EF4-FFF2-40B4-BE49-F238E27FC236}">
                    <a16:creationId xmlns:a16="http://schemas.microsoft.com/office/drawing/2014/main" id="{8F54F4A3-648E-3146-B408-995E6916E7DD}"/>
                  </a:ext>
                </a:extLst>
              </p:cNvPr>
              <p:cNvCxnSpPr/>
              <p:nvPr userDrawn="1"/>
            </p:nvCxnSpPr>
            <p:spPr bwMode="auto">
              <a:xfrm rot="5400000" flipH="1">
                <a:off x="2209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2" name="Straight Connector 41">
                <a:extLst>
                  <a:ext uri="{FF2B5EF4-FFF2-40B4-BE49-F238E27FC236}">
                    <a16:creationId xmlns:a16="http://schemas.microsoft.com/office/drawing/2014/main" id="{1DB512CA-21A6-9E45-BA56-12B8F4FE801F}"/>
                  </a:ext>
                </a:extLst>
              </p:cNvPr>
              <p:cNvCxnSpPr/>
              <p:nvPr userDrawn="1"/>
            </p:nvCxnSpPr>
            <p:spPr bwMode="auto">
              <a:xfrm rot="5400000" flipH="1">
                <a:off x="2438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3" name="Straight Connector 42">
                <a:extLst>
                  <a:ext uri="{FF2B5EF4-FFF2-40B4-BE49-F238E27FC236}">
                    <a16:creationId xmlns:a16="http://schemas.microsoft.com/office/drawing/2014/main" id="{2BFB8868-99DE-1A45-8575-1EA11710057F}"/>
                  </a:ext>
                </a:extLst>
              </p:cNvPr>
              <p:cNvCxnSpPr/>
              <p:nvPr userDrawn="1"/>
            </p:nvCxnSpPr>
            <p:spPr bwMode="auto">
              <a:xfrm rot="5400000" flipH="1">
                <a:off x="4267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4" name="Straight Connector 43">
                <a:extLst>
                  <a:ext uri="{FF2B5EF4-FFF2-40B4-BE49-F238E27FC236}">
                    <a16:creationId xmlns:a16="http://schemas.microsoft.com/office/drawing/2014/main" id="{730DE9A1-D9BD-524C-BE6F-1D6659196FBC}"/>
                  </a:ext>
                </a:extLst>
              </p:cNvPr>
              <p:cNvCxnSpPr/>
              <p:nvPr userDrawn="1"/>
            </p:nvCxnSpPr>
            <p:spPr bwMode="auto">
              <a:xfrm rot="5400000" flipH="1">
                <a:off x="4495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5" name="Straight Connector 44">
                <a:extLst>
                  <a:ext uri="{FF2B5EF4-FFF2-40B4-BE49-F238E27FC236}">
                    <a16:creationId xmlns:a16="http://schemas.microsoft.com/office/drawing/2014/main" id="{5ABAF5C8-E725-FD45-80A0-6EC368BF88BA}"/>
                  </a:ext>
                </a:extLst>
              </p:cNvPr>
              <p:cNvCxnSpPr/>
              <p:nvPr userDrawn="1"/>
            </p:nvCxnSpPr>
            <p:spPr bwMode="auto">
              <a:xfrm rot="5400000" flipH="1">
                <a:off x="4724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6" name="Straight Connector 45">
                <a:extLst>
                  <a:ext uri="{FF2B5EF4-FFF2-40B4-BE49-F238E27FC236}">
                    <a16:creationId xmlns:a16="http://schemas.microsoft.com/office/drawing/2014/main" id="{EBC18DE6-803B-7541-908A-41F6D4494834}"/>
                  </a:ext>
                </a:extLst>
              </p:cNvPr>
              <p:cNvCxnSpPr/>
              <p:nvPr userDrawn="1"/>
            </p:nvCxnSpPr>
            <p:spPr bwMode="auto">
              <a:xfrm rot="5400000" flipH="1">
                <a:off x="6553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7" name="Straight Connector 46">
                <a:extLst>
                  <a:ext uri="{FF2B5EF4-FFF2-40B4-BE49-F238E27FC236}">
                    <a16:creationId xmlns:a16="http://schemas.microsoft.com/office/drawing/2014/main" id="{737A4750-B9D5-5049-A414-7844F44D2F08}"/>
                  </a:ext>
                </a:extLst>
              </p:cNvPr>
              <p:cNvCxnSpPr/>
              <p:nvPr userDrawn="1"/>
            </p:nvCxnSpPr>
            <p:spPr bwMode="auto">
              <a:xfrm rot="5400000" flipH="1">
                <a:off x="6781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8" name="Straight Connector 47">
                <a:extLst>
                  <a:ext uri="{FF2B5EF4-FFF2-40B4-BE49-F238E27FC236}">
                    <a16:creationId xmlns:a16="http://schemas.microsoft.com/office/drawing/2014/main" id="{11CC3856-9176-894C-9678-78854179B583}"/>
                  </a:ext>
                </a:extLst>
              </p:cNvPr>
              <p:cNvCxnSpPr/>
              <p:nvPr userDrawn="1"/>
            </p:nvCxnSpPr>
            <p:spPr bwMode="auto">
              <a:xfrm rot="5400000" flipH="1">
                <a:off x="7010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9" name="Straight Connector 48">
                <a:extLst>
                  <a:ext uri="{FF2B5EF4-FFF2-40B4-BE49-F238E27FC236}">
                    <a16:creationId xmlns:a16="http://schemas.microsoft.com/office/drawing/2014/main" id="{3A4EF373-8CC5-F948-AA7B-C5EF10137299}"/>
                  </a:ext>
                </a:extLst>
              </p:cNvPr>
              <p:cNvCxnSpPr/>
              <p:nvPr userDrawn="1"/>
            </p:nvCxnSpPr>
            <p:spPr bwMode="auto">
              <a:xfrm rot="5400000" flipH="1">
                <a:off x="8839132"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19" name="Group 18">
              <a:extLst>
                <a:ext uri="{FF2B5EF4-FFF2-40B4-BE49-F238E27FC236}">
                  <a16:creationId xmlns:a16="http://schemas.microsoft.com/office/drawing/2014/main" id="{5EDFECA7-68A0-C74C-8702-67F215F53507}"/>
                </a:ext>
              </a:extLst>
            </p:cNvPr>
            <p:cNvGrpSpPr/>
            <p:nvPr userDrawn="1"/>
          </p:nvGrpSpPr>
          <p:grpSpPr>
            <a:xfrm>
              <a:off x="-109730" y="237744"/>
              <a:ext cx="91440" cy="4664456"/>
              <a:chOff x="-109730" y="237744"/>
              <a:chExt cx="91440" cy="4664456"/>
            </a:xfrm>
          </p:grpSpPr>
          <p:cxnSp>
            <p:nvCxnSpPr>
              <p:cNvPr id="30" name="Straight Connector 29">
                <a:extLst>
                  <a:ext uri="{FF2B5EF4-FFF2-40B4-BE49-F238E27FC236}">
                    <a16:creationId xmlns:a16="http://schemas.microsoft.com/office/drawing/2014/main" id="{B42BDEDC-364B-EC4F-9B43-9C5105374A26}"/>
                  </a:ext>
                </a:extLst>
              </p:cNvPr>
              <p:cNvCxnSpPr/>
              <p:nvPr userDrawn="1"/>
            </p:nvCxnSpPr>
            <p:spPr bwMode="auto">
              <a:xfrm flipH="1">
                <a:off x="-109730" y="65379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1" name="Straight Connector 30">
                <a:extLst>
                  <a:ext uri="{FF2B5EF4-FFF2-40B4-BE49-F238E27FC236}">
                    <a16:creationId xmlns:a16="http://schemas.microsoft.com/office/drawing/2014/main" id="{82746AEA-B7EE-6A45-A324-2780C5387E8B}"/>
                  </a:ext>
                </a:extLst>
              </p:cNvPr>
              <p:cNvCxnSpPr/>
              <p:nvPr userDrawn="1"/>
            </p:nvCxnSpPr>
            <p:spPr bwMode="auto">
              <a:xfrm flipH="1">
                <a:off x="-109730" y="128930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2" name="Straight Connector 31">
                <a:extLst>
                  <a:ext uri="{FF2B5EF4-FFF2-40B4-BE49-F238E27FC236}">
                    <a16:creationId xmlns:a16="http://schemas.microsoft.com/office/drawing/2014/main" id="{10F57C53-2F79-4140-B8DD-CFF27135CAA8}"/>
                  </a:ext>
                </a:extLst>
              </p:cNvPr>
              <p:cNvCxnSpPr/>
              <p:nvPr userDrawn="1"/>
            </p:nvCxnSpPr>
            <p:spPr bwMode="auto">
              <a:xfrm flipH="1">
                <a:off x="-109730" y="192938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3" name="Straight Connector 32">
                <a:extLst>
                  <a:ext uri="{FF2B5EF4-FFF2-40B4-BE49-F238E27FC236}">
                    <a16:creationId xmlns:a16="http://schemas.microsoft.com/office/drawing/2014/main" id="{D0D1241B-3B6D-564B-92C0-5F79295699BA}"/>
                  </a:ext>
                </a:extLst>
              </p:cNvPr>
              <p:cNvCxnSpPr/>
              <p:nvPr userDrawn="1"/>
            </p:nvCxnSpPr>
            <p:spPr bwMode="auto">
              <a:xfrm flipH="1">
                <a:off x="-109730" y="2570990"/>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4" name="Straight Connector 33">
                <a:extLst>
                  <a:ext uri="{FF2B5EF4-FFF2-40B4-BE49-F238E27FC236}">
                    <a16:creationId xmlns:a16="http://schemas.microsoft.com/office/drawing/2014/main" id="{4F1A65E1-A6DD-0E48-9328-F63C08A91C80}"/>
                  </a:ext>
                </a:extLst>
              </p:cNvPr>
              <p:cNvCxnSpPr/>
              <p:nvPr userDrawn="1"/>
            </p:nvCxnSpPr>
            <p:spPr bwMode="auto">
              <a:xfrm flipH="1">
                <a:off x="-109730" y="320954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5" name="Straight Connector 34">
                <a:extLst>
                  <a:ext uri="{FF2B5EF4-FFF2-40B4-BE49-F238E27FC236}">
                    <a16:creationId xmlns:a16="http://schemas.microsoft.com/office/drawing/2014/main" id="{DF1A857E-0280-4D4D-8C5E-78EB4893E8F3}"/>
                  </a:ext>
                </a:extLst>
              </p:cNvPr>
              <p:cNvCxnSpPr/>
              <p:nvPr userDrawn="1"/>
            </p:nvCxnSpPr>
            <p:spPr bwMode="auto">
              <a:xfrm flipH="1">
                <a:off x="-109730" y="384962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6" name="Straight Connector 35">
                <a:extLst>
                  <a:ext uri="{FF2B5EF4-FFF2-40B4-BE49-F238E27FC236}">
                    <a16:creationId xmlns:a16="http://schemas.microsoft.com/office/drawing/2014/main" id="{32EE49FC-4AC3-D84D-B296-8260919A4AFB}"/>
                  </a:ext>
                </a:extLst>
              </p:cNvPr>
              <p:cNvCxnSpPr/>
              <p:nvPr userDrawn="1"/>
            </p:nvCxnSpPr>
            <p:spPr bwMode="auto">
              <a:xfrm flipH="1">
                <a:off x="-109730" y="449427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7" name="Straight Connector 36">
                <a:extLst>
                  <a:ext uri="{FF2B5EF4-FFF2-40B4-BE49-F238E27FC236}">
                    <a16:creationId xmlns:a16="http://schemas.microsoft.com/office/drawing/2014/main" id="{A036B8A6-5887-EB43-A589-E9B55309975E}"/>
                  </a:ext>
                </a:extLst>
              </p:cNvPr>
              <p:cNvCxnSpPr/>
              <p:nvPr userDrawn="1"/>
            </p:nvCxnSpPr>
            <p:spPr bwMode="auto">
              <a:xfrm flipH="1">
                <a:off x="-109730" y="23774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8" name="Straight Connector 37">
                <a:extLst>
                  <a:ext uri="{FF2B5EF4-FFF2-40B4-BE49-F238E27FC236}">
                    <a16:creationId xmlns:a16="http://schemas.microsoft.com/office/drawing/2014/main" id="{886C2E2E-F476-B64B-A78C-E2A4F068B019}"/>
                  </a:ext>
                </a:extLst>
              </p:cNvPr>
              <p:cNvCxnSpPr/>
              <p:nvPr userDrawn="1"/>
            </p:nvCxnSpPr>
            <p:spPr bwMode="auto">
              <a:xfrm flipH="1">
                <a:off x="-109730" y="4902200"/>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20" name="Group 19">
              <a:extLst>
                <a:ext uri="{FF2B5EF4-FFF2-40B4-BE49-F238E27FC236}">
                  <a16:creationId xmlns:a16="http://schemas.microsoft.com/office/drawing/2014/main" id="{568B7B3E-2365-FA48-B0BB-56705EDB6709}"/>
                </a:ext>
              </a:extLst>
            </p:cNvPr>
            <p:cNvGrpSpPr/>
            <p:nvPr userDrawn="1"/>
          </p:nvGrpSpPr>
          <p:grpSpPr>
            <a:xfrm>
              <a:off x="9163050" y="237744"/>
              <a:ext cx="91440" cy="4663440"/>
              <a:chOff x="-109730" y="231394"/>
              <a:chExt cx="91440" cy="4663440"/>
            </a:xfrm>
          </p:grpSpPr>
          <p:cxnSp>
            <p:nvCxnSpPr>
              <p:cNvPr id="21" name="Straight Connector 20">
                <a:extLst>
                  <a:ext uri="{FF2B5EF4-FFF2-40B4-BE49-F238E27FC236}">
                    <a16:creationId xmlns:a16="http://schemas.microsoft.com/office/drawing/2014/main" id="{F8CB4122-4D33-2A42-871B-AB33239DC529}"/>
                  </a:ext>
                </a:extLst>
              </p:cNvPr>
              <p:cNvCxnSpPr/>
              <p:nvPr userDrawn="1"/>
            </p:nvCxnSpPr>
            <p:spPr bwMode="auto">
              <a:xfrm flipH="1">
                <a:off x="-109730" y="64744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E1272E41-0FA7-6B41-B356-7A2B88AC448F}"/>
                  </a:ext>
                </a:extLst>
              </p:cNvPr>
              <p:cNvCxnSpPr/>
              <p:nvPr userDrawn="1"/>
            </p:nvCxnSpPr>
            <p:spPr bwMode="auto">
              <a:xfrm flipH="1">
                <a:off x="-109730" y="128295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3" name="Straight Connector 22">
                <a:extLst>
                  <a:ext uri="{FF2B5EF4-FFF2-40B4-BE49-F238E27FC236}">
                    <a16:creationId xmlns:a16="http://schemas.microsoft.com/office/drawing/2014/main" id="{784B5EE1-D003-1F47-8D33-3E312E35B1E7}"/>
                  </a:ext>
                </a:extLst>
              </p:cNvPr>
              <p:cNvCxnSpPr/>
              <p:nvPr userDrawn="1"/>
            </p:nvCxnSpPr>
            <p:spPr bwMode="auto">
              <a:xfrm flipH="1">
                <a:off x="-109730" y="192303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4" name="Straight Connector 23">
                <a:extLst>
                  <a:ext uri="{FF2B5EF4-FFF2-40B4-BE49-F238E27FC236}">
                    <a16:creationId xmlns:a16="http://schemas.microsoft.com/office/drawing/2014/main" id="{571409CD-4C1B-8E45-ACF9-86D270DA7692}"/>
                  </a:ext>
                </a:extLst>
              </p:cNvPr>
              <p:cNvCxnSpPr/>
              <p:nvPr userDrawn="1"/>
            </p:nvCxnSpPr>
            <p:spPr bwMode="auto">
              <a:xfrm flipH="1">
                <a:off x="-109730" y="256311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5" name="Straight Connector 24">
                <a:extLst>
                  <a:ext uri="{FF2B5EF4-FFF2-40B4-BE49-F238E27FC236}">
                    <a16:creationId xmlns:a16="http://schemas.microsoft.com/office/drawing/2014/main" id="{A131086F-34E8-8C46-8C5C-6BAA87172E82}"/>
                  </a:ext>
                </a:extLst>
              </p:cNvPr>
              <p:cNvCxnSpPr/>
              <p:nvPr userDrawn="1"/>
            </p:nvCxnSpPr>
            <p:spPr bwMode="auto">
              <a:xfrm flipH="1">
                <a:off x="-109730" y="320319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6" name="Straight Connector 25">
                <a:extLst>
                  <a:ext uri="{FF2B5EF4-FFF2-40B4-BE49-F238E27FC236}">
                    <a16:creationId xmlns:a16="http://schemas.microsoft.com/office/drawing/2014/main" id="{0A42B631-F25C-F54E-B854-80328E4DFBBC}"/>
                  </a:ext>
                </a:extLst>
              </p:cNvPr>
              <p:cNvCxnSpPr/>
              <p:nvPr userDrawn="1"/>
            </p:nvCxnSpPr>
            <p:spPr bwMode="auto">
              <a:xfrm flipH="1">
                <a:off x="-109730" y="384327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7" name="Straight Connector 26">
                <a:extLst>
                  <a:ext uri="{FF2B5EF4-FFF2-40B4-BE49-F238E27FC236}">
                    <a16:creationId xmlns:a16="http://schemas.microsoft.com/office/drawing/2014/main" id="{08D46B81-A248-A847-9183-C6BC43C53E85}"/>
                  </a:ext>
                </a:extLst>
              </p:cNvPr>
              <p:cNvCxnSpPr/>
              <p:nvPr userDrawn="1"/>
            </p:nvCxnSpPr>
            <p:spPr bwMode="auto">
              <a:xfrm flipH="1">
                <a:off x="-109730" y="448792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86FA5BE4-E196-EC4A-BC7A-95A47060EE08}"/>
                  </a:ext>
                </a:extLst>
              </p:cNvPr>
              <p:cNvCxnSpPr/>
              <p:nvPr userDrawn="1"/>
            </p:nvCxnSpPr>
            <p:spPr bwMode="auto">
              <a:xfrm flipH="1">
                <a:off x="-109730" y="23139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9" name="Straight Connector 28">
                <a:extLst>
                  <a:ext uri="{FF2B5EF4-FFF2-40B4-BE49-F238E27FC236}">
                    <a16:creationId xmlns:a16="http://schemas.microsoft.com/office/drawing/2014/main" id="{47A74DF6-412C-6548-B80E-F7E7ED8433A9}"/>
                  </a:ext>
                </a:extLst>
              </p:cNvPr>
              <p:cNvCxnSpPr/>
              <p:nvPr userDrawn="1"/>
            </p:nvCxnSpPr>
            <p:spPr bwMode="auto">
              <a:xfrm flipH="1">
                <a:off x="-109730" y="489483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sp>
        <p:nvSpPr>
          <p:cNvPr id="65" name="Footer Placeholder 2">
            <a:extLst>
              <a:ext uri="{FF2B5EF4-FFF2-40B4-BE49-F238E27FC236}">
                <a16:creationId xmlns:a16="http://schemas.microsoft.com/office/drawing/2014/main" id="{AB738BF7-2002-6F4E-A9C7-DCD39685C385}"/>
              </a:ext>
            </a:extLst>
          </p:cNvPr>
          <p:cNvSpPr>
            <a:spLocks noGrp="1"/>
          </p:cNvSpPr>
          <p:nvPr>
            <p:ph type="ftr" sz="quarter" idx="3"/>
          </p:nvPr>
        </p:nvSpPr>
        <p:spPr>
          <a:xfrm>
            <a:off x="210312" y="6129559"/>
            <a:ext cx="2438312" cy="576041"/>
          </a:xfrm>
          <a:prstGeom prst="rect">
            <a:avLst/>
          </a:prstGeom>
        </p:spPr>
        <p:txBody>
          <a:bodyPr anchor="t"/>
          <a:lstStyle>
            <a:lvl1pPr>
              <a:defRPr sz="1000" b="0" i="0">
                <a:solidFill>
                  <a:srgbClr val="50565B"/>
                </a:solidFill>
                <a:latin typeface="IBM Plex Sans" panose="020B0503050000000000" pitchFamily="34" charset="77"/>
              </a:defRPr>
            </a:lvl1pPr>
          </a:lstStyle>
          <a:p>
            <a:r>
              <a:rPr lang="en-US" b="1">
                <a:solidFill>
                  <a:schemeClr val="tx1"/>
                </a:solidFill>
                <a:latin typeface="IBM Plex Sans SmBld" panose="020B0503050000000000" pitchFamily="34" charset="77"/>
              </a:rPr>
              <a:t>Presentation title</a:t>
            </a:r>
          </a:p>
          <a:p>
            <a:pPr>
              <a:lnSpc>
                <a:spcPct val="150000"/>
              </a:lnSpc>
            </a:pPr>
            <a:r>
              <a:rPr lang="en-US"/>
              <a:t>IBM  |  Project/team name</a:t>
            </a:r>
            <a:endParaRPr lang="en-US" dirty="0"/>
          </a:p>
        </p:txBody>
      </p:sp>
      <p:sp>
        <p:nvSpPr>
          <p:cNvPr id="61" name="Text Placeholder 64">
            <a:extLst>
              <a:ext uri="{FF2B5EF4-FFF2-40B4-BE49-F238E27FC236}">
                <a16:creationId xmlns:a16="http://schemas.microsoft.com/office/drawing/2014/main" id="{2B5FCD0B-13BD-1A45-A261-582109F5B12E}"/>
              </a:ext>
            </a:extLst>
          </p:cNvPr>
          <p:cNvSpPr>
            <a:spLocks noGrp="1"/>
          </p:cNvSpPr>
          <p:nvPr>
            <p:ph type="body" sz="quarter" idx="10" hasCustomPrompt="1"/>
          </p:nvPr>
        </p:nvSpPr>
        <p:spPr>
          <a:xfrm>
            <a:off x="186517" y="1719262"/>
            <a:ext cx="5865618" cy="2560127"/>
          </a:xfrm>
          <a:prstGeom prst="rect">
            <a:avLst/>
          </a:prstGeom>
        </p:spPr>
        <p:txBody>
          <a:bodyPr>
            <a:normAutofit/>
          </a:bodyPr>
          <a:lstStyle>
            <a:lvl1pPr>
              <a:defRPr sz="3200" b="0" i="1">
                <a:solidFill>
                  <a:schemeClr val="tx1"/>
                </a:solidFill>
                <a:latin typeface="IBM Plex Sans" panose="020B0503050203000203" pitchFamily="34" charset="0"/>
              </a:defRPr>
            </a:lvl1pPr>
          </a:lstStyle>
          <a:p>
            <a:pPr lvl="0"/>
            <a:r>
              <a:rPr lang="en-US" dirty="0"/>
              <a:t>Good design is good business.</a:t>
            </a:r>
          </a:p>
        </p:txBody>
      </p:sp>
      <p:sp>
        <p:nvSpPr>
          <p:cNvPr id="64" name="Text Placeholder 64">
            <a:extLst>
              <a:ext uri="{FF2B5EF4-FFF2-40B4-BE49-F238E27FC236}">
                <a16:creationId xmlns:a16="http://schemas.microsoft.com/office/drawing/2014/main" id="{08F1EC58-8962-884F-870F-4A654C9537F9}"/>
              </a:ext>
            </a:extLst>
          </p:cNvPr>
          <p:cNvSpPr>
            <a:spLocks noGrp="1"/>
          </p:cNvSpPr>
          <p:nvPr>
            <p:ph type="body" sz="quarter" idx="12" hasCustomPrompt="1"/>
          </p:nvPr>
        </p:nvSpPr>
        <p:spPr>
          <a:xfrm>
            <a:off x="186517" y="2413854"/>
            <a:ext cx="5865618" cy="507326"/>
          </a:xfrm>
          <a:prstGeom prst="rect">
            <a:avLst/>
          </a:prstGeom>
        </p:spPr>
        <p:txBody>
          <a:bodyPr>
            <a:normAutofit/>
          </a:bodyPr>
          <a:lstStyle>
            <a:lvl1pPr>
              <a:defRPr sz="1600" b="0" i="0">
                <a:solidFill>
                  <a:schemeClr val="tx1"/>
                </a:solidFill>
                <a:latin typeface="+mj-lt"/>
              </a:defRPr>
            </a:lvl1pPr>
          </a:lstStyle>
          <a:p>
            <a:r>
              <a:rPr lang="en-US" dirty="0"/>
              <a:t>- Thomas J. Watson</a:t>
            </a:r>
          </a:p>
        </p:txBody>
      </p:sp>
      <p:sp>
        <p:nvSpPr>
          <p:cNvPr id="67" name="Text Placeholder 64">
            <a:extLst>
              <a:ext uri="{FF2B5EF4-FFF2-40B4-BE49-F238E27FC236}">
                <a16:creationId xmlns:a16="http://schemas.microsoft.com/office/drawing/2014/main" id="{9F7BA40D-D499-0842-AD81-16DF63F43950}"/>
              </a:ext>
            </a:extLst>
          </p:cNvPr>
          <p:cNvSpPr>
            <a:spLocks noGrp="1"/>
          </p:cNvSpPr>
          <p:nvPr>
            <p:ph type="body" sz="quarter" idx="11" hasCustomPrompt="1"/>
          </p:nvPr>
        </p:nvSpPr>
        <p:spPr>
          <a:xfrm>
            <a:off x="186517" y="1166470"/>
            <a:ext cx="585651" cy="527392"/>
          </a:xfrm>
          <a:prstGeom prst="rect">
            <a:avLst/>
          </a:prstGeom>
        </p:spPr>
        <p:txBody>
          <a:bodyPr>
            <a:noAutofit/>
          </a:bodyPr>
          <a:lstStyle>
            <a:lvl1pPr>
              <a:defRPr sz="5400" b="0" i="0">
                <a:solidFill>
                  <a:schemeClr val="tx1"/>
                </a:solidFill>
                <a:latin typeface="IBM Plex Sans" panose="020B0503050203000203" pitchFamily="34" charset="0"/>
              </a:defRPr>
            </a:lvl1pPr>
          </a:lstStyle>
          <a:p>
            <a:pPr lvl="0"/>
            <a:r>
              <a:rPr lang="en-US" dirty="0"/>
              <a:t>“</a:t>
            </a:r>
          </a:p>
        </p:txBody>
      </p:sp>
    </p:spTree>
    <p:extLst>
      <p:ext uri="{BB962C8B-B14F-4D97-AF65-F5344CB8AC3E}">
        <p14:creationId xmlns:p14="http://schemas.microsoft.com/office/powerpoint/2010/main" val="204684094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Quote 02">
    <p:spTree>
      <p:nvGrpSpPr>
        <p:cNvPr id="1" name=""/>
        <p:cNvGrpSpPr/>
        <p:nvPr/>
      </p:nvGrpSpPr>
      <p:grpSpPr>
        <a:xfrm>
          <a:off x="0" y="0"/>
          <a:ext cx="0" cy="0"/>
          <a:chOff x="0" y="0"/>
          <a:chExt cx="0" cy="0"/>
        </a:xfrm>
      </p:grpSpPr>
      <p:sp>
        <p:nvSpPr>
          <p:cNvPr id="71" name="Rectangle 70">
            <a:extLst>
              <a:ext uri="{FF2B5EF4-FFF2-40B4-BE49-F238E27FC236}">
                <a16:creationId xmlns:a16="http://schemas.microsoft.com/office/drawing/2014/main" id="{E3D35D99-0C4E-AA47-B9B3-35527D214953}"/>
              </a:ext>
            </a:extLst>
          </p:cNvPr>
          <p:cNvSpPr/>
          <p:nvPr userDrawn="1"/>
        </p:nvSpPr>
        <p:spPr bwMode="auto">
          <a:xfrm>
            <a:off x="-24387" y="0"/>
            <a:ext cx="12216377" cy="6869801"/>
          </a:xfrm>
          <a:prstGeom prst="rect">
            <a:avLst/>
          </a:prstGeom>
          <a:solidFill>
            <a:srgbClr val="054ADA"/>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90000"/>
              </a:lnSpc>
              <a:spcBef>
                <a:spcPct val="0"/>
              </a:spcBef>
              <a:spcAft>
                <a:spcPct val="0"/>
              </a:spcAft>
              <a:buClrTx/>
              <a:buSzTx/>
              <a:buFontTx/>
              <a:buNone/>
              <a:tabLst/>
            </a:pPr>
            <a:endParaRPr kumimoji="0" lang="en-US" sz="2000" b="0" i="0" u="none" strike="noStrike" cap="none" normalizeH="0" baseline="0" dirty="0">
              <a:ln>
                <a:noFill/>
              </a:ln>
              <a:solidFill>
                <a:srgbClr val="191919"/>
              </a:solidFill>
              <a:effectLst/>
              <a:latin typeface="HelvNeue Light for IBM" pitchFamily="34" charset="0"/>
            </a:endParaRPr>
          </a:p>
        </p:txBody>
      </p:sp>
      <p:grpSp>
        <p:nvGrpSpPr>
          <p:cNvPr id="16" name="Group 15">
            <a:extLst>
              <a:ext uri="{FF2B5EF4-FFF2-40B4-BE49-F238E27FC236}">
                <a16:creationId xmlns:a16="http://schemas.microsoft.com/office/drawing/2014/main" id="{4E27F71D-749D-974B-AB68-C90C1F656661}"/>
              </a:ext>
            </a:extLst>
          </p:cNvPr>
          <p:cNvGrpSpPr/>
          <p:nvPr userDrawn="1"/>
        </p:nvGrpSpPr>
        <p:grpSpPr>
          <a:xfrm>
            <a:off x="-146307" y="-147320"/>
            <a:ext cx="12485627" cy="7152640"/>
            <a:chOff x="-109730" y="-110490"/>
            <a:chExt cx="9364220" cy="5364480"/>
          </a:xfrm>
        </p:grpSpPr>
        <p:grpSp>
          <p:nvGrpSpPr>
            <p:cNvPr id="17" name="Group 16">
              <a:extLst>
                <a:ext uri="{FF2B5EF4-FFF2-40B4-BE49-F238E27FC236}">
                  <a16:creationId xmlns:a16="http://schemas.microsoft.com/office/drawing/2014/main" id="{7033ABDB-33FA-424A-8022-BE25064AAE9B}"/>
                </a:ext>
              </a:extLst>
            </p:cNvPr>
            <p:cNvGrpSpPr/>
            <p:nvPr userDrawn="1"/>
          </p:nvGrpSpPr>
          <p:grpSpPr>
            <a:xfrm>
              <a:off x="228600" y="-110490"/>
              <a:ext cx="8686732" cy="91440"/>
              <a:chOff x="228600" y="-152400"/>
              <a:chExt cx="8686732" cy="152400"/>
            </a:xfrm>
          </p:grpSpPr>
          <p:cxnSp>
            <p:nvCxnSpPr>
              <p:cNvPr id="50" name="Straight Connector 49">
                <a:extLst>
                  <a:ext uri="{FF2B5EF4-FFF2-40B4-BE49-F238E27FC236}">
                    <a16:creationId xmlns:a16="http://schemas.microsoft.com/office/drawing/2014/main" id="{E028FABC-C57C-0B4D-ADC6-F0D9AC86E7C9}"/>
                  </a:ext>
                </a:extLst>
              </p:cNvPr>
              <p:cNvCxnSpPr/>
              <p:nvPr userDrawn="1"/>
            </p:nvCxnSpPr>
            <p:spPr bwMode="auto">
              <a:xfrm rot="5400000" flipH="1">
                <a:off x="152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1" name="Straight Connector 50">
                <a:extLst>
                  <a:ext uri="{FF2B5EF4-FFF2-40B4-BE49-F238E27FC236}">
                    <a16:creationId xmlns:a16="http://schemas.microsoft.com/office/drawing/2014/main" id="{CCE52FE3-158F-D14E-B6AE-3EE847C02A23}"/>
                  </a:ext>
                </a:extLst>
              </p:cNvPr>
              <p:cNvCxnSpPr/>
              <p:nvPr userDrawn="1"/>
            </p:nvCxnSpPr>
            <p:spPr bwMode="auto">
              <a:xfrm rot="5400000" flipH="1">
                <a:off x="1981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2" name="Straight Connector 51">
                <a:extLst>
                  <a:ext uri="{FF2B5EF4-FFF2-40B4-BE49-F238E27FC236}">
                    <a16:creationId xmlns:a16="http://schemas.microsoft.com/office/drawing/2014/main" id="{C6326F37-4F20-A241-8AC4-D933542FB91D}"/>
                  </a:ext>
                </a:extLst>
              </p:cNvPr>
              <p:cNvCxnSpPr/>
              <p:nvPr userDrawn="1"/>
            </p:nvCxnSpPr>
            <p:spPr bwMode="auto">
              <a:xfrm rot="5400000" flipH="1">
                <a:off x="2209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3" name="Straight Connector 52">
                <a:extLst>
                  <a:ext uri="{FF2B5EF4-FFF2-40B4-BE49-F238E27FC236}">
                    <a16:creationId xmlns:a16="http://schemas.microsoft.com/office/drawing/2014/main" id="{193EAF95-D519-4A43-A5B7-8F152B7AAAF3}"/>
                  </a:ext>
                </a:extLst>
              </p:cNvPr>
              <p:cNvCxnSpPr/>
              <p:nvPr userDrawn="1"/>
            </p:nvCxnSpPr>
            <p:spPr bwMode="auto">
              <a:xfrm rot="5400000" flipH="1">
                <a:off x="2438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4" name="Straight Connector 53">
                <a:extLst>
                  <a:ext uri="{FF2B5EF4-FFF2-40B4-BE49-F238E27FC236}">
                    <a16:creationId xmlns:a16="http://schemas.microsoft.com/office/drawing/2014/main" id="{63D1F6C8-6E33-8445-84CD-22391B38AE2F}"/>
                  </a:ext>
                </a:extLst>
              </p:cNvPr>
              <p:cNvCxnSpPr/>
              <p:nvPr userDrawn="1"/>
            </p:nvCxnSpPr>
            <p:spPr bwMode="auto">
              <a:xfrm rot="5400000" flipH="1">
                <a:off x="4267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5" name="Straight Connector 54">
                <a:extLst>
                  <a:ext uri="{FF2B5EF4-FFF2-40B4-BE49-F238E27FC236}">
                    <a16:creationId xmlns:a16="http://schemas.microsoft.com/office/drawing/2014/main" id="{7CC00B75-D288-0546-90E6-0FAF60915429}"/>
                  </a:ext>
                </a:extLst>
              </p:cNvPr>
              <p:cNvCxnSpPr/>
              <p:nvPr userDrawn="1"/>
            </p:nvCxnSpPr>
            <p:spPr bwMode="auto">
              <a:xfrm rot="5400000" flipH="1">
                <a:off x="4495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6" name="Straight Connector 55">
                <a:extLst>
                  <a:ext uri="{FF2B5EF4-FFF2-40B4-BE49-F238E27FC236}">
                    <a16:creationId xmlns:a16="http://schemas.microsoft.com/office/drawing/2014/main" id="{9E943793-FE0F-6F4D-98F4-B9E3837BCA91}"/>
                  </a:ext>
                </a:extLst>
              </p:cNvPr>
              <p:cNvCxnSpPr/>
              <p:nvPr userDrawn="1"/>
            </p:nvCxnSpPr>
            <p:spPr bwMode="auto">
              <a:xfrm rot="5400000" flipH="1">
                <a:off x="4724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7" name="Straight Connector 56">
                <a:extLst>
                  <a:ext uri="{FF2B5EF4-FFF2-40B4-BE49-F238E27FC236}">
                    <a16:creationId xmlns:a16="http://schemas.microsoft.com/office/drawing/2014/main" id="{B1C729D8-F1AE-2C45-BF73-3BFD621F4038}"/>
                  </a:ext>
                </a:extLst>
              </p:cNvPr>
              <p:cNvCxnSpPr/>
              <p:nvPr userDrawn="1"/>
            </p:nvCxnSpPr>
            <p:spPr bwMode="auto">
              <a:xfrm rot="5400000" flipH="1">
                <a:off x="6553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8" name="Straight Connector 57">
                <a:extLst>
                  <a:ext uri="{FF2B5EF4-FFF2-40B4-BE49-F238E27FC236}">
                    <a16:creationId xmlns:a16="http://schemas.microsoft.com/office/drawing/2014/main" id="{773341F0-E3B3-EB42-A739-32107097206A}"/>
                  </a:ext>
                </a:extLst>
              </p:cNvPr>
              <p:cNvCxnSpPr/>
              <p:nvPr userDrawn="1"/>
            </p:nvCxnSpPr>
            <p:spPr bwMode="auto">
              <a:xfrm rot="5400000" flipH="1">
                <a:off x="6781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9" name="Straight Connector 58">
                <a:extLst>
                  <a:ext uri="{FF2B5EF4-FFF2-40B4-BE49-F238E27FC236}">
                    <a16:creationId xmlns:a16="http://schemas.microsoft.com/office/drawing/2014/main" id="{89EDDA5B-8572-C545-8DFA-ABC33664C7A1}"/>
                  </a:ext>
                </a:extLst>
              </p:cNvPr>
              <p:cNvCxnSpPr/>
              <p:nvPr userDrawn="1"/>
            </p:nvCxnSpPr>
            <p:spPr bwMode="auto">
              <a:xfrm rot="5400000" flipH="1">
                <a:off x="7010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0" name="Straight Connector 59">
                <a:extLst>
                  <a:ext uri="{FF2B5EF4-FFF2-40B4-BE49-F238E27FC236}">
                    <a16:creationId xmlns:a16="http://schemas.microsoft.com/office/drawing/2014/main" id="{E0B85CAB-A5A1-6546-BA39-1598C1A1BF64}"/>
                  </a:ext>
                </a:extLst>
              </p:cNvPr>
              <p:cNvCxnSpPr/>
              <p:nvPr userDrawn="1"/>
            </p:nvCxnSpPr>
            <p:spPr bwMode="auto">
              <a:xfrm rot="5400000" flipH="1">
                <a:off x="8839132"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18" name="Group 17">
              <a:extLst>
                <a:ext uri="{FF2B5EF4-FFF2-40B4-BE49-F238E27FC236}">
                  <a16:creationId xmlns:a16="http://schemas.microsoft.com/office/drawing/2014/main" id="{4EE9C99B-7B10-AE41-8B1B-D8508EC96D36}"/>
                </a:ext>
              </a:extLst>
            </p:cNvPr>
            <p:cNvGrpSpPr/>
            <p:nvPr userDrawn="1"/>
          </p:nvGrpSpPr>
          <p:grpSpPr>
            <a:xfrm>
              <a:off x="228600" y="5162550"/>
              <a:ext cx="8686732" cy="91440"/>
              <a:chOff x="228600" y="5143500"/>
              <a:chExt cx="8686732" cy="152400"/>
            </a:xfrm>
          </p:grpSpPr>
          <p:cxnSp>
            <p:nvCxnSpPr>
              <p:cNvPr id="39" name="Straight Connector 38">
                <a:extLst>
                  <a:ext uri="{FF2B5EF4-FFF2-40B4-BE49-F238E27FC236}">
                    <a16:creationId xmlns:a16="http://schemas.microsoft.com/office/drawing/2014/main" id="{C65EA58F-D486-A749-9B47-9DD071000D4F}"/>
                  </a:ext>
                </a:extLst>
              </p:cNvPr>
              <p:cNvCxnSpPr/>
              <p:nvPr userDrawn="1"/>
            </p:nvCxnSpPr>
            <p:spPr bwMode="auto">
              <a:xfrm rot="5400000" flipH="1">
                <a:off x="152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9056486B-3E88-1F4E-A5B6-71F9C8038505}"/>
                  </a:ext>
                </a:extLst>
              </p:cNvPr>
              <p:cNvCxnSpPr/>
              <p:nvPr userDrawn="1"/>
            </p:nvCxnSpPr>
            <p:spPr bwMode="auto">
              <a:xfrm rot="5400000" flipH="1">
                <a:off x="1981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1" name="Straight Connector 40">
                <a:extLst>
                  <a:ext uri="{FF2B5EF4-FFF2-40B4-BE49-F238E27FC236}">
                    <a16:creationId xmlns:a16="http://schemas.microsoft.com/office/drawing/2014/main" id="{8F54F4A3-648E-3146-B408-995E6916E7DD}"/>
                  </a:ext>
                </a:extLst>
              </p:cNvPr>
              <p:cNvCxnSpPr/>
              <p:nvPr userDrawn="1"/>
            </p:nvCxnSpPr>
            <p:spPr bwMode="auto">
              <a:xfrm rot="5400000" flipH="1">
                <a:off x="2209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2" name="Straight Connector 41">
                <a:extLst>
                  <a:ext uri="{FF2B5EF4-FFF2-40B4-BE49-F238E27FC236}">
                    <a16:creationId xmlns:a16="http://schemas.microsoft.com/office/drawing/2014/main" id="{1DB512CA-21A6-9E45-BA56-12B8F4FE801F}"/>
                  </a:ext>
                </a:extLst>
              </p:cNvPr>
              <p:cNvCxnSpPr/>
              <p:nvPr userDrawn="1"/>
            </p:nvCxnSpPr>
            <p:spPr bwMode="auto">
              <a:xfrm rot="5400000" flipH="1">
                <a:off x="2438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3" name="Straight Connector 42">
                <a:extLst>
                  <a:ext uri="{FF2B5EF4-FFF2-40B4-BE49-F238E27FC236}">
                    <a16:creationId xmlns:a16="http://schemas.microsoft.com/office/drawing/2014/main" id="{2BFB8868-99DE-1A45-8575-1EA11710057F}"/>
                  </a:ext>
                </a:extLst>
              </p:cNvPr>
              <p:cNvCxnSpPr/>
              <p:nvPr userDrawn="1"/>
            </p:nvCxnSpPr>
            <p:spPr bwMode="auto">
              <a:xfrm rot="5400000" flipH="1">
                <a:off x="4267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4" name="Straight Connector 43">
                <a:extLst>
                  <a:ext uri="{FF2B5EF4-FFF2-40B4-BE49-F238E27FC236}">
                    <a16:creationId xmlns:a16="http://schemas.microsoft.com/office/drawing/2014/main" id="{730DE9A1-D9BD-524C-BE6F-1D6659196FBC}"/>
                  </a:ext>
                </a:extLst>
              </p:cNvPr>
              <p:cNvCxnSpPr/>
              <p:nvPr userDrawn="1"/>
            </p:nvCxnSpPr>
            <p:spPr bwMode="auto">
              <a:xfrm rot="5400000" flipH="1">
                <a:off x="4495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5" name="Straight Connector 44">
                <a:extLst>
                  <a:ext uri="{FF2B5EF4-FFF2-40B4-BE49-F238E27FC236}">
                    <a16:creationId xmlns:a16="http://schemas.microsoft.com/office/drawing/2014/main" id="{5ABAF5C8-E725-FD45-80A0-6EC368BF88BA}"/>
                  </a:ext>
                </a:extLst>
              </p:cNvPr>
              <p:cNvCxnSpPr/>
              <p:nvPr userDrawn="1"/>
            </p:nvCxnSpPr>
            <p:spPr bwMode="auto">
              <a:xfrm rot="5400000" flipH="1">
                <a:off x="4724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6" name="Straight Connector 45">
                <a:extLst>
                  <a:ext uri="{FF2B5EF4-FFF2-40B4-BE49-F238E27FC236}">
                    <a16:creationId xmlns:a16="http://schemas.microsoft.com/office/drawing/2014/main" id="{EBC18DE6-803B-7541-908A-41F6D4494834}"/>
                  </a:ext>
                </a:extLst>
              </p:cNvPr>
              <p:cNvCxnSpPr/>
              <p:nvPr userDrawn="1"/>
            </p:nvCxnSpPr>
            <p:spPr bwMode="auto">
              <a:xfrm rot="5400000" flipH="1">
                <a:off x="6553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7" name="Straight Connector 46">
                <a:extLst>
                  <a:ext uri="{FF2B5EF4-FFF2-40B4-BE49-F238E27FC236}">
                    <a16:creationId xmlns:a16="http://schemas.microsoft.com/office/drawing/2014/main" id="{737A4750-B9D5-5049-A414-7844F44D2F08}"/>
                  </a:ext>
                </a:extLst>
              </p:cNvPr>
              <p:cNvCxnSpPr/>
              <p:nvPr userDrawn="1"/>
            </p:nvCxnSpPr>
            <p:spPr bwMode="auto">
              <a:xfrm rot="5400000" flipH="1">
                <a:off x="6781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8" name="Straight Connector 47">
                <a:extLst>
                  <a:ext uri="{FF2B5EF4-FFF2-40B4-BE49-F238E27FC236}">
                    <a16:creationId xmlns:a16="http://schemas.microsoft.com/office/drawing/2014/main" id="{11CC3856-9176-894C-9678-78854179B583}"/>
                  </a:ext>
                </a:extLst>
              </p:cNvPr>
              <p:cNvCxnSpPr/>
              <p:nvPr userDrawn="1"/>
            </p:nvCxnSpPr>
            <p:spPr bwMode="auto">
              <a:xfrm rot="5400000" flipH="1">
                <a:off x="7010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9" name="Straight Connector 48">
                <a:extLst>
                  <a:ext uri="{FF2B5EF4-FFF2-40B4-BE49-F238E27FC236}">
                    <a16:creationId xmlns:a16="http://schemas.microsoft.com/office/drawing/2014/main" id="{3A4EF373-8CC5-F948-AA7B-C5EF10137299}"/>
                  </a:ext>
                </a:extLst>
              </p:cNvPr>
              <p:cNvCxnSpPr/>
              <p:nvPr userDrawn="1"/>
            </p:nvCxnSpPr>
            <p:spPr bwMode="auto">
              <a:xfrm rot="5400000" flipH="1">
                <a:off x="8839132"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19" name="Group 18">
              <a:extLst>
                <a:ext uri="{FF2B5EF4-FFF2-40B4-BE49-F238E27FC236}">
                  <a16:creationId xmlns:a16="http://schemas.microsoft.com/office/drawing/2014/main" id="{5EDFECA7-68A0-C74C-8702-67F215F53507}"/>
                </a:ext>
              </a:extLst>
            </p:cNvPr>
            <p:cNvGrpSpPr/>
            <p:nvPr userDrawn="1"/>
          </p:nvGrpSpPr>
          <p:grpSpPr>
            <a:xfrm>
              <a:off x="-109730" y="237744"/>
              <a:ext cx="91440" cy="4664456"/>
              <a:chOff x="-109730" y="237744"/>
              <a:chExt cx="91440" cy="4664456"/>
            </a:xfrm>
          </p:grpSpPr>
          <p:cxnSp>
            <p:nvCxnSpPr>
              <p:cNvPr id="30" name="Straight Connector 29">
                <a:extLst>
                  <a:ext uri="{FF2B5EF4-FFF2-40B4-BE49-F238E27FC236}">
                    <a16:creationId xmlns:a16="http://schemas.microsoft.com/office/drawing/2014/main" id="{B42BDEDC-364B-EC4F-9B43-9C5105374A26}"/>
                  </a:ext>
                </a:extLst>
              </p:cNvPr>
              <p:cNvCxnSpPr/>
              <p:nvPr userDrawn="1"/>
            </p:nvCxnSpPr>
            <p:spPr bwMode="auto">
              <a:xfrm flipH="1">
                <a:off x="-109730" y="65379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1" name="Straight Connector 30">
                <a:extLst>
                  <a:ext uri="{FF2B5EF4-FFF2-40B4-BE49-F238E27FC236}">
                    <a16:creationId xmlns:a16="http://schemas.microsoft.com/office/drawing/2014/main" id="{82746AEA-B7EE-6A45-A324-2780C5387E8B}"/>
                  </a:ext>
                </a:extLst>
              </p:cNvPr>
              <p:cNvCxnSpPr/>
              <p:nvPr userDrawn="1"/>
            </p:nvCxnSpPr>
            <p:spPr bwMode="auto">
              <a:xfrm flipH="1">
                <a:off x="-109730" y="128930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2" name="Straight Connector 31">
                <a:extLst>
                  <a:ext uri="{FF2B5EF4-FFF2-40B4-BE49-F238E27FC236}">
                    <a16:creationId xmlns:a16="http://schemas.microsoft.com/office/drawing/2014/main" id="{10F57C53-2F79-4140-B8DD-CFF27135CAA8}"/>
                  </a:ext>
                </a:extLst>
              </p:cNvPr>
              <p:cNvCxnSpPr/>
              <p:nvPr userDrawn="1"/>
            </p:nvCxnSpPr>
            <p:spPr bwMode="auto">
              <a:xfrm flipH="1">
                <a:off x="-109730" y="192938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3" name="Straight Connector 32">
                <a:extLst>
                  <a:ext uri="{FF2B5EF4-FFF2-40B4-BE49-F238E27FC236}">
                    <a16:creationId xmlns:a16="http://schemas.microsoft.com/office/drawing/2014/main" id="{D0D1241B-3B6D-564B-92C0-5F79295699BA}"/>
                  </a:ext>
                </a:extLst>
              </p:cNvPr>
              <p:cNvCxnSpPr/>
              <p:nvPr userDrawn="1"/>
            </p:nvCxnSpPr>
            <p:spPr bwMode="auto">
              <a:xfrm flipH="1">
                <a:off x="-109730" y="2570990"/>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4" name="Straight Connector 33">
                <a:extLst>
                  <a:ext uri="{FF2B5EF4-FFF2-40B4-BE49-F238E27FC236}">
                    <a16:creationId xmlns:a16="http://schemas.microsoft.com/office/drawing/2014/main" id="{4F1A65E1-A6DD-0E48-9328-F63C08A91C80}"/>
                  </a:ext>
                </a:extLst>
              </p:cNvPr>
              <p:cNvCxnSpPr/>
              <p:nvPr userDrawn="1"/>
            </p:nvCxnSpPr>
            <p:spPr bwMode="auto">
              <a:xfrm flipH="1">
                <a:off x="-109730" y="320954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5" name="Straight Connector 34">
                <a:extLst>
                  <a:ext uri="{FF2B5EF4-FFF2-40B4-BE49-F238E27FC236}">
                    <a16:creationId xmlns:a16="http://schemas.microsoft.com/office/drawing/2014/main" id="{DF1A857E-0280-4D4D-8C5E-78EB4893E8F3}"/>
                  </a:ext>
                </a:extLst>
              </p:cNvPr>
              <p:cNvCxnSpPr/>
              <p:nvPr userDrawn="1"/>
            </p:nvCxnSpPr>
            <p:spPr bwMode="auto">
              <a:xfrm flipH="1">
                <a:off x="-109730" y="384962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6" name="Straight Connector 35">
                <a:extLst>
                  <a:ext uri="{FF2B5EF4-FFF2-40B4-BE49-F238E27FC236}">
                    <a16:creationId xmlns:a16="http://schemas.microsoft.com/office/drawing/2014/main" id="{32EE49FC-4AC3-D84D-B296-8260919A4AFB}"/>
                  </a:ext>
                </a:extLst>
              </p:cNvPr>
              <p:cNvCxnSpPr/>
              <p:nvPr userDrawn="1"/>
            </p:nvCxnSpPr>
            <p:spPr bwMode="auto">
              <a:xfrm flipH="1">
                <a:off x="-109730" y="449427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7" name="Straight Connector 36">
                <a:extLst>
                  <a:ext uri="{FF2B5EF4-FFF2-40B4-BE49-F238E27FC236}">
                    <a16:creationId xmlns:a16="http://schemas.microsoft.com/office/drawing/2014/main" id="{A036B8A6-5887-EB43-A589-E9B55309975E}"/>
                  </a:ext>
                </a:extLst>
              </p:cNvPr>
              <p:cNvCxnSpPr/>
              <p:nvPr userDrawn="1"/>
            </p:nvCxnSpPr>
            <p:spPr bwMode="auto">
              <a:xfrm flipH="1">
                <a:off x="-109730" y="23774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8" name="Straight Connector 37">
                <a:extLst>
                  <a:ext uri="{FF2B5EF4-FFF2-40B4-BE49-F238E27FC236}">
                    <a16:creationId xmlns:a16="http://schemas.microsoft.com/office/drawing/2014/main" id="{886C2E2E-F476-B64B-A78C-E2A4F068B019}"/>
                  </a:ext>
                </a:extLst>
              </p:cNvPr>
              <p:cNvCxnSpPr/>
              <p:nvPr userDrawn="1"/>
            </p:nvCxnSpPr>
            <p:spPr bwMode="auto">
              <a:xfrm flipH="1">
                <a:off x="-109730" y="4902200"/>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20" name="Group 19">
              <a:extLst>
                <a:ext uri="{FF2B5EF4-FFF2-40B4-BE49-F238E27FC236}">
                  <a16:creationId xmlns:a16="http://schemas.microsoft.com/office/drawing/2014/main" id="{568B7B3E-2365-FA48-B0BB-56705EDB6709}"/>
                </a:ext>
              </a:extLst>
            </p:cNvPr>
            <p:cNvGrpSpPr/>
            <p:nvPr userDrawn="1"/>
          </p:nvGrpSpPr>
          <p:grpSpPr>
            <a:xfrm>
              <a:off x="9163050" y="237744"/>
              <a:ext cx="91440" cy="4663440"/>
              <a:chOff x="-109730" y="231394"/>
              <a:chExt cx="91440" cy="4663440"/>
            </a:xfrm>
          </p:grpSpPr>
          <p:cxnSp>
            <p:nvCxnSpPr>
              <p:cNvPr id="21" name="Straight Connector 20">
                <a:extLst>
                  <a:ext uri="{FF2B5EF4-FFF2-40B4-BE49-F238E27FC236}">
                    <a16:creationId xmlns:a16="http://schemas.microsoft.com/office/drawing/2014/main" id="{F8CB4122-4D33-2A42-871B-AB33239DC529}"/>
                  </a:ext>
                </a:extLst>
              </p:cNvPr>
              <p:cNvCxnSpPr/>
              <p:nvPr userDrawn="1"/>
            </p:nvCxnSpPr>
            <p:spPr bwMode="auto">
              <a:xfrm flipH="1">
                <a:off x="-109730" y="64744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E1272E41-0FA7-6B41-B356-7A2B88AC448F}"/>
                  </a:ext>
                </a:extLst>
              </p:cNvPr>
              <p:cNvCxnSpPr/>
              <p:nvPr userDrawn="1"/>
            </p:nvCxnSpPr>
            <p:spPr bwMode="auto">
              <a:xfrm flipH="1">
                <a:off x="-109730" y="128295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3" name="Straight Connector 22">
                <a:extLst>
                  <a:ext uri="{FF2B5EF4-FFF2-40B4-BE49-F238E27FC236}">
                    <a16:creationId xmlns:a16="http://schemas.microsoft.com/office/drawing/2014/main" id="{784B5EE1-D003-1F47-8D33-3E312E35B1E7}"/>
                  </a:ext>
                </a:extLst>
              </p:cNvPr>
              <p:cNvCxnSpPr/>
              <p:nvPr userDrawn="1"/>
            </p:nvCxnSpPr>
            <p:spPr bwMode="auto">
              <a:xfrm flipH="1">
                <a:off x="-109730" y="192303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4" name="Straight Connector 23">
                <a:extLst>
                  <a:ext uri="{FF2B5EF4-FFF2-40B4-BE49-F238E27FC236}">
                    <a16:creationId xmlns:a16="http://schemas.microsoft.com/office/drawing/2014/main" id="{571409CD-4C1B-8E45-ACF9-86D270DA7692}"/>
                  </a:ext>
                </a:extLst>
              </p:cNvPr>
              <p:cNvCxnSpPr/>
              <p:nvPr userDrawn="1"/>
            </p:nvCxnSpPr>
            <p:spPr bwMode="auto">
              <a:xfrm flipH="1">
                <a:off x="-109730" y="256311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5" name="Straight Connector 24">
                <a:extLst>
                  <a:ext uri="{FF2B5EF4-FFF2-40B4-BE49-F238E27FC236}">
                    <a16:creationId xmlns:a16="http://schemas.microsoft.com/office/drawing/2014/main" id="{A131086F-34E8-8C46-8C5C-6BAA87172E82}"/>
                  </a:ext>
                </a:extLst>
              </p:cNvPr>
              <p:cNvCxnSpPr/>
              <p:nvPr userDrawn="1"/>
            </p:nvCxnSpPr>
            <p:spPr bwMode="auto">
              <a:xfrm flipH="1">
                <a:off x="-109730" y="320319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6" name="Straight Connector 25">
                <a:extLst>
                  <a:ext uri="{FF2B5EF4-FFF2-40B4-BE49-F238E27FC236}">
                    <a16:creationId xmlns:a16="http://schemas.microsoft.com/office/drawing/2014/main" id="{0A42B631-F25C-F54E-B854-80328E4DFBBC}"/>
                  </a:ext>
                </a:extLst>
              </p:cNvPr>
              <p:cNvCxnSpPr/>
              <p:nvPr userDrawn="1"/>
            </p:nvCxnSpPr>
            <p:spPr bwMode="auto">
              <a:xfrm flipH="1">
                <a:off x="-109730" y="384327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7" name="Straight Connector 26">
                <a:extLst>
                  <a:ext uri="{FF2B5EF4-FFF2-40B4-BE49-F238E27FC236}">
                    <a16:creationId xmlns:a16="http://schemas.microsoft.com/office/drawing/2014/main" id="{08D46B81-A248-A847-9183-C6BC43C53E85}"/>
                  </a:ext>
                </a:extLst>
              </p:cNvPr>
              <p:cNvCxnSpPr/>
              <p:nvPr userDrawn="1"/>
            </p:nvCxnSpPr>
            <p:spPr bwMode="auto">
              <a:xfrm flipH="1">
                <a:off x="-109730" y="448792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86FA5BE4-E196-EC4A-BC7A-95A47060EE08}"/>
                  </a:ext>
                </a:extLst>
              </p:cNvPr>
              <p:cNvCxnSpPr/>
              <p:nvPr userDrawn="1"/>
            </p:nvCxnSpPr>
            <p:spPr bwMode="auto">
              <a:xfrm flipH="1">
                <a:off x="-109730" y="23139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9" name="Straight Connector 28">
                <a:extLst>
                  <a:ext uri="{FF2B5EF4-FFF2-40B4-BE49-F238E27FC236}">
                    <a16:creationId xmlns:a16="http://schemas.microsoft.com/office/drawing/2014/main" id="{47A74DF6-412C-6548-B80E-F7E7ED8433A9}"/>
                  </a:ext>
                </a:extLst>
              </p:cNvPr>
              <p:cNvCxnSpPr/>
              <p:nvPr userDrawn="1"/>
            </p:nvCxnSpPr>
            <p:spPr bwMode="auto">
              <a:xfrm flipH="1">
                <a:off x="-109730" y="489483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sp>
        <p:nvSpPr>
          <p:cNvPr id="61" name="Text Placeholder 64">
            <a:extLst>
              <a:ext uri="{FF2B5EF4-FFF2-40B4-BE49-F238E27FC236}">
                <a16:creationId xmlns:a16="http://schemas.microsoft.com/office/drawing/2014/main" id="{DC260542-4868-DA4F-BA4C-8CFE76BF07E9}"/>
              </a:ext>
            </a:extLst>
          </p:cNvPr>
          <p:cNvSpPr>
            <a:spLocks noGrp="1"/>
          </p:cNvSpPr>
          <p:nvPr>
            <p:ph type="body" sz="quarter" idx="10" hasCustomPrompt="1"/>
          </p:nvPr>
        </p:nvSpPr>
        <p:spPr>
          <a:xfrm>
            <a:off x="186517" y="1719262"/>
            <a:ext cx="5865618" cy="2560127"/>
          </a:xfrm>
          <a:prstGeom prst="rect">
            <a:avLst/>
          </a:prstGeom>
        </p:spPr>
        <p:txBody>
          <a:bodyPr>
            <a:normAutofit/>
          </a:bodyPr>
          <a:lstStyle>
            <a:lvl1pPr>
              <a:defRPr sz="3200" b="0" i="1">
                <a:solidFill>
                  <a:schemeClr val="bg1"/>
                </a:solidFill>
                <a:latin typeface="IBM Plex Sans" panose="020B0503050203000203" pitchFamily="34" charset="0"/>
              </a:defRPr>
            </a:lvl1pPr>
          </a:lstStyle>
          <a:p>
            <a:pPr lvl="0"/>
            <a:r>
              <a:rPr lang="en-US" dirty="0"/>
              <a:t>Good design is good business.</a:t>
            </a:r>
          </a:p>
        </p:txBody>
      </p:sp>
      <p:sp>
        <p:nvSpPr>
          <p:cNvPr id="63" name="Text Placeholder 64">
            <a:extLst>
              <a:ext uri="{FF2B5EF4-FFF2-40B4-BE49-F238E27FC236}">
                <a16:creationId xmlns:a16="http://schemas.microsoft.com/office/drawing/2014/main" id="{BAFA2A51-8FD8-B04C-BCC3-A8F95DCF172F}"/>
              </a:ext>
            </a:extLst>
          </p:cNvPr>
          <p:cNvSpPr>
            <a:spLocks noGrp="1"/>
          </p:cNvSpPr>
          <p:nvPr>
            <p:ph type="body" sz="quarter" idx="11" hasCustomPrompt="1"/>
          </p:nvPr>
        </p:nvSpPr>
        <p:spPr>
          <a:xfrm>
            <a:off x="186517" y="1166470"/>
            <a:ext cx="585651" cy="527392"/>
          </a:xfrm>
          <a:prstGeom prst="rect">
            <a:avLst/>
          </a:prstGeom>
        </p:spPr>
        <p:txBody>
          <a:bodyPr>
            <a:noAutofit/>
          </a:bodyPr>
          <a:lstStyle>
            <a:lvl1pPr>
              <a:defRPr sz="5400" b="0" i="0">
                <a:solidFill>
                  <a:schemeClr val="bg1"/>
                </a:solidFill>
                <a:latin typeface="IBM Plex Sans" panose="020B0503050203000203" pitchFamily="34" charset="0"/>
              </a:defRPr>
            </a:lvl1pPr>
          </a:lstStyle>
          <a:p>
            <a:pPr lvl="0"/>
            <a:r>
              <a:rPr lang="en-US" dirty="0"/>
              <a:t>“</a:t>
            </a:r>
          </a:p>
        </p:txBody>
      </p:sp>
      <p:sp>
        <p:nvSpPr>
          <p:cNvPr id="65" name="Footer Placeholder 2">
            <a:extLst>
              <a:ext uri="{FF2B5EF4-FFF2-40B4-BE49-F238E27FC236}">
                <a16:creationId xmlns:a16="http://schemas.microsoft.com/office/drawing/2014/main" id="{57C9F380-9F6A-A242-A125-601247B6DF6A}"/>
              </a:ext>
            </a:extLst>
          </p:cNvPr>
          <p:cNvSpPr>
            <a:spLocks noGrp="1"/>
          </p:cNvSpPr>
          <p:nvPr>
            <p:ph type="ftr" sz="quarter" idx="3"/>
          </p:nvPr>
        </p:nvSpPr>
        <p:spPr>
          <a:xfrm>
            <a:off x="214678" y="6096000"/>
            <a:ext cx="2438312" cy="546100"/>
          </a:xfrm>
          <a:prstGeom prst="rect">
            <a:avLst/>
          </a:prstGeom>
        </p:spPr>
        <p:txBody>
          <a:bodyPr/>
          <a:lstStyle>
            <a:lvl1pPr>
              <a:lnSpc>
                <a:spcPct val="150000"/>
              </a:lnSpc>
              <a:defRPr sz="1000" b="0" i="0">
                <a:solidFill>
                  <a:schemeClr val="bg1"/>
                </a:solidFill>
                <a:latin typeface="IBM Plex Sans" panose="020B0503050000000000" pitchFamily="34" charset="77"/>
              </a:defRPr>
            </a:lvl1pPr>
          </a:lstStyle>
          <a:p>
            <a:r>
              <a:rPr lang="en-US" b="1">
                <a:latin typeface="IBM Plex Sans SmBld" panose="020B0503050000000000" pitchFamily="34" charset="77"/>
              </a:rPr>
              <a:t>Presentation title</a:t>
            </a:r>
          </a:p>
          <a:p>
            <a:r>
              <a:rPr lang="en-US"/>
              <a:t>IBM  |  Project/team name</a:t>
            </a:r>
            <a:endParaRPr lang="en-US" dirty="0"/>
          </a:p>
        </p:txBody>
      </p:sp>
      <p:sp>
        <p:nvSpPr>
          <p:cNvPr id="66" name="Text Placeholder 64">
            <a:extLst>
              <a:ext uri="{FF2B5EF4-FFF2-40B4-BE49-F238E27FC236}">
                <a16:creationId xmlns:a16="http://schemas.microsoft.com/office/drawing/2014/main" id="{7E3470B8-6473-944D-8FBF-821233D600E9}"/>
              </a:ext>
            </a:extLst>
          </p:cNvPr>
          <p:cNvSpPr>
            <a:spLocks noGrp="1"/>
          </p:cNvSpPr>
          <p:nvPr>
            <p:ph type="body" sz="quarter" idx="12" hasCustomPrompt="1"/>
          </p:nvPr>
        </p:nvSpPr>
        <p:spPr>
          <a:xfrm>
            <a:off x="186517" y="2413854"/>
            <a:ext cx="5865618" cy="507326"/>
          </a:xfrm>
          <a:prstGeom prst="rect">
            <a:avLst/>
          </a:prstGeom>
        </p:spPr>
        <p:txBody>
          <a:bodyPr>
            <a:normAutofit/>
          </a:bodyPr>
          <a:lstStyle>
            <a:lvl1pPr>
              <a:defRPr sz="1600" b="0" i="0">
                <a:solidFill>
                  <a:schemeClr val="bg1"/>
                </a:solidFill>
                <a:latin typeface="+mj-lt"/>
              </a:defRPr>
            </a:lvl1pPr>
          </a:lstStyle>
          <a:p>
            <a:r>
              <a:rPr lang="en-US" dirty="0"/>
              <a:t>- Thomas J. Watson</a:t>
            </a:r>
          </a:p>
        </p:txBody>
      </p:sp>
    </p:spTree>
    <p:extLst>
      <p:ext uri="{BB962C8B-B14F-4D97-AF65-F5344CB8AC3E}">
        <p14:creationId xmlns:p14="http://schemas.microsoft.com/office/powerpoint/2010/main" val="224480138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Quote 03">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4E27F71D-749D-974B-AB68-C90C1F656661}"/>
              </a:ext>
            </a:extLst>
          </p:cNvPr>
          <p:cNvGrpSpPr/>
          <p:nvPr userDrawn="1"/>
        </p:nvGrpSpPr>
        <p:grpSpPr>
          <a:xfrm>
            <a:off x="-146307" y="-147320"/>
            <a:ext cx="12485627" cy="7152640"/>
            <a:chOff x="-109730" y="-110490"/>
            <a:chExt cx="9364220" cy="5364480"/>
          </a:xfrm>
        </p:grpSpPr>
        <p:grpSp>
          <p:nvGrpSpPr>
            <p:cNvPr id="17" name="Group 16">
              <a:extLst>
                <a:ext uri="{FF2B5EF4-FFF2-40B4-BE49-F238E27FC236}">
                  <a16:creationId xmlns:a16="http://schemas.microsoft.com/office/drawing/2014/main" id="{7033ABDB-33FA-424A-8022-BE25064AAE9B}"/>
                </a:ext>
              </a:extLst>
            </p:cNvPr>
            <p:cNvGrpSpPr/>
            <p:nvPr userDrawn="1"/>
          </p:nvGrpSpPr>
          <p:grpSpPr>
            <a:xfrm>
              <a:off x="228600" y="-110490"/>
              <a:ext cx="8686732" cy="91440"/>
              <a:chOff x="228600" y="-152400"/>
              <a:chExt cx="8686732" cy="152400"/>
            </a:xfrm>
          </p:grpSpPr>
          <p:cxnSp>
            <p:nvCxnSpPr>
              <p:cNvPr id="50" name="Straight Connector 49">
                <a:extLst>
                  <a:ext uri="{FF2B5EF4-FFF2-40B4-BE49-F238E27FC236}">
                    <a16:creationId xmlns:a16="http://schemas.microsoft.com/office/drawing/2014/main" id="{E028FABC-C57C-0B4D-ADC6-F0D9AC86E7C9}"/>
                  </a:ext>
                </a:extLst>
              </p:cNvPr>
              <p:cNvCxnSpPr/>
              <p:nvPr userDrawn="1"/>
            </p:nvCxnSpPr>
            <p:spPr bwMode="auto">
              <a:xfrm rot="5400000" flipH="1">
                <a:off x="152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1" name="Straight Connector 50">
                <a:extLst>
                  <a:ext uri="{FF2B5EF4-FFF2-40B4-BE49-F238E27FC236}">
                    <a16:creationId xmlns:a16="http://schemas.microsoft.com/office/drawing/2014/main" id="{CCE52FE3-158F-D14E-B6AE-3EE847C02A23}"/>
                  </a:ext>
                </a:extLst>
              </p:cNvPr>
              <p:cNvCxnSpPr/>
              <p:nvPr userDrawn="1"/>
            </p:nvCxnSpPr>
            <p:spPr bwMode="auto">
              <a:xfrm rot="5400000" flipH="1">
                <a:off x="1981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2" name="Straight Connector 51">
                <a:extLst>
                  <a:ext uri="{FF2B5EF4-FFF2-40B4-BE49-F238E27FC236}">
                    <a16:creationId xmlns:a16="http://schemas.microsoft.com/office/drawing/2014/main" id="{C6326F37-4F20-A241-8AC4-D933542FB91D}"/>
                  </a:ext>
                </a:extLst>
              </p:cNvPr>
              <p:cNvCxnSpPr/>
              <p:nvPr userDrawn="1"/>
            </p:nvCxnSpPr>
            <p:spPr bwMode="auto">
              <a:xfrm rot="5400000" flipH="1">
                <a:off x="2209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3" name="Straight Connector 52">
                <a:extLst>
                  <a:ext uri="{FF2B5EF4-FFF2-40B4-BE49-F238E27FC236}">
                    <a16:creationId xmlns:a16="http://schemas.microsoft.com/office/drawing/2014/main" id="{193EAF95-D519-4A43-A5B7-8F152B7AAAF3}"/>
                  </a:ext>
                </a:extLst>
              </p:cNvPr>
              <p:cNvCxnSpPr/>
              <p:nvPr userDrawn="1"/>
            </p:nvCxnSpPr>
            <p:spPr bwMode="auto">
              <a:xfrm rot="5400000" flipH="1">
                <a:off x="2438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4" name="Straight Connector 53">
                <a:extLst>
                  <a:ext uri="{FF2B5EF4-FFF2-40B4-BE49-F238E27FC236}">
                    <a16:creationId xmlns:a16="http://schemas.microsoft.com/office/drawing/2014/main" id="{63D1F6C8-6E33-8445-84CD-22391B38AE2F}"/>
                  </a:ext>
                </a:extLst>
              </p:cNvPr>
              <p:cNvCxnSpPr/>
              <p:nvPr userDrawn="1"/>
            </p:nvCxnSpPr>
            <p:spPr bwMode="auto">
              <a:xfrm rot="5400000" flipH="1">
                <a:off x="4267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5" name="Straight Connector 54">
                <a:extLst>
                  <a:ext uri="{FF2B5EF4-FFF2-40B4-BE49-F238E27FC236}">
                    <a16:creationId xmlns:a16="http://schemas.microsoft.com/office/drawing/2014/main" id="{7CC00B75-D288-0546-90E6-0FAF60915429}"/>
                  </a:ext>
                </a:extLst>
              </p:cNvPr>
              <p:cNvCxnSpPr/>
              <p:nvPr userDrawn="1"/>
            </p:nvCxnSpPr>
            <p:spPr bwMode="auto">
              <a:xfrm rot="5400000" flipH="1">
                <a:off x="4495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6" name="Straight Connector 55">
                <a:extLst>
                  <a:ext uri="{FF2B5EF4-FFF2-40B4-BE49-F238E27FC236}">
                    <a16:creationId xmlns:a16="http://schemas.microsoft.com/office/drawing/2014/main" id="{9E943793-FE0F-6F4D-98F4-B9E3837BCA91}"/>
                  </a:ext>
                </a:extLst>
              </p:cNvPr>
              <p:cNvCxnSpPr/>
              <p:nvPr userDrawn="1"/>
            </p:nvCxnSpPr>
            <p:spPr bwMode="auto">
              <a:xfrm rot="5400000" flipH="1">
                <a:off x="4724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7" name="Straight Connector 56">
                <a:extLst>
                  <a:ext uri="{FF2B5EF4-FFF2-40B4-BE49-F238E27FC236}">
                    <a16:creationId xmlns:a16="http://schemas.microsoft.com/office/drawing/2014/main" id="{B1C729D8-F1AE-2C45-BF73-3BFD621F4038}"/>
                  </a:ext>
                </a:extLst>
              </p:cNvPr>
              <p:cNvCxnSpPr/>
              <p:nvPr userDrawn="1"/>
            </p:nvCxnSpPr>
            <p:spPr bwMode="auto">
              <a:xfrm rot="5400000" flipH="1">
                <a:off x="6553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8" name="Straight Connector 57">
                <a:extLst>
                  <a:ext uri="{FF2B5EF4-FFF2-40B4-BE49-F238E27FC236}">
                    <a16:creationId xmlns:a16="http://schemas.microsoft.com/office/drawing/2014/main" id="{773341F0-E3B3-EB42-A739-32107097206A}"/>
                  </a:ext>
                </a:extLst>
              </p:cNvPr>
              <p:cNvCxnSpPr/>
              <p:nvPr userDrawn="1"/>
            </p:nvCxnSpPr>
            <p:spPr bwMode="auto">
              <a:xfrm rot="5400000" flipH="1">
                <a:off x="6781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9" name="Straight Connector 58">
                <a:extLst>
                  <a:ext uri="{FF2B5EF4-FFF2-40B4-BE49-F238E27FC236}">
                    <a16:creationId xmlns:a16="http://schemas.microsoft.com/office/drawing/2014/main" id="{89EDDA5B-8572-C545-8DFA-ABC33664C7A1}"/>
                  </a:ext>
                </a:extLst>
              </p:cNvPr>
              <p:cNvCxnSpPr/>
              <p:nvPr userDrawn="1"/>
            </p:nvCxnSpPr>
            <p:spPr bwMode="auto">
              <a:xfrm rot="5400000" flipH="1">
                <a:off x="7010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0" name="Straight Connector 59">
                <a:extLst>
                  <a:ext uri="{FF2B5EF4-FFF2-40B4-BE49-F238E27FC236}">
                    <a16:creationId xmlns:a16="http://schemas.microsoft.com/office/drawing/2014/main" id="{E0B85CAB-A5A1-6546-BA39-1598C1A1BF64}"/>
                  </a:ext>
                </a:extLst>
              </p:cNvPr>
              <p:cNvCxnSpPr/>
              <p:nvPr userDrawn="1"/>
            </p:nvCxnSpPr>
            <p:spPr bwMode="auto">
              <a:xfrm rot="5400000" flipH="1">
                <a:off x="8839132"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18" name="Group 17">
              <a:extLst>
                <a:ext uri="{FF2B5EF4-FFF2-40B4-BE49-F238E27FC236}">
                  <a16:creationId xmlns:a16="http://schemas.microsoft.com/office/drawing/2014/main" id="{4EE9C99B-7B10-AE41-8B1B-D8508EC96D36}"/>
                </a:ext>
              </a:extLst>
            </p:cNvPr>
            <p:cNvGrpSpPr/>
            <p:nvPr userDrawn="1"/>
          </p:nvGrpSpPr>
          <p:grpSpPr>
            <a:xfrm>
              <a:off x="228600" y="5162550"/>
              <a:ext cx="8686732" cy="91440"/>
              <a:chOff x="228600" y="5143500"/>
              <a:chExt cx="8686732" cy="152400"/>
            </a:xfrm>
          </p:grpSpPr>
          <p:cxnSp>
            <p:nvCxnSpPr>
              <p:cNvPr id="39" name="Straight Connector 38">
                <a:extLst>
                  <a:ext uri="{FF2B5EF4-FFF2-40B4-BE49-F238E27FC236}">
                    <a16:creationId xmlns:a16="http://schemas.microsoft.com/office/drawing/2014/main" id="{C65EA58F-D486-A749-9B47-9DD071000D4F}"/>
                  </a:ext>
                </a:extLst>
              </p:cNvPr>
              <p:cNvCxnSpPr/>
              <p:nvPr userDrawn="1"/>
            </p:nvCxnSpPr>
            <p:spPr bwMode="auto">
              <a:xfrm rot="5400000" flipH="1">
                <a:off x="152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9056486B-3E88-1F4E-A5B6-71F9C8038505}"/>
                  </a:ext>
                </a:extLst>
              </p:cNvPr>
              <p:cNvCxnSpPr/>
              <p:nvPr userDrawn="1"/>
            </p:nvCxnSpPr>
            <p:spPr bwMode="auto">
              <a:xfrm rot="5400000" flipH="1">
                <a:off x="1981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1" name="Straight Connector 40">
                <a:extLst>
                  <a:ext uri="{FF2B5EF4-FFF2-40B4-BE49-F238E27FC236}">
                    <a16:creationId xmlns:a16="http://schemas.microsoft.com/office/drawing/2014/main" id="{8F54F4A3-648E-3146-B408-995E6916E7DD}"/>
                  </a:ext>
                </a:extLst>
              </p:cNvPr>
              <p:cNvCxnSpPr/>
              <p:nvPr userDrawn="1"/>
            </p:nvCxnSpPr>
            <p:spPr bwMode="auto">
              <a:xfrm rot="5400000" flipH="1">
                <a:off x="2209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2" name="Straight Connector 41">
                <a:extLst>
                  <a:ext uri="{FF2B5EF4-FFF2-40B4-BE49-F238E27FC236}">
                    <a16:creationId xmlns:a16="http://schemas.microsoft.com/office/drawing/2014/main" id="{1DB512CA-21A6-9E45-BA56-12B8F4FE801F}"/>
                  </a:ext>
                </a:extLst>
              </p:cNvPr>
              <p:cNvCxnSpPr/>
              <p:nvPr userDrawn="1"/>
            </p:nvCxnSpPr>
            <p:spPr bwMode="auto">
              <a:xfrm rot="5400000" flipH="1">
                <a:off x="2438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3" name="Straight Connector 42">
                <a:extLst>
                  <a:ext uri="{FF2B5EF4-FFF2-40B4-BE49-F238E27FC236}">
                    <a16:creationId xmlns:a16="http://schemas.microsoft.com/office/drawing/2014/main" id="{2BFB8868-99DE-1A45-8575-1EA11710057F}"/>
                  </a:ext>
                </a:extLst>
              </p:cNvPr>
              <p:cNvCxnSpPr/>
              <p:nvPr userDrawn="1"/>
            </p:nvCxnSpPr>
            <p:spPr bwMode="auto">
              <a:xfrm rot="5400000" flipH="1">
                <a:off x="4267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4" name="Straight Connector 43">
                <a:extLst>
                  <a:ext uri="{FF2B5EF4-FFF2-40B4-BE49-F238E27FC236}">
                    <a16:creationId xmlns:a16="http://schemas.microsoft.com/office/drawing/2014/main" id="{730DE9A1-D9BD-524C-BE6F-1D6659196FBC}"/>
                  </a:ext>
                </a:extLst>
              </p:cNvPr>
              <p:cNvCxnSpPr/>
              <p:nvPr userDrawn="1"/>
            </p:nvCxnSpPr>
            <p:spPr bwMode="auto">
              <a:xfrm rot="5400000" flipH="1">
                <a:off x="4495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5" name="Straight Connector 44">
                <a:extLst>
                  <a:ext uri="{FF2B5EF4-FFF2-40B4-BE49-F238E27FC236}">
                    <a16:creationId xmlns:a16="http://schemas.microsoft.com/office/drawing/2014/main" id="{5ABAF5C8-E725-FD45-80A0-6EC368BF88BA}"/>
                  </a:ext>
                </a:extLst>
              </p:cNvPr>
              <p:cNvCxnSpPr/>
              <p:nvPr userDrawn="1"/>
            </p:nvCxnSpPr>
            <p:spPr bwMode="auto">
              <a:xfrm rot="5400000" flipH="1">
                <a:off x="4724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6" name="Straight Connector 45">
                <a:extLst>
                  <a:ext uri="{FF2B5EF4-FFF2-40B4-BE49-F238E27FC236}">
                    <a16:creationId xmlns:a16="http://schemas.microsoft.com/office/drawing/2014/main" id="{EBC18DE6-803B-7541-908A-41F6D4494834}"/>
                  </a:ext>
                </a:extLst>
              </p:cNvPr>
              <p:cNvCxnSpPr/>
              <p:nvPr userDrawn="1"/>
            </p:nvCxnSpPr>
            <p:spPr bwMode="auto">
              <a:xfrm rot="5400000" flipH="1">
                <a:off x="6553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7" name="Straight Connector 46">
                <a:extLst>
                  <a:ext uri="{FF2B5EF4-FFF2-40B4-BE49-F238E27FC236}">
                    <a16:creationId xmlns:a16="http://schemas.microsoft.com/office/drawing/2014/main" id="{737A4750-B9D5-5049-A414-7844F44D2F08}"/>
                  </a:ext>
                </a:extLst>
              </p:cNvPr>
              <p:cNvCxnSpPr/>
              <p:nvPr userDrawn="1"/>
            </p:nvCxnSpPr>
            <p:spPr bwMode="auto">
              <a:xfrm rot="5400000" flipH="1">
                <a:off x="6781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8" name="Straight Connector 47">
                <a:extLst>
                  <a:ext uri="{FF2B5EF4-FFF2-40B4-BE49-F238E27FC236}">
                    <a16:creationId xmlns:a16="http://schemas.microsoft.com/office/drawing/2014/main" id="{11CC3856-9176-894C-9678-78854179B583}"/>
                  </a:ext>
                </a:extLst>
              </p:cNvPr>
              <p:cNvCxnSpPr/>
              <p:nvPr userDrawn="1"/>
            </p:nvCxnSpPr>
            <p:spPr bwMode="auto">
              <a:xfrm rot="5400000" flipH="1">
                <a:off x="7010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9" name="Straight Connector 48">
                <a:extLst>
                  <a:ext uri="{FF2B5EF4-FFF2-40B4-BE49-F238E27FC236}">
                    <a16:creationId xmlns:a16="http://schemas.microsoft.com/office/drawing/2014/main" id="{3A4EF373-8CC5-F948-AA7B-C5EF10137299}"/>
                  </a:ext>
                </a:extLst>
              </p:cNvPr>
              <p:cNvCxnSpPr/>
              <p:nvPr userDrawn="1"/>
            </p:nvCxnSpPr>
            <p:spPr bwMode="auto">
              <a:xfrm rot="5400000" flipH="1">
                <a:off x="8839132"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19" name="Group 18">
              <a:extLst>
                <a:ext uri="{FF2B5EF4-FFF2-40B4-BE49-F238E27FC236}">
                  <a16:creationId xmlns:a16="http://schemas.microsoft.com/office/drawing/2014/main" id="{5EDFECA7-68A0-C74C-8702-67F215F53507}"/>
                </a:ext>
              </a:extLst>
            </p:cNvPr>
            <p:cNvGrpSpPr/>
            <p:nvPr userDrawn="1"/>
          </p:nvGrpSpPr>
          <p:grpSpPr>
            <a:xfrm>
              <a:off x="-109730" y="237744"/>
              <a:ext cx="91440" cy="4664456"/>
              <a:chOff x="-109730" y="237744"/>
              <a:chExt cx="91440" cy="4664456"/>
            </a:xfrm>
          </p:grpSpPr>
          <p:cxnSp>
            <p:nvCxnSpPr>
              <p:cNvPr id="30" name="Straight Connector 29">
                <a:extLst>
                  <a:ext uri="{FF2B5EF4-FFF2-40B4-BE49-F238E27FC236}">
                    <a16:creationId xmlns:a16="http://schemas.microsoft.com/office/drawing/2014/main" id="{B42BDEDC-364B-EC4F-9B43-9C5105374A26}"/>
                  </a:ext>
                </a:extLst>
              </p:cNvPr>
              <p:cNvCxnSpPr/>
              <p:nvPr userDrawn="1"/>
            </p:nvCxnSpPr>
            <p:spPr bwMode="auto">
              <a:xfrm flipH="1">
                <a:off x="-109730" y="65379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1" name="Straight Connector 30">
                <a:extLst>
                  <a:ext uri="{FF2B5EF4-FFF2-40B4-BE49-F238E27FC236}">
                    <a16:creationId xmlns:a16="http://schemas.microsoft.com/office/drawing/2014/main" id="{82746AEA-B7EE-6A45-A324-2780C5387E8B}"/>
                  </a:ext>
                </a:extLst>
              </p:cNvPr>
              <p:cNvCxnSpPr/>
              <p:nvPr userDrawn="1"/>
            </p:nvCxnSpPr>
            <p:spPr bwMode="auto">
              <a:xfrm flipH="1">
                <a:off x="-109730" y="128930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2" name="Straight Connector 31">
                <a:extLst>
                  <a:ext uri="{FF2B5EF4-FFF2-40B4-BE49-F238E27FC236}">
                    <a16:creationId xmlns:a16="http://schemas.microsoft.com/office/drawing/2014/main" id="{10F57C53-2F79-4140-B8DD-CFF27135CAA8}"/>
                  </a:ext>
                </a:extLst>
              </p:cNvPr>
              <p:cNvCxnSpPr/>
              <p:nvPr userDrawn="1"/>
            </p:nvCxnSpPr>
            <p:spPr bwMode="auto">
              <a:xfrm flipH="1">
                <a:off x="-109730" y="192938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3" name="Straight Connector 32">
                <a:extLst>
                  <a:ext uri="{FF2B5EF4-FFF2-40B4-BE49-F238E27FC236}">
                    <a16:creationId xmlns:a16="http://schemas.microsoft.com/office/drawing/2014/main" id="{D0D1241B-3B6D-564B-92C0-5F79295699BA}"/>
                  </a:ext>
                </a:extLst>
              </p:cNvPr>
              <p:cNvCxnSpPr/>
              <p:nvPr userDrawn="1"/>
            </p:nvCxnSpPr>
            <p:spPr bwMode="auto">
              <a:xfrm flipH="1">
                <a:off x="-109730" y="2570990"/>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4" name="Straight Connector 33">
                <a:extLst>
                  <a:ext uri="{FF2B5EF4-FFF2-40B4-BE49-F238E27FC236}">
                    <a16:creationId xmlns:a16="http://schemas.microsoft.com/office/drawing/2014/main" id="{4F1A65E1-A6DD-0E48-9328-F63C08A91C80}"/>
                  </a:ext>
                </a:extLst>
              </p:cNvPr>
              <p:cNvCxnSpPr/>
              <p:nvPr userDrawn="1"/>
            </p:nvCxnSpPr>
            <p:spPr bwMode="auto">
              <a:xfrm flipH="1">
                <a:off x="-109730" y="320954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5" name="Straight Connector 34">
                <a:extLst>
                  <a:ext uri="{FF2B5EF4-FFF2-40B4-BE49-F238E27FC236}">
                    <a16:creationId xmlns:a16="http://schemas.microsoft.com/office/drawing/2014/main" id="{DF1A857E-0280-4D4D-8C5E-78EB4893E8F3}"/>
                  </a:ext>
                </a:extLst>
              </p:cNvPr>
              <p:cNvCxnSpPr/>
              <p:nvPr userDrawn="1"/>
            </p:nvCxnSpPr>
            <p:spPr bwMode="auto">
              <a:xfrm flipH="1">
                <a:off x="-109730" y="384962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6" name="Straight Connector 35">
                <a:extLst>
                  <a:ext uri="{FF2B5EF4-FFF2-40B4-BE49-F238E27FC236}">
                    <a16:creationId xmlns:a16="http://schemas.microsoft.com/office/drawing/2014/main" id="{32EE49FC-4AC3-D84D-B296-8260919A4AFB}"/>
                  </a:ext>
                </a:extLst>
              </p:cNvPr>
              <p:cNvCxnSpPr/>
              <p:nvPr userDrawn="1"/>
            </p:nvCxnSpPr>
            <p:spPr bwMode="auto">
              <a:xfrm flipH="1">
                <a:off x="-109730" y="449427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7" name="Straight Connector 36">
                <a:extLst>
                  <a:ext uri="{FF2B5EF4-FFF2-40B4-BE49-F238E27FC236}">
                    <a16:creationId xmlns:a16="http://schemas.microsoft.com/office/drawing/2014/main" id="{A036B8A6-5887-EB43-A589-E9B55309975E}"/>
                  </a:ext>
                </a:extLst>
              </p:cNvPr>
              <p:cNvCxnSpPr/>
              <p:nvPr userDrawn="1"/>
            </p:nvCxnSpPr>
            <p:spPr bwMode="auto">
              <a:xfrm flipH="1">
                <a:off x="-109730" y="23774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8" name="Straight Connector 37">
                <a:extLst>
                  <a:ext uri="{FF2B5EF4-FFF2-40B4-BE49-F238E27FC236}">
                    <a16:creationId xmlns:a16="http://schemas.microsoft.com/office/drawing/2014/main" id="{886C2E2E-F476-B64B-A78C-E2A4F068B019}"/>
                  </a:ext>
                </a:extLst>
              </p:cNvPr>
              <p:cNvCxnSpPr/>
              <p:nvPr userDrawn="1"/>
            </p:nvCxnSpPr>
            <p:spPr bwMode="auto">
              <a:xfrm flipH="1">
                <a:off x="-109730" y="4902200"/>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20" name="Group 19">
              <a:extLst>
                <a:ext uri="{FF2B5EF4-FFF2-40B4-BE49-F238E27FC236}">
                  <a16:creationId xmlns:a16="http://schemas.microsoft.com/office/drawing/2014/main" id="{568B7B3E-2365-FA48-B0BB-56705EDB6709}"/>
                </a:ext>
              </a:extLst>
            </p:cNvPr>
            <p:cNvGrpSpPr/>
            <p:nvPr userDrawn="1"/>
          </p:nvGrpSpPr>
          <p:grpSpPr>
            <a:xfrm>
              <a:off x="9163050" y="237744"/>
              <a:ext cx="91440" cy="4663440"/>
              <a:chOff x="-109730" y="231394"/>
              <a:chExt cx="91440" cy="4663440"/>
            </a:xfrm>
          </p:grpSpPr>
          <p:cxnSp>
            <p:nvCxnSpPr>
              <p:cNvPr id="21" name="Straight Connector 20">
                <a:extLst>
                  <a:ext uri="{FF2B5EF4-FFF2-40B4-BE49-F238E27FC236}">
                    <a16:creationId xmlns:a16="http://schemas.microsoft.com/office/drawing/2014/main" id="{F8CB4122-4D33-2A42-871B-AB33239DC529}"/>
                  </a:ext>
                </a:extLst>
              </p:cNvPr>
              <p:cNvCxnSpPr/>
              <p:nvPr userDrawn="1"/>
            </p:nvCxnSpPr>
            <p:spPr bwMode="auto">
              <a:xfrm flipH="1">
                <a:off x="-109730" y="64744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E1272E41-0FA7-6B41-B356-7A2B88AC448F}"/>
                  </a:ext>
                </a:extLst>
              </p:cNvPr>
              <p:cNvCxnSpPr/>
              <p:nvPr userDrawn="1"/>
            </p:nvCxnSpPr>
            <p:spPr bwMode="auto">
              <a:xfrm flipH="1">
                <a:off x="-109730" y="128295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3" name="Straight Connector 22">
                <a:extLst>
                  <a:ext uri="{FF2B5EF4-FFF2-40B4-BE49-F238E27FC236}">
                    <a16:creationId xmlns:a16="http://schemas.microsoft.com/office/drawing/2014/main" id="{784B5EE1-D003-1F47-8D33-3E312E35B1E7}"/>
                  </a:ext>
                </a:extLst>
              </p:cNvPr>
              <p:cNvCxnSpPr/>
              <p:nvPr userDrawn="1"/>
            </p:nvCxnSpPr>
            <p:spPr bwMode="auto">
              <a:xfrm flipH="1">
                <a:off x="-109730" y="192303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4" name="Straight Connector 23">
                <a:extLst>
                  <a:ext uri="{FF2B5EF4-FFF2-40B4-BE49-F238E27FC236}">
                    <a16:creationId xmlns:a16="http://schemas.microsoft.com/office/drawing/2014/main" id="{571409CD-4C1B-8E45-ACF9-86D270DA7692}"/>
                  </a:ext>
                </a:extLst>
              </p:cNvPr>
              <p:cNvCxnSpPr/>
              <p:nvPr userDrawn="1"/>
            </p:nvCxnSpPr>
            <p:spPr bwMode="auto">
              <a:xfrm flipH="1">
                <a:off x="-109730" y="256311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5" name="Straight Connector 24">
                <a:extLst>
                  <a:ext uri="{FF2B5EF4-FFF2-40B4-BE49-F238E27FC236}">
                    <a16:creationId xmlns:a16="http://schemas.microsoft.com/office/drawing/2014/main" id="{A131086F-34E8-8C46-8C5C-6BAA87172E82}"/>
                  </a:ext>
                </a:extLst>
              </p:cNvPr>
              <p:cNvCxnSpPr/>
              <p:nvPr userDrawn="1"/>
            </p:nvCxnSpPr>
            <p:spPr bwMode="auto">
              <a:xfrm flipH="1">
                <a:off x="-109730" y="320319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6" name="Straight Connector 25">
                <a:extLst>
                  <a:ext uri="{FF2B5EF4-FFF2-40B4-BE49-F238E27FC236}">
                    <a16:creationId xmlns:a16="http://schemas.microsoft.com/office/drawing/2014/main" id="{0A42B631-F25C-F54E-B854-80328E4DFBBC}"/>
                  </a:ext>
                </a:extLst>
              </p:cNvPr>
              <p:cNvCxnSpPr/>
              <p:nvPr userDrawn="1"/>
            </p:nvCxnSpPr>
            <p:spPr bwMode="auto">
              <a:xfrm flipH="1">
                <a:off x="-109730" y="384327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7" name="Straight Connector 26">
                <a:extLst>
                  <a:ext uri="{FF2B5EF4-FFF2-40B4-BE49-F238E27FC236}">
                    <a16:creationId xmlns:a16="http://schemas.microsoft.com/office/drawing/2014/main" id="{08D46B81-A248-A847-9183-C6BC43C53E85}"/>
                  </a:ext>
                </a:extLst>
              </p:cNvPr>
              <p:cNvCxnSpPr/>
              <p:nvPr userDrawn="1"/>
            </p:nvCxnSpPr>
            <p:spPr bwMode="auto">
              <a:xfrm flipH="1">
                <a:off x="-109730" y="448792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86FA5BE4-E196-EC4A-BC7A-95A47060EE08}"/>
                  </a:ext>
                </a:extLst>
              </p:cNvPr>
              <p:cNvCxnSpPr/>
              <p:nvPr userDrawn="1"/>
            </p:nvCxnSpPr>
            <p:spPr bwMode="auto">
              <a:xfrm flipH="1">
                <a:off x="-109730" y="23139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9" name="Straight Connector 28">
                <a:extLst>
                  <a:ext uri="{FF2B5EF4-FFF2-40B4-BE49-F238E27FC236}">
                    <a16:creationId xmlns:a16="http://schemas.microsoft.com/office/drawing/2014/main" id="{47A74DF6-412C-6548-B80E-F7E7ED8433A9}"/>
                  </a:ext>
                </a:extLst>
              </p:cNvPr>
              <p:cNvCxnSpPr/>
              <p:nvPr userDrawn="1"/>
            </p:nvCxnSpPr>
            <p:spPr bwMode="auto">
              <a:xfrm flipH="1">
                <a:off x="-109730" y="489483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sp>
        <p:nvSpPr>
          <p:cNvPr id="65" name="Text Placeholder 64">
            <a:extLst>
              <a:ext uri="{FF2B5EF4-FFF2-40B4-BE49-F238E27FC236}">
                <a16:creationId xmlns:a16="http://schemas.microsoft.com/office/drawing/2014/main" id="{27EAE956-C530-B548-8E34-B81EB6A4D6F7}"/>
              </a:ext>
            </a:extLst>
          </p:cNvPr>
          <p:cNvSpPr>
            <a:spLocks noGrp="1"/>
          </p:cNvSpPr>
          <p:nvPr>
            <p:ph type="body" sz="quarter" idx="10" hasCustomPrompt="1"/>
          </p:nvPr>
        </p:nvSpPr>
        <p:spPr>
          <a:xfrm>
            <a:off x="272226" y="2507424"/>
            <a:ext cx="11582400" cy="1709737"/>
          </a:xfrm>
          <a:prstGeom prst="rect">
            <a:avLst/>
          </a:prstGeom>
        </p:spPr>
        <p:txBody>
          <a:bodyPr>
            <a:normAutofit/>
          </a:bodyPr>
          <a:lstStyle>
            <a:lvl1pPr>
              <a:defRPr sz="4800" b="0" i="1">
                <a:solidFill>
                  <a:schemeClr val="tx1"/>
                </a:solidFill>
                <a:latin typeface="IBM Plex Sans Light" panose="020B0403050203000203" pitchFamily="34" charset="0"/>
              </a:defRPr>
            </a:lvl1pPr>
          </a:lstStyle>
          <a:p>
            <a:pPr lvl="0"/>
            <a:r>
              <a:rPr lang="en-US" dirty="0"/>
              <a:t>Good design is good business.</a:t>
            </a:r>
          </a:p>
        </p:txBody>
      </p:sp>
      <p:sp>
        <p:nvSpPr>
          <p:cNvPr id="61" name="Footer Placeholder 2">
            <a:extLst>
              <a:ext uri="{FF2B5EF4-FFF2-40B4-BE49-F238E27FC236}">
                <a16:creationId xmlns:a16="http://schemas.microsoft.com/office/drawing/2014/main" id="{03BC7E4E-01BD-F844-A6C1-038B2F36B91E}"/>
              </a:ext>
            </a:extLst>
          </p:cNvPr>
          <p:cNvSpPr>
            <a:spLocks noGrp="1"/>
          </p:cNvSpPr>
          <p:nvPr>
            <p:ph type="ftr" sz="quarter" idx="3"/>
          </p:nvPr>
        </p:nvSpPr>
        <p:spPr>
          <a:xfrm>
            <a:off x="212288" y="6161484"/>
            <a:ext cx="2438312" cy="546100"/>
          </a:xfrm>
          <a:prstGeom prst="rect">
            <a:avLst/>
          </a:prstGeom>
        </p:spPr>
        <p:txBody>
          <a:bodyPr anchor="t"/>
          <a:lstStyle>
            <a:lvl1pPr>
              <a:defRPr sz="1000" b="0" i="0">
                <a:solidFill>
                  <a:srgbClr val="50565B"/>
                </a:solidFill>
                <a:latin typeface="IBM Plex Sans" panose="020B0503050000000000" pitchFamily="34" charset="77"/>
              </a:defRPr>
            </a:lvl1pPr>
          </a:lstStyle>
          <a:p>
            <a:r>
              <a:rPr lang="en-US" b="1">
                <a:solidFill>
                  <a:schemeClr val="tx1"/>
                </a:solidFill>
                <a:latin typeface="IBM Plex Sans SmBld" panose="020B0503050000000000" pitchFamily="34" charset="77"/>
              </a:rPr>
              <a:t>Presentation title</a:t>
            </a:r>
          </a:p>
          <a:p>
            <a:pPr>
              <a:lnSpc>
                <a:spcPct val="150000"/>
              </a:lnSpc>
            </a:pPr>
            <a:r>
              <a:rPr lang="en-US"/>
              <a:t>IBM  |  Project/team name</a:t>
            </a:r>
            <a:endParaRPr lang="en-US" sz="1000" dirty="0"/>
          </a:p>
        </p:txBody>
      </p:sp>
      <p:sp>
        <p:nvSpPr>
          <p:cNvPr id="64" name="Text Placeholder 64">
            <a:extLst>
              <a:ext uri="{FF2B5EF4-FFF2-40B4-BE49-F238E27FC236}">
                <a16:creationId xmlns:a16="http://schemas.microsoft.com/office/drawing/2014/main" id="{68B6868D-50A2-E64E-862F-CCE79AD796F6}"/>
              </a:ext>
            </a:extLst>
          </p:cNvPr>
          <p:cNvSpPr>
            <a:spLocks noGrp="1"/>
          </p:cNvSpPr>
          <p:nvPr>
            <p:ph type="body" sz="quarter" idx="11" hasCustomPrompt="1"/>
          </p:nvPr>
        </p:nvSpPr>
        <p:spPr>
          <a:xfrm>
            <a:off x="272226" y="1882423"/>
            <a:ext cx="796442" cy="784229"/>
          </a:xfrm>
          <a:prstGeom prst="rect">
            <a:avLst/>
          </a:prstGeom>
        </p:spPr>
        <p:txBody>
          <a:bodyPr>
            <a:noAutofit/>
          </a:bodyPr>
          <a:lstStyle>
            <a:lvl1pPr>
              <a:defRPr sz="7200" b="0" i="0">
                <a:solidFill>
                  <a:schemeClr val="tx1"/>
                </a:solidFill>
                <a:latin typeface="IBM Plex Sans" panose="020B0503050203000203" pitchFamily="34" charset="0"/>
              </a:defRPr>
            </a:lvl1pPr>
          </a:lstStyle>
          <a:p>
            <a:pPr lvl="0"/>
            <a:r>
              <a:rPr lang="en-US" dirty="0"/>
              <a:t>“</a:t>
            </a:r>
          </a:p>
        </p:txBody>
      </p:sp>
      <p:sp>
        <p:nvSpPr>
          <p:cNvPr id="68" name="Text Placeholder 64">
            <a:extLst>
              <a:ext uri="{FF2B5EF4-FFF2-40B4-BE49-F238E27FC236}">
                <a16:creationId xmlns:a16="http://schemas.microsoft.com/office/drawing/2014/main" id="{6242BA6E-BDB7-AE40-9BB7-6260B617D69D}"/>
              </a:ext>
            </a:extLst>
          </p:cNvPr>
          <p:cNvSpPr>
            <a:spLocks noGrp="1"/>
          </p:cNvSpPr>
          <p:nvPr>
            <p:ph type="body" sz="quarter" idx="12" hasCustomPrompt="1"/>
          </p:nvPr>
        </p:nvSpPr>
        <p:spPr>
          <a:xfrm>
            <a:off x="272226" y="3408580"/>
            <a:ext cx="5865618" cy="507326"/>
          </a:xfrm>
          <a:prstGeom prst="rect">
            <a:avLst/>
          </a:prstGeom>
        </p:spPr>
        <p:txBody>
          <a:bodyPr>
            <a:normAutofit/>
          </a:bodyPr>
          <a:lstStyle>
            <a:lvl1pPr>
              <a:defRPr sz="1800" b="0" i="0">
                <a:solidFill>
                  <a:schemeClr val="tx1"/>
                </a:solidFill>
                <a:latin typeface="+mj-lt"/>
              </a:defRPr>
            </a:lvl1pPr>
          </a:lstStyle>
          <a:p>
            <a:r>
              <a:rPr lang="en-US" dirty="0"/>
              <a:t>- Thomas J. Watson</a:t>
            </a:r>
          </a:p>
        </p:txBody>
      </p:sp>
    </p:spTree>
    <p:extLst>
      <p:ext uri="{BB962C8B-B14F-4D97-AF65-F5344CB8AC3E}">
        <p14:creationId xmlns:p14="http://schemas.microsoft.com/office/powerpoint/2010/main" val="253362544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Blank white">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4E27F71D-749D-974B-AB68-C90C1F656661}"/>
              </a:ext>
            </a:extLst>
          </p:cNvPr>
          <p:cNvGrpSpPr/>
          <p:nvPr userDrawn="1"/>
        </p:nvGrpSpPr>
        <p:grpSpPr>
          <a:xfrm>
            <a:off x="-146307" y="-147320"/>
            <a:ext cx="12485627" cy="7152640"/>
            <a:chOff x="-109730" y="-110490"/>
            <a:chExt cx="9364220" cy="5364480"/>
          </a:xfrm>
        </p:grpSpPr>
        <p:grpSp>
          <p:nvGrpSpPr>
            <p:cNvPr id="17" name="Group 16">
              <a:extLst>
                <a:ext uri="{FF2B5EF4-FFF2-40B4-BE49-F238E27FC236}">
                  <a16:creationId xmlns:a16="http://schemas.microsoft.com/office/drawing/2014/main" id="{7033ABDB-33FA-424A-8022-BE25064AAE9B}"/>
                </a:ext>
              </a:extLst>
            </p:cNvPr>
            <p:cNvGrpSpPr/>
            <p:nvPr userDrawn="1"/>
          </p:nvGrpSpPr>
          <p:grpSpPr>
            <a:xfrm>
              <a:off x="228600" y="-110490"/>
              <a:ext cx="8686732" cy="91440"/>
              <a:chOff x="228600" y="-152400"/>
              <a:chExt cx="8686732" cy="152400"/>
            </a:xfrm>
          </p:grpSpPr>
          <p:cxnSp>
            <p:nvCxnSpPr>
              <p:cNvPr id="50" name="Straight Connector 49">
                <a:extLst>
                  <a:ext uri="{FF2B5EF4-FFF2-40B4-BE49-F238E27FC236}">
                    <a16:creationId xmlns:a16="http://schemas.microsoft.com/office/drawing/2014/main" id="{E028FABC-C57C-0B4D-ADC6-F0D9AC86E7C9}"/>
                  </a:ext>
                </a:extLst>
              </p:cNvPr>
              <p:cNvCxnSpPr/>
              <p:nvPr userDrawn="1"/>
            </p:nvCxnSpPr>
            <p:spPr bwMode="auto">
              <a:xfrm rot="5400000" flipH="1">
                <a:off x="152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1" name="Straight Connector 50">
                <a:extLst>
                  <a:ext uri="{FF2B5EF4-FFF2-40B4-BE49-F238E27FC236}">
                    <a16:creationId xmlns:a16="http://schemas.microsoft.com/office/drawing/2014/main" id="{CCE52FE3-158F-D14E-B6AE-3EE847C02A23}"/>
                  </a:ext>
                </a:extLst>
              </p:cNvPr>
              <p:cNvCxnSpPr/>
              <p:nvPr userDrawn="1"/>
            </p:nvCxnSpPr>
            <p:spPr bwMode="auto">
              <a:xfrm rot="5400000" flipH="1">
                <a:off x="1981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2" name="Straight Connector 51">
                <a:extLst>
                  <a:ext uri="{FF2B5EF4-FFF2-40B4-BE49-F238E27FC236}">
                    <a16:creationId xmlns:a16="http://schemas.microsoft.com/office/drawing/2014/main" id="{C6326F37-4F20-A241-8AC4-D933542FB91D}"/>
                  </a:ext>
                </a:extLst>
              </p:cNvPr>
              <p:cNvCxnSpPr/>
              <p:nvPr userDrawn="1"/>
            </p:nvCxnSpPr>
            <p:spPr bwMode="auto">
              <a:xfrm rot="5400000" flipH="1">
                <a:off x="2209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3" name="Straight Connector 52">
                <a:extLst>
                  <a:ext uri="{FF2B5EF4-FFF2-40B4-BE49-F238E27FC236}">
                    <a16:creationId xmlns:a16="http://schemas.microsoft.com/office/drawing/2014/main" id="{193EAF95-D519-4A43-A5B7-8F152B7AAAF3}"/>
                  </a:ext>
                </a:extLst>
              </p:cNvPr>
              <p:cNvCxnSpPr/>
              <p:nvPr userDrawn="1"/>
            </p:nvCxnSpPr>
            <p:spPr bwMode="auto">
              <a:xfrm rot="5400000" flipH="1">
                <a:off x="2438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4" name="Straight Connector 53">
                <a:extLst>
                  <a:ext uri="{FF2B5EF4-FFF2-40B4-BE49-F238E27FC236}">
                    <a16:creationId xmlns:a16="http://schemas.microsoft.com/office/drawing/2014/main" id="{63D1F6C8-6E33-8445-84CD-22391B38AE2F}"/>
                  </a:ext>
                </a:extLst>
              </p:cNvPr>
              <p:cNvCxnSpPr/>
              <p:nvPr userDrawn="1"/>
            </p:nvCxnSpPr>
            <p:spPr bwMode="auto">
              <a:xfrm rot="5400000" flipH="1">
                <a:off x="4267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5" name="Straight Connector 54">
                <a:extLst>
                  <a:ext uri="{FF2B5EF4-FFF2-40B4-BE49-F238E27FC236}">
                    <a16:creationId xmlns:a16="http://schemas.microsoft.com/office/drawing/2014/main" id="{7CC00B75-D288-0546-90E6-0FAF60915429}"/>
                  </a:ext>
                </a:extLst>
              </p:cNvPr>
              <p:cNvCxnSpPr/>
              <p:nvPr userDrawn="1"/>
            </p:nvCxnSpPr>
            <p:spPr bwMode="auto">
              <a:xfrm rot="5400000" flipH="1">
                <a:off x="4495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6" name="Straight Connector 55">
                <a:extLst>
                  <a:ext uri="{FF2B5EF4-FFF2-40B4-BE49-F238E27FC236}">
                    <a16:creationId xmlns:a16="http://schemas.microsoft.com/office/drawing/2014/main" id="{9E943793-FE0F-6F4D-98F4-B9E3837BCA91}"/>
                  </a:ext>
                </a:extLst>
              </p:cNvPr>
              <p:cNvCxnSpPr/>
              <p:nvPr userDrawn="1"/>
            </p:nvCxnSpPr>
            <p:spPr bwMode="auto">
              <a:xfrm rot="5400000" flipH="1">
                <a:off x="4724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7" name="Straight Connector 56">
                <a:extLst>
                  <a:ext uri="{FF2B5EF4-FFF2-40B4-BE49-F238E27FC236}">
                    <a16:creationId xmlns:a16="http://schemas.microsoft.com/office/drawing/2014/main" id="{B1C729D8-F1AE-2C45-BF73-3BFD621F4038}"/>
                  </a:ext>
                </a:extLst>
              </p:cNvPr>
              <p:cNvCxnSpPr/>
              <p:nvPr userDrawn="1"/>
            </p:nvCxnSpPr>
            <p:spPr bwMode="auto">
              <a:xfrm rot="5400000" flipH="1">
                <a:off x="6553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8" name="Straight Connector 57">
                <a:extLst>
                  <a:ext uri="{FF2B5EF4-FFF2-40B4-BE49-F238E27FC236}">
                    <a16:creationId xmlns:a16="http://schemas.microsoft.com/office/drawing/2014/main" id="{773341F0-E3B3-EB42-A739-32107097206A}"/>
                  </a:ext>
                </a:extLst>
              </p:cNvPr>
              <p:cNvCxnSpPr/>
              <p:nvPr userDrawn="1"/>
            </p:nvCxnSpPr>
            <p:spPr bwMode="auto">
              <a:xfrm rot="5400000" flipH="1">
                <a:off x="6781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9" name="Straight Connector 58">
                <a:extLst>
                  <a:ext uri="{FF2B5EF4-FFF2-40B4-BE49-F238E27FC236}">
                    <a16:creationId xmlns:a16="http://schemas.microsoft.com/office/drawing/2014/main" id="{89EDDA5B-8572-C545-8DFA-ABC33664C7A1}"/>
                  </a:ext>
                </a:extLst>
              </p:cNvPr>
              <p:cNvCxnSpPr/>
              <p:nvPr userDrawn="1"/>
            </p:nvCxnSpPr>
            <p:spPr bwMode="auto">
              <a:xfrm rot="5400000" flipH="1">
                <a:off x="7010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0" name="Straight Connector 59">
                <a:extLst>
                  <a:ext uri="{FF2B5EF4-FFF2-40B4-BE49-F238E27FC236}">
                    <a16:creationId xmlns:a16="http://schemas.microsoft.com/office/drawing/2014/main" id="{E0B85CAB-A5A1-6546-BA39-1598C1A1BF64}"/>
                  </a:ext>
                </a:extLst>
              </p:cNvPr>
              <p:cNvCxnSpPr/>
              <p:nvPr userDrawn="1"/>
            </p:nvCxnSpPr>
            <p:spPr bwMode="auto">
              <a:xfrm rot="5400000" flipH="1">
                <a:off x="8839132"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18" name="Group 17">
              <a:extLst>
                <a:ext uri="{FF2B5EF4-FFF2-40B4-BE49-F238E27FC236}">
                  <a16:creationId xmlns:a16="http://schemas.microsoft.com/office/drawing/2014/main" id="{4EE9C99B-7B10-AE41-8B1B-D8508EC96D36}"/>
                </a:ext>
              </a:extLst>
            </p:cNvPr>
            <p:cNvGrpSpPr/>
            <p:nvPr userDrawn="1"/>
          </p:nvGrpSpPr>
          <p:grpSpPr>
            <a:xfrm>
              <a:off x="228600" y="5162550"/>
              <a:ext cx="8686732" cy="91440"/>
              <a:chOff x="228600" y="5143500"/>
              <a:chExt cx="8686732" cy="152400"/>
            </a:xfrm>
          </p:grpSpPr>
          <p:cxnSp>
            <p:nvCxnSpPr>
              <p:cNvPr id="39" name="Straight Connector 38">
                <a:extLst>
                  <a:ext uri="{FF2B5EF4-FFF2-40B4-BE49-F238E27FC236}">
                    <a16:creationId xmlns:a16="http://schemas.microsoft.com/office/drawing/2014/main" id="{C65EA58F-D486-A749-9B47-9DD071000D4F}"/>
                  </a:ext>
                </a:extLst>
              </p:cNvPr>
              <p:cNvCxnSpPr/>
              <p:nvPr userDrawn="1"/>
            </p:nvCxnSpPr>
            <p:spPr bwMode="auto">
              <a:xfrm rot="5400000" flipH="1">
                <a:off x="152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9056486B-3E88-1F4E-A5B6-71F9C8038505}"/>
                  </a:ext>
                </a:extLst>
              </p:cNvPr>
              <p:cNvCxnSpPr/>
              <p:nvPr userDrawn="1"/>
            </p:nvCxnSpPr>
            <p:spPr bwMode="auto">
              <a:xfrm rot="5400000" flipH="1">
                <a:off x="1981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1" name="Straight Connector 40">
                <a:extLst>
                  <a:ext uri="{FF2B5EF4-FFF2-40B4-BE49-F238E27FC236}">
                    <a16:creationId xmlns:a16="http://schemas.microsoft.com/office/drawing/2014/main" id="{8F54F4A3-648E-3146-B408-995E6916E7DD}"/>
                  </a:ext>
                </a:extLst>
              </p:cNvPr>
              <p:cNvCxnSpPr/>
              <p:nvPr userDrawn="1"/>
            </p:nvCxnSpPr>
            <p:spPr bwMode="auto">
              <a:xfrm rot="5400000" flipH="1">
                <a:off x="2209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2" name="Straight Connector 41">
                <a:extLst>
                  <a:ext uri="{FF2B5EF4-FFF2-40B4-BE49-F238E27FC236}">
                    <a16:creationId xmlns:a16="http://schemas.microsoft.com/office/drawing/2014/main" id="{1DB512CA-21A6-9E45-BA56-12B8F4FE801F}"/>
                  </a:ext>
                </a:extLst>
              </p:cNvPr>
              <p:cNvCxnSpPr/>
              <p:nvPr userDrawn="1"/>
            </p:nvCxnSpPr>
            <p:spPr bwMode="auto">
              <a:xfrm rot="5400000" flipH="1">
                <a:off x="2438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3" name="Straight Connector 42">
                <a:extLst>
                  <a:ext uri="{FF2B5EF4-FFF2-40B4-BE49-F238E27FC236}">
                    <a16:creationId xmlns:a16="http://schemas.microsoft.com/office/drawing/2014/main" id="{2BFB8868-99DE-1A45-8575-1EA11710057F}"/>
                  </a:ext>
                </a:extLst>
              </p:cNvPr>
              <p:cNvCxnSpPr/>
              <p:nvPr userDrawn="1"/>
            </p:nvCxnSpPr>
            <p:spPr bwMode="auto">
              <a:xfrm rot="5400000" flipH="1">
                <a:off x="4267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4" name="Straight Connector 43">
                <a:extLst>
                  <a:ext uri="{FF2B5EF4-FFF2-40B4-BE49-F238E27FC236}">
                    <a16:creationId xmlns:a16="http://schemas.microsoft.com/office/drawing/2014/main" id="{730DE9A1-D9BD-524C-BE6F-1D6659196FBC}"/>
                  </a:ext>
                </a:extLst>
              </p:cNvPr>
              <p:cNvCxnSpPr/>
              <p:nvPr userDrawn="1"/>
            </p:nvCxnSpPr>
            <p:spPr bwMode="auto">
              <a:xfrm rot="5400000" flipH="1">
                <a:off x="4495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5" name="Straight Connector 44">
                <a:extLst>
                  <a:ext uri="{FF2B5EF4-FFF2-40B4-BE49-F238E27FC236}">
                    <a16:creationId xmlns:a16="http://schemas.microsoft.com/office/drawing/2014/main" id="{5ABAF5C8-E725-FD45-80A0-6EC368BF88BA}"/>
                  </a:ext>
                </a:extLst>
              </p:cNvPr>
              <p:cNvCxnSpPr/>
              <p:nvPr userDrawn="1"/>
            </p:nvCxnSpPr>
            <p:spPr bwMode="auto">
              <a:xfrm rot="5400000" flipH="1">
                <a:off x="4724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6" name="Straight Connector 45">
                <a:extLst>
                  <a:ext uri="{FF2B5EF4-FFF2-40B4-BE49-F238E27FC236}">
                    <a16:creationId xmlns:a16="http://schemas.microsoft.com/office/drawing/2014/main" id="{EBC18DE6-803B-7541-908A-41F6D4494834}"/>
                  </a:ext>
                </a:extLst>
              </p:cNvPr>
              <p:cNvCxnSpPr/>
              <p:nvPr userDrawn="1"/>
            </p:nvCxnSpPr>
            <p:spPr bwMode="auto">
              <a:xfrm rot="5400000" flipH="1">
                <a:off x="6553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7" name="Straight Connector 46">
                <a:extLst>
                  <a:ext uri="{FF2B5EF4-FFF2-40B4-BE49-F238E27FC236}">
                    <a16:creationId xmlns:a16="http://schemas.microsoft.com/office/drawing/2014/main" id="{737A4750-B9D5-5049-A414-7844F44D2F08}"/>
                  </a:ext>
                </a:extLst>
              </p:cNvPr>
              <p:cNvCxnSpPr/>
              <p:nvPr userDrawn="1"/>
            </p:nvCxnSpPr>
            <p:spPr bwMode="auto">
              <a:xfrm rot="5400000" flipH="1">
                <a:off x="6781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8" name="Straight Connector 47">
                <a:extLst>
                  <a:ext uri="{FF2B5EF4-FFF2-40B4-BE49-F238E27FC236}">
                    <a16:creationId xmlns:a16="http://schemas.microsoft.com/office/drawing/2014/main" id="{11CC3856-9176-894C-9678-78854179B583}"/>
                  </a:ext>
                </a:extLst>
              </p:cNvPr>
              <p:cNvCxnSpPr/>
              <p:nvPr userDrawn="1"/>
            </p:nvCxnSpPr>
            <p:spPr bwMode="auto">
              <a:xfrm rot="5400000" flipH="1">
                <a:off x="7010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9" name="Straight Connector 48">
                <a:extLst>
                  <a:ext uri="{FF2B5EF4-FFF2-40B4-BE49-F238E27FC236}">
                    <a16:creationId xmlns:a16="http://schemas.microsoft.com/office/drawing/2014/main" id="{3A4EF373-8CC5-F948-AA7B-C5EF10137299}"/>
                  </a:ext>
                </a:extLst>
              </p:cNvPr>
              <p:cNvCxnSpPr/>
              <p:nvPr userDrawn="1"/>
            </p:nvCxnSpPr>
            <p:spPr bwMode="auto">
              <a:xfrm rot="5400000" flipH="1">
                <a:off x="8839132"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19" name="Group 18">
              <a:extLst>
                <a:ext uri="{FF2B5EF4-FFF2-40B4-BE49-F238E27FC236}">
                  <a16:creationId xmlns:a16="http://schemas.microsoft.com/office/drawing/2014/main" id="{5EDFECA7-68A0-C74C-8702-67F215F53507}"/>
                </a:ext>
              </a:extLst>
            </p:cNvPr>
            <p:cNvGrpSpPr/>
            <p:nvPr userDrawn="1"/>
          </p:nvGrpSpPr>
          <p:grpSpPr>
            <a:xfrm>
              <a:off x="-109730" y="237744"/>
              <a:ext cx="91440" cy="4664456"/>
              <a:chOff x="-109730" y="237744"/>
              <a:chExt cx="91440" cy="4664456"/>
            </a:xfrm>
          </p:grpSpPr>
          <p:cxnSp>
            <p:nvCxnSpPr>
              <p:cNvPr id="30" name="Straight Connector 29">
                <a:extLst>
                  <a:ext uri="{FF2B5EF4-FFF2-40B4-BE49-F238E27FC236}">
                    <a16:creationId xmlns:a16="http://schemas.microsoft.com/office/drawing/2014/main" id="{B42BDEDC-364B-EC4F-9B43-9C5105374A26}"/>
                  </a:ext>
                </a:extLst>
              </p:cNvPr>
              <p:cNvCxnSpPr/>
              <p:nvPr userDrawn="1"/>
            </p:nvCxnSpPr>
            <p:spPr bwMode="auto">
              <a:xfrm flipH="1">
                <a:off x="-109730" y="65379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1" name="Straight Connector 30">
                <a:extLst>
                  <a:ext uri="{FF2B5EF4-FFF2-40B4-BE49-F238E27FC236}">
                    <a16:creationId xmlns:a16="http://schemas.microsoft.com/office/drawing/2014/main" id="{82746AEA-B7EE-6A45-A324-2780C5387E8B}"/>
                  </a:ext>
                </a:extLst>
              </p:cNvPr>
              <p:cNvCxnSpPr/>
              <p:nvPr userDrawn="1"/>
            </p:nvCxnSpPr>
            <p:spPr bwMode="auto">
              <a:xfrm flipH="1">
                <a:off x="-109730" y="128930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2" name="Straight Connector 31">
                <a:extLst>
                  <a:ext uri="{FF2B5EF4-FFF2-40B4-BE49-F238E27FC236}">
                    <a16:creationId xmlns:a16="http://schemas.microsoft.com/office/drawing/2014/main" id="{10F57C53-2F79-4140-B8DD-CFF27135CAA8}"/>
                  </a:ext>
                </a:extLst>
              </p:cNvPr>
              <p:cNvCxnSpPr/>
              <p:nvPr userDrawn="1"/>
            </p:nvCxnSpPr>
            <p:spPr bwMode="auto">
              <a:xfrm flipH="1">
                <a:off x="-109730" y="192938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3" name="Straight Connector 32">
                <a:extLst>
                  <a:ext uri="{FF2B5EF4-FFF2-40B4-BE49-F238E27FC236}">
                    <a16:creationId xmlns:a16="http://schemas.microsoft.com/office/drawing/2014/main" id="{D0D1241B-3B6D-564B-92C0-5F79295699BA}"/>
                  </a:ext>
                </a:extLst>
              </p:cNvPr>
              <p:cNvCxnSpPr/>
              <p:nvPr userDrawn="1"/>
            </p:nvCxnSpPr>
            <p:spPr bwMode="auto">
              <a:xfrm flipH="1">
                <a:off x="-109730" y="2570990"/>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4" name="Straight Connector 33">
                <a:extLst>
                  <a:ext uri="{FF2B5EF4-FFF2-40B4-BE49-F238E27FC236}">
                    <a16:creationId xmlns:a16="http://schemas.microsoft.com/office/drawing/2014/main" id="{4F1A65E1-A6DD-0E48-9328-F63C08A91C80}"/>
                  </a:ext>
                </a:extLst>
              </p:cNvPr>
              <p:cNvCxnSpPr/>
              <p:nvPr userDrawn="1"/>
            </p:nvCxnSpPr>
            <p:spPr bwMode="auto">
              <a:xfrm flipH="1">
                <a:off x="-109730" y="320954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5" name="Straight Connector 34">
                <a:extLst>
                  <a:ext uri="{FF2B5EF4-FFF2-40B4-BE49-F238E27FC236}">
                    <a16:creationId xmlns:a16="http://schemas.microsoft.com/office/drawing/2014/main" id="{DF1A857E-0280-4D4D-8C5E-78EB4893E8F3}"/>
                  </a:ext>
                </a:extLst>
              </p:cNvPr>
              <p:cNvCxnSpPr/>
              <p:nvPr userDrawn="1"/>
            </p:nvCxnSpPr>
            <p:spPr bwMode="auto">
              <a:xfrm flipH="1">
                <a:off x="-109730" y="384962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6" name="Straight Connector 35">
                <a:extLst>
                  <a:ext uri="{FF2B5EF4-FFF2-40B4-BE49-F238E27FC236}">
                    <a16:creationId xmlns:a16="http://schemas.microsoft.com/office/drawing/2014/main" id="{32EE49FC-4AC3-D84D-B296-8260919A4AFB}"/>
                  </a:ext>
                </a:extLst>
              </p:cNvPr>
              <p:cNvCxnSpPr/>
              <p:nvPr userDrawn="1"/>
            </p:nvCxnSpPr>
            <p:spPr bwMode="auto">
              <a:xfrm flipH="1">
                <a:off x="-109730" y="449427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7" name="Straight Connector 36">
                <a:extLst>
                  <a:ext uri="{FF2B5EF4-FFF2-40B4-BE49-F238E27FC236}">
                    <a16:creationId xmlns:a16="http://schemas.microsoft.com/office/drawing/2014/main" id="{A036B8A6-5887-EB43-A589-E9B55309975E}"/>
                  </a:ext>
                </a:extLst>
              </p:cNvPr>
              <p:cNvCxnSpPr/>
              <p:nvPr userDrawn="1"/>
            </p:nvCxnSpPr>
            <p:spPr bwMode="auto">
              <a:xfrm flipH="1">
                <a:off x="-109730" y="23774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8" name="Straight Connector 37">
                <a:extLst>
                  <a:ext uri="{FF2B5EF4-FFF2-40B4-BE49-F238E27FC236}">
                    <a16:creationId xmlns:a16="http://schemas.microsoft.com/office/drawing/2014/main" id="{886C2E2E-F476-B64B-A78C-E2A4F068B019}"/>
                  </a:ext>
                </a:extLst>
              </p:cNvPr>
              <p:cNvCxnSpPr/>
              <p:nvPr userDrawn="1"/>
            </p:nvCxnSpPr>
            <p:spPr bwMode="auto">
              <a:xfrm flipH="1">
                <a:off x="-109730" y="4902200"/>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20" name="Group 19">
              <a:extLst>
                <a:ext uri="{FF2B5EF4-FFF2-40B4-BE49-F238E27FC236}">
                  <a16:creationId xmlns:a16="http://schemas.microsoft.com/office/drawing/2014/main" id="{568B7B3E-2365-FA48-B0BB-56705EDB6709}"/>
                </a:ext>
              </a:extLst>
            </p:cNvPr>
            <p:cNvGrpSpPr/>
            <p:nvPr userDrawn="1"/>
          </p:nvGrpSpPr>
          <p:grpSpPr>
            <a:xfrm>
              <a:off x="9163050" y="237744"/>
              <a:ext cx="91440" cy="4663440"/>
              <a:chOff x="-109730" y="231394"/>
              <a:chExt cx="91440" cy="4663440"/>
            </a:xfrm>
          </p:grpSpPr>
          <p:cxnSp>
            <p:nvCxnSpPr>
              <p:cNvPr id="21" name="Straight Connector 20">
                <a:extLst>
                  <a:ext uri="{FF2B5EF4-FFF2-40B4-BE49-F238E27FC236}">
                    <a16:creationId xmlns:a16="http://schemas.microsoft.com/office/drawing/2014/main" id="{F8CB4122-4D33-2A42-871B-AB33239DC529}"/>
                  </a:ext>
                </a:extLst>
              </p:cNvPr>
              <p:cNvCxnSpPr/>
              <p:nvPr userDrawn="1"/>
            </p:nvCxnSpPr>
            <p:spPr bwMode="auto">
              <a:xfrm flipH="1">
                <a:off x="-109730" y="64744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E1272E41-0FA7-6B41-B356-7A2B88AC448F}"/>
                  </a:ext>
                </a:extLst>
              </p:cNvPr>
              <p:cNvCxnSpPr/>
              <p:nvPr userDrawn="1"/>
            </p:nvCxnSpPr>
            <p:spPr bwMode="auto">
              <a:xfrm flipH="1">
                <a:off x="-109730" y="128295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3" name="Straight Connector 22">
                <a:extLst>
                  <a:ext uri="{FF2B5EF4-FFF2-40B4-BE49-F238E27FC236}">
                    <a16:creationId xmlns:a16="http://schemas.microsoft.com/office/drawing/2014/main" id="{784B5EE1-D003-1F47-8D33-3E312E35B1E7}"/>
                  </a:ext>
                </a:extLst>
              </p:cNvPr>
              <p:cNvCxnSpPr/>
              <p:nvPr userDrawn="1"/>
            </p:nvCxnSpPr>
            <p:spPr bwMode="auto">
              <a:xfrm flipH="1">
                <a:off x="-109730" y="192303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4" name="Straight Connector 23">
                <a:extLst>
                  <a:ext uri="{FF2B5EF4-FFF2-40B4-BE49-F238E27FC236}">
                    <a16:creationId xmlns:a16="http://schemas.microsoft.com/office/drawing/2014/main" id="{571409CD-4C1B-8E45-ACF9-86D270DA7692}"/>
                  </a:ext>
                </a:extLst>
              </p:cNvPr>
              <p:cNvCxnSpPr/>
              <p:nvPr userDrawn="1"/>
            </p:nvCxnSpPr>
            <p:spPr bwMode="auto">
              <a:xfrm flipH="1">
                <a:off x="-109730" y="256311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5" name="Straight Connector 24">
                <a:extLst>
                  <a:ext uri="{FF2B5EF4-FFF2-40B4-BE49-F238E27FC236}">
                    <a16:creationId xmlns:a16="http://schemas.microsoft.com/office/drawing/2014/main" id="{A131086F-34E8-8C46-8C5C-6BAA87172E82}"/>
                  </a:ext>
                </a:extLst>
              </p:cNvPr>
              <p:cNvCxnSpPr/>
              <p:nvPr userDrawn="1"/>
            </p:nvCxnSpPr>
            <p:spPr bwMode="auto">
              <a:xfrm flipH="1">
                <a:off x="-109730" y="320319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6" name="Straight Connector 25">
                <a:extLst>
                  <a:ext uri="{FF2B5EF4-FFF2-40B4-BE49-F238E27FC236}">
                    <a16:creationId xmlns:a16="http://schemas.microsoft.com/office/drawing/2014/main" id="{0A42B631-F25C-F54E-B854-80328E4DFBBC}"/>
                  </a:ext>
                </a:extLst>
              </p:cNvPr>
              <p:cNvCxnSpPr/>
              <p:nvPr userDrawn="1"/>
            </p:nvCxnSpPr>
            <p:spPr bwMode="auto">
              <a:xfrm flipH="1">
                <a:off x="-109730" y="384327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7" name="Straight Connector 26">
                <a:extLst>
                  <a:ext uri="{FF2B5EF4-FFF2-40B4-BE49-F238E27FC236}">
                    <a16:creationId xmlns:a16="http://schemas.microsoft.com/office/drawing/2014/main" id="{08D46B81-A248-A847-9183-C6BC43C53E85}"/>
                  </a:ext>
                </a:extLst>
              </p:cNvPr>
              <p:cNvCxnSpPr/>
              <p:nvPr userDrawn="1"/>
            </p:nvCxnSpPr>
            <p:spPr bwMode="auto">
              <a:xfrm flipH="1">
                <a:off x="-109730" y="448792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86FA5BE4-E196-EC4A-BC7A-95A47060EE08}"/>
                  </a:ext>
                </a:extLst>
              </p:cNvPr>
              <p:cNvCxnSpPr/>
              <p:nvPr userDrawn="1"/>
            </p:nvCxnSpPr>
            <p:spPr bwMode="auto">
              <a:xfrm flipH="1">
                <a:off x="-109730" y="23139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9" name="Straight Connector 28">
                <a:extLst>
                  <a:ext uri="{FF2B5EF4-FFF2-40B4-BE49-F238E27FC236}">
                    <a16:creationId xmlns:a16="http://schemas.microsoft.com/office/drawing/2014/main" id="{47A74DF6-412C-6548-B80E-F7E7ED8433A9}"/>
                  </a:ext>
                </a:extLst>
              </p:cNvPr>
              <p:cNvCxnSpPr/>
              <p:nvPr userDrawn="1"/>
            </p:nvCxnSpPr>
            <p:spPr bwMode="auto">
              <a:xfrm flipH="1">
                <a:off x="-109730" y="489483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sp>
        <p:nvSpPr>
          <p:cNvPr id="61" name="Footer Placeholder 2">
            <a:extLst>
              <a:ext uri="{FF2B5EF4-FFF2-40B4-BE49-F238E27FC236}">
                <a16:creationId xmlns:a16="http://schemas.microsoft.com/office/drawing/2014/main" id="{E7948A74-F93F-924F-9CF3-C2F54075C4C8}"/>
              </a:ext>
            </a:extLst>
          </p:cNvPr>
          <p:cNvSpPr>
            <a:spLocks noGrp="1"/>
          </p:cNvSpPr>
          <p:nvPr>
            <p:ph type="ftr" sz="quarter" idx="3"/>
          </p:nvPr>
        </p:nvSpPr>
        <p:spPr>
          <a:xfrm>
            <a:off x="210312" y="6073456"/>
            <a:ext cx="2438312" cy="546100"/>
          </a:xfrm>
          <a:prstGeom prst="rect">
            <a:avLst/>
          </a:prstGeom>
        </p:spPr>
        <p:txBody>
          <a:bodyPr anchor="b"/>
          <a:lstStyle>
            <a:lvl1pPr>
              <a:lnSpc>
                <a:spcPct val="150000"/>
              </a:lnSpc>
              <a:defRPr sz="1000" b="0" i="0">
                <a:solidFill>
                  <a:srgbClr val="50565B"/>
                </a:solidFill>
                <a:latin typeface="IBM Plex Sans" panose="020B0503050000000000" pitchFamily="34" charset="77"/>
              </a:defRPr>
            </a:lvl1pPr>
          </a:lstStyle>
          <a:p>
            <a:r>
              <a:rPr lang="en-US" b="1">
                <a:solidFill>
                  <a:schemeClr val="tx1"/>
                </a:solidFill>
                <a:latin typeface="IBM Plex Sans SmBld" panose="020B0503050000000000" pitchFamily="34" charset="77"/>
              </a:rPr>
              <a:t>Presentation title</a:t>
            </a:r>
          </a:p>
          <a:p>
            <a:r>
              <a:rPr lang="en-US"/>
              <a:t>IBM  |  Project/team name</a:t>
            </a:r>
            <a:endParaRPr lang="en-US" dirty="0"/>
          </a:p>
        </p:txBody>
      </p:sp>
      <p:sp>
        <p:nvSpPr>
          <p:cNvPr id="62" name="Text Placeholder 64">
            <a:extLst>
              <a:ext uri="{FF2B5EF4-FFF2-40B4-BE49-F238E27FC236}">
                <a16:creationId xmlns:a16="http://schemas.microsoft.com/office/drawing/2014/main" id="{54A9B2C0-A149-DE4F-8512-BF08217E4804}"/>
              </a:ext>
            </a:extLst>
          </p:cNvPr>
          <p:cNvSpPr>
            <a:spLocks noGrp="1"/>
          </p:cNvSpPr>
          <p:nvPr>
            <p:ph type="body" sz="quarter" idx="10" hasCustomPrompt="1"/>
          </p:nvPr>
        </p:nvSpPr>
        <p:spPr>
          <a:xfrm>
            <a:off x="210312" y="326929"/>
            <a:ext cx="5560816" cy="1392144"/>
          </a:xfrm>
          <a:prstGeom prst="rect">
            <a:avLst/>
          </a:prstGeom>
        </p:spPr>
        <p:txBody>
          <a:bodyPr>
            <a:normAutofit/>
          </a:bodyPr>
          <a:lstStyle>
            <a:lvl1pPr>
              <a:defRPr sz="2400" b="0" i="0">
                <a:latin typeface="IBM Plex Sans" panose="020B0503050203000203" pitchFamily="34" charset="0"/>
              </a:defRPr>
            </a:lvl1pPr>
          </a:lstStyle>
          <a:p>
            <a:pPr lvl="0"/>
            <a:r>
              <a:rPr lang="en-US" dirty="0"/>
              <a:t>Slide title</a:t>
            </a:r>
          </a:p>
        </p:txBody>
      </p:sp>
    </p:spTree>
    <p:extLst>
      <p:ext uri="{BB962C8B-B14F-4D97-AF65-F5344CB8AC3E}">
        <p14:creationId xmlns:p14="http://schemas.microsoft.com/office/powerpoint/2010/main" val="54698737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Blank grey">
    <p:spTree>
      <p:nvGrpSpPr>
        <p:cNvPr id="1" name=""/>
        <p:cNvGrpSpPr/>
        <p:nvPr/>
      </p:nvGrpSpPr>
      <p:grpSpPr>
        <a:xfrm>
          <a:off x="0" y="0"/>
          <a:ext cx="0" cy="0"/>
          <a:chOff x="0" y="0"/>
          <a:chExt cx="0" cy="0"/>
        </a:xfrm>
      </p:grpSpPr>
      <p:sp>
        <p:nvSpPr>
          <p:cNvPr id="61" name="Rectangle 60">
            <a:extLst>
              <a:ext uri="{FF2B5EF4-FFF2-40B4-BE49-F238E27FC236}">
                <a16:creationId xmlns:a16="http://schemas.microsoft.com/office/drawing/2014/main" id="{5938EC85-FD81-F04D-A5A6-E695C8BFF056}"/>
              </a:ext>
            </a:extLst>
          </p:cNvPr>
          <p:cNvSpPr/>
          <p:nvPr userDrawn="1"/>
        </p:nvSpPr>
        <p:spPr bwMode="auto">
          <a:xfrm>
            <a:off x="-24387" y="-1"/>
            <a:ext cx="12216377" cy="6857991"/>
          </a:xfrm>
          <a:prstGeom prst="rect">
            <a:avLst/>
          </a:prstGeom>
          <a:solidFill>
            <a:srgbClr val="F2F4F8"/>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90000"/>
              </a:lnSpc>
              <a:spcBef>
                <a:spcPct val="0"/>
              </a:spcBef>
              <a:spcAft>
                <a:spcPct val="0"/>
              </a:spcAft>
              <a:buClrTx/>
              <a:buSzTx/>
              <a:buFontTx/>
              <a:buNone/>
              <a:tabLst/>
            </a:pPr>
            <a:endParaRPr kumimoji="0" lang="en-US" sz="2000" b="0" i="0" u="none" strike="noStrike" cap="none" normalizeH="0" baseline="0" dirty="0">
              <a:ln>
                <a:noFill/>
              </a:ln>
              <a:solidFill>
                <a:srgbClr val="191919"/>
              </a:solidFill>
              <a:effectLst/>
              <a:latin typeface="HelvNeue Light for IBM" pitchFamily="34" charset="0"/>
            </a:endParaRPr>
          </a:p>
        </p:txBody>
      </p:sp>
      <p:grpSp>
        <p:nvGrpSpPr>
          <p:cNvPr id="16" name="Group 15">
            <a:extLst>
              <a:ext uri="{FF2B5EF4-FFF2-40B4-BE49-F238E27FC236}">
                <a16:creationId xmlns:a16="http://schemas.microsoft.com/office/drawing/2014/main" id="{4E27F71D-749D-974B-AB68-C90C1F656661}"/>
              </a:ext>
            </a:extLst>
          </p:cNvPr>
          <p:cNvGrpSpPr/>
          <p:nvPr userDrawn="1"/>
        </p:nvGrpSpPr>
        <p:grpSpPr>
          <a:xfrm>
            <a:off x="-146307" y="-147320"/>
            <a:ext cx="12485627" cy="7152640"/>
            <a:chOff x="-109730" y="-110490"/>
            <a:chExt cx="9364220" cy="5364480"/>
          </a:xfrm>
        </p:grpSpPr>
        <p:grpSp>
          <p:nvGrpSpPr>
            <p:cNvPr id="17" name="Group 16">
              <a:extLst>
                <a:ext uri="{FF2B5EF4-FFF2-40B4-BE49-F238E27FC236}">
                  <a16:creationId xmlns:a16="http://schemas.microsoft.com/office/drawing/2014/main" id="{7033ABDB-33FA-424A-8022-BE25064AAE9B}"/>
                </a:ext>
              </a:extLst>
            </p:cNvPr>
            <p:cNvGrpSpPr/>
            <p:nvPr userDrawn="1"/>
          </p:nvGrpSpPr>
          <p:grpSpPr>
            <a:xfrm>
              <a:off x="228600" y="-110490"/>
              <a:ext cx="8686732" cy="91440"/>
              <a:chOff x="228600" y="-152400"/>
              <a:chExt cx="8686732" cy="152400"/>
            </a:xfrm>
          </p:grpSpPr>
          <p:cxnSp>
            <p:nvCxnSpPr>
              <p:cNvPr id="50" name="Straight Connector 49">
                <a:extLst>
                  <a:ext uri="{FF2B5EF4-FFF2-40B4-BE49-F238E27FC236}">
                    <a16:creationId xmlns:a16="http://schemas.microsoft.com/office/drawing/2014/main" id="{E028FABC-C57C-0B4D-ADC6-F0D9AC86E7C9}"/>
                  </a:ext>
                </a:extLst>
              </p:cNvPr>
              <p:cNvCxnSpPr/>
              <p:nvPr userDrawn="1"/>
            </p:nvCxnSpPr>
            <p:spPr bwMode="auto">
              <a:xfrm rot="5400000" flipH="1">
                <a:off x="152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1" name="Straight Connector 50">
                <a:extLst>
                  <a:ext uri="{FF2B5EF4-FFF2-40B4-BE49-F238E27FC236}">
                    <a16:creationId xmlns:a16="http://schemas.microsoft.com/office/drawing/2014/main" id="{CCE52FE3-158F-D14E-B6AE-3EE847C02A23}"/>
                  </a:ext>
                </a:extLst>
              </p:cNvPr>
              <p:cNvCxnSpPr/>
              <p:nvPr userDrawn="1"/>
            </p:nvCxnSpPr>
            <p:spPr bwMode="auto">
              <a:xfrm rot="5400000" flipH="1">
                <a:off x="1981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2" name="Straight Connector 51">
                <a:extLst>
                  <a:ext uri="{FF2B5EF4-FFF2-40B4-BE49-F238E27FC236}">
                    <a16:creationId xmlns:a16="http://schemas.microsoft.com/office/drawing/2014/main" id="{C6326F37-4F20-A241-8AC4-D933542FB91D}"/>
                  </a:ext>
                </a:extLst>
              </p:cNvPr>
              <p:cNvCxnSpPr/>
              <p:nvPr userDrawn="1"/>
            </p:nvCxnSpPr>
            <p:spPr bwMode="auto">
              <a:xfrm rot="5400000" flipH="1">
                <a:off x="2209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3" name="Straight Connector 52">
                <a:extLst>
                  <a:ext uri="{FF2B5EF4-FFF2-40B4-BE49-F238E27FC236}">
                    <a16:creationId xmlns:a16="http://schemas.microsoft.com/office/drawing/2014/main" id="{193EAF95-D519-4A43-A5B7-8F152B7AAAF3}"/>
                  </a:ext>
                </a:extLst>
              </p:cNvPr>
              <p:cNvCxnSpPr/>
              <p:nvPr userDrawn="1"/>
            </p:nvCxnSpPr>
            <p:spPr bwMode="auto">
              <a:xfrm rot="5400000" flipH="1">
                <a:off x="2438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4" name="Straight Connector 53">
                <a:extLst>
                  <a:ext uri="{FF2B5EF4-FFF2-40B4-BE49-F238E27FC236}">
                    <a16:creationId xmlns:a16="http://schemas.microsoft.com/office/drawing/2014/main" id="{63D1F6C8-6E33-8445-84CD-22391B38AE2F}"/>
                  </a:ext>
                </a:extLst>
              </p:cNvPr>
              <p:cNvCxnSpPr/>
              <p:nvPr userDrawn="1"/>
            </p:nvCxnSpPr>
            <p:spPr bwMode="auto">
              <a:xfrm rot="5400000" flipH="1">
                <a:off x="4267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5" name="Straight Connector 54">
                <a:extLst>
                  <a:ext uri="{FF2B5EF4-FFF2-40B4-BE49-F238E27FC236}">
                    <a16:creationId xmlns:a16="http://schemas.microsoft.com/office/drawing/2014/main" id="{7CC00B75-D288-0546-90E6-0FAF60915429}"/>
                  </a:ext>
                </a:extLst>
              </p:cNvPr>
              <p:cNvCxnSpPr/>
              <p:nvPr userDrawn="1"/>
            </p:nvCxnSpPr>
            <p:spPr bwMode="auto">
              <a:xfrm rot="5400000" flipH="1">
                <a:off x="4495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6" name="Straight Connector 55">
                <a:extLst>
                  <a:ext uri="{FF2B5EF4-FFF2-40B4-BE49-F238E27FC236}">
                    <a16:creationId xmlns:a16="http://schemas.microsoft.com/office/drawing/2014/main" id="{9E943793-FE0F-6F4D-98F4-B9E3837BCA91}"/>
                  </a:ext>
                </a:extLst>
              </p:cNvPr>
              <p:cNvCxnSpPr/>
              <p:nvPr userDrawn="1"/>
            </p:nvCxnSpPr>
            <p:spPr bwMode="auto">
              <a:xfrm rot="5400000" flipH="1">
                <a:off x="4724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7" name="Straight Connector 56">
                <a:extLst>
                  <a:ext uri="{FF2B5EF4-FFF2-40B4-BE49-F238E27FC236}">
                    <a16:creationId xmlns:a16="http://schemas.microsoft.com/office/drawing/2014/main" id="{B1C729D8-F1AE-2C45-BF73-3BFD621F4038}"/>
                  </a:ext>
                </a:extLst>
              </p:cNvPr>
              <p:cNvCxnSpPr/>
              <p:nvPr userDrawn="1"/>
            </p:nvCxnSpPr>
            <p:spPr bwMode="auto">
              <a:xfrm rot="5400000" flipH="1">
                <a:off x="6553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8" name="Straight Connector 57">
                <a:extLst>
                  <a:ext uri="{FF2B5EF4-FFF2-40B4-BE49-F238E27FC236}">
                    <a16:creationId xmlns:a16="http://schemas.microsoft.com/office/drawing/2014/main" id="{773341F0-E3B3-EB42-A739-32107097206A}"/>
                  </a:ext>
                </a:extLst>
              </p:cNvPr>
              <p:cNvCxnSpPr/>
              <p:nvPr userDrawn="1"/>
            </p:nvCxnSpPr>
            <p:spPr bwMode="auto">
              <a:xfrm rot="5400000" flipH="1">
                <a:off x="6781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9" name="Straight Connector 58">
                <a:extLst>
                  <a:ext uri="{FF2B5EF4-FFF2-40B4-BE49-F238E27FC236}">
                    <a16:creationId xmlns:a16="http://schemas.microsoft.com/office/drawing/2014/main" id="{89EDDA5B-8572-C545-8DFA-ABC33664C7A1}"/>
                  </a:ext>
                </a:extLst>
              </p:cNvPr>
              <p:cNvCxnSpPr/>
              <p:nvPr userDrawn="1"/>
            </p:nvCxnSpPr>
            <p:spPr bwMode="auto">
              <a:xfrm rot="5400000" flipH="1">
                <a:off x="7010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0" name="Straight Connector 59">
                <a:extLst>
                  <a:ext uri="{FF2B5EF4-FFF2-40B4-BE49-F238E27FC236}">
                    <a16:creationId xmlns:a16="http://schemas.microsoft.com/office/drawing/2014/main" id="{E0B85CAB-A5A1-6546-BA39-1598C1A1BF64}"/>
                  </a:ext>
                </a:extLst>
              </p:cNvPr>
              <p:cNvCxnSpPr/>
              <p:nvPr userDrawn="1"/>
            </p:nvCxnSpPr>
            <p:spPr bwMode="auto">
              <a:xfrm rot="5400000" flipH="1">
                <a:off x="8839132"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18" name="Group 17">
              <a:extLst>
                <a:ext uri="{FF2B5EF4-FFF2-40B4-BE49-F238E27FC236}">
                  <a16:creationId xmlns:a16="http://schemas.microsoft.com/office/drawing/2014/main" id="{4EE9C99B-7B10-AE41-8B1B-D8508EC96D36}"/>
                </a:ext>
              </a:extLst>
            </p:cNvPr>
            <p:cNvGrpSpPr/>
            <p:nvPr userDrawn="1"/>
          </p:nvGrpSpPr>
          <p:grpSpPr>
            <a:xfrm>
              <a:off x="228600" y="5162550"/>
              <a:ext cx="8686732" cy="91440"/>
              <a:chOff x="228600" y="5143500"/>
              <a:chExt cx="8686732" cy="152400"/>
            </a:xfrm>
          </p:grpSpPr>
          <p:cxnSp>
            <p:nvCxnSpPr>
              <p:cNvPr id="39" name="Straight Connector 38">
                <a:extLst>
                  <a:ext uri="{FF2B5EF4-FFF2-40B4-BE49-F238E27FC236}">
                    <a16:creationId xmlns:a16="http://schemas.microsoft.com/office/drawing/2014/main" id="{C65EA58F-D486-A749-9B47-9DD071000D4F}"/>
                  </a:ext>
                </a:extLst>
              </p:cNvPr>
              <p:cNvCxnSpPr/>
              <p:nvPr userDrawn="1"/>
            </p:nvCxnSpPr>
            <p:spPr bwMode="auto">
              <a:xfrm rot="5400000" flipH="1">
                <a:off x="152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9056486B-3E88-1F4E-A5B6-71F9C8038505}"/>
                  </a:ext>
                </a:extLst>
              </p:cNvPr>
              <p:cNvCxnSpPr/>
              <p:nvPr userDrawn="1"/>
            </p:nvCxnSpPr>
            <p:spPr bwMode="auto">
              <a:xfrm rot="5400000" flipH="1">
                <a:off x="1981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1" name="Straight Connector 40">
                <a:extLst>
                  <a:ext uri="{FF2B5EF4-FFF2-40B4-BE49-F238E27FC236}">
                    <a16:creationId xmlns:a16="http://schemas.microsoft.com/office/drawing/2014/main" id="{8F54F4A3-648E-3146-B408-995E6916E7DD}"/>
                  </a:ext>
                </a:extLst>
              </p:cNvPr>
              <p:cNvCxnSpPr/>
              <p:nvPr userDrawn="1"/>
            </p:nvCxnSpPr>
            <p:spPr bwMode="auto">
              <a:xfrm rot="5400000" flipH="1">
                <a:off x="2209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2" name="Straight Connector 41">
                <a:extLst>
                  <a:ext uri="{FF2B5EF4-FFF2-40B4-BE49-F238E27FC236}">
                    <a16:creationId xmlns:a16="http://schemas.microsoft.com/office/drawing/2014/main" id="{1DB512CA-21A6-9E45-BA56-12B8F4FE801F}"/>
                  </a:ext>
                </a:extLst>
              </p:cNvPr>
              <p:cNvCxnSpPr/>
              <p:nvPr userDrawn="1"/>
            </p:nvCxnSpPr>
            <p:spPr bwMode="auto">
              <a:xfrm rot="5400000" flipH="1">
                <a:off x="2438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3" name="Straight Connector 42">
                <a:extLst>
                  <a:ext uri="{FF2B5EF4-FFF2-40B4-BE49-F238E27FC236}">
                    <a16:creationId xmlns:a16="http://schemas.microsoft.com/office/drawing/2014/main" id="{2BFB8868-99DE-1A45-8575-1EA11710057F}"/>
                  </a:ext>
                </a:extLst>
              </p:cNvPr>
              <p:cNvCxnSpPr/>
              <p:nvPr userDrawn="1"/>
            </p:nvCxnSpPr>
            <p:spPr bwMode="auto">
              <a:xfrm rot="5400000" flipH="1">
                <a:off x="4267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4" name="Straight Connector 43">
                <a:extLst>
                  <a:ext uri="{FF2B5EF4-FFF2-40B4-BE49-F238E27FC236}">
                    <a16:creationId xmlns:a16="http://schemas.microsoft.com/office/drawing/2014/main" id="{730DE9A1-D9BD-524C-BE6F-1D6659196FBC}"/>
                  </a:ext>
                </a:extLst>
              </p:cNvPr>
              <p:cNvCxnSpPr/>
              <p:nvPr userDrawn="1"/>
            </p:nvCxnSpPr>
            <p:spPr bwMode="auto">
              <a:xfrm rot="5400000" flipH="1">
                <a:off x="4495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5" name="Straight Connector 44">
                <a:extLst>
                  <a:ext uri="{FF2B5EF4-FFF2-40B4-BE49-F238E27FC236}">
                    <a16:creationId xmlns:a16="http://schemas.microsoft.com/office/drawing/2014/main" id="{5ABAF5C8-E725-FD45-80A0-6EC368BF88BA}"/>
                  </a:ext>
                </a:extLst>
              </p:cNvPr>
              <p:cNvCxnSpPr/>
              <p:nvPr userDrawn="1"/>
            </p:nvCxnSpPr>
            <p:spPr bwMode="auto">
              <a:xfrm rot="5400000" flipH="1">
                <a:off x="4724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6" name="Straight Connector 45">
                <a:extLst>
                  <a:ext uri="{FF2B5EF4-FFF2-40B4-BE49-F238E27FC236}">
                    <a16:creationId xmlns:a16="http://schemas.microsoft.com/office/drawing/2014/main" id="{EBC18DE6-803B-7541-908A-41F6D4494834}"/>
                  </a:ext>
                </a:extLst>
              </p:cNvPr>
              <p:cNvCxnSpPr/>
              <p:nvPr userDrawn="1"/>
            </p:nvCxnSpPr>
            <p:spPr bwMode="auto">
              <a:xfrm rot="5400000" flipH="1">
                <a:off x="6553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7" name="Straight Connector 46">
                <a:extLst>
                  <a:ext uri="{FF2B5EF4-FFF2-40B4-BE49-F238E27FC236}">
                    <a16:creationId xmlns:a16="http://schemas.microsoft.com/office/drawing/2014/main" id="{737A4750-B9D5-5049-A414-7844F44D2F08}"/>
                  </a:ext>
                </a:extLst>
              </p:cNvPr>
              <p:cNvCxnSpPr/>
              <p:nvPr userDrawn="1"/>
            </p:nvCxnSpPr>
            <p:spPr bwMode="auto">
              <a:xfrm rot="5400000" flipH="1">
                <a:off x="6781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8" name="Straight Connector 47">
                <a:extLst>
                  <a:ext uri="{FF2B5EF4-FFF2-40B4-BE49-F238E27FC236}">
                    <a16:creationId xmlns:a16="http://schemas.microsoft.com/office/drawing/2014/main" id="{11CC3856-9176-894C-9678-78854179B583}"/>
                  </a:ext>
                </a:extLst>
              </p:cNvPr>
              <p:cNvCxnSpPr/>
              <p:nvPr userDrawn="1"/>
            </p:nvCxnSpPr>
            <p:spPr bwMode="auto">
              <a:xfrm rot="5400000" flipH="1">
                <a:off x="7010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9" name="Straight Connector 48">
                <a:extLst>
                  <a:ext uri="{FF2B5EF4-FFF2-40B4-BE49-F238E27FC236}">
                    <a16:creationId xmlns:a16="http://schemas.microsoft.com/office/drawing/2014/main" id="{3A4EF373-8CC5-F948-AA7B-C5EF10137299}"/>
                  </a:ext>
                </a:extLst>
              </p:cNvPr>
              <p:cNvCxnSpPr/>
              <p:nvPr userDrawn="1"/>
            </p:nvCxnSpPr>
            <p:spPr bwMode="auto">
              <a:xfrm rot="5400000" flipH="1">
                <a:off x="8839132"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19" name="Group 18">
              <a:extLst>
                <a:ext uri="{FF2B5EF4-FFF2-40B4-BE49-F238E27FC236}">
                  <a16:creationId xmlns:a16="http://schemas.microsoft.com/office/drawing/2014/main" id="{5EDFECA7-68A0-C74C-8702-67F215F53507}"/>
                </a:ext>
              </a:extLst>
            </p:cNvPr>
            <p:cNvGrpSpPr/>
            <p:nvPr userDrawn="1"/>
          </p:nvGrpSpPr>
          <p:grpSpPr>
            <a:xfrm>
              <a:off x="-109730" y="237744"/>
              <a:ext cx="91440" cy="4664456"/>
              <a:chOff x="-109730" y="237744"/>
              <a:chExt cx="91440" cy="4664456"/>
            </a:xfrm>
          </p:grpSpPr>
          <p:cxnSp>
            <p:nvCxnSpPr>
              <p:cNvPr id="30" name="Straight Connector 29">
                <a:extLst>
                  <a:ext uri="{FF2B5EF4-FFF2-40B4-BE49-F238E27FC236}">
                    <a16:creationId xmlns:a16="http://schemas.microsoft.com/office/drawing/2014/main" id="{B42BDEDC-364B-EC4F-9B43-9C5105374A26}"/>
                  </a:ext>
                </a:extLst>
              </p:cNvPr>
              <p:cNvCxnSpPr/>
              <p:nvPr userDrawn="1"/>
            </p:nvCxnSpPr>
            <p:spPr bwMode="auto">
              <a:xfrm flipH="1">
                <a:off x="-109730" y="65379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1" name="Straight Connector 30">
                <a:extLst>
                  <a:ext uri="{FF2B5EF4-FFF2-40B4-BE49-F238E27FC236}">
                    <a16:creationId xmlns:a16="http://schemas.microsoft.com/office/drawing/2014/main" id="{82746AEA-B7EE-6A45-A324-2780C5387E8B}"/>
                  </a:ext>
                </a:extLst>
              </p:cNvPr>
              <p:cNvCxnSpPr/>
              <p:nvPr userDrawn="1"/>
            </p:nvCxnSpPr>
            <p:spPr bwMode="auto">
              <a:xfrm flipH="1">
                <a:off x="-109730" y="128930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2" name="Straight Connector 31">
                <a:extLst>
                  <a:ext uri="{FF2B5EF4-FFF2-40B4-BE49-F238E27FC236}">
                    <a16:creationId xmlns:a16="http://schemas.microsoft.com/office/drawing/2014/main" id="{10F57C53-2F79-4140-B8DD-CFF27135CAA8}"/>
                  </a:ext>
                </a:extLst>
              </p:cNvPr>
              <p:cNvCxnSpPr/>
              <p:nvPr userDrawn="1"/>
            </p:nvCxnSpPr>
            <p:spPr bwMode="auto">
              <a:xfrm flipH="1">
                <a:off x="-109730" y="192938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3" name="Straight Connector 32">
                <a:extLst>
                  <a:ext uri="{FF2B5EF4-FFF2-40B4-BE49-F238E27FC236}">
                    <a16:creationId xmlns:a16="http://schemas.microsoft.com/office/drawing/2014/main" id="{D0D1241B-3B6D-564B-92C0-5F79295699BA}"/>
                  </a:ext>
                </a:extLst>
              </p:cNvPr>
              <p:cNvCxnSpPr/>
              <p:nvPr userDrawn="1"/>
            </p:nvCxnSpPr>
            <p:spPr bwMode="auto">
              <a:xfrm flipH="1">
                <a:off x="-109730" y="2570990"/>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4" name="Straight Connector 33">
                <a:extLst>
                  <a:ext uri="{FF2B5EF4-FFF2-40B4-BE49-F238E27FC236}">
                    <a16:creationId xmlns:a16="http://schemas.microsoft.com/office/drawing/2014/main" id="{4F1A65E1-A6DD-0E48-9328-F63C08A91C80}"/>
                  </a:ext>
                </a:extLst>
              </p:cNvPr>
              <p:cNvCxnSpPr/>
              <p:nvPr userDrawn="1"/>
            </p:nvCxnSpPr>
            <p:spPr bwMode="auto">
              <a:xfrm flipH="1">
                <a:off x="-109730" y="320954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5" name="Straight Connector 34">
                <a:extLst>
                  <a:ext uri="{FF2B5EF4-FFF2-40B4-BE49-F238E27FC236}">
                    <a16:creationId xmlns:a16="http://schemas.microsoft.com/office/drawing/2014/main" id="{DF1A857E-0280-4D4D-8C5E-78EB4893E8F3}"/>
                  </a:ext>
                </a:extLst>
              </p:cNvPr>
              <p:cNvCxnSpPr/>
              <p:nvPr userDrawn="1"/>
            </p:nvCxnSpPr>
            <p:spPr bwMode="auto">
              <a:xfrm flipH="1">
                <a:off x="-109730" y="384962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6" name="Straight Connector 35">
                <a:extLst>
                  <a:ext uri="{FF2B5EF4-FFF2-40B4-BE49-F238E27FC236}">
                    <a16:creationId xmlns:a16="http://schemas.microsoft.com/office/drawing/2014/main" id="{32EE49FC-4AC3-D84D-B296-8260919A4AFB}"/>
                  </a:ext>
                </a:extLst>
              </p:cNvPr>
              <p:cNvCxnSpPr/>
              <p:nvPr userDrawn="1"/>
            </p:nvCxnSpPr>
            <p:spPr bwMode="auto">
              <a:xfrm flipH="1">
                <a:off x="-109730" y="449427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7" name="Straight Connector 36">
                <a:extLst>
                  <a:ext uri="{FF2B5EF4-FFF2-40B4-BE49-F238E27FC236}">
                    <a16:creationId xmlns:a16="http://schemas.microsoft.com/office/drawing/2014/main" id="{A036B8A6-5887-EB43-A589-E9B55309975E}"/>
                  </a:ext>
                </a:extLst>
              </p:cNvPr>
              <p:cNvCxnSpPr/>
              <p:nvPr userDrawn="1"/>
            </p:nvCxnSpPr>
            <p:spPr bwMode="auto">
              <a:xfrm flipH="1">
                <a:off x="-109730" y="23774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8" name="Straight Connector 37">
                <a:extLst>
                  <a:ext uri="{FF2B5EF4-FFF2-40B4-BE49-F238E27FC236}">
                    <a16:creationId xmlns:a16="http://schemas.microsoft.com/office/drawing/2014/main" id="{886C2E2E-F476-B64B-A78C-E2A4F068B019}"/>
                  </a:ext>
                </a:extLst>
              </p:cNvPr>
              <p:cNvCxnSpPr/>
              <p:nvPr userDrawn="1"/>
            </p:nvCxnSpPr>
            <p:spPr bwMode="auto">
              <a:xfrm flipH="1">
                <a:off x="-109730" y="4902200"/>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20" name="Group 19">
              <a:extLst>
                <a:ext uri="{FF2B5EF4-FFF2-40B4-BE49-F238E27FC236}">
                  <a16:creationId xmlns:a16="http://schemas.microsoft.com/office/drawing/2014/main" id="{568B7B3E-2365-FA48-B0BB-56705EDB6709}"/>
                </a:ext>
              </a:extLst>
            </p:cNvPr>
            <p:cNvGrpSpPr/>
            <p:nvPr userDrawn="1"/>
          </p:nvGrpSpPr>
          <p:grpSpPr>
            <a:xfrm>
              <a:off x="9163050" y="237744"/>
              <a:ext cx="91440" cy="4663440"/>
              <a:chOff x="-109730" y="231394"/>
              <a:chExt cx="91440" cy="4663440"/>
            </a:xfrm>
          </p:grpSpPr>
          <p:cxnSp>
            <p:nvCxnSpPr>
              <p:cNvPr id="21" name="Straight Connector 20">
                <a:extLst>
                  <a:ext uri="{FF2B5EF4-FFF2-40B4-BE49-F238E27FC236}">
                    <a16:creationId xmlns:a16="http://schemas.microsoft.com/office/drawing/2014/main" id="{F8CB4122-4D33-2A42-871B-AB33239DC529}"/>
                  </a:ext>
                </a:extLst>
              </p:cNvPr>
              <p:cNvCxnSpPr/>
              <p:nvPr userDrawn="1"/>
            </p:nvCxnSpPr>
            <p:spPr bwMode="auto">
              <a:xfrm flipH="1">
                <a:off x="-109730" y="64744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E1272E41-0FA7-6B41-B356-7A2B88AC448F}"/>
                  </a:ext>
                </a:extLst>
              </p:cNvPr>
              <p:cNvCxnSpPr/>
              <p:nvPr userDrawn="1"/>
            </p:nvCxnSpPr>
            <p:spPr bwMode="auto">
              <a:xfrm flipH="1">
                <a:off x="-109730" y="128295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3" name="Straight Connector 22">
                <a:extLst>
                  <a:ext uri="{FF2B5EF4-FFF2-40B4-BE49-F238E27FC236}">
                    <a16:creationId xmlns:a16="http://schemas.microsoft.com/office/drawing/2014/main" id="{784B5EE1-D003-1F47-8D33-3E312E35B1E7}"/>
                  </a:ext>
                </a:extLst>
              </p:cNvPr>
              <p:cNvCxnSpPr/>
              <p:nvPr userDrawn="1"/>
            </p:nvCxnSpPr>
            <p:spPr bwMode="auto">
              <a:xfrm flipH="1">
                <a:off x="-109730" y="192303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4" name="Straight Connector 23">
                <a:extLst>
                  <a:ext uri="{FF2B5EF4-FFF2-40B4-BE49-F238E27FC236}">
                    <a16:creationId xmlns:a16="http://schemas.microsoft.com/office/drawing/2014/main" id="{571409CD-4C1B-8E45-ACF9-86D270DA7692}"/>
                  </a:ext>
                </a:extLst>
              </p:cNvPr>
              <p:cNvCxnSpPr/>
              <p:nvPr userDrawn="1"/>
            </p:nvCxnSpPr>
            <p:spPr bwMode="auto">
              <a:xfrm flipH="1">
                <a:off x="-109730" y="256311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5" name="Straight Connector 24">
                <a:extLst>
                  <a:ext uri="{FF2B5EF4-FFF2-40B4-BE49-F238E27FC236}">
                    <a16:creationId xmlns:a16="http://schemas.microsoft.com/office/drawing/2014/main" id="{A131086F-34E8-8C46-8C5C-6BAA87172E82}"/>
                  </a:ext>
                </a:extLst>
              </p:cNvPr>
              <p:cNvCxnSpPr/>
              <p:nvPr userDrawn="1"/>
            </p:nvCxnSpPr>
            <p:spPr bwMode="auto">
              <a:xfrm flipH="1">
                <a:off x="-109730" y="320319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6" name="Straight Connector 25">
                <a:extLst>
                  <a:ext uri="{FF2B5EF4-FFF2-40B4-BE49-F238E27FC236}">
                    <a16:creationId xmlns:a16="http://schemas.microsoft.com/office/drawing/2014/main" id="{0A42B631-F25C-F54E-B854-80328E4DFBBC}"/>
                  </a:ext>
                </a:extLst>
              </p:cNvPr>
              <p:cNvCxnSpPr/>
              <p:nvPr userDrawn="1"/>
            </p:nvCxnSpPr>
            <p:spPr bwMode="auto">
              <a:xfrm flipH="1">
                <a:off x="-109730" y="384327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7" name="Straight Connector 26">
                <a:extLst>
                  <a:ext uri="{FF2B5EF4-FFF2-40B4-BE49-F238E27FC236}">
                    <a16:creationId xmlns:a16="http://schemas.microsoft.com/office/drawing/2014/main" id="{08D46B81-A248-A847-9183-C6BC43C53E85}"/>
                  </a:ext>
                </a:extLst>
              </p:cNvPr>
              <p:cNvCxnSpPr/>
              <p:nvPr userDrawn="1"/>
            </p:nvCxnSpPr>
            <p:spPr bwMode="auto">
              <a:xfrm flipH="1">
                <a:off x="-109730" y="448792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86FA5BE4-E196-EC4A-BC7A-95A47060EE08}"/>
                  </a:ext>
                </a:extLst>
              </p:cNvPr>
              <p:cNvCxnSpPr/>
              <p:nvPr userDrawn="1"/>
            </p:nvCxnSpPr>
            <p:spPr bwMode="auto">
              <a:xfrm flipH="1">
                <a:off x="-109730" y="23139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9" name="Straight Connector 28">
                <a:extLst>
                  <a:ext uri="{FF2B5EF4-FFF2-40B4-BE49-F238E27FC236}">
                    <a16:creationId xmlns:a16="http://schemas.microsoft.com/office/drawing/2014/main" id="{47A74DF6-412C-6548-B80E-F7E7ED8433A9}"/>
                  </a:ext>
                </a:extLst>
              </p:cNvPr>
              <p:cNvCxnSpPr/>
              <p:nvPr userDrawn="1"/>
            </p:nvCxnSpPr>
            <p:spPr bwMode="auto">
              <a:xfrm flipH="1">
                <a:off x="-109730" y="489483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sp>
        <p:nvSpPr>
          <p:cNvPr id="62" name="Footer Placeholder 2">
            <a:extLst>
              <a:ext uri="{FF2B5EF4-FFF2-40B4-BE49-F238E27FC236}">
                <a16:creationId xmlns:a16="http://schemas.microsoft.com/office/drawing/2014/main" id="{7CFA888A-210A-D94C-8BCD-5EF9FD97F820}"/>
              </a:ext>
            </a:extLst>
          </p:cNvPr>
          <p:cNvSpPr>
            <a:spLocks noGrp="1"/>
          </p:cNvSpPr>
          <p:nvPr>
            <p:ph type="ftr" sz="quarter" idx="3"/>
          </p:nvPr>
        </p:nvSpPr>
        <p:spPr>
          <a:xfrm>
            <a:off x="210312" y="6073456"/>
            <a:ext cx="2438312" cy="546100"/>
          </a:xfrm>
          <a:prstGeom prst="rect">
            <a:avLst/>
          </a:prstGeom>
        </p:spPr>
        <p:txBody>
          <a:bodyPr anchor="b"/>
          <a:lstStyle>
            <a:lvl1pPr>
              <a:lnSpc>
                <a:spcPct val="150000"/>
              </a:lnSpc>
              <a:defRPr sz="1000" b="0" i="0">
                <a:solidFill>
                  <a:srgbClr val="50565B"/>
                </a:solidFill>
                <a:latin typeface="IBM Plex Sans" panose="020B0503050000000000" pitchFamily="34" charset="77"/>
              </a:defRPr>
            </a:lvl1pPr>
          </a:lstStyle>
          <a:p>
            <a:r>
              <a:rPr lang="en-US" b="1">
                <a:solidFill>
                  <a:schemeClr val="tx1"/>
                </a:solidFill>
                <a:latin typeface="IBM Plex Sans SmBld" panose="020B0503050000000000" pitchFamily="34" charset="77"/>
              </a:rPr>
              <a:t>Presentation title</a:t>
            </a:r>
          </a:p>
          <a:p>
            <a:r>
              <a:rPr lang="en-US"/>
              <a:t>IBM  |  Project/team name</a:t>
            </a:r>
            <a:endParaRPr lang="en-US" dirty="0"/>
          </a:p>
        </p:txBody>
      </p:sp>
      <p:sp>
        <p:nvSpPr>
          <p:cNvPr id="63" name="Text Placeholder 64">
            <a:extLst>
              <a:ext uri="{FF2B5EF4-FFF2-40B4-BE49-F238E27FC236}">
                <a16:creationId xmlns:a16="http://schemas.microsoft.com/office/drawing/2014/main" id="{65F74A3F-5C68-254C-B405-2FF4B21A3E3F}"/>
              </a:ext>
            </a:extLst>
          </p:cNvPr>
          <p:cNvSpPr>
            <a:spLocks noGrp="1"/>
          </p:cNvSpPr>
          <p:nvPr>
            <p:ph type="body" sz="quarter" idx="10" hasCustomPrompt="1"/>
          </p:nvPr>
        </p:nvSpPr>
        <p:spPr>
          <a:xfrm>
            <a:off x="210312" y="326929"/>
            <a:ext cx="5560816" cy="1392144"/>
          </a:xfrm>
          <a:prstGeom prst="rect">
            <a:avLst/>
          </a:prstGeom>
        </p:spPr>
        <p:txBody>
          <a:bodyPr>
            <a:normAutofit/>
          </a:bodyPr>
          <a:lstStyle>
            <a:lvl1pPr>
              <a:defRPr sz="2400" b="0" i="0">
                <a:latin typeface="IBM Plex Sans" panose="020B0503050203000203" pitchFamily="34" charset="0"/>
              </a:defRPr>
            </a:lvl1pPr>
          </a:lstStyle>
          <a:p>
            <a:pPr lvl="0"/>
            <a:r>
              <a:rPr lang="en-US" dirty="0"/>
              <a:t>Slide title</a:t>
            </a:r>
          </a:p>
        </p:txBody>
      </p:sp>
    </p:spTree>
    <p:extLst>
      <p:ext uri="{BB962C8B-B14F-4D97-AF65-F5344CB8AC3E}">
        <p14:creationId xmlns:p14="http://schemas.microsoft.com/office/powerpoint/2010/main" val="157341887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Blank black">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4E27F71D-749D-974B-AB68-C90C1F656661}"/>
              </a:ext>
            </a:extLst>
          </p:cNvPr>
          <p:cNvGrpSpPr/>
          <p:nvPr userDrawn="1"/>
        </p:nvGrpSpPr>
        <p:grpSpPr>
          <a:xfrm>
            <a:off x="-146307" y="-147320"/>
            <a:ext cx="12485627" cy="7152640"/>
            <a:chOff x="-109730" y="-110490"/>
            <a:chExt cx="9364220" cy="5364480"/>
          </a:xfrm>
        </p:grpSpPr>
        <p:grpSp>
          <p:nvGrpSpPr>
            <p:cNvPr id="17" name="Group 16">
              <a:extLst>
                <a:ext uri="{FF2B5EF4-FFF2-40B4-BE49-F238E27FC236}">
                  <a16:creationId xmlns:a16="http://schemas.microsoft.com/office/drawing/2014/main" id="{7033ABDB-33FA-424A-8022-BE25064AAE9B}"/>
                </a:ext>
              </a:extLst>
            </p:cNvPr>
            <p:cNvGrpSpPr/>
            <p:nvPr userDrawn="1"/>
          </p:nvGrpSpPr>
          <p:grpSpPr>
            <a:xfrm>
              <a:off x="228600" y="-110490"/>
              <a:ext cx="8686732" cy="91440"/>
              <a:chOff x="228600" y="-152400"/>
              <a:chExt cx="8686732" cy="152400"/>
            </a:xfrm>
          </p:grpSpPr>
          <p:cxnSp>
            <p:nvCxnSpPr>
              <p:cNvPr id="50" name="Straight Connector 49">
                <a:extLst>
                  <a:ext uri="{FF2B5EF4-FFF2-40B4-BE49-F238E27FC236}">
                    <a16:creationId xmlns:a16="http://schemas.microsoft.com/office/drawing/2014/main" id="{E028FABC-C57C-0B4D-ADC6-F0D9AC86E7C9}"/>
                  </a:ext>
                </a:extLst>
              </p:cNvPr>
              <p:cNvCxnSpPr/>
              <p:nvPr userDrawn="1"/>
            </p:nvCxnSpPr>
            <p:spPr bwMode="auto">
              <a:xfrm rot="5400000" flipH="1">
                <a:off x="152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1" name="Straight Connector 50">
                <a:extLst>
                  <a:ext uri="{FF2B5EF4-FFF2-40B4-BE49-F238E27FC236}">
                    <a16:creationId xmlns:a16="http://schemas.microsoft.com/office/drawing/2014/main" id="{CCE52FE3-158F-D14E-B6AE-3EE847C02A23}"/>
                  </a:ext>
                </a:extLst>
              </p:cNvPr>
              <p:cNvCxnSpPr/>
              <p:nvPr userDrawn="1"/>
            </p:nvCxnSpPr>
            <p:spPr bwMode="auto">
              <a:xfrm rot="5400000" flipH="1">
                <a:off x="1981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2" name="Straight Connector 51">
                <a:extLst>
                  <a:ext uri="{FF2B5EF4-FFF2-40B4-BE49-F238E27FC236}">
                    <a16:creationId xmlns:a16="http://schemas.microsoft.com/office/drawing/2014/main" id="{C6326F37-4F20-A241-8AC4-D933542FB91D}"/>
                  </a:ext>
                </a:extLst>
              </p:cNvPr>
              <p:cNvCxnSpPr/>
              <p:nvPr userDrawn="1"/>
            </p:nvCxnSpPr>
            <p:spPr bwMode="auto">
              <a:xfrm rot="5400000" flipH="1">
                <a:off x="2209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3" name="Straight Connector 52">
                <a:extLst>
                  <a:ext uri="{FF2B5EF4-FFF2-40B4-BE49-F238E27FC236}">
                    <a16:creationId xmlns:a16="http://schemas.microsoft.com/office/drawing/2014/main" id="{193EAF95-D519-4A43-A5B7-8F152B7AAAF3}"/>
                  </a:ext>
                </a:extLst>
              </p:cNvPr>
              <p:cNvCxnSpPr/>
              <p:nvPr userDrawn="1"/>
            </p:nvCxnSpPr>
            <p:spPr bwMode="auto">
              <a:xfrm rot="5400000" flipH="1">
                <a:off x="2438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4" name="Straight Connector 53">
                <a:extLst>
                  <a:ext uri="{FF2B5EF4-FFF2-40B4-BE49-F238E27FC236}">
                    <a16:creationId xmlns:a16="http://schemas.microsoft.com/office/drawing/2014/main" id="{63D1F6C8-6E33-8445-84CD-22391B38AE2F}"/>
                  </a:ext>
                </a:extLst>
              </p:cNvPr>
              <p:cNvCxnSpPr/>
              <p:nvPr userDrawn="1"/>
            </p:nvCxnSpPr>
            <p:spPr bwMode="auto">
              <a:xfrm rot="5400000" flipH="1">
                <a:off x="4267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5" name="Straight Connector 54">
                <a:extLst>
                  <a:ext uri="{FF2B5EF4-FFF2-40B4-BE49-F238E27FC236}">
                    <a16:creationId xmlns:a16="http://schemas.microsoft.com/office/drawing/2014/main" id="{7CC00B75-D288-0546-90E6-0FAF60915429}"/>
                  </a:ext>
                </a:extLst>
              </p:cNvPr>
              <p:cNvCxnSpPr/>
              <p:nvPr userDrawn="1"/>
            </p:nvCxnSpPr>
            <p:spPr bwMode="auto">
              <a:xfrm rot="5400000" flipH="1">
                <a:off x="4495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6" name="Straight Connector 55">
                <a:extLst>
                  <a:ext uri="{FF2B5EF4-FFF2-40B4-BE49-F238E27FC236}">
                    <a16:creationId xmlns:a16="http://schemas.microsoft.com/office/drawing/2014/main" id="{9E943793-FE0F-6F4D-98F4-B9E3837BCA91}"/>
                  </a:ext>
                </a:extLst>
              </p:cNvPr>
              <p:cNvCxnSpPr/>
              <p:nvPr userDrawn="1"/>
            </p:nvCxnSpPr>
            <p:spPr bwMode="auto">
              <a:xfrm rot="5400000" flipH="1">
                <a:off x="4724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7" name="Straight Connector 56">
                <a:extLst>
                  <a:ext uri="{FF2B5EF4-FFF2-40B4-BE49-F238E27FC236}">
                    <a16:creationId xmlns:a16="http://schemas.microsoft.com/office/drawing/2014/main" id="{B1C729D8-F1AE-2C45-BF73-3BFD621F4038}"/>
                  </a:ext>
                </a:extLst>
              </p:cNvPr>
              <p:cNvCxnSpPr/>
              <p:nvPr userDrawn="1"/>
            </p:nvCxnSpPr>
            <p:spPr bwMode="auto">
              <a:xfrm rot="5400000" flipH="1">
                <a:off x="6553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8" name="Straight Connector 57">
                <a:extLst>
                  <a:ext uri="{FF2B5EF4-FFF2-40B4-BE49-F238E27FC236}">
                    <a16:creationId xmlns:a16="http://schemas.microsoft.com/office/drawing/2014/main" id="{773341F0-E3B3-EB42-A739-32107097206A}"/>
                  </a:ext>
                </a:extLst>
              </p:cNvPr>
              <p:cNvCxnSpPr/>
              <p:nvPr userDrawn="1"/>
            </p:nvCxnSpPr>
            <p:spPr bwMode="auto">
              <a:xfrm rot="5400000" flipH="1">
                <a:off x="6781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9" name="Straight Connector 58">
                <a:extLst>
                  <a:ext uri="{FF2B5EF4-FFF2-40B4-BE49-F238E27FC236}">
                    <a16:creationId xmlns:a16="http://schemas.microsoft.com/office/drawing/2014/main" id="{89EDDA5B-8572-C545-8DFA-ABC33664C7A1}"/>
                  </a:ext>
                </a:extLst>
              </p:cNvPr>
              <p:cNvCxnSpPr/>
              <p:nvPr userDrawn="1"/>
            </p:nvCxnSpPr>
            <p:spPr bwMode="auto">
              <a:xfrm rot="5400000" flipH="1">
                <a:off x="7010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0" name="Straight Connector 59">
                <a:extLst>
                  <a:ext uri="{FF2B5EF4-FFF2-40B4-BE49-F238E27FC236}">
                    <a16:creationId xmlns:a16="http://schemas.microsoft.com/office/drawing/2014/main" id="{E0B85CAB-A5A1-6546-BA39-1598C1A1BF64}"/>
                  </a:ext>
                </a:extLst>
              </p:cNvPr>
              <p:cNvCxnSpPr/>
              <p:nvPr userDrawn="1"/>
            </p:nvCxnSpPr>
            <p:spPr bwMode="auto">
              <a:xfrm rot="5400000" flipH="1">
                <a:off x="8839132"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18" name="Group 17">
              <a:extLst>
                <a:ext uri="{FF2B5EF4-FFF2-40B4-BE49-F238E27FC236}">
                  <a16:creationId xmlns:a16="http://schemas.microsoft.com/office/drawing/2014/main" id="{4EE9C99B-7B10-AE41-8B1B-D8508EC96D36}"/>
                </a:ext>
              </a:extLst>
            </p:cNvPr>
            <p:cNvGrpSpPr/>
            <p:nvPr userDrawn="1"/>
          </p:nvGrpSpPr>
          <p:grpSpPr>
            <a:xfrm>
              <a:off x="228600" y="5162550"/>
              <a:ext cx="8686732" cy="91440"/>
              <a:chOff x="228600" y="5143500"/>
              <a:chExt cx="8686732" cy="152400"/>
            </a:xfrm>
          </p:grpSpPr>
          <p:cxnSp>
            <p:nvCxnSpPr>
              <p:cNvPr id="39" name="Straight Connector 38">
                <a:extLst>
                  <a:ext uri="{FF2B5EF4-FFF2-40B4-BE49-F238E27FC236}">
                    <a16:creationId xmlns:a16="http://schemas.microsoft.com/office/drawing/2014/main" id="{C65EA58F-D486-A749-9B47-9DD071000D4F}"/>
                  </a:ext>
                </a:extLst>
              </p:cNvPr>
              <p:cNvCxnSpPr/>
              <p:nvPr userDrawn="1"/>
            </p:nvCxnSpPr>
            <p:spPr bwMode="auto">
              <a:xfrm rot="5400000" flipH="1">
                <a:off x="152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9056486B-3E88-1F4E-A5B6-71F9C8038505}"/>
                  </a:ext>
                </a:extLst>
              </p:cNvPr>
              <p:cNvCxnSpPr/>
              <p:nvPr userDrawn="1"/>
            </p:nvCxnSpPr>
            <p:spPr bwMode="auto">
              <a:xfrm rot="5400000" flipH="1">
                <a:off x="1981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1" name="Straight Connector 40">
                <a:extLst>
                  <a:ext uri="{FF2B5EF4-FFF2-40B4-BE49-F238E27FC236}">
                    <a16:creationId xmlns:a16="http://schemas.microsoft.com/office/drawing/2014/main" id="{8F54F4A3-648E-3146-B408-995E6916E7DD}"/>
                  </a:ext>
                </a:extLst>
              </p:cNvPr>
              <p:cNvCxnSpPr/>
              <p:nvPr userDrawn="1"/>
            </p:nvCxnSpPr>
            <p:spPr bwMode="auto">
              <a:xfrm rot="5400000" flipH="1">
                <a:off x="2209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2" name="Straight Connector 41">
                <a:extLst>
                  <a:ext uri="{FF2B5EF4-FFF2-40B4-BE49-F238E27FC236}">
                    <a16:creationId xmlns:a16="http://schemas.microsoft.com/office/drawing/2014/main" id="{1DB512CA-21A6-9E45-BA56-12B8F4FE801F}"/>
                  </a:ext>
                </a:extLst>
              </p:cNvPr>
              <p:cNvCxnSpPr/>
              <p:nvPr userDrawn="1"/>
            </p:nvCxnSpPr>
            <p:spPr bwMode="auto">
              <a:xfrm rot="5400000" flipH="1">
                <a:off x="2438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3" name="Straight Connector 42">
                <a:extLst>
                  <a:ext uri="{FF2B5EF4-FFF2-40B4-BE49-F238E27FC236}">
                    <a16:creationId xmlns:a16="http://schemas.microsoft.com/office/drawing/2014/main" id="{2BFB8868-99DE-1A45-8575-1EA11710057F}"/>
                  </a:ext>
                </a:extLst>
              </p:cNvPr>
              <p:cNvCxnSpPr/>
              <p:nvPr userDrawn="1"/>
            </p:nvCxnSpPr>
            <p:spPr bwMode="auto">
              <a:xfrm rot="5400000" flipH="1">
                <a:off x="4267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4" name="Straight Connector 43">
                <a:extLst>
                  <a:ext uri="{FF2B5EF4-FFF2-40B4-BE49-F238E27FC236}">
                    <a16:creationId xmlns:a16="http://schemas.microsoft.com/office/drawing/2014/main" id="{730DE9A1-D9BD-524C-BE6F-1D6659196FBC}"/>
                  </a:ext>
                </a:extLst>
              </p:cNvPr>
              <p:cNvCxnSpPr/>
              <p:nvPr userDrawn="1"/>
            </p:nvCxnSpPr>
            <p:spPr bwMode="auto">
              <a:xfrm rot="5400000" flipH="1">
                <a:off x="4495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5" name="Straight Connector 44">
                <a:extLst>
                  <a:ext uri="{FF2B5EF4-FFF2-40B4-BE49-F238E27FC236}">
                    <a16:creationId xmlns:a16="http://schemas.microsoft.com/office/drawing/2014/main" id="{5ABAF5C8-E725-FD45-80A0-6EC368BF88BA}"/>
                  </a:ext>
                </a:extLst>
              </p:cNvPr>
              <p:cNvCxnSpPr/>
              <p:nvPr userDrawn="1"/>
            </p:nvCxnSpPr>
            <p:spPr bwMode="auto">
              <a:xfrm rot="5400000" flipH="1">
                <a:off x="4724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6" name="Straight Connector 45">
                <a:extLst>
                  <a:ext uri="{FF2B5EF4-FFF2-40B4-BE49-F238E27FC236}">
                    <a16:creationId xmlns:a16="http://schemas.microsoft.com/office/drawing/2014/main" id="{EBC18DE6-803B-7541-908A-41F6D4494834}"/>
                  </a:ext>
                </a:extLst>
              </p:cNvPr>
              <p:cNvCxnSpPr/>
              <p:nvPr userDrawn="1"/>
            </p:nvCxnSpPr>
            <p:spPr bwMode="auto">
              <a:xfrm rot="5400000" flipH="1">
                <a:off x="6553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7" name="Straight Connector 46">
                <a:extLst>
                  <a:ext uri="{FF2B5EF4-FFF2-40B4-BE49-F238E27FC236}">
                    <a16:creationId xmlns:a16="http://schemas.microsoft.com/office/drawing/2014/main" id="{737A4750-B9D5-5049-A414-7844F44D2F08}"/>
                  </a:ext>
                </a:extLst>
              </p:cNvPr>
              <p:cNvCxnSpPr/>
              <p:nvPr userDrawn="1"/>
            </p:nvCxnSpPr>
            <p:spPr bwMode="auto">
              <a:xfrm rot="5400000" flipH="1">
                <a:off x="6781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8" name="Straight Connector 47">
                <a:extLst>
                  <a:ext uri="{FF2B5EF4-FFF2-40B4-BE49-F238E27FC236}">
                    <a16:creationId xmlns:a16="http://schemas.microsoft.com/office/drawing/2014/main" id="{11CC3856-9176-894C-9678-78854179B583}"/>
                  </a:ext>
                </a:extLst>
              </p:cNvPr>
              <p:cNvCxnSpPr/>
              <p:nvPr userDrawn="1"/>
            </p:nvCxnSpPr>
            <p:spPr bwMode="auto">
              <a:xfrm rot="5400000" flipH="1">
                <a:off x="7010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9" name="Straight Connector 48">
                <a:extLst>
                  <a:ext uri="{FF2B5EF4-FFF2-40B4-BE49-F238E27FC236}">
                    <a16:creationId xmlns:a16="http://schemas.microsoft.com/office/drawing/2014/main" id="{3A4EF373-8CC5-F948-AA7B-C5EF10137299}"/>
                  </a:ext>
                </a:extLst>
              </p:cNvPr>
              <p:cNvCxnSpPr/>
              <p:nvPr userDrawn="1"/>
            </p:nvCxnSpPr>
            <p:spPr bwMode="auto">
              <a:xfrm rot="5400000" flipH="1">
                <a:off x="8839132"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19" name="Group 18">
              <a:extLst>
                <a:ext uri="{FF2B5EF4-FFF2-40B4-BE49-F238E27FC236}">
                  <a16:creationId xmlns:a16="http://schemas.microsoft.com/office/drawing/2014/main" id="{5EDFECA7-68A0-C74C-8702-67F215F53507}"/>
                </a:ext>
              </a:extLst>
            </p:cNvPr>
            <p:cNvGrpSpPr/>
            <p:nvPr userDrawn="1"/>
          </p:nvGrpSpPr>
          <p:grpSpPr>
            <a:xfrm>
              <a:off x="-109730" y="237744"/>
              <a:ext cx="91440" cy="4664456"/>
              <a:chOff x="-109730" y="237744"/>
              <a:chExt cx="91440" cy="4664456"/>
            </a:xfrm>
          </p:grpSpPr>
          <p:cxnSp>
            <p:nvCxnSpPr>
              <p:cNvPr id="30" name="Straight Connector 29">
                <a:extLst>
                  <a:ext uri="{FF2B5EF4-FFF2-40B4-BE49-F238E27FC236}">
                    <a16:creationId xmlns:a16="http://schemas.microsoft.com/office/drawing/2014/main" id="{B42BDEDC-364B-EC4F-9B43-9C5105374A26}"/>
                  </a:ext>
                </a:extLst>
              </p:cNvPr>
              <p:cNvCxnSpPr/>
              <p:nvPr userDrawn="1"/>
            </p:nvCxnSpPr>
            <p:spPr bwMode="auto">
              <a:xfrm flipH="1">
                <a:off x="-109730" y="65379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1" name="Straight Connector 30">
                <a:extLst>
                  <a:ext uri="{FF2B5EF4-FFF2-40B4-BE49-F238E27FC236}">
                    <a16:creationId xmlns:a16="http://schemas.microsoft.com/office/drawing/2014/main" id="{82746AEA-B7EE-6A45-A324-2780C5387E8B}"/>
                  </a:ext>
                </a:extLst>
              </p:cNvPr>
              <p:cNvCxnSpPr/>
              <p:nvPr userDrawn="1"/>
            </p:nvCxnSpPr>
            <p:spPr bwMode="auto">
              <a:xfrm flipH="1">
                <a:off x="-109730" y="128930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2" name="Straight Connector 31">
                <a:extLst>
                  <a:ext uri="{FF2B5EF4-FFF2-40B4-BE49-F238E27FC236}">
                    <a16:creationId xmlns:a16="http://schemas.microsoft.com/office/drawing/2014/main" id="{10F57C53-2F79-4140-B8DD-CFF27135CAA8}"/>
                  </a:ext>
                </a:extLst>
              </p:cNvPr>
              <p:cNvCxnSpPr/>
              <p:nvPr userDrawn="1"/>
            </p:nvCxnSpPr>
            <p:spPr bwMode="auto">
              <a:xfrm flipH="1">
                <a:off x="-109730" y="192938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3" name="Straight Connector 32">
                <a:extLst>
                  <a:ext uri="{FF2B5EF4-FFF2-40B4-BE49-F238E27FC236}">
                    <a16:creationId xmlns:a16="http://schemas.microsoft.com/office/drawing/2014/main" id="{D0D1241B-3B6D-564B-92C0-5F79295699BA}"/>
                  </a:ext>
                </a:extLst>
              </p:cNvPr>
              <p:cNvCxnSpPr/>
              <p:nvPr userDrawn="1"/>
            </p:nvCxnSpPr>
            <p:spPr bwMode="auto">
              <a:xfrm flipH="1">
                <a:off x="-109730" y="2570990"/>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4" name="Straight Connector 33">
                <a:extLst>
                  <a:ext uri="{FF2B5EF4-FFF2-40B4-BE49-F238E27FC236}">
                    <a16:creationId xmlns:a16="http://schemas.microsoft.com/office/drawing/2014/main" id="{4F1A65E1-A6DD-0E48-9328-F63C08A91C80}"/>
                  </a:ext>
                </a:extLst>
              </p:cNvPr>
              <p:cNvCxnSpPr/>
              <p:nvPr userDrawn="1"/>
            </p:nvCxnSpPr>
            <p:spPr bwMode="auto">
              <a:xfrm flipH="1">
                <a:off x="-109730" y="320954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5" name="Straight Connector 34">
                <a:extLst>
                  <a:ext uri="{FF2B5EF4-FFF2-40B4-BE49-F238E27FC236}">
                    <a16:creationId xmlns:a16="http://schemas.microsoft.com/office/drawing/2014/main" id="{DF1A857E-0280-4D4D-8C5E-78EB4893E8F3}"/>
                  </a:ext>
                </a:extLst>
              </p:cNvPr>
              <p:cNvCxnSpPr/>
              <p:nvPr userDrawn="1"/>
            </p:nvCxnSpPr>
            <p:spPr bwMode="auto">
              <a:xfrm flipH="1">
                <a:off x="-109730" y="384962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6" name="Straight Connector 35">
                <a:extLst>
                  <a:ext uri="{FF2B5EF4-FFF2-40B4-BE49-F238E27FC236}">
                    <a16:creationId xmlns:a16="http://schemas.microsoft.com/office/drawing/2014/main" id="{32EE49FC-4AC3-D84D-B296-8260919A4AFB}"/>
                  </a:ext>
                </a:extLst>
              </p:cNvPr>
              <p:cNvCxnSpPr/>
              <p:nvPr userDrawn="1"/>
            </p:nvCxnSpPr>
            <p:spPr bwMode="auto">
              <a:xfrm flipH="1">
                <a:off x="-109730" y="449427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7" name="Straight Connector 36">
                <a:extLst>
                  <a:ext uri="{FF2B5EF4-FFF2-40B4-BE49-F238E27FC236}">
                    <a16:creationId xmlns:a16="http://schemas.microsoft.com/office/drawing/2014/main" id="{A036B8A6-5887-EB43-A589-E9B55309975E}"/>
                  </a:ext>
                </a:extLst>
              </p:cNvPr>
              <p:cNvCxnSpPr/>
              <p:nvPr userDrawn="1"/>
            </p:nvCxnSpPr>
            <p:spPr bwMode="auto">
              <a:xfrm flipH="1">
                <a:off x="-109730" y="23774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8" name="Straight Connector 37">
                <a:extLst>
                  <a:ext uri="{FF2B5EF4-FFF2-40B4-BE49-F238E27FC236}">
                    <a16:creationId xmlns:a16="http://schemas.microsoft.com/office/drawing/2014/main" id="{886C2E2E-F476-B64B-A78C-E2A4F068B019}"/>
                  </a:ext>
                </a:extLst>
              </p:cNvPr>
              <p:cNvCxnSpPr/>
              <p:nvPr userDrawn="1"/>
            </p:nvCxnSpPr>
            <p:spPr bwMode="auto">
              <a:xfrm flipH="1">
                <a:off x="-109730" y="4902200"/>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20" name="Group 19">
              <a:extLst>
                <a:ext uri="{FF2B5EF4-FFF2-40B4-BE49-F238E27FC236}">
                  <a16:creationId xmlns:a16="http://schemas.microsoft.com/office/drawing/2014/main" id="{568B7B3E-2365-FA48-B0BB-56705EDB6709}"/>
                </a:ext>
              </a:extLst>
            </p:cNvPr>
            <p:cNvGrpSpPr/>
            <p:nvPr userDrawn="1"/>
          </p:nvGrpSpPr>
          <p:grpSpPr>
            <a:xfrm>
              <a:off x="9163050" y="237744"/>
              <a:ext cx="91440" cy="4663440"/>
              <a:chOff x="-109730" y="231394"/>
              <a:chExt cx="91440" cy="4663440"/>
            </a:xfrm>
          </p:grpSpPr>
          <p:cxnSp>
            <p:nvCxnSpPr>
              <p:cNvPr id="21" name="Straight Connector 20">
                <a:extLst>
                  <a:ext uri="{FF2B5EF4-FFF2-40B4-BE49-F238E27FC236}">
                    <a16:creationId xmlns:a16="http://schemas.microsoft.com/office/drawing/2014/main" id="{F8CB4122-4D33-2A42-871B-AB33239DC529}"/>
                  </a:ext>
                </a:extLst>
              </p:cNvPr>
              <p:cNvCxnSpPr/>
              <p:nvPr userDrawn="1"/>
            </p:nvCxnSpPr>
            <p:spPr bwMode="auto">
              <a:xfrm flipH="1">
                <a:off x="-109730" y="64744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E1272E41-0FA7-6B41-B356-7A2B88AC448F}"/>
                  </a:ext>
                </a:extLst>
              </p:cNvPr>
              <p:cNvCxnSpPr/>
              <p:nvPr userDrawn="1"/>
            </p:nvCxnSpPr>
            <p:spPr bwMode="auto">
              <a:xfrm flipH="1">
                <a:off x="-109730" y="128295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3" name="Straight Connector 22">
                <a:extLst>
                  <a:ext uri="{FF2B5EF4-FFF2-40B4-BE49-F238E27FC236}">
                    <a16:creationId xmlns:a16="http://schemas.microsoft.com/office/drawing/2014/main" id="{784B5EE1-D003-1F47-8D33-3E312E35B1E7}"/>
                  </a:ext>
                </a:extLst>
              </p:cNvPr>
              <p:cNvCxnSpPr/>
              <p:nvPr userDrawn="1"/>
            </p:nvCxnSpPr>
            <p:spPr bwMode="auto">
              <a:xfrm flipH="1">
                <a:off x="-109730" y="192303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4" name="Straight Connector 23">
                <a:extLst>
                  <a:ext uri="{FF2B5EF4-FFF2-40B4-BE49-F238E27FC236}">
                    <a16:creationId xmlns:a16="http://schemas.microsoft.com/office/drawing/2014/main" id="{571409CD-4C1B-8E45-ACF9-86D270DA7692}"/>
                  </a:ext>
                </a:extLst>
              </p:cNvPr>
              <p:cNvCxnSpPr/>
              <p:nvPr userDrawn="1"/>
            </p:nvCxnSpPr>
            <p:spPr bwMode="auto">
              <a:xfrm flipH="1">
                <a:off x="-109730" y="256311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5" name="Straight Connector 24">
                <a:extLst>
                  <a:ext uri="{FF2B5EF4-FFF2-40B4-BE49-F238E27FC236}">
                    <a16:creationId xmlns:a16="http://schemas.microsoft.com/office/drawing/2014/main" id="{A131086F-34E8-8C46-8C5C-6BAA87172E82}"/>
                  </a:ext>
                </a:extLst>
              </p:cNvPr>
              <p:cNvCxnSpPr/>
              <p:nvPr userDrawn="1"/>
            </p:nvCxnSpPr>
            <p:spPr bwMode="auto">
              <a:xfrm flipH="1">
                <a:off x="-109730" y="320319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6" name="Straight Connector 25">
                <a:extLst>
                  <a:ext uri="{FF2B5EF4-FFF2-40B4-BE49-F238E27FC236}">
                    <a16:creationId xmlns:a16="http://schemas.microsoft.com/office/drawing/2014/main" id="{0A42B631-F25C-F54E-B854-80328E4DFBBC}"/>
                  </a:ext>
                </a:extLst>
              </p:cNvPr>
              <p:cNvCxnSpPr/>
              <p:nvPr userDrawn="1"/>
            </p:nvCxnSpPr>
            <p:spPr bwMode="auto">
              <a:xfrm flipH="1">
                <a:off x="-109730" y="384327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7" name="Straight Connector 26">
                <a:extLst>
                  <a:ext uri="{FF2B5EF4-FFF2-40B4-BE49-F238E27FC236}">
                    <a16:creationId xmlns:a16="http://schemas.microsoft.com/office/drawing/2014/main" id="{08D46B81-A248-A847-9183-C6BC43C53E85}"/>
                  </a:ext>
                </a:extLst>
              </p:cNvPr>
              <p:cNvCxnSpPr/>
              <p:nvPr userDrawn="1"/>
            </p:nvCxnSpPr>
            <p:spPr bwMode="auto">
              <a:xfrm flipH="1">
                <a:off x="-109730" y="448792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86FA5BE4-E196-EC4A-BC7A-95A47060EE08}"/>
                  </a:ext>
                </a:extLst>
              </p:cNvPr>
              <p:cNvCxnSpPr/>
              <p:nvPr userDrawn="1"/>
            </p:nvCxnSpPr>
            <p:spPr bwMode="auto">
              <a:xfrm flipH="1">
                <a:off x="-109730" y="23139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9" name="Straight Connector 28">
                <a:extLst>
                  <a:ext uri="{FF2B5EF4-FFF2-40B4-BE49-F238E27FC236}">
                    <a16:creationId xmlns:a16="http://schemas.microsoft.com/office/drawing/2014/main" id="{47A74DF6-412C-6548-B80E-F7E7ED8433A9}"/>
                  </a:ext>
                </a:extLst>
              </p:cNvPr>
              <p:cNvCxnSpPr/>
              <p:nvPr userDrawn="1"/>
            </p:nvCxnSpPr>
            <p:spPr bwMode="auto">
              <a:xfrm flipH="1">
                <a:off x="-109730" y="489483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sp>
        <p:nvSpPr>
          <p:cNvPr id="62" name="Rectangle 61">
            <a:extLst>
              <a:ext uri="{FF2B5EF4-FFF2-40B4-BE49-F238E27FC236}">
                <a16:creationId xmlns:a16="http://schemas.microsoft.com/office/drawing/2014/main" id="{4CCA098D-CCD6-444A-88F7-E5772E1D4064}"/>
              </a:ext>
            </a:extLst>
          </p:cNvPr>
          <p:cNvSpPr/>
          <p:nvPr userDrawn="1"/>
        </p:nvSpPr>
        <p:spPr bwMode="auto">
          <a:xfrm>
            <a:off x="-24387" y="0"/>
            <a:ext cx="12216377" cy="6869801"/>
          </a:xfrm>
          <a:prstGeom prst="rect">
            <a:avLst/>
          </a:prstGeom>
          <a:solidFill>
            <a:srgbClr val="121619"/>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90000"/>
              </a:lnSpc>
              <a:spcBef>
                <a:spcPct val="0"/>
              </a:spcBef>
              <a:spcAft>
                <a:spcPct val="0"/>
              </a:spcAft>
              <a:buClrTx/>
              <a:buSzTx/>
              <a:buFontTx/>
              <a:buNone/>
              <a:tabLst/>
            </a:pPr>
            <a:endParaRPr kumimoji="0" lang="en-US" sz="2000" b="0" i="0" u="none" strike="noStrike" cap="none" normalizeH="0" baseline="0" dirty="0">
              <a:ln>
                <a:noFill/>
              </a:ln>
              <a:solidFill>
                <a:srgbClr val="191919"/>
              </a:solidFill>
              <a:effectLst/>
              <a:latin typeface="HelvNeue Light for IBM" pitchFamily="34" charset="0"/>
            </a:endParaRPr>
          </a:p>
        </p:txBody>
      </p:sp>
      <p:sp>
        <p:nvSpPr>
          <p:cNvPr id="64" name="Footer Placeholder 2">
            <a:extLst>
              <a:ext uri="{FF2B5EF4-FFF2-40B4-BE49-F238E27FC236}">
                <a16:creationId xmlns:a16="http://schemas.microsoft.com/office/drawing/2014/main" id="{B94E3392-5D0B-B54A-862D-96C05600BCFB}"/>
              </a:ext>
            </a:extLst>
          </p:cNvPr>
          <p:cNvSpPr>
            <a:spLocks noGrp="1"/>
          </p:cNvSpPr>
          <p:nvPr>
            <p:ph type="ftr" sz="quarter" idx="3"/>
          </p:nvPr>
        </p:nvSpPr>
        <p:spPr>
          <a:xfrm>
            <a:off x="210312" y="6073456"/>
            <a:ext cx="2438312" cy="546100"/>
          </a:xfrm>
          <a:prstGeom prst="rect">
            <a:avLst/>
          </a:prstGeom>
        </p:spPr>
        <p:txBody>
          <a:bodyPr anchor="b"/>
          <a:lstStyle>
            <a:lvl1pPr>
              <a:lnSpc>
                <a:spcPct val="150000"/>
              </a:lnSpc>
              <a:defRPr sz="1000" b="0" i="0">
                <a:solidFill>
                  <a:schemeClr val="bg1"/>
                </a:solidFill>
                <a:latin typeface="IBM Plex Sans" panose="020B0503050000000000" pitchFamily="34" charset="77"/>
              </a:defRPr>
            </a:lvl1pPr>
          </a:lstStyle>
          <a:p>
            <a:r>
              <a:rPr lang="en-US" b="1">
                <a:latin typeface="IBM Plex Sans SmBld" panose="020B0503050000000000" pitchFamily="34" charset="77"/>
              </a:rPr>
              <a:t>Presentation title</a:t>
            </a:r>
          </a:p>
          <a:p>
            <a:r>
              <a:rPr lang="en-US"/>
              <a:t>IBM  |  Project/team name</a:t>
            </a:r>
            <a:endParaRPr lang="en-US" dirty="0"/>
          </a:p>
        </p:txBody>
      </p:sp>
      <p:sp>
        <p:nvSpPr>
          <p:cNvPr id="65" name="Text Placeholder 64">
            <a:extLst>
              <a:ext uri="{FF2B5EF4-FFF2-40B4-BE49-F238E27FC236}">
                <a16:creationId xmlns:a16="http://schemas.microsoft.com/office/drawing/2014/main" id="{88F037E0-56A4-0742-B686-A4A11ED538B5}"/>
              </a:ext>
            </a:extLst>
          </p:cNvPr>
          <p:cNvSpPr>
            <a:spLocks noGrp="1"/>
          </p:cNvSpPr>
          <p:nvPr>
            <p:ph type="body" sz="quarter" idx="10" hasCustomPrompt="1"/>
          </p:nvPr>
        </p:nvSpPr>
        <p:spPr>
          <a:xfrm>
            <a:off x="230384" y="326929"/>
            <a:ext cx="5560816" cy="1392144"/>
          </a:xfrm>
          <a:prstGeom prst="rect">
            <a:avLst/>
          </a:prstGeom>
        </p:spPr>
        <p:txBody>
          <a:bodyPr>
            <a:normAutofit/>
          </a:bodyPr>
          <a:lstStyle>
            <a:lvl1pPr>
              <a:defRPr sz="2400" b="0" i="0">
                <a:solidFill>
                  <a:schemeClr val="bg1"/>
                </a:solidFill>
                <a:latin typeface="IBM Plex Sans" panose="020B0503050203000203" pitchFamily="34" charset="0"/>
              </a:defRPr>
            </a:lvl1pPr>
          </a:lstStyle>
          <a:p>
            <a:pPr lvl="0"/>
            <a:r>
              <a:rPr lang="en-US" dirty="0"/>
              <a:t>Slide title</a:t>
            </a:r>
          </a:p>
        </p:txBody>
      </p:sp>
    </p:spTree>
    <p:extLst>
      <p:ext uri="{BB962C8B-B14F-4D97-AF65-F5344CB8AC3E}">
        <p14:creationId xmlns:p14="http://schemas.microsoft.com/office/powerpoint/2010/main" val="120122366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2 color">
    <p:spTree>
      <p:nvGrpSpPr>
        <p:cNvPr id="1" name=""/>
        <p:cNvGrpSpPr/>
        <p:nvPr/>
      </p:nvGrpSpPr>
      <p:grpSpPr>
        <a:xfrm>
          <a:off x="0" y="0"/>
          <a:ext cx="0" cy="0"/>
          <a:chOff x="0" y="0"/>
          <a:chExt cx="0" cy="0"/>
        </a:xfrm>
      </p:grpSpPr>
      <p:sp>
        <p:nvSpPr>
          <p:cNvPr id="71" name="Rectangle 70">
            <a:extLst>
              <a:ext uri="{FF2B5EF4-FFF2-40B4-BE49-F238E27FC236}">
                <a16:creationId xmlns:a16="http://schemas.microsoft.com/office/drawing/2014/main" id="{E3D35D99-0C4E-AA47-B9B3-35527D214953}"/>
              </a:ext>
            </a:extLst>
          </p:cNvPr>
          <p:cNvSpPr/>
          <p:nvPr userDrawn="1"/>
        </p:nvSpPr>
        <p:spPr bwMode="auto">
          <a:xfrm>
            <a:off x="6096000" y="-1"/>
            <a:ext cx="6121398" cy="3429001"/>
          </a:xfrm>
          <a:prstGeom prst="rect">
            <a:avLst/>
          </a:prstGeom>
          <a:solidFill>
            <a:srgbClr val="F2F4F8"/>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90000"/>
              </a:lnSpc>
              <a:spcBef>
                <a:spcPct val="0"/>
              </a:spcBef>
              <a:spcAft>
                <a:spcPct val="0"/>
              </a:spcAft>
              <a:buClrTx/>
              <a:buSzTx/>
              <a:buFontTx/>
              <a:buNone/>
              <a:tabLst/>
            </a:pPr>
            <a:endParaRPr kumimoji="0" lang="en-US" sz="2000" b="0" i="0" u="none" strike="noStrike" cap="none" normalizeH="0" baseline="0" dirty="0">
              <a:ln>
                <a:noFill/>
              </a:ln>
              <a:solidFill>
                <a:srgbClr val="191919"/>
              </a:solidFill>
              <a:effectLst/>
              <a:latin typeface="HelvNeue Light for IBM" pitchFamily="34" charset="0"/>
            </a:endParaRPr>
          </a:p>
        </p:txBody>
      </p:sp>
      <p:grpSp>
        <p:nvGrpSpPr>
          <p:cNvPr id="16" name="Group 15">
            <a:extLst>
              <a:ext uri="{FF2B5EF4-FFF2-40B4-BE49-F238E27FC236}">
                <a16:creationId xmlns:a16="http://schemas.microsoft.com/office/drawing/2014/main" id="{4E27F71D-749D-974B-AB68-C90C1F656661}"/>
              </a:ext>
            </a:extLst>
          </p:cNvPr>
          <p:cNvGrpSpPr/>
          <p:nvPr userDrawn="1"/>
        </p:nvGrpSpPr>
        <p:grpSpPr>
          <a:xfrm>
            <a:off x="-146307" y="-147320"/>
            <a:ext cx="12485627" cy="7152640"/>
            <a:chOff x="-109730" y="-110490"/>
            <a:chExt cx="9364220" cy="5364480"/>
          </a:xfrm>
        </p:grpSpPr>
        <p:grpSp>
          <p:nvGrpSpPr>
            <p:cNvPr id="17" name="Group 16">
              <a:extLst>
                <a:ext uri="{FF2B5EF4-FFF2-40B4-BE49-F238E27FC236}">
                  <a16:creationId xmlns:a16="http://schemas.microsoft.com/office/drawing/2014/main" id="{7033ABDB-33FA-424A-8022-BE25064AAE9B}"/>
                </a:ext>
              </a:extLst>
            </p:cNvPr>
            <p:cNvGrpSpPr/>
            <p:nvPr userDrawn="1"/>
          </p:nvGrpSpPr>
          <p:grpSpPr>
            <a:xfrm>
              <a:off x="228600" y="-110490"/>
              <a:ext cx="8686732" cy="91440"/>
              <a:chOff x="228600" y="-152400"/>
              <a:chExt cx="8686732" cy="152400"/>
            </a:xfrm>
          </p:grpSpPr>
          <p:cxnSp>
            <p:nvCxnSpPr>
              <p:cNvPr id="50" name="Straight Connector 49">
                <a:extLst>
                  <a:ext uri="{FF2B5EF4-FFF2-40B4-BE49-F238E27FC236}">
                    <a16:creationId xmlns:a16="http://schemas.microsoft.com/office/drawing/2014/main" id="{E028FABC-C57C-0B4D-ADC6-F0D9AC86E7C9}"/>
                  </a:ext>
                </a:extLst>
              </p:cNvPr>
              <p:cNvCxnSpPr/>
              <p:nvPr userDrawn="1"/>
            </p:nvCxnSpPr>
            <p:spPr bwMode="auto">
              <a:xfrm rot="5400000" flipH="1">
                <a:off x="152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1" name="Straight Connector 50">
                <a:extLst>
                  <a:ext uri="{FF2B5EF4-FFF2-40B4-BE49-F238E27FC236}">
                    <a16:creationId xmlns:a16="http://schemas.microsoft.com/office/drawing/2014/main" id="{CCE52FE3-158F-D14E-B6AE-3EE847C02A23}"/>
                  </a:ext>
                </a:extLst>
              </p:cNvPr>
              <p:cNvCxnSpPr/>
              <p:nvPr userDrawn="1"/>
            </p:nvCxnSpPr>
            <p:spPr bwMode="auto">
              <a:xfrm rot="5400000" flipH="1">
                <a:off x="1981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2" name="Straight Connector 51">
                <a:extLst>
                  <a:ext uri="{FF2B5EF4-FFF2-40B4-BE49-F238E27FC236}">
                    <a16:creationId xmlns:a16="http://schemas.microsoft.com/office/drawing/2014/main" id="{C6326F37-4F20-A241-8AC4-D933542FB91D}"/>
                  </a:ext>
                </a:extLst>
              </p:cNvPr>
              <p:cNvCxnSpPr/>
              <p:nvPr userDrawn="1"/>
            </p:nvCxnSpPr>
            <p:spPr bwMode="auto">
              <a:xfrm rot="5400000" flipH="1">
                <a:off x="2209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3" name="Straight Connector 52">
                <a:extLst>
                  <a:ext uri="{FF2B5EF4-FFF2-40B4-BE49-F238E27FC236}">
                    <a16:creationId xmlns:a16="http://schemas.microsoft.com/office/drawing/2014/main" id="{193EAF95-D519-4A43-A5B7-8F152B7AAAF3}"/>
                  </a:ext>
                </a:extLst>
              </p:cNvPr>
              <p:cNvCxnSpPr/>
              <p:nvPr userDrawn="1"/>
            </p:nvCxnSpPr>
            <p:spPr bwMode="auto">
              <a:xfrm rot="5400000" flipH="1">
                <a:off x="2438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4" name="Straight Connector 53">
                <a:extLst>
                  <a:ext uri="{FF2B5EF4-FFF2-40B4-BE49-F238E27FC236}">
                    <a16:creationId xmlns:a16="http://schemas.microsoft.com/office/drawing/2014/main" id="{63D1F6C8-6E33-8445-84CD-22391B38AE2F}"/>
                  </a:ext>
                </a:extLst>
              </p:cNvPr>
              <p:cNvCxnSpPr/>
              <p:nvPr userDrawn="1"/>
            </p:nvCxnSpPr>
            <p:spPr bwMode="auto">
              <a:xfrm rot="5400000" flipH="1">
                <a:off x="4267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5" name="Straight Connector 54">
                <a:extLst>
                  <a:ext uri="{FF2B5EF4-FFF2-40B4-BE49-F238E27FC236}">
                    <a16:creationId xmlns:a16="http://schemas.microsoft.com/office/drawing/2014/main" id="{7CC00B75-D288-0546-90E6-0FAF60915429}"/>
                  </a:ext>
                </a:extLst>
              </p:cNvPr>
              <p:cNvCxnSpPr/>
              <p:nvPr userDrawn="1"/>
            </p:nvCxnSpPr>
            <p:spPr bwMode="auto">
              <a:xfrm rot="5400000" flipH="1">
                <a:off x="4495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6" name="Straight Connector 55">
                <a:extLst>
                  <a:ext uri="{FF2B5EF4-FFF2-40B4-BE49-F238E27FC236}">
                    <a16:creationId xmlns:a16="http://schemas.microsoft.com/office/drawing/2014/main" id="{9E943793-FE0F-6F4D-98F4-B9E3837BCA91}"/>
                  </a:ext>
                </a:extLst>
              </p:cNvPr>
              <p:cNvCxnSpPr/>
              <p:nvPr userDrawn="1"/>
            </p:nvCxnSpPr>
            <p:spPr bwMode="auto">
              <a:xfrm rot="5400000" flipH="1">
                <a:off x="4724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7" name="Straight Connector 56">
                <a:extLst>
                  <a:ext uri="{FF2B5EF4-FFF2-40B4-BE49-F238E27FC236}">
                    <a16:creationId xmlns:a16="http://schemas.microsoft.com/office/drawing/2014/main" id="{B1C729D8-F1AE-2C45-BF73-3BFD621F4038}"/>
                  </a:ext>
                </a:extLst>
              </p:cNvPr>
              <p:cNvCxnSpPr/>
              <p:nvPr userDrawn="1"/>
            </p:nvCxnSpPr>
            <p:spPr bwMode="auto">
              <a:xfrm rot="5400000" flipH="1">
                <a:off x="6553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8" name="Straight Connector 57">
                <a:extLst>
                  <a:ext uri="{FF2B5EF4-FFF2-40B4-BE49-F238E27FC236}">
                    <a16:creationId xmlns:a16="http://schemas.microsoft.com/office/drawing/2014/main" id="{773341F0-E3B3-EB42-A739-32107097206A}"/>
                  </a:ext>
                </a:extLst>
              </p:cNvPr>
              <p:cNvCxnSpPr/>
              <p:nvPr userDrawn="1"/>
            </p:nvCxnSpPr>
            <p:spPr bwMode="auto">
              <a:xfrm rot="5400000" flipH="1">
                <a:off x="6781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9" name="Straight Connector 58">
                <a:extLst>
                  <a:ext uri="{FF2B5EF4-FFF2-40B4-BE49-F238E27FC236}">
                    <a16:creationId xmlns:a16="http://schemas.microsoft.com/office/drawing/2014/main" id="{89EDDA5B-8572-C545-8DFA-ABC33664C7A1}"/>
                  </a:ext>
                </a:extLst>
              </p:cNvPr>
              <p:cNvCxnSpPr/>
              <p:nvPr userDrawn="1"/>
            </p:nvCxnSpPr>
            <p:spPr bwMode="auto">
              <a:xfrm rot="5400000" flipH="1">
                <a:off x="7010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0" name="Straight Connector 59">
                <a:extLst>
                  <a:ext uri="{FF2B5EF4-FFF2-40B4-BE49-F238E27FC236}">
                    <a16:creationId xmlns:a16="http://schemas.microsoft.com/office/drawing/2014/main" id="{E0B85CAB-A5A1-6546-BA39-1598C1A1BF64}"/>
                  </a:ext>
                </a:extLst>
              </p:cNvPr>
              <p:cNvCxnSpPr/>
              <p:nvPr userDrawn="1"/>
            </p:nvCxnSpPr>
            <p:spPr bwMode="auto">
              <a:xfrm rot="5400000" flipH="1">
                <a:off x="8839132"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18" name="Group 17">
              <a:extLst>
                <a:ext uri="{FF2B5EF4-FFF2-40B4-BE49-F238E27FC236}">
                  <a16:creationId xmlns:a16="http://schemas.microsoft.com/office/drawing/2014/main" id="{4EE9C99B-7B10-AE41-8B1B-D8508EC96D36}"/>
                </a:ext>
              </a:extLst>
            </p:cNvPr>
            <p:cNvGrpSpPr/>
            <p:nvPr userDrawn="1"/>
          </p:nvGrpSpPr>
          <p:grpSpPr>
            <a:xfrm>
              <a:off x="228600" y="5162550"/>
              <a:ext cx="8686732" cy="91440"/>
              <a:chOff x="228600" y="5143500"/>
              <a:chExt cx="8686732" cy="152400"/>
            </a:xfrm>
          </p:grpSpPr>
          <p:cxnSp>
            <p:nvCxnSpPr>
              <p:cNvPr id="39" name="Straight Connector 38">
                <a:extLst>
                  <a:ext uri="{FF2B5EF4-FFF2-40B4-BE49-F238E27FC236}">
                    <a16:creationId xmlns:a16="http://schemas.microsoft.com/office/drawing/2014/main" id="{C65EA58F-D486-A749-9B47-9DD071000D4F}"/>
                  </a:ext>
                </a:extLst>
              </p:cNvPr>
              <p:cNvCxnSpPr/>
              <p:nvPr userDrawn="1"/>
            </p:nvCxnSpPr>
            <p:spPr bwMode="auto">
              <a:xfrm rot="5400000" flipH="1">
                <a:off x="152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9056486B-3E88-1F4E-A5B6-71F9C8038505}"/>
                  </a:ext>
                </a:extLst>
              </p:cNvPr>
              <p:cNvCxnSpPr/>
              <p:nvPr userDrawn="1"/>
            </p:nvCxnSpPr>
            <p:spPr bwMode="auto">
              <a:xfrm rot="5400000" flipH="1">
                <a:off x="1981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1" name="Straight Connector 40">
                <a:extLst>
                  <a:ext uri="{FF2B5EF4-FFF2-40B4-BE49-F238E27FC236}">
                    <a16:creationId xmlns:a16="http://schemas.microsoft.com/office/drawing/2014/main" id="{8F54F4A3-648E-3146-B408-995E6916E7DD}"/>
                  </a:ext>
                </a:extLst>
              </p:cNvPr>
              <p:cNvCxnSpPr/>
              <p:nvPr userDrawn="1"/>
            </p:nvCxnSpPr>
            <p:spPr bwMode="auto">
              <a:xfrm rot="5400000" flipH="1">
                <a:off x="2209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2" name="Straight Connector 41">
                <a:extLst>
                  <a:ext uri="{FF2B5EF4-FFF2-40B4-BE49-F238E27FC236}">
                    <a16:creationId xmlns:a16="http://schemas.microsoft.com/office/drawing/2014/main" id="{1DB512CA-21A6-9E45-BA56-12B8F4FE801F}"/>
                  </a:ext>
                </a:extLst>
              </p:cNvPr>
              <p:cNvCxnSpPr/>
              <p:nvPr userDrawn="1"/>
            </p:nvCxnSpPr>
            <p:spPr bwMode="auto">
              <a:xfrm rot="5400000" flipH="1">
                <a:off x="2438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3" name="Straight Connector 42">
                <a:extLst>
                  <a:ext uri="{FF2B5EF4-FFF2-40B4-BE49-F238E27FC236}">
                    <a16:creationId xmlns:a16="http://schemas.microsoft.com/office/drawing/2014/main" id="{2BFB8868-99DE-1A45-8575-1EA11710057F}"/>
                  </a:ext>
                </a:extLst>
              </p:cNvPr>
              <p:cNvCxnSpPr/>
              <p:nvPr userDrawn="1"/>
            </p:nvCxnSpPr>
            <p:spPr bwMode="auto">
              <a:xfrm rot="5400000" flipH="1">
                <a:off x="4267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4" name="Straight Connector 43">
                <a:extLst>
                  <a:ext uri="{FF2B5EF4-FFF2-40B4-BE49-F238E27FC236}">
                    <a16:creationId xmlns:a16="http://schemas.microsoft.com/office/drawing/2014/main" id="{730DE9A1-D9BD-524C-BE6F-1D6659196FBC}"/>
                  </a:ext>
                </a:extLst>
              </p:cNvPr>
              <p:cNvCxnSpPr/>
              <p:nvPr userDrawn="1"/>
            </p:nvCxnSpPr>
            <p:spPr bwMode="auto">
              <a:xfrm rot="5400000" flipH="1">
                <a:off x="4495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5" name="Straight Connector 44">
                <a:extLst>
                  <a:ext uri="{FF2B5EF4-FFF2-40B4-BE49-F238E27FC236}">
                    <a16:creationId xmlns:a16="http://schemas.microsoft.com/office/drawing/2014/main" id="{5ABAF5C8-E725-FD45-80A0-6EC368BF88BA}"/>
                  </a:ext>
                </a:extLst>
              </p:cNvPr>
              <p:cNvCxnSpPr/>
              <p:nvPr userDrawn="1"/>
            </p:nvCxnSpPr>
            <p:spPr bwMode="auto">
              <a:xfrm rot="5400000" flipH="1">
                <a:off x="4724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6" name="Straight Connector 45">
                <a:extLst>
                  <a:ext uri="{FF2B5EF4-FFF2-40B4-BE49-F238E27FC236}">
                    <a16:creationId xmlns:a16="http://schemas.microsoft.com/office/drawing/2014/main" id="{EBC18DE6-803B-7541-908A-41F6D4494834}"/>
                  </a:ext>
                </a:extLst>
              </p:cNvPr>
              <p:cNvCxnSpPr/>
              <p:nvPr userDrawn="1"/>
            </p:nvCxnSpPr>
            <p:spPr bwMode="auto">
              <a:xfrm rot="5400000" flipH="1">
                <a:off x="6553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7" name="Straight Connector 46">
                <a:extLst>
                  <a:ext uri="{FF2B5EF4-FFF2-40B4-BE49-F238E27FC236}">
                    <a16:creationId xmlns:a16="http://schemas.microsoft.com/office/drawing/2014/main" id="{737A4750-B9D5-5049-A414-7844F44D2F08}"/>
                  </a:ext>
                </a:extLst>
              </p:cNvPr>
              <p:cNvCxnSpPr/>
              <p:nvPr userDrawn="1"/>
            </p:nvCxnSpPr>
            <p:spPr bwMode="auto">
              <a:xfrm rot="5400000" flipH="1">
                <a:off x="6781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8" name="Straight Connector 47">
                <a:extLst>
                  <a:ext uri="{FF2B5EF4-FFF2-40B4-BE49-F238E27FC236}">
                    <a16:creationId xmlns:a16="http://schemas.microsoft.com/office/drawing/2014/main" id="{11CC3856-9176-894C-9678-78854179B583}"/>
                  </a:ext>
                </a:extLst>
              </p:cNvPr>
              <p:cNvCxnSpPr/>
              <p:nvPr userDrawn="1"/>
            </p:nvCxnSpPr>
            <p:spPr bwMode="auto">
              <a:xfrm rot="5400000" flipH="1">
                <a:off x="7010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9" name="Straight Connector 48">
                <a:extLst>
                  <a:ext uri="{FF2B5EF4-FFF2-40B4-BE49-F238E27FC236}">
                    <a16:creationId xmlns:a16="http://schemas.microsoft.com/office/drawing/2014/main" id="{3A4EF373-8CC5-F948-AA7B-C5EF10137299}"/>
                  </a:ext>
                </a:extLst>
              </p:cNvPr>
              <p:cNvCxnSpPr/>
              <p:nvPr userDrawn="1"/>
            </p:nvCxnSpPr>
            <p:spPr bwMode="auto">
              <a:xfrm rot="5400000" flipH="1">
                <a:off x="8839132"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19" name="Group 18">
              <a:extLst>
                <a:ext uri="{FF2B5EF4-FFF2-40B4-BE49-F238E27FC236}">
                  <a16:creationId xmlns:a16="http://schemas.microsoft.com/office/drawing/2014/main" id="{5EDFECA7-68A0-C74C-8702-67F215F53507}"/>
                </a:ext>
              </a:extLst>
            </p:cNvPr>
            <p:cNvGrpSpPr/>
            <p:nvPr userDrawn="1"/>
          </p:nvGrpSpPr>
          <p:grpSpPr>
            <a:xfrm>
              <a:off x="-109730" y="237744"/>
              <a:ext cx="91440" cy="4664456"/>
              <a:chOff x="-109730" y="237744"/>
              <a:chExt cx="91440" cy="4664456"/>
            </a:xfrm>
          </p:grpSpPr>
          <p:cxnSp>
            <p:nvCxnSpPr>
              <p:cNvPr id="30" name="Straight Connector 29">
                <a:extLst>
                  <a:ext uri="{FF2B5EF4-FFF2-40B4-BE49-F238E27FC236}">
                    <a16:creationId xmlns:a16="http://schemas.microsoft.com/office/drawing/2014/main" id="{B42BDEDC-364B-EC4F-9B43-9C5105374A26}"/>
                  </a:ext>
                </a:extLst>
              </p:cNvPr>
              <p:cNvCxnSpPr/>
              <p:nvPr userDrawn="1"/>
            </p:nvCxnSpPr>
            <p:spPr bwMode="auto">
              <a:xfrm flipH="1">
                <a:off x="-109730" y="65379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1" name="Straight Connector 30">
                <a:extLst>
                  <a:ext uri="{FF2B5EF4-FFF2-40B4-BE49-F238E27FC236}">
                    <a16:creationId xmlns:a16="http://schemas.microsoft.com/office/drawing/2014/main" id="{82746AEA-B7EE-6A45-A324-2780C5387E8B}"/>
                  </a:ext>
                </a:extLst>
              </p:cNvPr>
              <p:cNvCxnSpPr/>
              <p:nvPr userDrawn="1"/>
            </p:nvCxnSpPr>
            <p:spPr bwMode="auto">
              <a:xfrm flipH="1">
                <a:off x="-109730" y="128930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2" name="Straight Connector 31">
                <a:extLst>
                  <a:ext uri="{FF2B5EF4-FFF2-40B4-BE49-F238E27FC236}">
                    <a16:creationId xmlns:a16="http://schemas.microsoft.com/office/drawing/2014/main" id="{10F57C53-2F79-4140-B8DD-CFF27135CAA8}"/>
                  </a:ext>
                </a:extLst>
              </p:cNvPr>
              <p:cNvCxnSpPr/>
              <p:nvPr userDrawn="1"/>
            </p:nvCxnSpPr>
            <p:spPr bwMode="auto">
              <a:xfrm flipH="1">
                <a:off x="-109730" y="192938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3" name="Straight Connector 32">
                <a:extLst>
                  <a:ext uri="{FF2B5EF4-FFF2-40B4-BE49-F238E27FC236}">
                    <a16:creationId xmlns:a16="http://schemas.microsoft.com/office/drawing/2014/main" id="{D0D1241B-3B6D-564B-92C0-5F79295699BA}"/>
                  </a:ext>
                </a:extLst>
              </p:cNvPr>
              <p:cNvCxnSpPr/>
              <p:nvPr userDrawn="1"/>
            </p:nvCxnSpPr>
            <p:spPr bwMode="auto">
              <a:xfrm flipH="1">
                <a:off x="-109730" y="2570990"/>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4" name="Straight Connector 33">
                <a:extLst>
                  <a:ext uri="{FF2B5EF4-FFF2-40B4-BE49-F238E27FC236}">
                    <a16:creationId xmlns:a16="http://schemas.microsoft.com/office/drawing/2014/main" id="{4F1A65E1-A6DD-0E48-9328-F63C08A91C80}"/>
                  </a:ext>
                </a:extLst>
              </p:cNvPr>
              <p:cNvCxnSpPr/>
              <p:nvPr userDrawn="1"/>
            </p:nvCxnSpPr>
            <p:spPr bwMode="auto">
              <a:xfrm flipH="1">
                <a:off x="-109730" y="320954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5" name="Straight Connector 34">
                <a:extLst>
                  <a:ext uri="{FF2B5EF4-FFF2-40B4-BE49-F238E27FC236}">
                    <a16:creationId xmlns:a16="http://schemas.microsoft.com/office/drawing/2014/main" id="{DF1A857E-0280-4D4D-8C5E-78EB4893E8F3}"/>
                  </a:ext>
                </a:extLst>
              </p:cNvPr>
              <p:cNvCxnSpPr/>
              <p:nvPr userDrawn="1"/>
            </p:nvCxnSpPr>
            <p:spPr bwMode="auto">
              <a:xfrm flipH="1">
                <a:off x="-109730" y="384962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6" name="Straight Connector 35">
                <a:extLst>
                  <a:ext uri="{FF2B5EF4-FFF2-40B4-BE49-F238E27FC236}">
                    <a16:creationId xmlns:a16="http://schemas.microsoft.com/office/drawing/2014/main" id="{32EE49FC-4AC3-D84D-B296-8260919A4AFB}"/>
                  </a:ext>
                </a:extLst>
              </p:cNvPr>
              <p:cNvCxnSpPr/>
              <p:nvPr userDrawn="1"/>
            </p:nvCxnSpPr>
            <p:spPr bwMode="auto">
              <a:xfrm flipH="1">
                <a:off x="-109730" y="449427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7" name="Straight Connector 36">
                <a:extLst>
                  <a:ext uri="{FF2B5EF4-FFF2-40B4-BE49-F238E27FC236}">
                    <a16:creationId xmlns:a16="http://schemas.microsoft.com/office/drawing/2014/main" id="{A036B8A6-5887-EB43-A589-E9B55309975E}"/>
                  </a:ext>
                </a:extLst>
              </p:cNvPr>
              <p:cNvCxnSpPr/>
              <p:nvPr userDrawn="1"/>
            </p:nvCxnSpPr>
            <p:spPr bwMode="auto">
              <a:xfrm flipH="1">
                <a:off x="-109730" y="23774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8" name="Straight Connector 37">
                <a:extLst>
                  <a:ext uri="{FF2B5EF4-FFF2-40B4-BE49-F238E27FC236}">
                    <a16:creationId xmlns:a16="http://schemas.microsoft.com/office/drawing/2014/main" id="{886C2E2E-F476-B64B-A78C-E2A4F068B019}"/>
                  </a:ext>
                </a:extLst>
              </p:cNvPr>
              <p:cNvCxnSpPr/>
              <p:nvPr userDrawn="1"/>
            </p:nvCxnSpPr>
            <p:spPr bwMode="auto">
              <a:xfrm flipH="1">
                <a:off x="-109730" y="4902200"/>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20" name="Group 19">
              <a:extLst>
                <a:ext uri="{FF2B5EF4-FFF2-40B4-BE49-F238E27FC236}">
                  <a16:creationId xmlns:a16="http://schemas.microsoft.com/office/drawing/2014/main" id="{568B7B3E-2365-FA48-B0BB-56705EDB6709}"/>
                </a:ext>
              </a:extLst>
            </p:cNvPr>
            <p:cNvGrpSpPr/>
            <p:nvPr userDrawn="1"/>
          </p:nvGrpSpPr>
          <p:grpSpPr>
            <a:xfrm>
              <a:off x="9163050" y="237744"/>
              <a:ext cx="91440" cy="4663440"/>
              <a:chOff x="-109730" y="231394"/>
              <a:chExt cx="91440" cy="4663440"/>
            </a:xfrm>
          </p:grpSpPr>
          <p:cxnSp>
            <p:nvCxnSpPr>
              <p:cNvPr id="21" name="Straight Connector 20">
                <a:extLst>
                  <a:ext uri="{FF2B5EF4-FFF2-40B4-BE49-F238E27FC236}">
                    <a16:creationId xmlns:a16="http://schemas.microsoft.com/office/drawing/2014/main" id="{F8CB4122-4D33-2A42-871B-AB33239DC529}"/>
                  </a:ext>
                </a:extLst>
              </p:cNvPr>
              <p:cNvCxnSpPr/>
              <p:nvPr userDrawn="1"/>
            </p:nvCxnSpPr>
            <p:spPr bwMode="auto">
              <a:xfrm flipH="1">
                <a:off x="-109730" y="64744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E1272E41-0FA7-6B41-B356-7A2B88AC448F}"/>
                  </a:ext>
                </a:extLst>
              </p:cNvPr>
              <p:cNvCxnSpPr/>
              <p:nvPr userDrawn="1"/>
            </p:nvCxnSpPr>
            <p:spPr bwMode="auto">
              <a:xfrm flipH="1">
                <a:off x="-109730" y="128295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3" name="Straight Connector 22">
                <a:extLst>
                  <a:ext uri="{FF2B5EF4-FFF2-40B4-BE49-F238E27FC236}">
                    <a16:creationId xmlns:a16="http://schemas.microsoft.com/office/drawing/2014/main" id="{784B5EE1-D003-1F47-8D33-3E312E35B1E7}"/>
                  </a:ext>
                </a:extLst>
              </p:cNvPr>
              <p:cNvCxnSpPr/>
              <p:nvPr userDrawn="1"/>
            </p:nvCxnSpPr>
            <p:spPr bwMode="auto">
              <a:xfrm flipH="1">
                <a:off x="-109730" y="192303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4" name="Straight Connector 23">
                <a:extLst>
                  <a:ext uri="{FF2B5EF4-FFF2-40B4-BE49-F238E27FC236}">
                    <a16:creationId xmlns:a16="http://schemas.microsoft.com/office/drawing/2014/main" id="{571409CD-4C1B-8E45-ACF9-86D270DA7692}"/>
                  </a:ext>
                </a:extLst>
              </p:cNvPr>
              <p:cNvCxnSpPr/>
              <p:nvPr userDrawn="1"/>
            </p:nvCxnSpPr>
            <p:spPr bwMode="auto">
              <a:xfrm flipH="1">
                <a:off x="-109730" y="256311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5" name="Straight Connector 24">
                <a:extLst>
                  <a:ext uri="{FF2B5EF4-FFF2-40B4-BE49-F238E27FC236}">
                    <a16:creationId xmlns:a16="http://schemas.microsoft.com/office/drawing/2014/main" id="{A131086F-34E8-8C46-8C5C-6BAA87172E82}"/>
                  </a:ext>
                </a:extLst>
              </p:cNvPr>
              <p:cNvCxnSpPr/>
              <p:nvPr userDrawn="1"/>
            </p:nvCxnSpPr>
            <p:spPr bwMode="auto">
              <a:xfrm flipH="1">
                <a:off x="-109730" y="320319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6" name="Straight Connector 25">
                <a:extLst>
                  <a:ext uri="{FF2B5EF4-FFF2-40B4-BE49-F238E27FC236}">
                    <a16:creationId xmlns:a16="http://schemas.microsoft.com/office/drawing/2014/main" id="{0A42B631-F25C-F54E-B854-80328E4DFBBC}"/>
                  </a:ext>
                </a:extLst>
              </p:cNvPr>
              <p:cNvCxnSpPr/>
              <p:nvPr userDrawn="1"/>
            </p:nvCxnSpPr>
            <p:spPr bwMode="auto">
              <a:xfrm flipH="1">
                <a:off x="-109730" y="384327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7" name="Straight Connector 26">
                <a:extLst>
                  <a:ext uri="{FF2B5EF4-FFF2-40B4-BE49-F238E27FC236}">
                    <a16:creationId xmlns:a16="http://schemas.microsoft.com/office/drawing/2014/main" id="{08D46B81-A248-A847-9183-C6BC43C53E85}"/>
                  </a:ext>
                </a:extLst>
              </p:cNvPr>
              <p:cNvCxnSpPr/>
              <p:nvPr userDrawn="1"/>
            </p:nvCxnSpPr>
            <p:spPr bwMode="auto">
              <a:xfrm flipH="1">
                <a:off x="-109730" y="448792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86FA5BE4-E196-EC4A-BC7A-95A47060EE08}"/>
                  </a:ext>
                </a:extLst>
              </p:cNvPr>
              <p:cNvCxnSpPr/>
              <p:nvPr userDrawn="1"/>
            </p:nvCxnSpPr>
            <p:spPr bwMode="auto">
              <a:xfrm flipH="1">
                <a:off x="-109730" y="23139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9" name="Straight Connector 28">
                <a:extLst>
                  <a:ext uri="{FF2B5EF4-FFF2-40B4-BE49-F238E27FC236}">
                    <a16:creationId xmlns:a16="http://schemas.microsoft.com/office/drawing/2014/main" id="{47A74DF6-412C-6548-B80E-F7E7ED8433A9}"/>
                  </a:ext>
                </a:extLst>
              </p:cNvPr>
              <p:cNvCxnSpPr/>
              <p:nvPr userDrawn="1"/>
            </p:nvCxnSpPr>
            <p:spPr bwMode="auto">
              <a:xfrm flipH="1">
                <a:off x="-109730" y="489483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sp>
        <p:nvSpPr>
          <p:cNvPr id="61" name="Rectangle 60">
            <a:extLst>
              <a:ext uri="{FF2B5EF4-FFF2-40B4-BE49-F238E27FC236}">
                <a16:creationId xmlns:a16="http://schemas.microsoft.com/office/drawing/2014/main" id="{D61F4474-3901-4C4D-A98F-00C14B837DAD}"/>
              </a:ext>
            </a:extLst>
          </p:cNvPr>
          <p:cNvSpPr/>
          <p:nvPr userDrawn="1"/>
        </p:nvSpPr>
        <p:spPr bwMode="auto">
          <a:xfrm>
            <a:off x="6096010" y="3425952"/>
            <a:ext cx="3047990" cy="3425953"/>
          </a:xfrm>
          <a:prstGeom prst="rect">
            <a:avLst/>
          </a:prstGeom>
          <a:solidFill>
            <a:srgbClr val="054ADA"/>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90000"/>
              </a:lnSpc>
              <a:spcBef>
                <a:spcPct val="0"/>
              </a:spcBef>
              <a:spcAft>
                <a:spcPct val="0"/>
              </a:spcAft>
              <a:buClrTx/>
              <a:buSzTx/>
              <a:buFontTx/>
              <a:buNone/>
              <a:tabLst/>
            </a:pPr>
            <a:endParaRPr kumimoji="0" lang="en-US" sz="2000" b="0" i="0" u="none" strike="noStrike" cap="none" normalizeH="0" baseline="0" dirty="0">
              <a:ln>
                <a:noFill/>
              </a:ln>
              <a:solidFill>
                <a:srgbClr val="191919"/>
              </a:solidFill>
              <a:effectLst/>
              <a:latin typeface="HelvNeue Light for IBM" pitchFamily="34" charset="0"/>
            </a:endParaRPr>
          </a:p>
        </p:txBody>
      </p:sp>
      <p:sp>
        <p:nvSpPr>
          <p:cNvPr id="63" name="Rectangle 62">
            <a:extLst>
              <a:ext uri="{FF2B5EF4-FFF2-40B4-BE49-F238E27FC236}">
                <a16:creationId xmlns:a16="http://schemas.microsoft.com/office/drawing/2014/main" id="{555BBE92-C020-8748-8F12-DCB06B23BE6A}"/>
              </a:ext>
            </a:extLst>
          </p:cNvPr>
          <p:cNvSpPr/>
          <p:nvPr userDrawn="1"/>
        </p:nvSpPr>
        <p:spPr bwMode="auto">
          <a:xfrm>
            <a:off x="9144010" y="3425952"/>
            <a:ext cx="3073388" cy="3432038"/>
          </a:xfrm>
          <a:prstGeom prst="rect">
            <a:avLst/>
          </a:prstGeom>
          <a:solidFill>
            <a:srgbClr val="051243"/>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90000"/>
              </a:lnSpc>
              <a:spcBef>
                <a:spcPct val="0"/>
              </a:spcBef>
              <a:spcAft>
                <a:spcPct val="0"/>
              </a:spcAft>
              <a:buClrTx/>
              <a:buSzTx/>
              <a:buFontTx/>
              <a:buNone/>
              <a:tabLst/>
            </a:pPr>
            <a:endParaRPr kumimoji="0" lang="en-US" sz="2000" b="0" i="0" u="none" strike="noStrike" cap="none" normalizeH="0" baseline="0" dirty="0">
              <a:ln>
                <a:noFill/>
              </a:ln>
              <a:solidFill>
                <a:srgbClr val="191919"/>
              </a:solidFill>
              <a:effectLst/>
              <a:latin typeface="HelvNeue Light for IBM" pitchFamily="34" charset="0"/>
            </a:endParaRPr>
          </a:p>
        </p:txBody>
      </p:sp>
      <p:sp>
        <p:nvSpPr>
          <p:cNvPr id="64" name="Footer Placeholder 2">
            <a:extLst>
              <a:ext uri="{FF2B5EF4-FFF2-40B4-BE49-F238E27FC236}">
                <a16:creationId xmlns:a16="http://schemas.microsoft.com/office/drawing/2014/main" id="{EDB41AD4-AE56-A849-BD0E-C608BA137EB9}"/>
              </a:ext>
            </a:extLst>
          </p:cNvPr>
          <p:cNvSpPr>
            <a:spLocks noGrp="1"/>
          </p:cNvSpPr>
          <p:nvPr>
            <p:ph type="ftr" sz="quarter" idx="3"/>
          </p:nvPr>
        </p:nvSpPr>
        <p:spPr>
          <a:xfrm>
            <a:off x="210312" y="6073456"/>
            <a:ext cx="2438312" cy="546100"/>
          </a:xfrm>
          <a:prstGeom prst="rect">
            <a:avLst/>
          </a:prstGeom>
        </p:spPr>
        <p:txBody>
          <a:bodyPr anchor="b"/>
          <a:lstStyle>
            <a:lvl1pPr>
              <a:lnSpc>
                <a:spcPct val="150000"/>
              </a:lnSpc>
              <a:defRPr sz="1000" b="0" i="0">
                <a:solidFill>
                  <a:srgbClr val="50565B"/>
                </a:solidFill>
                <a:latin typeface="IBM Plex Sans" panose="020B0503050000000000" pitchFamily="34" charset="77"/>
              </a:defRPr>
            </a:lvl1pPr>
          </a:lstStyle>
          <a:p>
            <a:r>
              <a:rPr lang="en-US" b="1">
                <a:solidFill>
                  <a:schemeClr val="tx1"/>
                </a:solidFill>
                <a:latin typeface="IBM Plex Sans SmBld" panose="020B0503050000000000" pitchFamily="34" charset="77"/>
              </a:rPr>
              <a:t>Presentation title</a:t>
            </a:r>
          </a:p>
          <a:p>
            <a:r>
              <a:rPr lang="en-US"/>
              <a:t>IBM  |  Project/team name</a:t>
            </a:r>
            <a:endParaRPr lang="en-US" dirty="0"/>
          </a:p>
        </p:txBody>
      </p:sp>
      <p:sp>
        <p:nvSpPr>
          <p:cNvPr id="66" name="Text Placeholder 64">
            <a:extLst>
              <a:ext uri="{FF2B5EF4-FFF2-40B4-BE49-F238E27FC236}">
                <a16:creationId xmlns:a16="http://schemas.microsoft.com/office/drawing/2014/main" id="{A42BE2A5-2818-8349-842F-CC2F1B1B773B}"/>
              </a:ext>
            </a:extLst>
          </p:cNvPr>
          <p:cNvSpPr>
            <a:spLocks noGrp="1"/>
          </p:cNvSpPr>
          <p:nvPr>
            <p:ph type="body" sz="quarter" idx="10" hasCustomPrompt="1"/>
          </p:nvPr>
        </p:nvSpPr>
        <p:spPr>
          <a:xfrm>
            <a:off x="228599" y="326928"/>
            <a:ext cx="5576157" cy="4805903"/>
          </a:xfrm>
          <a:prstGeom prst="rect">
            <a:avLst/>
          </a:prstGeom>
        </p:spPr>
        <p:txBody>
          <a:bodyPr>
            <a:noAutofit/>
          </a:bodyPr>
          <a:lstStyle>
            <a:lvl1pPr>
              <a:defRPr sz="6800" b="0" i="0">
                <a:latin typeface="IBM Plex Sans Light" panose="020B0403050203000203" pitchFamily="34" charset="0"/>
              </a:defRPr>
            </a:lvl1pPr>
          </a:lstStyle>
          <a:p>
            <a:pPr lvl="0"/>
            <a:r>
              <a:rPr lang="en-US" dirty="0"/>
              <a:t>Slide title </a:t>
            </a:r>
            <a:br>
              <a:rPr lang="en-US" dirty="0"/>
            </a:br>
            <a:r>
              <a:rPr lang="en-US" dirty="0"/>
              <a:t>½ page text</a:t>
            </a:r>
          </a:p>
        </p:txBody>
      </p:sp>
    </p:spTree>
    <p:extLst>
      <p:ext uri="{BB962C8B-B14F-4D97-AF65-F5344CB8AC3E}">
        <p14:creationId xmlns:p14="http://schemas.microsoft.com/office/powerpoint/2010/main" val="234588338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ustom color blocks">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4E27F71D-749D-974B-AB68-C90C1F656661}"/>
              </a:ext>
            </a:extLst>
          </p:cNvPr>
          <p:cNvGrpSpPr/>
          <p:nvPr userDrawn="1"/>
        </p:nvGrpSpPr>
        <p:grpSpPr>
          <a:xfrm>
            <a:off x="-146307" y="-147320"/>
            <a:ext cx="12485627" cy="7152640"/>
            <a:chOff x="-109730" y="-110490"/>
            <a:chExt cx="9364220" cy="5364480"/>
          </a:xfrm>
        </p:grpSpPr>
        <p:grpSp>
          <p:nvGrpSpPr>
            <p:cNvPr id="17" name="Group 16">
              <a:extLst>
                <a:ext uri="{FF2B5EF4-FFF2-40B4-BE49-F238E27FC236}">
                  <a16:creationId xmlns:a16="http://schemas.microsoft.com/office/drawing/2014/main" id="{7033ABDB-33FA-424A-8022-BE25064AAE9B}"/>
                </a:ext>
              </a:extLst>
            </p:cNvPr>
            <p:cNvGrpSpPr/>
            <p:nvPr userDrawn="1"/>
          </p:nvGrpSpPr>
          <p:grpSpPr>
            <a:xfrm>
              <a:off x="228600" y="-110490"/>
              <a:ext cx="8686732" cy="91440"/>
              <a:chOff x="228600" y="-152400"/>
              <a:chExt cx="8686732" cy="152400"/>
            </a:xfrm>
          </p:grpSpPr>
          <p:cxnSp>
            <p:nvCxnSpPr>
              <p:cNvPr id="50" name="Straight Connector 49">
                <a:extLst>
                  <a:ext uri="{FF2B5EF4-FFF2-40B4-BE49-F238E27FC236}">
                    <a16:creationId xmlns:a16="http://schemas.microsoft.com/office/drawing/2014/main" id="{E028FABC-C57C-0B4D-ADC6-F0D9AC86E7C9}"/>
                  </a:ext>
                </a:extLst>
              </p:cNvPr>
              <p:cNvCxnSpPr/>
              <p:nvPr userDrawn="1"/>
            </p:nvCxnSpPr>
            <p:spPr bwMode="auto">
              <a:xfrm rot="5400000" flipH="1">
                <a:off x="152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1" name="Straight Connector 50">
                <a:extLst>
                  <a:ext uri="{FF2B5EF4-FFF2-40B4-BE49-F238E27FC236}">
                    <a16:creationId xmlns:a16="http://schemas.microsoft.com/office/drawing/2014/main" id="{CCE52FE3-158F-D14E-B6AE-3EE847C02A23}"/>
                  </a:ext>
                </a:extLst>
              </p:cNvPr>
              <p:cNvCxnSpPr/>
              <p:nvPr userDrawn="1"/>
            </p:nvCxnSpPr>
            <p:spPr bwMode="auto">
              <a:xfrm rot="5400000" flipH="1">
                <a:off x="1981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2" name="Straight Connector 51">
                <a:extLst>
                  <a:ext uri="{FF2B5EF4-FFF2-40B4-BE49-F238E27FC236}">
                    <a16:creationId xmlns:a16="http://schemas.microsoft.com/office/drawing/2014/main" id="{C6326F37-4F20-A241-8AC4-D933542FB91D}"/>
                  </a:ext>
                </a:extLst>
              </p:cNvPr>
              <p:cNvCxnSpPr/>
              <p:nvPr userDrawn="1"/>
            </p:nvCxnSpPr>
            <p:spPr bwMode="auto">
              <a:xfrm rot="5400000" flipH="1">
                <a:off x="2209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3" name="Straight Connector 52">
                <a:extLst>
                  <a:ext uri="{FF2B5EF4-FFF2-40B4-BE49-F238E27FC236}">
                    <a16:creationId xmlns:a16="http://schemas.microsoft.com/office/drawing/2014/main" id="{193EAF95-D519-4A43-A5B7-8F152B7AAAF3}"/>
                  </a:ext>
                </a:extLst>
              </p:cNvPr>
              <p:cNvCxnSpPr/>
              <p:nvPr userDrawn="1"/>
            </p:nvCxnSpPr>
            <p:spPr bwMode="auto">
              <a:xfrm rot="5400000" flipH="1">
                <a:off x="2438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4" name="Straight Connector 53">
                <a:extLst>
                  <a:ext uri="{FF2B5EF4-FFF2-40B4-BE49-F238E27FC236}">
                    <a16:creationId xmlns:a16="http://schemas.microsoft.com/office/drawing/2014/main" id="{63D1F6C8-6E33-8445-84CD-22391B38AE2F}"/>
                  </a:ext>
                </a:extLst>
              </p:cNvPr>
              <p:cNvCxnSpPr/>
              <p:nvPr userDrawn="1"/>
            </p:nvCxnSpPr>
            <p:spPr bwMode="auto">
              <a:xfrm rot="5400000" flipH="1">
                <a:off x="4267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5" name="Straight Connector 54">
                <a:extLst>
                  <a:ext uri="{FF2B5EF4-FFF2-40B4-BE49-F238E27FC236}">
                    <a16:creationId xmlns:a16="http://schemas.microsoft.com/office/drawing/2014/main" id="{7CC00B75-D288-0546-90E6-0FAF60915429}"/>
                  </a:ext>
                </a:extLst>
              </p:cNvPr>
              <p:cNvCxnSpPr/>
              <p:nvPr userDrawn="1"/>
            </p:nvCxnSpPr>
            <p:spPr bwMode="auto">
              <a:xfrm rot="5400000" flipH="1">
                <a:off x="4495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6" name="Straight Connector 55">
                <a:extLst>
                  <a:ext uri="{FF2B5EF4-FFF2-40B4-BE49-F238E27FC236}">
                    <a16:creationId xmlns:a16="http://schemas.microsoft.com/office/drawing/2014/main" id="{9E943793-FE0F-6F4D-98F4-B9E3837BCA91}"/>
                  </a:ext>
                </a:extLst>
              </p:cNvPr>
              <p:cNvCxnSpPr/>
              <p:nvPr userDrawn="1"/>
            </p:nvCxnSpPr>
            <p:spPr bwMode="auto">
              <a:xfrm rot="5400000" flipH="1">
                <a:off x="4724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7" name="Straight Connector 56">
                <a:extLst>
                  <a:ext uri="{FF2B5EF4-FFF2-40B4-BE49-F238E27FC236}">
                    <a16:creationId xmlns:a16="http://schemas.microsoft.com/office/drawing/2014/main" id="{B1C729D8-F1AE-2C45-BF73-3BFD621F4038}"/>
                  </a:ext>
                </a:extLst>
              </p:cNvPr>
              <p:cNvCxnSpPr/>
              <p:nvPr userDrawn="1"/>
            </p:nvCxnSpPr>
            <p:spPr bwMode="auto">
              <a:xfrm rot="5400000" flipH="1">
                <a:off x="6553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8" name="Straight Connector 57">
                <a:extLst>
                  <a:ext uri="{FF2B5EF4-FFF2-40B4-BE49-F238E27FC236}">
                    <a16:creationId xmlns:a16="http://schemas.microsoft.com/office/drawing/2014/main" id="{773341F0-E3B3-EB42-A739-32107097206A}"/>
                  </a:ext>
                </a:extLst>
              </p:cNvPr>
              <p:cNvCxnSpPr/>
              <p:nvPr userDrawn="1"/>
            </p:nvCxnSpPr>
            <p:spPr bwMode="auto">
              <a:xfrm rot="5400000" flipH="1">
                <a:off x="6781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9" name="Straight Connector 58">
                <a:extLst>
                  <a:ext uri="{FF2B5EF4-FFF2-40B4-BE49-F238E27FC236}">
                    <a16:creationId xmlns:a16="http://schemas.microsoft.com/office/drawing/2014/main" id="{89EDDA5B-8572-C545-8DFA-ABC33664C7A1}"/>
                  </a:ext>
                </a:extLst>
              </p:cNvPr>
              <p:cNvCxnSpPr/>
              <p:nvPr userDrawn="1"/>
            </p:nvCxnSpPr>
            <p:spPr bwMode="auto">
              <a:xfrm rot="5400000" flipH="1">
                <a:off x="7010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0" name="Straight Connector 59">
                <a:extLst>
                  <a:ext uri="{FF2B5EF4-FFF2-40B4-BE49-F238E27FC236}">
                    <a16:creationId xmlns:a16="http://schemas.microsoft.com/office/drawing/2014/main" id="{E0B85CAB-A5A1-6546-BA39-1598C1A1BF64}"/>
                  </a:ext>
                </a:extLst>
              </p:cNvPr>
              <p:cNvCxnSpPr/>
              <p:nvPr userDrawn="1"/>
            </p:nvCxnSpPr>
            <p:spPr bwMode="auto">
              <a:xfrm rot="5400000" flipH="1">
                <a:off x="8839132"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18" name="Group 17">
              <a:extLst>
                <a:ext uri="{FF2B5EF4-FFF2-40B4-BE49-F238E27FC236}">
                  <a16:creationId xmlns:a16="http://schemas.microsoft.com/office/drawing/2014/main" id="{4EE9C99B-7B10-AE41-8B1B-D8508EC96D36}"/>
                </a:ext>
              </a:extLst>
            </p:cNvPr>
            <p:cNvGrpSpPr/>
            <p:nvPr userDrawn="1"/>
          </p:nvGrpSpPr>
          <p:grpSpPr>
            <a:xfrm>
              <a:off x="228600" y="5162550"/>
              <a:ext cx="8686732" cy="91440"/>
              <a:chOff x="228600" y="5143500"/>
              <a:chExt cx="8686732" cy="152400"/>
            </a:xfrm>
          </p:grpSpPr>
          <p:cxnSp>
            <p:nvCxnSpPr>
              <p:cNvPr id="39" name="Straight Connector 38">
                <a:extLst>
                  <a:ext uri="{FF2B5EF4-FFF2-40B4-BE49-F238E27FC236}">
                    <a16:creationId xmlns:a16="http://schemas.microsoft.com/office/drawing/2014/main" id="{C65EA58F-D486-A749-9B47-9DD071000D4F}"/>
                  </a:ext>
                </a:extLst>
              </p:cNvPr>
              <p:cNvCxnSpPr/>
              <p:nvPr userDrawn="1"/>
            </p:nvCxnSpPr>
            <p:spPr bwMode="auto">
              <a:xfrm rot="5400000" flipH="1">
                <a:off x="152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9056486B-3E88-1F4E-A5B6-71F9C8038505}"/>
                  </a:ext>
                </a:extLst>
              </p:cNvPr>
              <p:cNvCxnSpPr/>
              <p:nvPr userDrawn="1"/>
            </p:nvCxnSpPr>
            <p:spPr bwMode="auto">
              <a:xfrm rot="5400000" flipH="1">
                <a:off x="1981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1" name="Straight Connector 40">
                <a:extLst>
                  <a:ext uri="{FF2B5EF4-FFF2-40B4-BE49-F238E27FC236}">
                    <a16:creationId xmlns:a16="http://schemas.microsoft.com/office/drawing/2014/main" id="{8F54F4A3-648E-3146-B408-995E6916E7DD}"/>
                  </a:ext>
                </a:extLst>
              </p:cNvPr>
              <p:cNvCxnSpPr/>
              <p:nvPr userDrawn="1"/>
            </p:nvCxnSpPr>
            <p:spPr bwMode="auto">
              <a:xfrm rot="5400000" flipH="1">
                <a:off x="2209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2" name="Straight Connector 41">
                <a:extLst>
                  <a:ext uri="{FF2B5EF4-FFF2-40B4-BE49-F238E27FC236}">
                    <a16:creationId xmlns:a16="http://schemas.microsoft.com/office/drawing/2014/main" id="{1DB512CA-21A6-9E45-BA56-12B8F4FE801F}"/>
                  </a:ext>
                </a:extLst>
              </p:cNvPr>
              <p:cNvCxnSpPr/>
              <p:nvPr userDrawn="1"/>
            </p:nvCxnSpPr>
            <p:spPr bwMode="auto">
              <a:xfrm rot="5400000" flipH="1">
                <a:off x="2438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3" name="Straight Connector 42">
                <a:extLst>
                  <a:ext uri="{FF2B5EF4-FFF2-40B4-BE49-F238E27FC236}">
                    <a16:creationId xmlns:a16="http://schemas.microsoft.com/office/drawing/2014/main" id="{2BFB8868-99DE-1A45-8575-1EA11710057F}"/>
                  </a:ext>
                </a:extLst>
              </p:cNvPr>
              <p:cNvCxnSpPr/>
              <p:nvPr userDrawn="1"/>
            </p:nvCxnSpPr>
            <p:spPr bwMode="auto">
              <a:xfrm rot="5400000" flipH="1">
                <a:off x="4267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4" name="Straight Connector 43">
                <a:extLst>
                  <a:ext uri="{FF2B5EF4-FFF2-40B4-BE49-F238E27FC236}">
                    <a16:creationId xmlns:a16="http://schemas.microsoft.com/office/drawing/2014/main" id="{730DE9A1-D9BD-524C-BE6F-1D6659196FBC}"/>
                  </a:ext>
                </a:extLst>
              </p:cNvPr>
              <p:cNvCxnSpPr/>
              <p:nvPr userDrawn="1"/>
            </p:nvCxnSpPr>
            <p:spPr bwMode="auto">
              <a:xfrm rot="5400000" flipH="1">
                <a:off x="4495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5" name="Straight Connector 44">
                <a:extLst>
                  <a:ext uri="{FF2B5EF4-FFF2-40B4-BE49-F238E27FC236}">
                    <a16:creationId xmlns:a16="http://schemas.microsoft.com/office/drawing/2014/main" id="{5ABAF5C8-E725-FD45-80A0-6EC368BF88BA}"/>
                  </a:ext>
                </a:extLst>
              </p:cNvPr>
              <p:cNvCxnSpPr/>
              <p:nvPr userDrawn="1"/>
            </p:nvCxnSpPr>
            <p:spPr bwMode="auto">
              <a:xfrm rot="5400000" flipH="1">
                <a:off x="4724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6" name="Straight Connector 45">
                <a:extLst>
                  <a:ext uri="{FF2B5EF4-FFF2-40B4-BE49-F238E27FC236}">
                    <a16:creationId xmlns:a16="http://schemas.microsoft.com/office/drawing/2014/main" id="{EBC18DE6-803B-7541-908A-41F6D4494834}"/>
                  </a:ext>
                </a:extLst>
              </p:cNvPr>
              <p:cNvCxnSpPr/>
              <p:nvPr userDrawn="1"/>
            </p:nvCxnSpPr>
            <p:spPr bwMode="auto">
              <a:xfrm rot="5400000" flipH="1">
                <a:off x="6553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7" name="Straight Connector 46">
                <a:extLst>
                  <a:ext uri="{FF2B5EF4-FFF2-40B4-BE49-F238E27FC236}">
                    <a16:creationId xmlns:a16="http://schemas.microsoft.com/office/drawing/2014/main" id="{737A4750-B9D5-5049-A414-7844F44D2F08}"/>
                  </a:ext>
                </a:extLst>
              </p:cNvPr>
              <p:cNvCxnSpPr/>
              <p:nvPr userDrawn="1"/>
            </p:nvCxnSpPr>
            <p:spPr bwMode="auto">
              <a:xfrm rot="5400000" flipH="1">
                <a:off x="6781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8" name="Straight Connector 47">
                <a:extLst>
                  <a:ext uri="{FF2B5EF4-FFF2-40B4-BE49-F238E27FC236}">
                    <a16:creationId xmlns:a16="http://schemas.microsoft.com/office/drawing/2014/main" id="{11CC3856-9176-894C-9678-78854179B583}"/>
                  </a:ext>
                </a:extLst>
              </p:cNvPr>
              <p:cNvCxnSpPr/>
              <p:nvPr userDrawn="1"/>
            </p:nvCxnSpPr>
            <p:spPr bwMode="auto">
              <a:xfrm rot="5400000" flipH="1">
                <a:off x="7010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9" name="Straight Connector 48">
                <a:extLst>
                  <a:ext uri="{FF2B5EF4-FFF2-40B4-BE49-F238E27FC236}">
                    <a16:creationId xmlns:a16="http://schemas.microsoft.com/office/drawing/2014/main" id="{3A4EF373-8CC5-F948-AA7B-C5EF10137299}"/>
                  </a:ext>
                </a:extLst>
              </p:cNvPr>
              <p:cNvCxnSpPr/>
              <p:nvPr userDrawn="1"/>
            </p:nvCxnSpPr>
            <p:spPr bwMode="auto">
              <a:xfrm rot="5400000" flipH="1">
                <a:off x="8839132"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19" name="Group 18">
              <a:extLst>
                <a:ext uri="{FF2B5EF4-FFF2-40B4-BE49-F238E27FC236}">
                  <a16:creationId xmlns:a16="http://schemas.microsoft.com/office/drawing/2014/main" id="{5EDFECA7-68A0-C74C-8702-67F215F53507}"/>
                </a:ext>
              </a:extLst>
            </p:cNvPr>
            <p:cNvGrpSpPr/>
            <p:nvPr userDrawn="1"/>
          </p:nvGrpSpPr>
          <p:grpSpPr>
            <a:xfrm>
              <a:off x="-109730" y="237744"/>
              <a:ext cx="91440" cy="4664456"/>
              <a:chOff x="-109730" y="237744"/>
              <a:chExt cx="91440" cy="4664456"/>
            </a:xfrm>
          </p:grpSpPr>
          <p:cxnSp>
            <p:nvCxnSpPr>
              <p:cNvPr id="30" name="Straight Connector 29">
                <a:extLst>
                  <a:ext uri="{FF2B5EF4-FFF2-40B4-BE49-F238E27FC236}">
                    <a16:creationId xmlns:a16="http://schemas.microsoft.com/office/drawing/2014/main" id="{B42BDEDC-364B-EC4F-9B43-9C5105374A26}"/>
                  </a:ext>
                </a:extLst>
              </p:cNvPr>
              <p:cNvCxnSpPr/>
              <p:nvPr userDrawn="1"/>
            </p:nvCxnSpPr>
            <p:spPr bwMode="auto">
              <a:xfrm flipH="1">
                <a:off x="-109730" y="65379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1" name="Straight Connector 30">
                <a:extLst>
                  <a:ext uri="{FF2B5EF4-FFF2-40B4-BE49-F238E27FC236}">
                    <a16:creationId xmlns:a16="http://schemas.microsoft.com/office/drawing/2014/main" id="{82746AEA-B7EE-6A45-A324-2780C5387E8B}"/>
                  </a:ext>
                </a:extLst>
              </p:cNvPr>
              <p:cNvCxnSpPr/>
              <p:nvPr userDrawn="1"/>
            </p:nvCxnSpPr>
            <p:spPr bwMode="auto">
              <a:xfrm flipH="1">
                <a:off x="-109730" y="128930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2" name="Straight Connector 31">
                <a:extLst>
                  <a:ext uri="{FF2B5EF4-FFF2-40B4-BE49-F238E27FC236}">
                    <a16:creationId xmlns:a16="http://schemas.microsoft.com/office/drawing/2014/main" id="{10F57C53-2F79-4140-B8DD-CFF27135CAA8}"/>
                  </a:ext>
                </a:extLst>
              </p:cNvPr>
              <p:cNvCxnSpPr/>
              <p:nvPr userDrawn="1"/>
            </p:nvCxnSpPr>
            <p:spPr bwMode="auto">
              <a:xfrm flipH="1">
                <a:off x="-109730" y="192938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3" name="Straight Connector 32">
                <a:extLst>
                  <a:ext uri="{FF2B5EF4-FFF2-40B4-BE49-F238E27FC236}">
                    <a16:creationId xmlns:a16="http://schemas.microsoft.com/office/drawing/2014/main" id="{D0D1241B-3B6D-564B-92C0-5F79295699BA}"/>
                  </a:ext>
                </a:extLst>
              </p:cNvPr>
              <p:cNvCxnSpPr/>
              <p:nvPr userDrawn="1"/>
            </p:nvCxnSpPr>
            <p:spPr bwMode="auto">
              <a:xfrm flipH="1">
                <a:off x="-109730" y="2570990"/>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4" name="Straight Connector 33">
                <a:extLst>
                  <a:ext uri="{FF2B5EF4-FFF2-40B4-BE49-F238E27FC236}">
                    <a16:creationId xmlns:a16="http://schemas.microsoft.com/office/drawing/2014/main" id="{4F1A65E1-A6DD-0E48-9328-F63C08A91C80}"/>
                  </a:ext>
                </a:extLst>
              </p:cNvPr>
              <p:cNvCxnSpPr/>
              <p:nvPr userDrawn="1"/>
            </p:nvCxnSpPr>
            <p:spPr bwMode="auto">
              <a:xfrm flipH="1">
                <a:off x="-109730" y="320954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5" name="Straight Connector 34">
                <a:extLst>
                  <a:ext uri="{FF2B5EF4-FFF2-40B4-BE49-F238E27FC236}">
                    <a16:creationId xmlns:a16="http://schemas.microsoft.com/office/drawing/2014/main" id="{DF1A857E-0280-4D4D-8C5E-78EB4893E8F3}"/>
                  </a:ext>
                </a:extLst>
              </p:cNvPr>
              <p:cNvCxnSpPr/>
              <p:nvPr userDrawn="1"/>
            </p:nvCxnSpPr>
            <p:spPr bwMode="auto">
              <a:xfrm flipH="1">
                <a:off x="-109730" y="384962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6" name="Straight Connector 35">
                <a:extLst>
                  <a:ext uri="{FF2B5EF4-FFF2-40B4-BE49-F238E27FC236}">
                    <a16:creationId xmlns:a16="http://schemas.microsoft.com/office/drawing/2014/main" id="{32EE49FC-4AC3-D84D-B296-8260919A4AFB}"/>
                  </a:ext>
                </a:extLst>
              </p:cNvPr>
              <p:cNvCxnSpPr/>
              <p:nvPr userDrawn="1"/>
            </p:nvCxnSpPr>
            <p:spPr bwMode="auto">
              <a:xfrm flipH="1">
                <a:off x="-109730" y="449427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7" name="Straight Connector 36">
                <a:extLst>
                  <a:ext uri="{FF2B5EF4-FFF2-40B4-BE49-F238E27FC236}">
                    <a16:creationId xmlns:a16="http://schemas.microsoft.com/office/drawing/2014/main" id="{A036B8A6-5887-EB43-A589-E9B55309975E}"/>
                  </a:ext>
                </a:extLst>
              </p:cNvPr>
              <p:cNvCxnSpPr/>
              <p:nvPr userDrawn="1"/>
            </p:nvCxnSpPr>
            <p:spPr bwMode="auto">
              <a:xfrm flipH="1">
                <a:off x="-109730" y="23774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8" name="Straight Connector 37">
                <a:extLst>
                  <a:ext uri="{FF2B5EF4-FFF2-40B4-BE49-F238E27FC236}">
                    <a16:creationId xmlns:a16="http://schemas.microsoft.com/office/drawing/2014/main" id="{886C2E2E-F476-B64B-A78C-E2A4F068B019}"/>
                  </a:ext>
                </a:extLst>
              </p:cNvPr>
              <p:cNvCxnSpPr/>
              <p:nvPr userDrawn="1"/>
            </p:nvCxnSpPr>
            <p:spPr bwMode="auto">
              <a:xfrm flipH="1">
                <a:off x="-109730" y="4902200"/>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20" name="Group 19">
              <a:extLst>
                <a:ext uri="{FF2B5EF4-FFF2-40B4-BE49-F238E27FC236}">
                  <a16:creationId xmlns:a16="http://schemas.microsoft.com/office/drawing/2014/main" id="{568B7B3E-2365-FA48-B0BB-56705EDB6709}"/>
                </a:ext>
              </a:extLst>
            </p:cNvPr>
            <p:cNvGrpSpPr/>
            <p:nvPr userDrawn="1"/>
          </p:nvGrpSpPr>
          <p:grpSpPr>
            <a:xfrm>
              <a:off x="9163050" y="237744"/>
              <a:ext cx="91440" cy="4663440"/>
              <a:chOff x="-109730" y="231394"/>
              <a:chExt cx="91440" cy="4663440"/>
            </a:xfrm>
          </p:grpSpPr>
          <p:cxnSp>
            <p:nvCxnSpPr>
              <p:cNvPr id="21" name="Straight Connector 20">
                <a:extLst>
                  <a:ext uri="{FF2B5EF4-FFF2-40B4-BE49-F238E27FC236}">
                    <a16:creationId xmlns:a16="http://schemas.microsoft.com/office/drawing/2014/main" id="{F8CB4122-4D33-2A42-871B-AB33239DC529}"/>
                  </a:ext>
                </a:extLst>
              </p:cNvPr>
              <p:cNvCxnSpPr/>
              <p:nvPr userDrawn="1"/>
            </p:nvCxnSpPr>
            <p:spPr bwMode="auto">
              <a:xfrm flipH="1">
                <a:off x="-109730" y="64744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E1272E41-0FA7-6B41-B356-7A2B88AC448F}"/>
                  </a:ext>
                </a:extLst>
              </p:cNvPr>
              <p:cNvCxnSpPr/>
              <p:nvPr userDrawn="1"/>
            </p:nvCxnSpPr>
            <p:spPr bwMode="auto">
              <a:xfrm flipH="1">
                <a:off x="-109730" y="128295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3" name="Straight Connector 22">
                <a:extLst>
                  <a:ext uri="{FF2B5EF4-FFF2-40B4-BE49-F238E27FC236}">
                    <a16:creationId xmlns:a16="http://schemas.microsoft.com/office/drawing/2014/main" id="{784B5EE1-D003-1F47-8D33-3E312E35B1E7}"/>
                  </a:ext>
                </a:extLst>
              </p:cNvPr>
              <p:cNvCxnSpPr/>
              <p:nvPr userDrawn="1"/>
            </p:nvCxnSpPr>
            <p:spPr bwMode="auto">
              <a:xfrm flipH="1">
                <a:off x="-109730" y="192303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4" name="Straight Connector 23">
                <a:extLst>
                  <a:ext uri="{FF2B5EF4-FFF2-40B4-BE49-F238E27FC236}">
                    <a16:creationId xmlns:a16="http://schemas.microsoft.com/office/drawing/2014/main" id="{571409CD-4C1B-8E45-ACF9-86D270DA7692}"/>
                  </a:ext>
                </a:extLst>
              </p:cNvPr>
              <p:cNvCxnSpPr/>
              <p:nvPr userDrawn="1"/>
            </p:nvCxnSpPr>
            <p:spPr bwMode="auto">
              <a:xfrm flipH="1">
                <a:off x="-109730" y="256311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5" name="Straight Connector 24">
                <a:extLst>
                  <a:ext uri="{FF2B5EF4-FFF2-40B4-BE49-F238E27FC236}">
                    <a16:creationId xmlns:a16="http://schemas.microsoft.com/office/drawing/2014/main" id="{A131086F-34E8-8C46-8C5C-6BAA87172E82}"/>
                  </a:ext>
                </a:extLst>
              </p:cNvPr>
              <p:cNvCxnSpPr/>
              <p:nvPr userDrawn="1"/>
            </p:nvCxnSpPr>
            <p:spPr bwMode="auto">
              <a:xfrm flipH="1">
                <a:off x="-109730" y="320319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6" name="Straight Connector 25">
                <a:extLst>
                  <a:ext uri="{FF2B5EF4-FFF2-40B4-BE49-F238E27FC236}">
                    <a16:creationId xmlns:a16="http://schemas.microsoft.com/office/drawing/2014/main" id="{0A42B631-F25C-F54E-B854-80328E4DFBBC}"/>
                  </a:ext>
                </a:extLst>
              </p:cNvPr>
              <p:cNvCxnSpPr/>
              <p:nvPr userDrawn="1"/>
            </p:nvCxnSpPr>
            <p:spPr bwMode="auto">
              <a:xfrm flipH="1">
                <a:off x="-109730" y="384327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7" name="Straight Connector 26">
                <a:extLst>
                  <a:ext uri="{FF2B5EF4-FFF2-40B4-BE49-F238E27FC236}">
                    <a16:creationId xmlns:a16="http://schemas.microsoft.com/office/drawing/2014/main" id="{08D46B81-A248-A847-9183-C6BC43C53E85}"/>
                  </a:ext>
                </a:extLst>
              </p:cNvPr>
              <p:cNvCxnSpPr/>
              <p:nvPr userDrawn="1"/>
            </p:nvCxnSpPr>
            <p:spPr bwMode="auto">
              <a:xfrm flipH="1">
                <a:off x="-109730" y="448792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86FA5BE4-E196-EC4A-BC7A-95A47060EE08}"/>
                  </a:ext>
                </a:extLst>
              </p:cNvPr>
              <p:cNvCxnSpPr/>
              <p:nvPr userDrawn="1"/>
            </p:nvCxnSpPr>
            <p:spPr bwMode="auto">
              <a:xfrm flipH="1">
                <a:off x="-109730" y="23139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9" name="Straight Connector 28">
                <a:extLst>
                  <a:ext uri="{FF2B5EF4-FFF2-40B4-BE49-F238E27FC236}">
                    <a16:creationId xmlns:a16="http://schemas.microsoft.com/office/drawing/2014/main" id="{47A74DF6-412C-6548-B80E-F7E7ED8433A9}"/>
                  </a:ext>
                </a:extLst>
              </p:cNvPr>
              <p:cNvCxnSpPr/>
              <p:nvPr userDrawn="1"/>
            </p:nvCxnSpPr>
            <p:spPr bwMode="auto">
              <a:xfrm flipH="1">
                <a:off x="-109730" y="489483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sp>
        <p:nvSpPr>
          <p:cNvPr id="65" name="Rectangle 64">
            <a:extLst>
              <a:ext uri="{FF2B5EF4-FFF2-40B4-BE49-F238E27FC236}">
                <a16:creationId xmlns:a16="http://schemas.microsoft.com/office/drawing/2014/main" id="{767E6436-B192-6B4B-942A-76277B068B22}"/>
              </a:ext>
            </a:extLst>
          </p:cNvPr>
          <p:cNvSpPr/>
          <p:nvPr userDrawn="1"/>
        </p:nvSpPr>
        <p:spPr bwMode="auto">
          <a:xfrm>
            <a:off x="6096000" y="4768"/>
            <a:ext cx="3047999" cy="3428990"/>
          </a:xfrm>
          <a:prstGeom prst="rect">
            <a:avLst/>
          </a:prstGeom>
          <a:solidFill>
            <a:srgbClr val="051B75"/>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90000"/>
              </a:lnSpc>
              <a:spcBef>
                <a:spcPct val="0"/>
              </a:spcBef>
              <a:spcAft>
                <a:spcPct val="0"/>
              </a:spcAft>
              <a:buClrTx/>
              <a:buSzTx/>
              <a:buFontTx/>
              <a:buNone/>
              <a:tabLst/>
            </a:pPr>
            <a:endParaRPr kumimoji="0" lang="en-US" sz="2000" b="0" i="0" u="none" strike="noStrike" cap="none" normalizeH="0" baseline="0" dirty="0">
              <a:ln>
                <a:noFill/>
              </a:ln>
              <a:solidFill>
                <a:srgbClr val="191919"/>
              </a:solidFill>
              <a:effectLst/>
              <a:latin typeface="HelvNeue Light for IBM" pitchFamily="34" charset="0"/>
            </a:endParaRPr>
          </a:p>
        </p:txBody>
      </p:sp>
      <p:sp>
        <p:nvSpPr>
          <p:cNvPr id="66" name="Rectangle 65">
            <a:extLst>
              <a:ext uri="{FF2B5EF4-FFF2-40B4-BE49-F238E27FC236}">
                <a16:creationId xmlns:a16="http://schemas.microsoft.com/office/drawing/2014/main" id="{A3C7CC16-BE64-954D-81A9-E10300C81ED3}"/>
              </a:ext>
            </a:extLst>
          </p:cNvPr>
          <p:cNvSpPr/>
          <p:nvPr userDrawn="1"/>
        </p:nvSpPr>
        <p:spPr bwMode="auto">
          <a:xfrm>
            <a:off x="9143999" y="4087"/>
            <a:ext cx="3047999" cy="3428990"/>
          </a:xfrm>
          <a:prstGeom prst="rect">
            <a:avLst/>
          </a:prstGeom>
          <a:solidFill>
            <a:srgbClr val="0F6FFF"/>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90000"/>
              </a:lnSpc>
              <a:spcBef>
                <a:spcPct val="0"/>
              </a:spcBef>
              <a:spcAft>
                <a:spcPct val="0"/>
              </a:spcAft>
              <a:buClrTx/>
              <a:buSzTx/>
              <a:buFontTx/>
              <a:buNone/>
              <a:tabLst/>
            </a:pPr>
            <a:endParaRPr kumimoji="0" lang="en-US" sz="2000" b="0" i="0" u="none" strike="noStrike" cap="none" normalizeH="0" baseline="0" dirty="0">
              <a:ln>
                <a:noFill/>
              </a:ln>
              <a:solidFill>
                <a:srgbClr val="191919"/>
              </a:solidFill>
              <a:effectLst/>
              <a:latin typeface="HelvNeue Light for IBM" pitchFamily="34" charset="0"/>
            </a:endParaRPr>
          </a:p>
        </p:txBody>
      </p:sp>
      <p:sp>
        <p:nvSpPr>
          <p:cNvPr id="67" name="Text Placeholder 2">
            <a:extLst>
              <a:ext uri="{FF2B5EF4-FFF2-40B4-BE49-F238E27FC236}">
                <a16:creationId xmlns:a16="http://schemas.microsoft.com/office/drawing/2014/main" id="{E0B22243-9854-3346-90C1-41E796ACD882}"/>
              </a:ext>
            </a:extLst>
          </p:cNvPr>
          <p:cNvSpPr>
            <a:spLocks noGrp="1"/>
          </p:cNvSpPr>
          <p:nvPr>
            <p:ph type="body" sz="quarter" idx="18"/>
          </p:nvPr>
        </p:nvSpPr>
        <p:spPr>
          <a:xfrm>
            <a:off x="230382" y="1742932"/>
            <a:ext cx="5576164" cy="1676935"/>
          </a:xfrm>
          <a:prstGeom prst="rect">
            <a:avLst/>
          </a:prstGeom>
        </p:spPr>
        <p:txBody>
          <a:bodyPr/>
          <a:lstStyle>
            <a:lvl1pPr marL="0" marR="0" indent="0" algn="l" defTabSz="914400" rtl="0" eaLnBrk="1" fontAlgn="base" latinLnBrk="0" hangingPunct="1">
              <a:lnSpc>
                <a:spcPct val="100000"/>
              </a:lnSpc>
              <a:spcBef>
                <a:spcPts val="1467"/>
              </a:spcBef>
              <a:spcAft>
                <a:spcPct val="0"/>
              </a:spcAft>
              <a:buClr>
                <a:schemeClr val="tx1"/>
              </a:buClr>
              <a:buSzPct val="90000"/>
              <a:buFont typeface="Wingdings" pitchFamily="2" charset="2"/>
              <a:buNone/>
              <a:tabLst/>
              <a:defRPr sz="1600" b="0" i="0">
                <a:solidFill>
                  <a:schemeClr val="tx1"/>
                </a:solidFill>
                <a:latin typeface="IBM Plex Sans" panose="020B05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r>
              <a:rPr lang="en-US" dirty="0"/>
              <a:t>Click to edit</a:t>
            </a:r>
          </a:p>
        </p:txBody>
      </p:sp>
      <p:sp>
        <p:nvSpPr>
          <p:cNvPr id="68" name="Text Placeholder 2">
            <a:extLst>
              <a:ext uri="{FF2B5EF4-FFF2-40B4-BE49-F238E27FC236}">
                <a16:creationId xmlns:a16="http://schemas.microsoft.com/office/drawing/2014/main" id="{689C5C16-7720-B347-B0C8-70584C7F80DE}"/>
              </a:ext>
            </a:extLst>
          </p:cNvPr>
          <p:cNvSpPr>
            <a:spLocks noGrp="1"/>
          </p:cNvSpPr>
          <p:nvPr>
            <p:ph type="body" sz="quarter" idx="25"/>
          </p:nvPr>
        </p:nvSpPr>
        <p:spPr>
          <a:xfrm>
            <a:off x="230382" y="1255429"/>
            <a:ext cx="5579163" cy="354012"/>
          </a:xfrm>
          <a:prstGeom prst="rect">
            <a:avLst/>
          </a:prstGeom>
        </p:spPr>
        <p:txBody>
          <a:bodyPr/>
          <a:lstStyle>
            <a:lvl1pPr>
              <a:defRPr sz="1800" b="1" i="0">
                <a:solidFill>
                  <a:srgbClr val="000000"/>
                </a:solidFill>
                <a:latin typeface="IBM Plex Sans SmBld" panose="020B05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r>
              <a:rPr lang="en-US" dirty="0"/>
              <a:t>Click to edit</a:t>
            </a:r>
          </a:p>
        </p:txBody>
      </p:sp>
      <p:sp>
        <p:nvSpPr>
          <p:cNvPr id="63" name="Footer Placeholder 2">
            <a:extLst>
              <a:ext uri="{FF2B5EF4-FFF2-40B4-BE49-F238E27FC236}">
                <a16:creationId xmlns:a16="http://schemas.microsoft.com/office/drawing/2014/main" id="{1A903B79-146F-0B42-A85F-9B48A2BF2C62}"/>
              </a:ext>
            </a:extLst>
          </p:cNvPr>
          <p:cNvSpPr>
            <a:spLocks noGrp="1"/>
          </p:cNvSpPr>
          <p:nvPr>
            <p:ph type="ftr" sz="quarter" idx="3"/>
          </p:nvPr>
        </p:nvSpPr>
        <p:spPr>
          <a:xfrm>
            <a:off x="210312" y="6073456"/>
            <a:ext cx="2438312" cy="546100"/>
          </a:xfrm>
          <a:prstGeom prst="rect">
            <a:avLst/>
          </a:prstGeom>
        </p:spPr>
        <p:txBody>
          <a:bodyPr anchor="b"/>
          <a:lstStyle>
            <a:lvl1pPr>
              <a:lnSpc>
                <a:spcPct val="150000"/>
              </a:lnSpc>
              <a:defRPr sz="1000" b="0" i="0">
                <a:solidFill>
                  <a:srgbClr val="50565B"/>
                </a:solidFill>
                <a:latin typeface="IBM Plex Sans" panose="020B0503050000000000" pitchFamily="34" charset="77"/>
              </a:defRPr>
            </a:lvl1pPr>
          </a:lstStyle>
          <a:p>
            <a:r>
              <a:rPr lang="en-US" b="1">
                <a:solidFill>
                  <a:schemeClr val="tx1"/>
                </a:solidFill>
                <a:latin typeface="IBM Plex Sans SmBld" panose="020B0503050000000000" pitchFamily="34" charset="77"/>
              </a:rPr>
              <a:t>Presentation title</a:t>
            </a:r>
          </a:p>
          <a:p>
            <a:r>
              <a:rPr lang="en-US"/>
              <a:t>IBM  |  Project/team name</a:t>
            </a:r>
            <a:endParaRPr lang="en-US" dirty="0"/>
          </a:p>
        </p:txBody>
      </p:sp>
      <p:sp>
        <p:nvSpPr>
          <p:cNvPr id="61" name="Rectangle 60">
            <a:extLst>
              <a:ext uri="{FF2B5EF4-FFF2-40B4-BE49-F238E27FC236}">
                <a16:creationId xmlns:a16="http://schemas.microsoft.com/office/drawing/2014/main" id="{A9ED2F1A-8737-A546-A5D3-6874DE8D8FAE}"/>
              </a:ext>
            </a:extLst>
          </p:cNvPr>
          <p:cNvSpPr/>
          <p:nvPr userDrawn="1"/>
        </p:nvSpPr>
        <p:spPr bwMode="auto">
          <a:xfrm>
            <a:off x="6096010" y="3425952"/>
            <a:ext cx="3047990" cy="3425953"/>
          </a:xfrm>
          <a:prstGeom prst="rect">
            <a:avLst/>
          </a:prstGeom>
          <a:solidFill>
            <a:srgbClr val="054ADA"/>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90000"/>
              </a:lnSpc>
              <a:spcBef>
                <a:spcPct val="0"/>
              </a:spcBef>
              <a:spcAft>
                <a:spcPct val="0"/>
              </a:spcAft>
              <a:buClrTx/>
              <a:buSzTx/>
              <a:buFontTx/>
              <a:buNone/>
              <a:tabLst/>
            </a:pPr>
            <a:endParaRPr kumimoji="0" lang="en-US" sz="2000" b="0" i="0" u="none" strike="noStrike" cap="none" normalizeH="0" baseline="0" dirty="0">
              <a:ln>
                <a:noFill/>
              </a:ln>
              <a:solidFill>
                <a:srgbClr val="191919"/>
              </a:solidFill>
              <a:effectLst/>
              <a:latin typeface="HelvNeue Light for IBM" pitchFamily="34" charset="0"/>
            </a:endParaRPr>
          </a:p>
        </p:txBody>
      </p:sp>
      <p:sp>
        <p:nvSpPr>
          <p:cNvPr id="69" name="Rectangle 68">
            <a:extLst>
              <a:ext uri="{FF2B5EF4-FFF2-40B4-BE49-F238E27FC236}">
                <a16:creationId xmlns:a16="http://schemas.microsoft.com/office/drawing/2014/main" id="{A2A1D14C-E4DF-BE4C-9890-FD1023CFE4FA}"/>
              </a:ext>
            </a:extLst>
          </p:cNvPr>
          <p:cNvSpPr/>
          <p:nvPr userDrawn="1"/>
        </p:nvSpPr>
        <p:spPr bwMode="auto">
          <a:xfrm>
            <a:off x="9143999" y="3419867"/>
            <a:ext cx="3073388" cy="3432038"/>
          </a:xfrm>
          <a:prstGeom prst="rect">
            <a:avLst/>
          </a:prstGeom>
          <a:solidFill>
            <a:srgbClr val="051243"/>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90000"/>
              </a:lnSpc>
              <a:spcBef>
                <a:spcPct val="0"/>
              </a:spcBef>
              <a:spcAft>
                <a:spcPct val="0"/>
              </a:spcAft>
              <a:buClrTx/>
              <a:buSzTx/>
              <a:buFontTx/>
              <a:buNone/>
              <a:tabLst/>
            </a:pPr>
            <a:endParaRPr kumimoji="0" lang="en-US" sz="2000" b="0" i="0" u="none" strike="noStrike" cap="none" normalizeH="0" baseline="0" dirty="0">
              <a:ln>
                <a:noFill/>
              </a:ln>
              <a:solidFill>
                <a:srgbClr val="191919"/>
              </a:solidFill>
              <a:effectLst/>
              <a:latin typeface="HelvNeue Light for IBM" pitchFamily="34" charset="0"/>
            </a:endParaRPr>
          </a:p>
        </p:txBody>
      </p:sp>
      <p:sp>
        <p:nvSpPr>
          <p:cNvPr id="70" name="Text Placeholder 64">
            <a:extLst>
              <a:ext uri="{FF2B5EF4-FFF2-40B4-BE49-F238E27FC236}">
                <a16:creationId xmlns:a16="http://schemas.microsoft.com/office/drawing/2014/main" id="{468AACF4-08BB-AB4B-877B-F465D441FCA9}"/>
              </a:ext>
            </a:extLst>
          </p:cNvPr>
          <p:cNvSpPr>
            <a:spLocks noGrp="1"/>
          </p:cNvSpPr>
          <p:nvPr>
            <p:ph type="body" sz="quarter" idx="10" hasCustomPrompt="1"/>
          </p:nvPr>
        </p:nvSpPr>
        <p:spPr>
          <a:xfrm>
            <a:off x="228599" y="326929"/>
            <a:ext cx="5576157" cy="795010"/>
          </a:xfrm>
          <a:prstGeom prst="rect">
            <a:avLst/>
          </a:prstGeom>
        </p:spPr>
        <p:txBody>
          <a:bodyPr>
            <a:normAutofit/>
          </a:bodyPr>
          <a:lstStyle>
            <a:lvl1pPr>
              <a:defRPr sz="2400" b="0" i="0">
                <a:latin typeface="IBM Plex Sans" panose="020B0503050203000203" pitchFamily="34" charset="0"/>
              </a:defRPr>
            </a:lvl1pPr>
          </a:lstStyle>
          <a:p>
            <a:pPr lvl="0"/>
            <a:r>
              <a:rPr lang="en-US" dirty="0"/>
              <a:t>Slide title</a:t>
            </a:r>
          </a:p>
        </p:txBody>
      </p:sp>
    </p:spTree>
    <p:extLst>
      <p:ext uri="{BB962C8B-B14F-4D97-AF65-F5344CB8AC3E}">
        <p14:creationId xmlns:p14="http://schemas.microsoft.com/office/powerpoint/2010/main" val="84841949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2_Custom color blocks">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4E27F71D-749D-974B-AB68-C90C1F656661}"/>
              </a:ext>
            </a:extLst>
          </p:cNvPr>
          <p:cNvGrpSpPr/>
          <p:nvPr userDrawn="1"/>
        </p:nvGrpSpPr>
        <p:grpSpPr>
          <a:xfrm>
            <a:off x="-146307" y="-147320"/>
            <a:ext cx="12485627" cy="7152640"/>
            <a:chOff x="-109730" y="-110490"/>
            <a:chExt cx="9364220" cy="5364480"/>
          </a:xfrm>
        </p:grpSpPr>
        <p:grpSp>
          <p:nvGrpSpPr>
            <p:cNvPr id="17" name="Group 16">
              <a:extLst>
                <a:ext uri="{FF2B5EF4-FFF2-40B4-BE49-F238E27FC236}">
                  <a16:creationId xmlns:a16="http://schemas.microsoft.com/office/drawing/2014/main" id="{7033ABDB-33FA-424A-8022-BE25064AAE9B}"/>
                </a:ext>
              </a:extLst>
            </p:cNvPr>
            <p:cNvGrpSpPr/>
            <p:nvPr userDrawn="1"/>
          </p:nvGrpSpPr>
          <p:grpSpPr>
            <a:xfrm>
              <a:off x="228600" y="-110490"/>
              <a:ext cx="8686732" cy="91440"/>
              <a:chOff x="228600" y="-152400"/>
              <a:chExt cx="8686732" cy="152400"/>
            </a:xfrm>
          </p:grpSpPr>
          <p:cxnSp>
            <p:nvCxnSpPr>
              <p:cNvPr id="50" name="Straight Connector 49">
                <a:extLst>
                  <a:ext uri="{FF2B5EF4-FFF2-40B4-BE49-F238E27FC236}">
                    <a16:creationId xmlns:a16="http://schemas.microsoft.com/office/drawing/2014/main" id="{E028FABC-C57C-0B4D-ADC6-F0D9AC86E7C9}"/>
                  </a:ext>
                </a:extLst>
              </p:cNvPr>
              <p:cNvCxnSpPr/>
              <p:nvPr userDrawn="1"/>
            </p:nvCxnSpPr>
            <p:spPr bwMode="auto">
              <a:xfrm rot="5400000" flipH="1">
                <a:off x="152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1" name="Straight Connector 50">
                <a:extLst>
                  <a:ext uri="{FF2B5EF4-FFF2-40B4-BE49-F238E27FC236}">
                    <a16:creationId xmlns:a16="http://schemas.microsoft.com/office/drawing/2014/main" id="{CCE52FE3-158F-D14E-B6AE-3EE847C02A23}"/>
                  </a:ext>
                </a:extLst>
              </p:cNvPr>
              <p:cNvCxnSpPr/>
              <p:nvPr userDrawn="1"/>
            </p:nvCxnSpPr>
            <p:spPr bwMode="auto">
              <a:xfrm rot="5400000" flipH="1">
                <a:off x="1981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2" name="Straight Connector 51">
                <a:extLst>
                  <a:ext uri="{FF2B5EF4-FFF2-40B4-BE49-F238E27FC236}">
                    <a16:creationId xmlns:a16="http://schemas.microsoft.com/office/drawing/2014/main" id="{C6326F37-4F20-A241-8AC4-D933542FB91D}"/>
                  </a:ext>
                </a:extLst>
              </p:cNvPr>
              <p:cNvCxnSpPr/>
              <p:nvPr userDrawn="1"/>
            </p:nvCxnSpPr>
            <p:spPr bwMode="auto">
              <a:xfrm rot="5400000" flipH="1">
                <a:off x="2209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3" name="Straight Connector 52">
                <a:extLst>
                  <a:ext uri="{FF2B5EF4-FFF2-40B4-BE49-F238E27FC236}">
                    <a16:creationId xmlns:a16="http://schemas.microsoft.com/office/drawing/2014/main" id="{193EAF95-D519-4A43-A5B7-8F152B7AAAF3}"/>
                  </a:ext>
                </a:extLst>
              </p:cNvPr>
              <p:cNvCxnSpPr/>
              <p:nvPr userDrawn="1"/>
            </p:nvCxnSpPr>
            <p:spPr bwMode="auto">
              <a:xfrm rot="5400000" flipH="1">
                <a:off x="2438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4" name="Straight Connector 53">
                <a:extLst>
                  <a:ext uri="{FF2B5EF4-FFF2-40B4-BE49-F238E27FC236}">
                    <a16:creationId xmlns:a16="http://schemas.microsoft.com/office/drawing/2014/main" id="{63D1F6C8-6E33-8445-84CD-22391B38AE2F}"/>
                  </a:ext>
                </a:extLst>
              </p:cNvPr>
              <p:cNvCxnSpPr/>
              <p:nvPr userDrawn="1"/>
            </p:nvCxnSpPr>
            <p:spPr bwMode="auto">
              <a:xfrm rot="5400000" flipH="1">
                <a:off x="4267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5" name="Straight Connector 54">
                <a:extLst>
                  <a:ext uri="{FF2B5EF4-FFF2-40B4-BE49-F238E27FC236}">
                    <a16:creationId xmlns:a16="http://schemas.microsoft.com/office/drawing/2014/main" id="{7CC00B75-D288-0546-90E6-0FAF60915429}"/>
                  </a:ext>
                </a:extLst>
              </p:cNvPr>
              <p:cNvCxnSpPr/>
              <p:nvPr userDrawn="1"/>
            </p:nvCxnSpPr>
            <p:spPr bwMode="auto">
              <a:xfrm rot="5400000" flipH="1">
                <a:off x="4495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6" name="Straight Connector 55">
                <a:extLst>
                  <a:ext uri="{FF2B5EF4-FFF2-40B4-BE49-F238E27FC236}">
                    <a16:creationId xmlns:a16="http://schemas.microsoft.com/office/drawing/2014/main" id="{9E943793-FE0F-6F4D-98F4-B9E3837BCA91}"/>
                  </a:ext>
                </a:extLst>
              </p:cNvPr>
              <p:cNvCxnSpPr/>
              <p:nvPr userDrawn="1"/>
            </p:nvCxnSpPr>
            <p:spPr bwMode="auto">
              <a:xfrm rot="5400000" flipH="1">
                <a:off x="4724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7" name="Straight Connector 56">
                <a:extLst>
                  <a:ext uri="{FF2B5EF4-FFF2-40B4-BE49-F238E27FC236}">
                    <a16:creationId xmlns:a16="http://schemas.microsoft.com/office/drawing/2014/main" id="{B1C729D8-F1AE-2C45-BF73-3BFD621F4038}"/>
                  </a:ext>
                </a:extLst>
              </p:cNvPr>
              <p:cNvCxnSpPr/>
              <p:nvPr userDrawn="1"/>
            </p:nvCxnSpPr>
            <p:spPr bwMode="auto">
              <a:xfrm rot="5400000" flipH="1">
                <a:off x="6553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8" name="Straight Connector 57">
                <a:extLst>
                  <a:ext uri="{FF2B5EF4-FFF2-40B4-BE49-F238E27FC236}">
                    <a16:creationId xmlns:a16="http://schemas.microsoft.com/office/drawing/2014/main" id="{773341F0-E3B3-EB42-A739-32107097206A}"/>
                  </a:ext>
                </a:extLst>
              </p:cNvPr>
              <p:cNvCxnSpPr/>
              <p:nvPr userDrawn="1"/>
            </p:nvCxnSpPr>
            <p:spPr bwMode="auto">
              <a:xfrm rot="5400000" flipH="1">
                <a:off x="6781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9" name="Straight Connector 58">
                <a:extLst>
                  <a:ext uri="{FF2B5EF4-FFF2-40B4-BE49-F238E27FC236}">
                    <a16:creationId xmlns:a16="http://schemas.microsoft.com/office/drawing/2014/main" id="{89EDDA5B-8572-C545-8DFA-ABC33664C7A1}"/>
                  </a:ext>
                </a:extLst>
              </p:cNvPr>
              <p:cNvCxnSpPr/>
              <p:nvPr userDrawn="1"/>
            </p:nvCxnSpPr>
            <p:spPr bwMode="auto">
              <a:xfrm rot="5400000" flipH="1">
                <a:off x="7010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0" name="Straight Connector 59">
                <a:extLst>
                  <a:ext uri="{FF2B5EF4-FFF2-40B4-BE49-F238E27FC236}">
                    <a16:creationId xmlns:a16="http://schemas.microsoft.com/office/drawing/2014/main" id="{E0B85CAB-A5A1-6546-BA39-1598C1A1BF64}"/>
                  </a:ext>
                </a:extLst>
              </p:cNvPr>
              <p:cNvCxnSpPr/>
              <p:nvPr userDrawn="1"/>
            </p:nvCxnSpPr>
            <p:spPr bwMode="auto">
              <a:xfrm rot="5400000" flipH="1">
                <a:off x="8839132"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18" name="Group 17">
              <a:extLst>
                <a:ext uri="{FF2B5EF4-FFF2-40B4-BE49-F238E27FC236}">
                  <a16:creationId xmlns:a16="http://schemas.microsoft.com/office/drawing/2014/main" id="{4EE9C99B-7B10-AE41-8B1B-D8508EC96D36}"/>
                </a:ext>
              </a:extLst>
            </p:cNvPr>
            <p:cNvGrpSpPr/>
            <p:nvPr userDrawn="1"/>
          </p:nvGrpSpPr>
          <p:grpSpPr>
            <a:xfrm>
              <a:off x="228600" y="5162550"/>
              <a:ext cx="8686732" cy="91440"/>
              <a:chOff x="228600" y="5143500"/>
              <a:chExt cx="8686732" cy="152400"/>
            </a:xfrm>
          </p:grpSpPr>
          <p:cxnSp>
            <p:nvCxnSpPr>
              <p:cNvPr id="39" name="Straight Connector 38">
                <a:extLst>
                  <a:ext uri="{FF2B5EF4-FFF2-40B4-BE49-F238E27FC236}">
                    <a16:creationId xmlns:a16="http://schemas.microsoft.com/office/drawing/2014/main" id="{C65EA58F-D486-A749-9B47-9DD071000D4F}"/>
                  </a:ext>
                </a:extLst>
              </p:cNvPr>
              <p:cNvCxnSpPr/>
              <p:nvPr userDrawn="1"/>
            </p:nvCxnSpPr>
            <p:spPr bwMode="auto">
              <a:xfrm rot="5400000" flipH="1">
                <a:off x="152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9056486B-3E88-1F4E-A5B6-71F9C8038505}"/>
                  </a:ext>
                </a:extLst>
              </p:cNvPr>
              <p:cNvCxnSpPr/>
              <p:nvPr userDrawn="1"/>
            </p:nvCxnSpPr>
            <p:spPr bwMode="auto">
              <a:xfrm rot="5400000" flipH="1">
                <a:off x="1981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1" name="Straight Connector 40">
                <a:extLst>
                  <a:ext uri="{FF2B5EF4-FFF2-40B4-BE49-F238E27FC236}">
                    <a16:creationId xmlns:a16="http://schemas.microsoft.com/office/drawing/2014/main" id="{8F54F4A3-648E-3146-B408-995E6916E7DD}"/>
                  </a:ext>
                </a:extLst>
              </p:cNvPr>
              <p:cNvCxnSpPr/>
              <p:nvPr userDrawn="1"/>
            </p:nvCxnSpPr>
            <p:spPr bwMode="auto">
              <a:xfrm rot="5400000" flipH="1">
                <a:off x="2209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2" name="Straight Connector 41">
                <a:extLst>
                  <a:ext uri="{FF2B5EF4-FFF2-40B4-BE49-F238E27FC236}">
                    <a16:creationId xmlns:a16="http://schemas.microsoft.com/office/drawing/2014/main" id="{1DB512CA-21A6-9E45-BA56-12B8F4FE801F}"/>
                  </a:ext>
                </a:extLst>
              </p:cNvPr>
              <p:cNvCxnSpPr/>
              <p:nvPr userDrawn="1"/>
            </p:nvCxnSpPr>
            <p:spPr bwMode="auto">
              <a:xfrm rot="5400000" flipH="1">
                <a:off x="2438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3" name="Straight Connector 42">
                <a:extLst>
                  <a:ext uri="{FF2B5EF4-FFF2-40B4-BE49-F238E27FC236}">
                    <a16:creationId xmlns:a16="http://schemas.microsoft.com/office/drawing/2014/main" id="{2BFB8868-99DE-1A45-8575-1EA11710057F}"/>
                  </a:ext>
                </a:extLst>
              </p:cNvPr>
              <p:cNvCxnSpPr/>
              <p:nvPr userDrawn="1"/>
            </p:nvCxnSpPr>
            <p:spPr bwMode="auto">
              <a:xfrm rot="5400000" flipH="1">
                <a:off x="4267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4" name="Straight Connector 43">
                <a:extLst>
                  <a:ext uri="{FF2B5EF4-FFF2-40B4-BE49-F238E27FC236}">
                    <a16:creationId xmlns:a16="http://schemas.microsoft.com/office/drawing/2014/main" id="{730DE9A1-D9BD-524C-BE6F-1D6659196FBC}"/>
                  </a:ext>
                </a:extLst>
              </p:cNvPr>
              <p:cNvCxnSpPr/>
              <p:nvPr userDrawn="1"/>
            </p:nvCxnSpPr>
            <p:spPr bwMode="auto">
              <a:xfrm rot="5400000" flipH="1">
                <a:off x="4495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5" name="Straight Connector 44">
                <a:extLst>
                  <a:ext uri="{FF2B5EF4-FFF2-40B4-BE49-F238E27FC236}">
                    <a16:creationId xmlns:a16="http://schemas.microsoft.com/office/drawing/2014/main" id="{5ABAF5C8-E725-FD45-80A0-6EC368BF88BA}"/>
                  </a:ext>
                </a:extLst>
              </p:cNvPr>
              <p:cNvCxnSpPr/>
              <p:nvPr userDrawn="1"/>
            </p:nvCxnSpPr>
            <p:spPr bwMode="auto">
              <a:xfrm rot="5400000" flipH="1">
                <a:off x="4724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6" name="Straight Connector 45">
                <a:extLst>
                  <a:ext uri="{FF2B5EF4-FFF2-40B4-BE49-F238E27FC236}">
                    <a16:creationId xmlns:a16="http://schemas.microsoft.com/office/drawing/2014/main" id="{EBC18DE6-803B-7541-908A-41F6D4494834}"/>
                  </a:ext>
                </a:extLst>
              </p:cNvPr>
              <p:cNvCxnSpPr/>
              <p:nvPr userDrawn="1"/>
            </p:nvCxnSpPr>
            <p:spPr bwMode="auto">
              <a:xfrm rot="5400000" flipH="1">
                <a:off x="6553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7" name="Straight Connector 46">
                <a:extLst>
                  <a:ext uri="{FF2B5EF4-FFF2-40B4-BE49-F238E27FC236}">
                    <a16:creationId xmlns:a16="http://schemas.microsoft.com/office/drawing/2014/main" id="{737A4750-B9D5-5049-A414-7844F44D2F08}"/>
                  </a:ext>
                </a:extLst>
              </p:cNvPr>
              <p:cNvCxnSpPr/>
              <p:nvPr userDrawn="1"/>
            </p:nvCxnSpPr>
            <p:spPr bwMode="auto">
              <a:xfrm rot="5400000" flipH="1">
                <a:off x="6781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8" name="Straight Connector 47">
                <a:extLst>
                  <a:ext uri="{FF2B5EF4-FFF2-40B4-BE49-F238E27FC236}">
                    <a16:creationId xmlns:a16="http://schemas.microsoft.com/office/drawing/2014/main" id="{11CC3856-9176-894C-9678-78854179B583}"/>
                  </a:ext>
                </a:extLst>
              </p:cNvPr>
              <p:cNvCxnSpPr/>
              <p:nvPr userDrawn="1"/>
            </p:nvCxnSpPr>
            <p:spPr bwMode="auto">
              <a:xfrm rot="5400000" flipH="1">
                <a:off x="7010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9" name="Straight Connector 48">
                <a:extLst>
                  <a:ext uri="{FF2B5EF4-FFF2-40B4-BE49-F238E27FC236}">
                    <a16:creationId xmlns:a16="http://schemas.microsoft.com/office/drawing/2014/main" id="{3A4EF373-8CC5-F948-AA7B-C5EF10137299}"/>
                  </a:ext>
                </a:extLst>
              </p:cNvPr>
              <p:cNvCxnSpPr/>
              <p:nvPr userDrawn="1"/>
            </p:nvCxnSpPr>
            <p:spPr bwMode="auto">
              <a:xfrm rot="5400000" flipH="1">
                <a:off x="8839132"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19" name="Group 18">
              <a:extLst>
                <a:ext uri="{FF2B5EF4-FFF2-40B4-BE49-F238E27FC236}">
                  <a16:creationId xmlns:a16="http://schemas.microsoft.com/office/drawing/2014/main" id="{5EDFECA7-68A0-C74C-8702-67F215F53507}"/>
                </a:ext>
              </a:extLst>
            </p:cNvPr>
            <p:cNvGrpSpPr/>
            <p:nvPr userDrawn="1"/>
          </p:nvGrpSpPr>
          <p:grpSpPr>
            <a:xfrm>
              <a:off x="-109730" y="237744"/>
              <a:ext cx="91440" cy="4664456"/>
              <a:chOff x="-109730" y="237744"/>
              <a:chExt cx="91440" cy="4664456"/>
            </a:xfrm>
          </p:grpSpPr>
          <p:cxnSp>
            <p:nvCxnSpPr>
              <p:cNvPr id="30" name="Straight Connector 29">
                <a:extLst>
                  <a:ext uri="{FF2B5EF4-FFF2-40B4-BE49-F238E27FC236}">
                    <a16:creationId xmlns:a16="http://schemas.microsoft.com/office/drawing/2014/main" id="{B42BDEDC-364B-EC4F-9B43-9C5105374A26}"/>
                  </a:ext>
                </a:extLst>
              </p:cNvPr>
              <p:cNvCxnSpPr/>
              <p:nvPr userDrawn="1"/>
            </p:nvCxnSpPr>
            <p:spPr bwMode="auto">
              <a:xfrm flipH="1">
                <a:off x="-109730" y="65379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1" name="Straight Connector 30">
                <a:extLst>
                  <a:ext uri="{FF2B5EF4-FFF2-40B4-BE49-F238E27FC236}">
                    <a16:creationId xmlns:a16="http://schemas.microsoft.com/office/drawing/2014/main" id="{82746AEA-B7EE-6A45-A324-2780C5387E8B}"/>
                  </a:ext>
                </a:extLst>
              </p:cNvPr>
              <p:cNvCxnSpPr/>
              <p:nvPr userDrawn="1"/>
            </p:nvCxnSpPr>
            <p:spPr bwMode="auto">
              <a:xfrm flipH="1">
                <a:off x="-109730" y="128930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2" name="Straight Connector 31">
                <a:extLst>
                  <a:ext uri="{FF2B5EF4-FFF2-40B4-BE49-F238E27FC236}">
                    <a16:creationId xmlns:a16="http://schemas.microsoft.com/office/drawing/2014/main" id="{10F57C53-2F79-4140-B8DD-CFF27135CAA8}"/>
                  </a:ext>
                </a:extLst>
              </p:cNvPr>
              <p:cNvCxnSpPr/>
              <p:nvPr userDrawn="1"/>
            </p:nvCxnSpPr>
            <p:spPr bwMode="auto">
              <a:xfrm flipH="1">
                <a:off x="-109730" y="192938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3" name="Straight Connector 32">
                <a:extLst>
                  <a:ext uri="{FF2B5EF4-FFF2-40B4-BE49-F238E27FC236}">
                    <a16:creationId xmlns:a16="http://schemas.microsoft.com/office/drawing/2014/main" id="{D0D1241B-3B6D-564B-92C0-5F79295699BA}"/>
                  </a:ext>
                </a:extLst>
              </p:cNvPr>
              <p:cNvCxnSpPr/>
              <p:nvPr userDrawn="1"/>
            </p:nvCxnSpPr>
            <p:spPr bwMode="auto">
              <a:xfrm flipH="1">
                <a:off x="-109730" y="2570990"/>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4" name="Straight Connector 33">
                <a:extLst>
                  <a:ext uri="{FF2B5EF4-FFF2-40B4-BE49-F238E27FC236}">
                    <a16:creationId xmlns:a16="http://schemas.microsoft.com/office/drawing/2014/main" id="{4F1A65E1-A6DD-0E48-9328-F63C08A91C80}"/>
                  </a:ext>
                </a:extLst>
              </p:cNvPr>
              <p:cNvCxnSpPr/>
              <p:nvPr userDrawn="1"/>
            </p:nvCxnSpPr>
            <p:spPr bwMode="auto">
              <a:xfrm flipH="1">
                <a:off x="-109730" y="320954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5" name="Straight Connector 34">
                <a:extLst>
                  <a:ext uri="{FF2B5EF4-FFF2-40B4-BE49-F238E27FC236}">
                    <a16:creationId xmlns:a16="http://schemas.microsoft.com/office/drawing/2014/main" id="{DF1A857E-0280-4D4D-8C5E-78EB4893E8F3}"/>
                  </a:ext>
                </a:extLst>
              </p:cNvPr>
              <p:cNvCxnSpPr/>
              <p:nvPr userDrawn="1"/>
            </p:nvCxnSpPr>
            <p:spPr bwMode="auto">
              <a:xfrm flipH="1">
                <a:off x="-109730" y="384962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6" name="Straight Connector 35">
                <a:extLst>
                  <a:ext uri="{FF2B5EF4-FFF2-40B4-BE49-F238E27FC236}">
                    <a16:creationId xmlns:a16="http://schemas.microsoft.com/office/drawing/2014/main" id="{32EE49FC-4AC3-D84D-B296-8260919A4AFB}"/>
                  </a:ext>
                </a:extLst>
              </p:cNvPr>
              <p:cNvCxnSpPr/>
              <p:nvPr userDrawn="1"/>
            </p:nvCxnSpPr>
            <p:spPr bwMode="auto">
              <a:xfrm flipH="1">
                <a:off x="-109730" y="449427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7" name="Straight Connector 36">
                <a:extLst>
                  <a:ext uri="{FF2B5EF4-FFF2-40B4-BE49-F238E27FC236}">
                    <a16:creationId xmlns:a16="http://schemas.microsoft.com/office/drawing/2014/main" id="{A036B8A6-5887-EB43-A589-E9B55309975E}"/>
                  </a:ext>
                </a:extLst>
              </p:cNvPr>
              <p:cNvCxnSpPr/>
              <p:nvPr userDrawn="1"/>
            </p:nvCxnSpPr>
            <p:spPr bwMode="auto">
              <a:xfrm flipH="1">
                <a:off x="-109730" y="23774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8" name="Straight Connector 37">
                <a:extLst>
                  <a:ext uri="{FF2B5EF4-FFF2-40B4-BE49-F238E27FC236}">
                    <a16:creationId xmlns:a16="http://schemas.microsoft.com/office/drawing/2014/main" id="{886C2E2E-F476-B64B-A78C-E2A4F068B019}"/>
                  </a:ext>
                </a:extLst>
              </p:cNvPr>
              <p:cNvCxnSpPr/>
              <p:nvPr userDrawn="1"/>
            </p:nvCxnSpPr>
            <p:spPr bwMode="auto">
              <a:xfrm flipH="1">
                <a:off x="-109730" y="4902200"/>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20" name="Group 19">
              <a:extLst>
                <a:ext uri="{FF2B5EF4-FFF2-40B4-BE49-F238E27FC236}">
                  <a16:creationId xmlns:a16="http://schemas.microsoft.com/office/drawing/2014/main" id="{568B7B3E-2365-FA48-B0BB-56705EDB6709}"/>
                </a:ext>
              </a:extLst>
            </p:cNvPr>
            <p:cNvGrpSpPr/>
            <p:nvPr userDrawn="1"/>
          </p:nvGrpSpPr>
          <p:grpSpPr>
            <a:xfrm>
              <a:off x="9163050" y="237744"/>
              <a:ext cx="91440" cy="4663440"/>
              <a:chOff x="-109730" y="231394"/>
              <a:chExt cx="91440" cy="4663440"/>
            </a:xfrm>
          </p:grpSpPr>
          <p:cxnSp>
            <p:nvCxnSpPr>
              <p:cNvPr id="21" name="Straight Connector 20">
                <a:extLst>
                  <a:ext uri="{FF2B5EF4-FFF2-40B4-BE49-F238E27FC236}">
                    <a16:creationId xmlns:a16="http://schemas.microsoft.com/office/drawing/2014/main" id="{F8CB4122-4D33-2A42-871B-AB33239DC529}"/>
                  </a:ext>
                </a:extLst>
              </p:cNvPr>
              <p:cNvCxnSpPr/>
              <p:nvPr userDrawn="1"/>
            </p:nvCxnSpPr>
            <p:spPr bwMode="auto">
              <a:xfrm flipH="1">
                <a:off x="-109730" y="64744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E1272E41-0FA7-6B41-B356-7A2B88AC448F}"/>
                  </a:ext>
                </a:extLst>
              </p:cNvPr>
              <p:cNvCxnSpPr/>
              <p:nvPr userDrawn="1"/>
            </p:nvCxnSpPr>
            <p:spPr bwMode="auto">
              <a:xfrm flipH="1">
                <a:off x="-109730" y="128295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3" name="Straight Connector 22">
                <a:extLst>
                  <a:ext uri="{FF2B5EF4-FFF2-40B4-BE49-F238E27FC236}">
                    <a16:creationId xmlns:a16="http://schemas.microsoft.com/office/drawing/2014/main" id="{784B5EE1-D003-1F47-8D33-3E312E35B1E7}"/>
                  </a:ext>
                </a:extLst>
              </p:cNvPr>
              <p:cNvCxnSpPr/>
              <p:nvPr userDrawn="1"/>
            </p:nvCxnSpPr>
            <p:spPr bwMode="auto">
              <a:xfrm flipH="1">
                <a:off x="-109730" y="192303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4" name="Straight Connector 23">
                <a:extLst>
                  <a:ext uri="{FF2B5EF4-FFF2-40B4-BE49-F238E27FC236}">
                    <a16:creationId xmlns:a16="http://schemas.microsoft.com/office/drawing/2014/main" id="{571409CD-4C1B-8E45-ACF9-86D270DA7692}"/>
                  </a:ext>
                </a:extLst>
              </p:cNvPr>
              <p:cNvCxnSpPr/>
              <p:nvPr userDrawn="1"/>
            </p:nvCxnSpPr>
            <p:spPr bwMode="auto">
              <a:xfrm flipH="1">
                <a:off x="-109730" y="256311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5" name="Straight Connector 24">
                <a:extLst>
                  <a:ext uri="{FF2B5EF4-FFF2-40B4-BE49-F238E27FC236}">
                    <a16:creationId xmlns:a16="http://schemas.microsoft.com/office/drawing/2014/main" id="{A131086F-34E8-8C46-8C5C-6BAA87172E82}"/>
                  </a:ext>
                </a:extLst>
              </p:cNvPr>
              <p:cNvCxnSpPr/>
              <p:nvPr userDrawn="1"/>
            </p:nvCxnSpPr>
            <p:spPr bwMode="auto">
              <a:xfrm flipH="1">
                <a:off x="-109730" y="320319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6" name="Straight Connector 25">
                <a:extLst>
                  <a:ext uri="{FF2B5EF4-FFF2-40B4-BE49-F238E27FC236}">
                    <a16:creationId xmlns:a16="http://schemas.microsoft.com/office/drawing/2014/main" id="{0A42B631-F25C-F54E-B854-80328E4DFBBC}"/>
                  </a:ext>
                </a:extLst>
              </p:cNvPr>
              <p:cNvCxnSpPr/>
              <p:nvPr userDrawn="1"/>
            </p:nvCxnSpPr>
            <p:spPr bwMode="auto">
              <a:xfrm flipH="1">
                <a:off x="-109730" y="384327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7" name="Straight Connector 26">
                <a:extLst>
                  <a:ext uri="{FF2B5EF4-FFF2-40B4-BE49-F238E27FC236}">
                    <a16:creationId xmlns:a16="http://schemas.microsoft.com/office/drawing/2014/main" id="{08D46B81-A248-A847-9183-C6BC43C53E85}"/>
                  </a:ext>
                </a:extLst>
              </p:cNvPr>
              <p:cNvCxnSpPr/>
              <p:nvPr userDrawn="1"/>
            </p:nvCxnSpPr>
            <p:spPr bwMode="auto">
              <a:xfrm flipH="1">
                <a:off x="-109730" y="448792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86FA5BE4-E196-EC4A-BC7A-95A47060EE08}"/>
                  </a:ext>
                </a:extLst>
              </p:cNvPr>
              <p:cNvCxnSpPr/>
              <p:nvPr userDrawn="1"/>
            </p:nvCxnSpPr>
            <p:spPr bwMode="auto">
              <a:xfrm flipH="1">
                <a:off x="-109730" y="23139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9" name="Straight Connector 28">
                <a:extLst>
                  <a:ext uri="{FF2B5EF4-FFF2-40B4-BE49-F238E27FC236}">
                    <a16:creationId xmlns:a16="http://schemas.microsoft.com/office/drawing/2014/main" id="{47A74DF6-412C-6548-B80E-F7E7ED8433A9}"/>
                  </a:ext>
                </a:extLst>
              </p:cNvPr>
              <p:cNvCxnSpPr/>
              <p:nvPr userDrawn="1"/>
            </p:nvCxnSpPr>
            <p:spPr bwMode="auto">
              <a:xfrm flipH="1">
                <a:off x="-109730" y="489483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sp>
        <p:nvSpPr>
          <p:cNvPr id="66" name="Rectangle 65">
            <a:extLst>
              <a:ext uri="{FF2B5EF4-FFF2-40B4-BE49-F238E27FC236}">
                <a16:creationId xmlns:a16="http://schemas.microsoft.com/office/drawing/2014/main" id="{A3C7CC16-BE64-954D-81A9-E10300C81ED3}"/>
              </a:ext>
            </a:extLst>
          </p:cNvPr>
          <p:cNvSpPr/>
          <p:nvPr userDrawn="1"/>
        </p:nvSpPr>
        <p:spPr bwMode="auto">
          <a:xfrm>
            <a:off x="7609610" y="-25890"/>
            <a:ext cx="4582389" cy="3458967"/>
          </a:xfrm>
          <a:prstGeom prst="rect">
            <a:avLst/>
          </a:prstGeom>
          <a:solidFill>
            <a:srgbClr val="0F6FFF"/>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90000"/>
              </a:lnSpc>
              <a:spcBef>
                <a:spcPct val="0"/>
              </a:spcBef>
              <a:spcAft>
                <a:spcPct val="0"/>
              </a:spcAft>
              <a:buClrTx/>
              <a:buSzTx/>
              <a:buFontTx/>
              <a:buNone/>
              <a:tabLst/>
            </a:pPr>
            <a:endParaRPr kumimoji="0" lang="en-US" sz="2000" b="0" i="0" u="none" strike="noStrike" cap="none" normalizeH="0" baseline="0" dirty="0">
              <a:ln>
                <a:noFill/>
              </a:ln>
              <a:solidFill>
                <a:srgbClr val="191919"/>
              </a:solidFill>
              <a:effectLst/>
              <a:latin typeface="HelvNeue Light for IBM" pitchFamily="34" charset="0"/>
            </a:endParaRPr>
          </a:p>
        </p:txBody>
      </p:sp>
      <p:sp>
        <p:nvSpPr>
          <p:cNvPr id="63" name="Footer Placeholder 2">
            <a:extLst>
              <a:ext uri="{FF2B5EF4-FFF2-40B4-BE49-F238E27FC236}">
                <a16:creationId xmlns:a16="http://schemas.microsoft.com/office/drawing/2014/main" id="{1A903B79-146F-0B42-A85F-9B48A2BF2C62}"/>
              </a:ext>
            </a:extLst>
          </p:cNvPr>
          <p:cNvSpPr>
            <a:spLocks noGrp="1"/>
          </p:cNvSpPr>
          <p:nvPr>
            <p:ph type="ftr" sz="quarter" idx="3"/>
          </p:nvPr>
        </p:nvSpPr>
        <p:spPr>
          <a:xfrm>
            <a:off x="210312" y="6073456"/>
            <a:ext cx="2438312" cy="546100"/>
          </a:xfrm>
          <a:prstGeom prst="rect">
            <a:avLst/>
          </a:prstGeom>
        </p:spPr>
        <p:txBody>
          <a:bodyPr anchor="b"/>
          <a:lstStyle>
            <a:lvl1pPr>
              <a:lnSpc>
                <a:spcPct val="150000"/>
              </a:lnSpc>
              <a:defRPr sz="1000" b="0" i="0">
                <a:solidFill>
                  <a:srgbClr val="50565B"/>
                </a:solidFill>
                <a:latin typeface="IBM Plex Sans" panose="020B0503050000000000" pitchFamily="34" charset="77"/>
              </a:defRPr>
            </a:lvl1pPr>
          </a:lstStyle>
          <a:p>
            <a:r>
              <a:rPr lang="en-US" b="1">
                <a:solidFill>
                  <a:schemeClr val="tx1"/>
                </a:solidFill>
                <a:latin typeface="IBM Plex Sans SmBld" panose="020B0503050000000000" pitchFamily="34" charset="77"/>
              </a:rPr>
              <a:t>Presentation title</a:t>
            </a:r>
          </a:p>
          <a:p>
            <a:r>
              <a:rPr lang="en-US"/>
              <a:t>IBM  |  Project/team name</a:t>
            </a:r>
            <a:endParaRPr lang="en-US" dirty="0"/>
          </a:p>
        </p:txBody>
      </p:sp>
      <p:sp>
        <p:nvSpPr>
          <p:cNvPr id="69" name="Rectangle 68">
            <a:extLst>
              <a:ext uri="{FF2B5EF4-FFF2-40B4-BE49-F238E27FC236}">
                <a16:creationId xmlns:a16="http://schemas.microsoft.com/office/drawing/2014/main" id="{A2A1D14C-E4DF-BE4C-9890-FD1023CFE4FA}"/>
              </a:ext>
            </a:extLst>
          </p:cNvPr>
          <p:cNvSpPr/>
          <p:nvPr userDrawn="1"/>
        </p:nvSpPr>
        <p:spPr bwMode="auto">
          <a:xfrm>
            <a:off x="7609610" y="3419866"/>
            <a:ext cx="4607777" cy="3458283"/>
          </a:xfrm>
          <a:prstGeom prst="rect">
            <a:avLst/>
          </a:prstGeom>
          <a:solidFill>
            <a:srgbClr val="051243"/>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90000"/>
              </a:lnSpc>
              <a:spcBef>
                <a:spcPct val="0"/>
              </a:spcBef>
              <a:spcAft>
                <a:spcPct val="0"/>
              </a:spcAft>
              <a:buClrTx/>
              <a:buSzTx/>
              <a:buFontTx/>
              <a:buNone/>
              <a:tabLst/>
            </a:pPr>
            <a:endParaRPr kumimoji="0" lang="en-US" sz="2000" b="0" i="0" u="none" strike="noStrike" cap="none" normalizeH="0" baseline="0" dirty="0">
              <a:ln>
                <a:noFill/>
              </a:ln>
              <a:solidFill>
                <a:srgbClr val="191919"/>
              </a:solidFill>
              <a:effectLst/>
              <a:latin typeface="HelvNeue Light for IBM" pitchFamily="34" charset="0"/>
            </a:endParaRPr>
          </a:p>
        </p:txBody>
      </p:sp>
      <p:sp>
        <p:nvSpPr>
          <p:cNvPr id="62" name="Text Placeholder 64">
            <a:extLst>
              <a:ext uri="{FF2B5EF4-FFF2-40B4-BE49-F238E27FC236}">
                <a16:creationId xmlns:a16="http://schemas.microsoft.com/office/drawing/2014/main" id="{55F28DC4-5D2A-194A-B37C-2E069A2F4164}"/>
              </a:ext>
            </a:extLst>
          </p:cNvPr>
          <p:cNvSpPr>
            <a:spLocks noGrp="1"/>
          </p:cNvSpPr>
          <p:nvPr>
            <p:ph type="body" sz="quarter" idx="10" hasCustomPrompt="1"/>
          </p:nvPr>
        </p:nvSpPr>
        <p:spPr>
          <a:xfrm>
            <a:off x="228600" y="326928"/>
            <a:ext cx="2438400" cy="1392335"/>
          </a:xfrm>
          <a:prstGeom prst="rect">
            <a:avLst/>
          </a:prstGeom>
        </p:spPr>
        <p:txBody>
          <a:bodyPr>
            <a:normAutofit/>
          </a:bodyPr>
          <a:lstStyle>
            <a:lvl1pPr>
              <a:defRPr sz="2400" b="0" i="0">
                <a:latin typeface="IBM Plex Sans" panose="020B0503050203000203" pitchFamily="34" charset="0"/>
              </a:defRPr>
            </a:lvl1pPr>
          </a:lstStyle>
          <a:p>
            <a:pPr lvl="0"/>
            <a:r>
              <a:rPr lang="en-US" dirty="0"/>
              <a:t>Slide title</a:t>
            </a:r>
          </a:p>
        </p:txBody>
      </p:sp>
      <p:sp>
        <p:nvSpPr>
          <p:cNvPr id="65" name="Rectangle 64">
            <a:extLst>
              <a:ext uri="{FF2B5EF4-FFF2-40B4-BE49-F238E27FC236}">
                <a16:creationId xmlns:a16="http://schemas.microsoft.com/office/drawing/2014/main" id="{767E6436-B192-6B4B-942A-76277B068B22}"/>
              </a:ext>
            </a:extLst>
          </p:cNvPr>
          <p:cNvSpPr/>
          <p:nvPr userDrawn="1"/>
        </p:nvSpPr>
        <p:spPr bwMode="auto">
          <a:xfrm>
            <a:off x="3057927" y="-25400"/>
            <a:ext cx="4582389" cy="3458967"/>
          </a:xfrm>
          <a:prstGeom prst="rect">
            <a:avLst/>
          </a:prstGeom>
          <a:solidFill>
            <a:srgbClr val="051B75"/>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90000"/>
              </a:lnSpc>
              <a:spcBef>
                <a:spcPct val="0"/>
              </a:spcBef>
              <a:spcAft>
                <a:spcPct val="0"/>
              </a:spcAft>
              <a:buClrTx/>
              <a:buSzTx/>
              <a:buFontTx/>
              <a:buNone/>
              <a:tabLst/>
            </a:pPr>
            <a:endParaRPr kumimoji="0" lang="en-US" sz="2000" b="0" i="0" u="none" strike="noStrike" cap="none" normalizeH="0" baseline="0" dirty="0">
              <a:ln>
                <a:noFill/>
              </a:ln>
              <a:solidFill>
                <a:srgbClr val="191919"/>
              </a:solidFill>
              <a:effectLst/>
              <a:latin typeface="HelvNeue Light for IBM" pitchFamily="34" charset="0"/>
            </a:endParaRPr>
          </a:p>
        </p:txBody>
      </p:sp>
      <p:sp>
        <p:nvSpPr>
          <p:cNvPr id="61" name="Rectangle 60">
            <a:extLst>
              <a:ext uri="{FF2B5EF4-FFF2-40B4-BE49-F238E27FC236}">
                <a16:creationId xmlns:a16="http://schemas.microsoft.com/office/drawing/2014/main" id="{A9ED2F1A-8737-A546-A5D3-6874DE8D8FAE}"/>
              </a:ext>
            </a:extLst>
          </p:cNvPr>
          <p:cNvSpPr/>
          <p:nvPr userDrawn="1"/>
        </p:nvSpPr>
        <p:spPr bwMode="auto">
          <a:xfrm>
            <a:off x="3057937" y="3419677"/>
            <a:ext cx="4582375" cy="3458962"/>
          </a:xfrm>
          <a:prstGeom prst="rect">
            <a:avLst/>
          </a:prstGeom>
          <a:solidFill>
            <a:srgbClr val="054ADA"/>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90000"/>
              </a:lnSpc>
              <a:spcBef>
                <a:spcPct val="0"/>
              </a:spcBef>
              <a:spcAft>
                <a:spcPct val="0"/>
              </a:spcAft>
              <a:buClrTx/>
              <a:buSzTx/>
              <a:buFontTx/>
              <a:buNone/>
              <a:tabLst/>
            </a:pPr>
            <a:endParaRPr kumimoji="0" lang="en-US" sz="2000" b="0" i="0" u="none" strike="noStrike" cap="none" normalizeH="0" baseline="0" dirty="0">
              <a:ln>
                <a:noFill/>
              </a:ln>
              <a:solidFill>
                <a:srgbClr val="191919"/>
              </a:solidFill>
              <a:effectLst/>
              <a:latin typeface="HelvNeue Light for IBM" pitchFamily="34" charset="0"/>
            </a:endParaRPr>
          </a:p>
        </p:txBody>
      </p:sp>
    </p:spTree>
    <p:extLst>
      <p:ext uri="{BB962C8B-B14F-4D97-AF65-F5344CB8AC3E}">
        <p14:creationId xmlns:p14="http://schemas.microsoft.com/office/powerpoint/2010/main" val="218662991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3_Custom color blocks">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4E27F71D-749D-974B-AB68-C90C1F656661}"/>
              </a:ext>
            </a:extLst>
          </p:cNvPr>
          <p:cNvGrpSpPr/>
          <p:nvPr userDrawn="1"/>
        </p:nvGrpSpPr>
        <p:grpSpPr>
          <a:xfrm>
            <a:off x="-146307" y="-147320"/>
            <a:ext cx="12485627" cy="7152640"/>
            <a:chOff x="-109730" y="-110490"/>
            <a:chExt cx="9364220" cy="5364480"/>
          </a:xfrm>
        </p:grpSpPr>
        <p:grpSp>
          <p:nvGrpSpPr>
            <p:cNvPr id="17" name="Group 16">
              <a:extLst>
                <a:ext uri="{FF2B5EF4-FFF2-40B4-BE49-F238E27FC236}">
                  <a16:creationId xmlns:a16="http://schemas.microsoft.com/office/drawing/2014/main" id="{7033ABDB-33FA-424A-8022-BE25064AAE9B}"/>
                </a:ext>
              </a:extLst>
            </p:cNvPr>
            <p:cNvGrpSpPr/>
            <p:nvPr userDrawn="1"/>
          </p:nvGrpSpPr>
          <p:grpSpPr>
            <a:xfrm>
              <a:off x="228600" y="-110490"/>
              <a:ext cx="8686732" cy="91440"/>
              <a:chOff x="228600" y="-152400"/>
              <a:chExt cx="8686732" cy="152400"/>
            </a:xfrm>
          </p:grpSpPr>
          <p:cxnSp>
            <p:nvCxnSpPr>
              <p:cNvPr id="50" name="Straight Connector 49">
                <a:extLst>
                  <a:ext uri="{FF2B5EF4-FFF2-40B4-BE49-F238E27FC236}">
                    <a16:creationId xmlns:a16="http://schemas.microsoft.com/office/drawing/2014/main" id="{E028FABC-C57C-0B4D-ADC6-F0D9AC86E7C9}"/>
                  </a:ext>
                </a:extLst>
              </p:cNvPr>
              <p:cNvCxnSpPr/>
              <p:nvPr userDrawn="1"/>
            </p:nvCxnSpPr>
            <p:spPr bwMode="auto">
              <a:xfrm rot="5400000" flipH="1">
                <a:off x="152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1" name="Straight Connector 50">
                <a:extLst>
                  <a:ext uri="{FF2B5EF4-FFF2-40B4-BE49-F238E27FC236}">
                    <a16:creationId xmlns:a16="http://schemas.microsoft.com/office/drawing/2014/main" id="{CCE52FE3-158F-D14E-B6AE-3EE847C02A23}"/>
                  </a:ext>
                </a:extLst>
              </p:cNvPr>
              <p:cNvCxnSpPr/>
              <p:nvPr userDrawn="1"/>
            </p:nvCxnSpPr>
            <p:spPr bwMode="auto">
              <a:xfrm rot="5400000" flipH="1">
                <a:off x="1981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2" name="Straight Connector 51">
                <a:extLst>
                  <a:ext uri="{FF2B5EF4-FFF2-40B4-BE49-F238E27FC236}">
                    <a16:creationId xmlns:a16="http://schemas.microsoft.com/office/drawing/2014/main" id="{C6326F37-4F20-A241-8AC4-D933542FB91D}"/>
                  </a:ext>
                </a:extLst>
              </p:cNvPr>
              <p:cNvCxnSpPr/>
              <p:nvPr userDrawn="1"/>
            </p:nvCxnSpPr>
            <p:spPr bwMode="auto">
              <a:xfrm rot="5400000" flipH="1">
                <a:off x="2209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3" name="Straight Connector 52">
                <a:extLst>
                  <a:ext uri="{FF2B5EF4-FFF2-40B4-BE49-F238E27FC236}">
                    <a16:creationId xmlns:a16="http://schemas.microsoft.com/office/drawing/2014/main" id="{193EAF95-D519-4A43-A5B7-8F152B7AAAF3}"/>
                  </a:ext>
                </a:extLst>
              </p:cNvPr>
              <p:cNvCxnSpPr/>
              <p:nvPr userDrawn="1"/>
            </p:nvCxnSpPr>
            <p:spPr bwMode="auto">
              <a:xfrm rot="5400000" flipH="1">
                <a:off x="2438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4" name="Straight Connector 53">
                <a:extLst>
                  <a:ext uri="{FF2B5EF4-FFF2-40B4-BE49-F238E27FC236}">
                    <a16:creationId xmlns:a16="http://schemas.microsoft.com/office/drawing/2014/main" id="{63D1F6C8-6E33-8445-84CD-22391B38AE2F}"/>
                  </a:ext>
                </a:extLst>
              </p:cNvPr>
              <p:cNvCxnSpPr/>
              <p:nvPr userDrawn="1"/>
            </p:nvCxnSpPr>
            <p:spPr bwMode="auto">
              <a:xfrm rot="5400000" flipH="1">
                <a:off x="4267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5" name="Straight Connector 54">
                <a:extLst>
                  <a:ext uri="{FF2B5EF4-FFF2-40B4-BE49-F238E27FC236}">
                    <a16:creationId xmlns:a16="http://schemas.microsoft.com/office/drawing/2014/main" id="{7CC00B75-D288-0546-90E6-0FAF60915429}"/>
                  </a:ext>
                </a:extLst>
              </p:cNvPr>
              <p:cNvCxnSpPr/>
              <p:nvPr userDrawn="1"/>
            </p:nvCxnSpPr>
            <p:spPr bwMode="auto">
              <a:xfrm rot="5400000" flipH="1">
                <a:off x="4495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6" name="Straight Connector 55">
                <a:extLst>
                  <a:ext uri="{FF2B5EF4-FFF2-40B4-BE49-F238E27FC236}">
                    <a16:creationId xmlns:a16="http://schemas.microsoft.com/office/drawing/2014/main" id="{9E943793-FE0F-6F4D-98F4-B9E3837BCA91}"/>
                  </a:ext>
                </a:extLst>
              </p:cNvPr>
              <p:cNvCxnSpPr/>
              <p:nvPr userDrawn="1"/>
            </p:nvCxnSpPr>
            <p:spPr bwMode="auto">
              <a:xfrm rot="5400000" flipH="1">
                <a:off x="4724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7" name="Straight Connector 56">
                <a:extLst>
                  <a:ext uri="{FF2B5EF4-FFF2-40B4-BE49-F238E27FC236}">
                    <a16:creationId xmlns:a16="http://schemas.microsoft.com/office/drawing/2014/main" id="{B1C729D8-F1AE-2C45-BF73-3BFD621F4038}"/>
                  </a:ext>
                </a:extLst>
              </p:cNvPr>
              <p:cNvCxnSpPr/>
              <p:nvPr userDrawn="1"/>
            </p:nvCxnSpPr>
            <p:spPr bwMode="auto">
              <a:xfrm rot="5400000" flipH="1">
                <a:off x="6553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8" name="Straight Connector 57">
                <a:extLst>
                  <a:ext uri="{FF2B5EF4-FFF2-40B4-BE49-F238E27FC236}">
                    <a16:creationId xmlns:a16="http://schemas.microsoft.com/office/drawing/2014/main" id="{773341F0-E3B3-EB42-A739-32107097206A}"/>
                  </a:ext>
                </a:extLst>
              </p:cNvPr>
              <p:cNvCxnSpPr/>
              <p:nvPr userDrawn="1"/>
            </p:nvCxnSpPr>
            <p:spPr bwMode="auto">
              <a:xfrm rot="5400000" flipH="1">
                <a:off x="6781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9" name="Straight Connector 58">
                <a:extLst>
                  <a:ext uri="{FF2B5EF4-FFF2-40B4-BE49-F238E27FC236}">
                    <a16:creationId xmlns:a16="http://schemas.microsoft.com/office/drawing/2014/main" id="{89EDDA5B-8572-C545-8DFA-ABC33664C7A1}"/>
                  </a:ext>
                </a:extLst>
              </p:cNvPr>
              <p:cNvCxnSpPr/>
              <p:nvPr userDrawn="1"/>
            </p:nvCxnSpPr>
            <p:spPr bwMode="auto">
              <a:xfrm rot="5400000" flipH="1">
                <a:off x="7010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0" name="Straight Connector 59">
                <a:extLst>
                  <a:ext uri="{FF2B5EF4-FFF2-40B4-BE49-F238E27FC236}">
                    <a16:creationId xmlns:a16="http://schemas.microsoft.com/office/drawing/2014/main" id="{E0B85CAB-A5A1-6546-BA39-1598C1A1BF64}"/>
                  </a:ext>
                </a:extLst>
              </p:cNvPr>
              <p:cNvCxnSpPr/>
              <p:nvPr userDrawn="1"/>
            </p:nvCxnSpPr>
            <p:spPr bwMode="auto">
              <a:xfrm rot="5400000" flipH="1">
                <a:off x="8839132"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18" name="Group 17">
              <a:extLst>
                <a:ext uri="{FF2B5EF4-FFF2-40B4-BE49-F238E27FC236}">
                  <a16:creationId xmlns:a16="http://schemas.microsoft.com/office/drawing/2014/main" id="{4EE9C99B-7B10-AE41-8B1B-D8508EC96D36}"/>
                </a:ext>
              </a:extLst>
            </p:cNvPr>
            <p:cNvGrpSpPr/>
            <p:nvPr userDrawn="1"/>
          </p:nvGrpSpPr>
          <p:grpSpPr>
            <a:xfrm>
              <a:off x="228600" y="5162550"/>
              <a:ext cx="8686732" cy="91440"/>
              <a:chOff x="228600" y="5143500"/>
              <a:chExt cx="8686732" cy="152400"/>
            </a:xfrm>
          </p:grpSpPr>
          <p:cxnSp>
            <p:nvCxnSpPr>
              <p:cNvPr id="39" name="Straight Connector 38">
                <a:extLst>
                  <a:ext uri="{FF2B5EF4-FFF2-40B4-BE49-F238E27FC236}">
                    <a16:creationId xmlns:a16="http://schemas.microsoft.com/office/drawing/2014/main" id="{C65EA58F-D486-A749-9B47-9DD071000D4F}"/>
                  </a:ext>
                </a:extLst>
              </p:cNvPr>
              <p:cNvCxnSpPr/>
              <p:nvPr userDrawn="1"/>
            </p:nvCxnSpPr>
            <p:spPr bwMode="auto">
              <a:xfrm rot="5400000" flipH="1">
                <a:off x="152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9056486B-3E88-1F4E-A5B6-71F9C8038505}"/>
                  </a:ext>
                </a:extLst>
              </p:cNvPr>
              <p:cNvCxnSpPr/>
              <p:nvPr userDrawn="1"/>
            </p:nvCxnSpPr>
            <p:spPr bwMode="auto">
              <a:xfrm rot="5400000" flipH="1">
                <a:off x="1981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1" name="Straight Connector 40">
                <a:extLst>
                  <a:ext uri="{FF2B5EF4-FFF2-40B4-BE49-F238E27FC236}">
                    <a16:creationId xmlns:a16="http://schemas.microsoft.com/office/drawing/2014/main" id="{8F54F4A3-648E-3146-B408-995E6916E7DD}"/>
                  </a:ext>
                </a:extLst>
              </p:cNvPr>
              <p:cNvCxnSpPr/>
              <p:nvPr userDrawn="1"/>
            </p:nvCxnSpPr>
            <p:spPr bwMode="auto">
              <a:xfrm rot="5400000" flipH="1">
                <a:off x="2209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2" name="Straight Connector 41">
                <a:extLst>
                  <a:ext uri="{FF2B5EF4-FFF2-40B4-BE49-F238E27FC236}">
                    <a16:creationId xmlns:a16="http://schemas.microsoft.com/office/drawing/2014/main" id="{1DB512CA-21A6-9E45-BA56-12B8F4FE801F}"/>
                  </a:ext>
                </a:extLst>
              </p:cNvPr>
              <p:cNvCxnSpPr/>
              <p:nvPr userDrawn="1"/>
            </p:nvCxnSpPr>
            <p:spPr bwMode="auto">
              <a:xfrm rot="5400000" flipH="1">
                <a:off x="2438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3" name="Straight Connector 42">
                <a:extLst>
                  <a:ext uri="{FF2B5EF4-FFF2-40B4-BE49-F238E27FC236}">
                    <a16:creationId xmlns:a16="http://schemas.microsoft.com/office/drawing/2014/main" id="{2BFB8868-99DE-1A45-8575-1EA11710057F}"/>
                  </a:ext>
                </a:extLst>
              </p:cNvPr>
              <p:cNvCxnSpPr/>
              <p:nvPr userDrawn="1"/>
            </p:nvCxnSpPr>
            <p:spPr bwMode="auto">
              <a:xfrm rot="5400000" flipH="1">
                <a:off x="4267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4" name="Straight Connector 43">
                <a:extLst>
                  <a:ext uri="{FF2B5EF4-FFF2-40B4-BE49-F238E27FC236}">
                    <a16:creationId xmlns:a16="http://schemas.microsoft.com/office/drawing/2014/main" id="{730DE9A1-D9BD-524C-BE6F-1D6659196FBC}"/>
                  </a:ext>
                </a:extLst>
              </p:cNvPr>
              <p:cNvCxnSpPr/>
              <p:nvPr userDrawn="1"/>
            </p:nvCxnSpPr>
            <p:spPr bwMode="auto">
              <a:xfrm rot="5400000" flipH="1">
                <a:off x="4495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5" name="Straight Connector 44">
                <a:extLst>
                  <a:ext uri="{FF2B5EF4-FFF2-40B4-BE49-F238E27FC236}">
                    <a16:creationId xmlns:a16="http://schemas.microsoft.com/office/drawing/2014/main" id="{5ABAF5C8-E725-FD45-80A0-6EC368BF88BA}"/>
                  </a:ext>
                </a:extLst>
              </p:cNvPr>
              <p:cNvCxnSpPr/>
              <p:nvPr userDrawn="1"/>
            </p:nvCxnSpPr>
            <p:spPr bwMode="auto">
              <a:xfrm rot="5400000" flipH="1">
                <a:off x="4724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6" name="Straight Connector 45">
                <a:extLst>
                  <a:ext uri="{FF2B5EF4-FFF2-40B4-BE49-F238E27FC236}">
                    <a16:creationId xmlns:a16="http://schemas.microsoft.com/office/drawing/2014/main" id="{EBC18DE6-803B-7541-908A-41F6D4494834}"/>
                  </a:ext>
                </a:extLst>
              </p:cNvPr>
              <p:cNvCxnSpPr/>
              <p:nvPr userDrawn="1"/>
            </p:nvCxnSpPr>
            <p:spPr bwMode="auto">
              <a:xfrm rot="5400000" flipH="1">
                <a:off x="6553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7" name="Straight Connector 46">
                <a:extLst>
                  <a:ext uri="{FF2B5EF4-FFF2-40B4-BE49-F238E27FC236}">
                    <a16:creationId xmlns:a16="http://schemas.microsoft.com/office/drawing/2014/main" id="{737A4750-B9D5-5049-A414-7844F44D2F08}"/>
                  </a:ext>
                </a:extLst>
              </p:cNvPr>
              <p:cNvCxnSpPr/>
              <p:nvPr userDrawn="1"/>
            </p:nvCxnSpPr>
            <p:spPr bwMode="auto">
              <a:xfrm rot="5400000" flipH="1">
                <a:off x="6781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8" name="Straight Connector 47">
                <a:extLst>
                  <a:ext uri="{FF2B5EF4-FFF2-40B4-BE49-F238E27FC236}">
                    <a16:creationId xmlns:a16="http://schemas.microsoft.com/office/drawing/2014/main" id="{11CC3856-9176-894C-9678-78854179B583}"/>
                  </a:ext>
                </a:extLst>
              </p:cNvPr>
              <p:cNvCxnSpPr/>
              <p:nvPr userDrawn="1"/>
            </p:nvCxnSpPr>
            <p:spPr bwMode="auto">
              <a:xfrm rot="5400000" flipH="1">
                <a:off x="7010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9" name="Straight Connector 48">
                <a:extLst>
                  <a:ext uri="{FF2B5EF4-FFF2-40B4-BE49-F238E27FC236}">
                    <a16:creationId xmlns:a16="http://schemas.microsoft.com/office/drawing/2014/main" id="{3A4EF373-8CC5-F948-AA7B-C5EF10137299}"/>
                  </a:ext>
                </a:extLst>
              </p:cNvPr>
              <p:cNvCxnSpPr/>
              <p:nvPr userDrawn="1"/>
            </p:nvCxnSpPr>
            <p:spPr bwMode="auto">
              <a:xfrm rot="5400000" flipH="1">
                <a:off x="8839132"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19" name="Group 18">
              <a:extLst>
                <a:ext uri="{FF2B5EF4-FFF2-40B4-BE49-F238E27FC236}">
                  <a16:creationId xmlns:a16="http://schemas.microsoft.com/office/drawing/2014/main" id="{5EDFECA7-68A0-C74C-8702-67F215F53507}"/>
                </a:ext>
              </a:extLst>
            </p:cNvPr>
            <p:cNvGrpSpPr/>
            <p:nvPr userDrawn="1"/>
          </p:nvGrpSpPr>
          <p:grpSpPr>
            <a:xfrm>
              <a:off x="-109730" y="237744"/>
              <a:ext cx="91440" cy="4664456"/>
              <a:chOff x="-109730" y="237744"/>
              <a:chExt cx="91440" cy="4664456"/>
            </a:xfrm>
          </p:grpSpPr>
          <p:cxnSp>
            <p:nvCxnSpPr>
              <p:cNvPr id="30" name="Straight Connector 29">
                <a:extLst>
                  <a:ext uri="{FF2B5EF4-FFF2-40B4-BE49-F238E27FC236}">
                    <a16:creationId xmlns:a16="http://schemas.microsoft.com/office/drawing/2014/main" id="{B42BDEDC-364B-EC4F-9B43-9C5105374A26}"/>
                  </a:ext>
                </a:extLst>
              </p:cNvPr>
              <p:cNvCxnSpPr/>
              <p:nvPr userDrawn="1"/>
            </p:nvCxnSpPr>
            <p:spPr bwMode="auto">
              <a:xfrm flipH="1">
                <a:off x="-109730" y="65379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1" name="Straight Connector 30">
                <a:extLst>
                  <a:ext uri="{FF2B5EF4-FFF2-40B4-BE49-F238E27FC236}">
                    <a16:creationId xmlns:a16="http://schemas.microsoft.com/office/drawing/2014/main" id="{82746AEA-B7EE-6A45-A324-2780C5387E8B}"/>
                  </a:ext>
                </a:extLst>
              </p:cNvPr>
              <p:cNvCxnSpPr/>
              <p:nvPr userDrawn="1"/>
            </p:nvCxnSpPr>
            <p:spPr bwMode="auto">
              <a:xfrm flipH="1">
                <a:off x="-109730" y="128930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2" name="Straight Connector 31">
                <a:extLst>
                  <a:ext uri="{FF2B5EF4-FFF2-40B4-BE49-F238E27FC236}">
                    <a16:creationId xmlns:a16="http://schemas.microsoft.com/office/drawing/2014/main" id="{10F57C53-2F79-4140-B8DD-CFF27135CAA8}"/>
                  </a:ext>
                </a:extLst>
              </p:cNvPr>
              <p:cNvCxnSpPr/>
              <p:nvPr userDrawn="1"/>
            </p:nvCxnSpPr>
            <p:spPr bwMode="auto">
              <a:xfrm flipH="1">
                <a:off x="-109730" y="192938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3" name="Straight Connector 32">
                <a:extLst>
                  <a:ext uri="{FF2B5EF4-FFF2-40B4-BE49-F238E27FC236}">
                    <a16:creationId xmlns:a16="http://schemas.microsoft.com/office/drawing/2014/main" id="{D0D1241B-3B6D-564B-92C0-5F79295699BA}"/>
                  </a:ext>
                </a:extLst>
              </p:cNvPr>
              <p:cNvCxnSpPr/>
              <p:nvPr userDrawn="1"/>
            </p:nvCxnSpPr>
            <p:spPr bwMode="auto">
              <a:xfrm flipH="1">
                <a:off x="-109730" y="2570990"/>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4" name="Straight Connector 33">
                <a:extLst>
                  <a:ext uri="{FF2B5EF4-FFF2-40B4-BE49-F238E27FC236}">
                    <a16:creationId xmlns:a16="http://schemas.microsoft.com/office/drawing/2014/main" id="{4F1A65E1-A6DD-0E48-9328-F63C08A91C80}"/>
                  </a:ext>
                </a:extLst>
              </p:cNvPr>
              <p:cNvCxnSpPr/>
              <p:nvPr userDrawn="1"/>
            </p:nvCxnSpPr>
            <p:spPr bwMode="auto">
              <a:xfrm flipH="1">
                <a:off x="-109730" y="320954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5" name="Straight Connector 34">
                <a:extLst>
                  <a:ext uri="{FF2B5EF4-FFF2-40B4-BE49-F238E27FC236}">
                    <a16:creationId xmlns:a16="http://schemas.microsoft.com/office/drawing/2014/main" id="{DF1A857E-0280-4D4D-8C5E-78EB4893E8F3}"/>
                  </a:ext>
                </a:extLst>
              </p:cNvPr>
              <p:cNvCxnSpPr/>
              <p:nvPr userDrawn="1"/>
            </p:nvCxnSpPr>
            <p:spPr bwMode="auto">
              <a:xfrm flipH="1">
                <a:off x="-109730" y="384962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6" name="Straight Connector 35">
                <a:extLst>
                  <a:ext uri="{FF2B5EF4-FFF2-40B4-BE49-F238E27FC236}">
                    <a16:creationId xmlns:a16="http://schemas.microsoft.com/office/drawing/2014/main" id="{32EE49FC-4AC3-D84D-B296-8260919A4AFB}"/>
                  </a:ext>
                </a:extLst>
              </p:cNvPr>
              <p:cNvCxnSpPr/>
              <p:nvPr userDrawn="1"/>
            </p:nvCxnSpPr>
            <p:spPr bwMode="auto">
              <a:xfrm flipH="1">
                <a:off x="-109730" y="449427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7" name="Straight Connector 36">
                <a:extLst>
                  <a:ext uri="{FF2B5EF4-FFF2-40B4-BE49-F238E27FC236}">
                    <a16:creationId xmlns:a16="http://schemas.microsoft.com/office/drawing/2014/main" id="{A036B8A6-5887-EB43-A589-E9B55309975E}"/>
                  </a:ext>
                </a:extLst>
              </p:cNvPr>
              <p:cNvCxnSpPr/>
              <p:nvPr userDrawn="1"/>
            </p:nvCxnSpPr>
            <p:spPr bwMode="auto">
              <a:xfrm flipH="1">
                <a:off x="-109730" y="23774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8" name="Straight Connector 37">
                <a:extLst>
                  <a:ext uri="{FF2B5EF4-FFF2-40B4-BE49-F238E27FC236}">
                    <a16:creationId xmlns:a16="http://schemas.microsoft.com/office/drawing/2014/main" id="{886C2E2E-F476-B64B-A78C-E2A4F068B019}"/>
                  </a:ext>
                </a:extLst>
              </p:cNvPr>
              <p:cNvCxnSpPr/>
              <p:nvPr userDrawn="1"/>
            </p:nvCxnSpPr>
            <p:spPr bwMode="auto">
              <a:xfrm flipH="1">
                <a:off x="-109730" y="4902200"/>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20" name="Group 19">
              <a:extLst>
                <a:ext uri="{FF2B5EF4-FFF2-40B4-BE49-F238E27FC236}">
                  <a16:creationId xmlns:a16="http://schemas.microsoft.com/office/drawing/2014/main" id="{568B7B3E-2365-FA48-B0BB-56705EDB6709}"/>
                </a:ext>
              </a:extLst>
            </p:cNvPr>
            <p:cNvGrpSpPr/>
            <p:nvPr userDrawn="1"/>
          </p:nvGrpSpPr>
          <p:grpSpPr>
            <a:xfrm>
              <a:off x="9163050" y="237744"/>
              <a:ext cx="91440" cy="4663440"/>
              <a:chOff x="-109730" y="231394"/>
              <a:chExt cx="91440" cy="4663440"/>
            </a:xfrm>
          </p:grpSpPr>
          <p:cxnSp>
            <p:nvCxnSpPr>
              <p:cNvPr id="21" name="Straight Connector 20">
                <a:extLst>
                  <a:ext uri="{FF2B5EF4-FFF2-40B4-BE49-F238E27FC236}">
                    <a16:creationId xmlns:a16="http://schemas.microsoft.com/office/drawing/2014/main" id="{F8CB4122-4D33-2A42-871B-AB33239DC529}"/>
                  </a:ext>
                </a:extLst>
              </p:cNvPr>
              <p:cNvCxnSpPr/>
              <p:nvPr userDrawn="1"/>
            </p:nvCxnSpPr>
            <p:spPr bwMode="auto">
              <a:xfrm flipH="1">
                <a:off x="-109730" y="64744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E1272E41-0FA7-6B41-B356-7A2B88AC448F}"/>
                  </a:ext>
                </a:extLst>
              </p:cNvPr>
              <p:cNvCxnSpPr/>
              <p:nvPr userDrawn="1"/>
            </p:nvCxnSpPr>
            <p:spPr bwMode="auto">
              <a:xfrm flipH="1">
                <a:off x="-109730" y="128295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3" name="Straight Connector 22">
                <a:extLst>
                  <a:ext uri="{FF2B5EF4-FFF2-40B4-BE49-F238E27FC236}">
                    <a16:creationId xmlns:a16="http://schemas.microsoft.com/office/drawing/2014/main" id="{784B5EE1-D003-1F47-8D33-3E312E35B1E7}"/>
                  </a:ext>
                </a:extLst>
              </p:cNvPr>
              <p:cNvCxnSpPr/>
              <p:nvPr userDrawn="1"/>
            </p:nvCxnSpPr>
            <p:spPr bwMode="auto">
              <a:xfrm flipH="1">
                <a:off x="-109730" y="192303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4" name="Straight Connector 23">
                <a:extLst>
                  <a:ext uri="{FF2B5EF4-FFF2-40B4-BE49-F238E27FC236}">
                    <a16:creationId xmlns:a16="http://schemas.microsoft.com/office/drawing/2014/main" id="{571409CD-4C1B-8E45-ACF9-86D270DA7692}"/>
                  </a:ext>
                </a:extLst>
              </p:cNvPr>
              <p:cNvCxnSpPr/>
              <p:nvPr userDrawn="1"/>
            </p:nvCxnSpPr>
            <p:spPr bwMode="auto">
              <a:xfrm flipH="1">
                <a:off x="-109730" y="256311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5" name="Straight Connector 24">
                <a:extLst>
                  <a:ext uri="{FF2B5EF4-FFF2-40B4-BE49-F238E27FC236}">
                    <a16:creationId xmlns:a16="http://schemas.microsoft.com/office/drawing/2014/main" id="{A131086F-34E8-8C46-8C5C-6BAA87172E82}"/>
                  </a:ext>
                </a:extLst>
              </p:cNvPr>
              <p:cNvCxnSpPr/>
              <p:nvPr userDrawn="1"/>
            </p:nvCxnSpPr>
            <p:spPr bwMode="auto">
              <a:xfrm flipH="1">
                <a:off x="-109730" y="320319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6" name="Straight Connector 25">
                <a:extLst>
                  <a:ext uri="{FF2B5EF4-FFF2-40B4-BE49-F238E27FC236}">
                    <a16:creationId xmlns:a16="http://schemas.microsoft.com/office/drawing/2014/main" id="{0A42B631-F25C-F54E-B854-80328E4DFBBC}"/>
                  </a:ext>
                </a:extLst>
              </p:cNvPr>
              <p:cNvCxnSpPr/>
              <p:nvPr userDrawn="1"/>
            </p:nvCxnSpPr>
            <p:spPr bwMode="auto">
              <a:xfrm flipH="1">
                <a:off x="-109730" y="384327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7" name="Straight Connector 26">
                <a:extLst>
                  <a:ext uri="{FF2B5EF4-FFF2-40B4-BE49-F238E27FC236}">
                    <a16:creationId xmlns:a16="http://schemas.microsoft.com/office/drawing/2014/main" id="{08D46B81-A248-A847-9183-C6BC43C53E85}"/>
                  </a:ext>
                </a:extLst>
              </p:cNvPr>
              <p:cNvCxnSpPr/>
              <p:nvPr userDrawn="1"/>
            </p:nvCxnSpPr>
            <p:spPr bwMode="auto">
              <a:xfrm flipH="1">
                <a:off x="-109730" y="448792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86FA5BE4-E196-EC4A-BC7A-95A47060EE08}"/>
                  </a:ext>
                </a:extLst>
              </p:cNvPr>
              <p:cNvCxnSpPr/>
              <p:nvPr userDrawn="1"/>
            </p:nvCxnSpPr>
            <p:spPr bwMode="auto">
              <a:xfrm flipH="1">
                <a:off x="-109730" y="23139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9" name="Straight Connector 28">
                <a:extLst>
                  <a:ext uri="{FF2B5EF4-FFF2-40B4-BE49-F238E27FC236}">
                    <a16:creationId xmlns:a16="http://schemas.microsoft.com/office/drawing/2014/main" id="{47A74DF6-412C-6548-B80E-F7E7ED8433A9}"/>
                  </a:ext>
                </a:extLst>
              </p:cNvPr>
              <p:cNvCxnSpPr/>
              <p:nvPr userDrawn="1"/>
            </p:nvCxnSpPr>
            <p:spPr bwMode="auto">
              <a:xfrm flipH="1">
                <a:off x="-109730" y="489483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sp>
        <p:nvSpPr>
          <p:cNvPr id="63" name="Footer Placeholder 2">
            <a:extLst>
              <a:ext uri="{FF2B5EF4-FFF2-40B4-BE49-F238E27FC236}">
                <a16:creationId xmlns:a16="http://schemas.microsoft.com/office/drawing/2014/main" id="{1A903B79-146F-0B42-A85F-9B48A2BF2C62}"/>
              </a:ext>
            </a:extLst>
          </p:cNvPr>
          <p:cNvSpPr>
            <a:spLocks noGrp="1"/>
          </p:cNvSpPr>
          <p:nvPr>
            <p:ph type="ftr" sz="quarter" idx="3"/>
          </p:nvPr>
        </p:nvSpPr>
        <p:spPr>
          <a:xfrm>
            <a:off x="210312" y="6073456"/>
            <a:ext cx="2438312" cy="546100"/>
          </a:xfrm>
          <a:prstGeom prst="rect">
            <a:avLst/>
          </a:prstGeom>
        </p:spPr>
        <p:txBody>
          <a:bodyPr anchor="b"/>
          <a:lstStyle>
            <a:lvl1pPr>
              <a:lnSpc>
                <a:spcPct val="150000"/>
              </a:lnSpc>
              <a:defRPr sz="1000" b="0" i="0">
                <a:solidFill>
                  <a:srgbClr val="50565B"/>
                </a:solidFill>
                <a:latin typeface="IBM Plex Sans" panose="020B0503050000000000" pitchFamily="34" charset="77"/>
              </a:defRPr>
            </a:lvl1pPr>
          </a:lstStyle>
          <a:p>
            <a:r>
              <a:rPr lang="en-US" b="1">
                <a:solidFill>
                  <a:schemeClr val="tx1"/>
                </a:solidFill>
                <a:latin typeface="IBM Plex Sans SmBld" panose="020B0503050000000000" pitchFamily="34" charset="77"/>
              </a:rPr>
              <a:t>Presentation title</a:t>
            </a:r>
          </a:p>
          <a:p>
            <a:r>
              <a:rPr lang="en-US"/>
              <a:t>IBM  |  Project/team name</a:t>
            </a:r>
            <a:endParaRPr lang="en-US" dirty="0"/>
          </a:p>
        </p:txBody>
      </p:sp>
      <p:sp>
        <p:nvSpPr>
          <p:cNvPr id="69" name="Rectangle 68">
            <a:extLst>
              <a:ext uri="{FF2B5EF4-FFF2-40B4-BE49-F238E27FC236}">
                <a16:creationId xmlns:a16="http://schemas.microsoft.com/office/drawing/2014/main" id="{A2A1D14C-E4DF-BE4C-9890-FD1023CFE4FA}"/>
              </a:ext>
            </a:extLst>
          </p:cNvPr>
          <p:cNvSpPr/>
          <p:nvPr userDrawn="1"/>
        </p:nvSpPr>
        <p:spPr bwMode="auto">
          <a:xfrm>
            <a:off x="7609610" y="0"/>
            <a:ext cx="4607777" cy="6851905"/>
          </a:xfrm>
          <a:prstGeom prst="rect">
            <a:avLst/>
          </a:prstGeom>
          <a:solidFill>
            <a:srgbClr val="051243"/>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90000"/>
              </a:lnSpc>
              <a:spcBef>
                <a:spcPct val="0"/>
              </a:spcBef>
              <a:spcAft>
                <a:spcPct val="0"/>
              </a:spcAft>
              <a:buClrTx/>
              <a:buSzTx/>
              <a:buFontTx/>
              <a:buNone/>
              <a:tabLst/>
            </a:pPr>
            <a:endParaRPr kumimoji="0" lang="en-US" sz="2000" b="0" i="0" u="none" strike="noStrike" cap="none" normalizeH="0" baseline="0" dirty="0">
              <a:ln>
                <a:noFill/>
              </a:ln>
              <a:solidFill>
                <a:srgbClr val="191919"/>
              </a:solidFill>
              <a:effectLst/>
              <a:latin typeface="HelvNeue Light for IBM" pitchFamily="34" charset="0"/>
            </a:endParaRPr>
          </a:p>
        </p:txBody>
      </p:sp>
      <p:sp>
        <p:nvSpPr>
          <p:cNvPr id="62" name="Text Placeholder 64">
            <a:extLst>
              <a:ext uri="{FF2B5EF4-FFF2-40B4-BE49-F238E27FC236}">
                <a16:creationId xmlns:a16="http://schemas.microsoft.com/office/drawing/2014/main" id="{55F28DC4-5D2A-194A-B37C-2E069A2F4164}"/>
              </a:ext>
            </a:extLst>
          </p:cNvPr>
          <p:cNvSpPr>
            <a:spLocks noGrp="1"/>
          </p:cNvSpPr>
          <p:nvPr>
            <p:ph type="body" sz="quarter" idx="10" hasCustomPrompt="1"/>
          </p:nvPr>
        </p:nvSpPr>
        <p:spPr>
          <a:xfrm>
            <a:off x="228600" y="326928"/>
            <a:ext cx="2438400" cy="1392335"/>
          </a:xfrm>
          <a:prstGeom prst="rect">
            <a:avLst/>
          </a:prstGeom>
        </p:spPr>
        <p:txBody>
          <a:bodyPr>
            <a:normAutofit/>
          </a:bodyPr>
          <a:lstStyle>
            <a:lvl1pPr>
              <a:defRPr sz="2400" b="0" i="0">
                <a:latin typeface="IBM Plex Sans" panose="020B0503050203000203" pitchFamily="34" charset="0"/>
              </a:defRPr>
            </a:lvl1pPr>
          </a:lstStyle>
          <a:p>
            <a:pPr lvl="0"/>
            <a:r>
              <a:rPr lang="en-US" dirty="0"/>
              <a:t>Slide title</a:t>
            </a:r>
          </a:p>
        </p:txBody>
      </p:sp>
      <p:sp>
        <p:nvSpPr>
          <p:cNvPr id="61" name="Rectangle 60">
            <a:extLst>
              <a:ext uri="{FF2B5EF4-FFF2-40B4-BE49-F238E27FC236}">
                <a16:creationId xmlns:a16="http://schemas.microsoft.com/office/drawing/2014/main" id="{A9ED2F1A-8737-A546-A5D3-6874DE8D8FAE}"/>
              </a:ext>
            </a:extLst>
          </p:cNvPr>
          <p:cNvSpPr/>
          <p:nvPr userDrawn="1"/>
        </p:nvSpPr>
        <p:spPr bwMode="auto">
          <a:xfrm>
            <a:off x="3057937" y="1"/>
            <a:ext cx="4582375" cy="6851714"/>
          </a:xfrm>
          <a:prstGeom prst="rect">
            <a:avLst/>
          </a:prstGeom>
          <a:solidFill>
            <a:srgbClr val="054ADA"/>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90000"/>
              </a:lnSpc>
              <a:spcBef>
                <a:spcPct val="0"/>
              </a:spcBef>
              <a:spcAft>
                <a:spcPct val="0"/>
              </a:spcAft>
              <a:buClrTx/>
              <a:buSzTx/>
              <a:buFontTx/>
              <a:buNone/>
              <a:tabLst/>
            </a:pPr>
            <a:endParaRPr kumimoji="0" lang="en-US" sz="2000" b="0" i="0" u="none" strike="noStrike" cap="none" normalizeH="0" baseline="0" dirty="0">
              <a:ln>
                <a:noFill/>
              </a:ln>
              <a:solidFill>
                <a:srgbClr val="191919"/>
              </a:solidFill>
              <a:effectLst/>
              <a:latin typeface="HelvNeue Light for IBM" pitchFamily="34" charset="0"/>
            </a:endParaRPr>
          </a:p>
        </p:txBody>
      </p:sp>
    </p:spTree>
    <p:extLst>
      <p:ext uri="{BB962C8B-B14F-4D97-AF65-F5344CB8AC3E}">
        <p14:creationId xmlns:p14="http://schemas.microsoft.com/office/powerpoint/2010/main" val="210688759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4 color">
    <p:spTree>
      <p:nvGrpSpPr>
        <p:cNvPr id="1" name=""/>
        <p:cNvGrpSpPr/>
        <p:nvPr/>
      </p:nvGrpSpPr>
      <p:grpSpPr>
        <a:xfrm>
          <a:off x="0" y="0"/>
          <a:ext cx="0" cy="0"/>
          <a:chOff x="0" y="0"/>
          <a:chExt cx="0" cy="0"/>
        </a:xfrm>
      </p:grpSpPr>
      <p:sp>
        <p:nvSpPr>
          <p:cNvPr id="71" name="Rectangle 70">
            <a:extLst>
              <a:ext uri="{FF2B5EF4-FFF2-40B4-BE49-F238E27FC236}">
                <a16:creationId xmlns:a16="http://schemas.microsoft.com/office/drawing/2014/main" id="{E3D35D99-0C4E-AA47-B9B3-35527D214953}"/>
              </a:ext>
            </a:extLst>
          </p:cNvPr>
          <p:cNvSpPr/>
          <p:nvPr userDrawn="1"/>
        </p:nvSpPr>
        <p:spPr bwMode="auto">
          <a:xfrm>
            <a:off x="3057941" y="-1"/>
            <a:ext cx="3086805" cy="6857991"/>
          </a:xfrm>
          <a:prstGeom prst="rect">
            <a:avLst/>
          </a:prstGeom>
          <a:solidFill>
            <a:srgbClr val="418CFF"/>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90000"/>
              </a:lnSpc>
              <a:spcBef>
                <a:spcPct val="0"/>
              </a:spcBef>
              <a:spcAft>
                <a:spcPct val="0"/>
              </a:spcAft>
              <a:buClrTx/>
              <a:buSzTx/>
              <a:buFontTx/>
              <a:buNone/>
              <a:tabLst/>
            </a:pPr>
            <a:endParaRPr kumimoji="0" lang="en-US" sz="2000" b="0" i="0" u="none" strike="noStrike" cap="none" normalizeH="0" baseline="0" dirty="0">
              <a:ln>
                <a:noFill/>
              </a:ln>
              <a:solidFill>
                <a:srgbClr val="191919"/>
              </a:solidFill>
              <a:effectLst/>
              <a:latin typeface="HelvNeue Light for IBM" pitchFamily="34" charset="0"/>
            </a:endParaRPr>
          </a:p>
        </p:txBody>
      </p:sp>
      <p:grpSp>
        <p:nvGrpSpPr>
          <p:cNvPr id="16" name="Group 15">
            <a:extLst>
              <a:ext uri="{FF2B5EF4-FFF2-40B4-BE49-F238E27FC236}">
                <a16:creationId xmlns:a16="http://schemas.microsoft.com/office/drawing/2014/main" id="{4E27F71D-749D-974B-AB68-C90C1F656661}"/>
              </a:ext>
            </a:extLst>
          </p:cNvPr>
          <p:cNvGrpSpPr/>
          <p:nvPr userDrawn="1"/>
        </p:nvGrpSpPr>
        <p:grpSpPr>
          <a:xfrm>
            <a:off x="-146307" y="-147320"/>
            <a:ext cx="12485627" cy="7152640"/>
            <a:chOff x="-109730" y="-110490"/>
            <a:chExt cx="9364220" cy="5364480"/>
          </a:xfrm>
        </p:grpSpPr>
        <p:grpSp>
          <p:nvGrpSpPr>
            <p:cNvPr id="17" name="Group 16">
              <a:extLst>
                <a:ext uri="{FF2B5EF4-FFF2-40B4-BE49-F238E27FC236}">
                  <a16:creationId xmlns:a16="http://schemas.microsoft.com/office/drawing/2014/main" id="{7033ABDB-33FA-424A-8022-BE25064AAE9B}"/>
                </a:ext>
              </a:extLst>
            </p:cNvPr>
            <p:cNvGrpSpPr/>
            <p:nvPr userDrawn="1"/>
          </p:nvGrpSpPr>
          <p:grpSpPr>
            <a:xfrm>
              <a:off x="228600" y="-110490"/>
              <a:ext cx="8686732" cy="91440"/>
              <a:chOff x="228600" y="-152400"/>
              <a:chExt cx="8686732" cy="152400"/>
            </a:xfrm>
          </p:grpSpPr>
          <p:cxnSp>
            <p:nvCxnSpPr>
              <p:cNvPr id="50" name="Straight Connector 49">
                <a:extLst>
                  <a:ext uri="{FF2B5EF4-FFF2-40B4-BE49-F238E27FC236}">
                    <a16:creationId xmlns:a16="http://schemas.microsoft.com/office/drawing/2014/main" id="{E028FABC-C57C-0B4D-ADC6-F0D9AC86E7C9}"/>
                  </a:ext>
                </a:extLst>
              </p:cNvPr>
              <p:cNvCxnSpPr/>
              <p:nvPr userDrawn="1"/>
            </p:nvCxnSpPr>
            <p:spPr bwMode="auto">
              <a:xfrm rot="5400000" flipH="1">
                <a:off x="152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1" name="Straight Connector 50">
                <a:extLst>
                  <a:ext uri="{FF2B5EF4-FFF2-40B4-BE49-F238E27FC236}">
                    <a16:creationId xmlns:a16="http://schemas.microsoft.com/office/drawing/2014/main" id="{CCE52FE3-158F-D14E-B6AE-3EE847C02A23}"/>
                  </a:ext>
                </a:extLst>
              </p:cNvPr>
              <p:cNvCxnSpPr/>
              <p:nvPr userDrawn="1"/>
            </p:nvCxnSpPr>
            <p:spPr bwMode="auto">
              <a:xfrm rot="5400000" flipH="1">
                <a:off x="1981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2" name="Straight Connector 51">
                <a:extLst>
                  <a:ext uri="{FF2B5EF4-FFF2-40B4-BE49-F238E27FC236}">
                    <a16:creationId xmlns:a16="http://schemas.microsoft.com/office/drawing/2014/main" id="{C6326F37-4F20-A241-8AC4-D933542FB91D}"/>
                  </a:ext>
                </a:extLst>
              </p:cNvPr>
              <p:cNvCxnSpPr/>
              <p:nvPr userDrawn="1"/>
            </p:nvCxnSpPr>
            <p:spPr bwMode="auto">
              <a:xfrm rot="5400000" flipH="1">
                <a:off x="2209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3" name="Straight Connector 52">
                <a:extLst>
                  <a:ext uri="{FF2B5EF4-FFF2-40B4-BE49-F238E27FC236}">
                    <a16:creationId xmlns:a16="http://schemas.microsoft.com/office/drawing/2014/main" id="{193EAF95-D519-4A43-A5B7-8F152B7AAAF3}"/>
                  </a:ext>
                </a:extLst>
              </p:cNvPr>
              <p:cNvCxnSpPr/>
              <p:nvPr userDrawn="1"/>
            </p:nvCxnSpPr>
            <p:spPr bwMode="auto">
              <a:xfrm rot="5400000" flipH="1">
                <a:off x="2438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4" name="Straight Connector 53">
                <a:extLst>
                  <a:ext uri="{FF2B5EF4-FFF2-40B4-BE49-F238E27FC236}">
                    <a16:creationId xmlns:a16="http://schemas.microsoft.com/office/drawing/2014/main" id="{63D1F6C8-6E33-8445-84CD-22391B38AE2F}"/>
                  </a:ext>
                </a:extLst>
              </p:cNvPr>
              <p:cNvCxnSpPr/>
              <p:nvPr userDrawn="1"/>
            </p:nvCxnSpPr>
            <p:spPr bwMode="auto">
              <a:xfrm rot="5400000" flipH="1">
                <a:off x="4267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5" name="Straight Connector 54">
                <a:extLst>
                  <a:ext uri="{FF2B5EF4-FFF2-40B4-BE49-F238E27FC236}">
                    <a16:creationId xmlns:a16="http://schemas.microsoft.com/office/drawing/2014/main" id="{7CC00B75-D288-0546-90E6-0FAF60915429}"/>
                  </a:ext>
                </a:extLst>
              </p:cNvPr>
              <p:cNvCxnSpPr/>
              <p:nvPr userDrawn="1"/>
            </p:nvCxnSpPr>
            <p:spPr bwMode="auto">
              <a:xfrm rot="5400000" flipH="1">
                <a:off x="4495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6" name="Straight Connector 55">
                <a:extLst>
                  <a:ext uri="{FF2B5EF4-FFF2-40B4-BE49-F238E27FC236}">
                    <a16:creationId xmlns:a16="http://schemas.microsoft.com/office/drawing/2014/main" id="{9E943793-FE0F-6F4D-98F4-B9E3837BCA91}"/>
                  </a:ext>
                </a:extLst>
              </p:cNvPr>
              <p:cNvCxnSpPr/>
              <p:nvPr userDrawn="1"/>
            </p:nvCxnSpPr>
            <p:spPr bwMode="auto">
              <a:xfrm rot="5400000" flipH="1">
                <a:off x="4724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7" name="Straight Connector 56">
                <a:extLst>
                  <a:ext uri="{FF2B5EF4-FFF2-40B4-BE49-F238E27FC236}">
                    <a16:creationId xmlns:a16="http://schemas.microsoft.com/office/drawing/2014/main" id="{B1C729D8-F1AE-2C45-BF73-3BFD621F4038}"/>
                  </a:ext>
                </a:extLst>
              </p:cNvPr>
              <p:cNvCxnSpPr/>
              <p:nvPr userDrawn="1"/>
            </p:nvCxnSpPr>
            <p:spPr bwMode="auto">
              <a:xfrm rot="5400000" flipH="1">
                <a:off x="6553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8" name="Straight Connector 57">
                <a:extLst>
                  <a:ext uri="{FF2B5EF4-FFF2-40B4-BE49-F238E27FC236}">
                    <a16:creationId xmlns:a16="http://schemas.microsoft.com/office/drawing/2014/main" id="{773341F0-E3B3-EB42-A739-32107097206A}"/>
                  </a:ext>
                </a:extLst>
              </p:cNvPr>
              <p:cNvCxnSpPr/>
              <p:nvPr userDrawn="1"/>
            </p:nvCxnSpPr>
            <p:spPr bwMode="auto">
              <a:xfrm rot="5400000" flipH="1">
                <a:off x="6781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9" name="Straight Connector 58">
                <a:extLst>
                  <a:ext uri="{FF2B5EF4-FFF2-40B4-BE49-F238E27FC236}">
                    <a16:creationId xmlns:a16="http://schemas.microsoft.com/office/drawing/2014/main" id="{89EDDA5B-8572-C545-8DFA-ABC33664C7A1}"/>
                  </a:ext>
                </a:extLst>
              </p:cNvPr>
              <p:cNvCxnSpPr/>
              <p:nvPr userDrawn="1"/>
            </p:nvCxnSpPr>
            <p:spPr bwMode="auto">
              <a:xfrm rot="5400000" flipH="1">
                <a:off x="7010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0" name="Straight Connector 59">
                <a:extLst>
                  <a:ext uri="{FF2B5EF4-FFF2-40B4-BE49-F238E27FC236}">
                    <a16:creationId xmlns:a16="http://schemas.microsoft.com/office/drawing/2014/main" id="{E0B85CAB-A5A1-6546-BA39-1598C1A1BF64}"/>
                  </a:ext>
                </a:extLst>
              </p:cNvPr>
              <p:cNvCxnSpPr/>
              <p:nvPr userDrawn="1"/>
            </p:nvCxnSpPr>
            <p:spPr bwMode="auto">
              <a:xfrm rot="5400000" flipH="1">
                <a:off x="8839132"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18" name="Group 17">
              <a:extLst>
                <a:ext uri="{FF2B5EF4-FFF2-40B4-BE49-F238E27FC236}">
                  <a16:creationId xmlns:a16="http://schemas.microsoft.com/office/drawing/2014/main" id="{4EE9C99B-7B10-AE41-8B1B-D8508EC96D36}"/>
                </a:ext>
              </a:extLst>
            </p:cNvPr>
            <p:cNvGrpSpPr/>
            <p:nvPr userDrawn="1"/>
          </p:nvGrpSpPr>
          <p:grpSpPr>
            <a:xfrm>
              <a:off x="228600" y="5162550"/>
              <a:ext cx="8686732" cy="91440"/>
              <a:chOff x="228600" y="5143500"/>
              <a:chExt cx="8686732" cy="152400"/>
            </a:xfrm>
          </p:grpSpPr>
          <p:cxnSp>
            <p:nvCxnSpPr>
              <p:cNvPr id="39" name="Straight Connector 38">
                <a:extLst>
                  <a:ext uri="{FF2B5EF4-FFF2-40B4-BE49-F238E27FC236}">
                    <a16:creationId xmlns:a16="http://schemas.microsoft.com/office/drawing/2014/main" id="{C65EA58F-D486-A749-9B47-9DD071000D4F}"/>
                  </a:ext>
                </a:extLst>
              </p:cNvPr>
              <p:cNvCxnSpPr/>
              <p:nvPr userDrawn="1"/>
            </p:nvCxnSpPr>
            <p:spPr bwMode="auto">
              <a:xfrm rot="5400000" flipH="1">
                <a:off x="152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9056486B-3E88-1F4E-A5B6-71F9C8038505}"/>
                  </a:ext>
                </a:extLst>
              </p:cNvPr>
              <p:cNvCxnSpPr/>
              <p:nvPr userDrawn="1"/>
            </p:nvCxnSpPr>
            <p:spPr bwMode="auto">
              <a:xfrm rot="5400000" flipH="1">
                <a:off x="1981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1" name="Straight Connector 40">
                <a:extLst>
                  <a:ext uri="{FF2B5EF4-FFF2-40B4-BE49-F238E27FC236}">
                    <a16:creationId xmlns:a16="http://schemas.microsoft.com/office/drawing/2014/main" id="{8F54F4A3-648E-3146-B408-995E6916E7DD}"/>
                  </a:ext>
                </a:extLst>
              </p:cNvPr>
              <p:cNvCxnSpPr/>
              <p:nvPr userDrawn="1"/>
            </p:nvCxnSpPr>
            <p:spPr bwMode="auto">
              <a:xfrm rot="5400000" flipH="1">
                <a:off x="2209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2" name="Straight Connector 41">
                <a:extLst>
                  <a:ext uri="{FF2B5EF4-FFF2-40B4-BE49-F238E27FC236}">
                    <a16:creationId xmlns:a16="http://schemas.microsoft.com/office/drawing/2014/main" id="{1DB512CA-21A6-9E45-BA56-12B8F4FE801F}"/>
                  </a:ext>
                </a:extLst>
              </p:cNvPr>
              <p:cNvCxnSpPr/>
              <p:nvPr userDrawn="1"/>
            </p:nvCxnSpPr>
            <p:spPr bwMode="auto">
              <a:xfrm rot="5400000" flipH="1">
                <a:off x="2438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3" name="Straight Connector 42">
                <a:extLst>
                  <a:ext uri="{FF2B5EF4-FFF2-40B4-BE49-F238E27FC236}">
                    <a16:creationId xmlns:a16="http://schemas.microsoft.com/office/drawing/2014/main" id="{2BFB8868-99DE-1A45-8575-1EA11710057F}"/>
                  </a:ext>
                </a:extLst>
              </p:cNvPr>
              <p:cNvCxnSpPr/>
              <p:nvPr userDrawn="1"/>
            </p:nvCxnSpPr>
            <p:spPr bwMode="auto">
              <a:xfrm rot="5400000" flipH="1">
                <a:off x="4267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4" name="Straight Connector 43">
                <a:extLst>
                  <a:ext uri="{FF2B5EF4-FFF2-40B4-BE49-F238E27FC236}">
                    <a16:creationId xmlns:a16="http://schemas.microsoft.com/office/drawing/2014/main" id="{730DE9A1-D9BD-524C-BE6F-1D6659196FBC}"/>
                  </a:ext>
                </a:extLst>
              </p:cNvPr>
              <p:cNvCxnSpPr/>
              <p:nvPr userDrawn="1"/>
            </p:nvCxnSpPr>
            <p:spPr bwMode="auto">
              <a:xfrm rot="5400000" flipH="1">
                <a:off x="4495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5" name="Straight Connector 44">
                <a:extLst>
                  <a:ext uri="{FF2B5EF4-FFF2-40B4-BE49-F238E27FC236}">
                    <a16:creationId xmlns:a16="http://schemas.microsoft.com/office/drawing/2014/main" id="{5ABAF5C8-E725-FD45-80A0-6EC368BF88BA}"/>
                  </a:ext>
                </a:extLst>
              </p:cNvPr>
              <p:cNvCxnSpPr/>
              <p:nvPr userDrawn="1"/>
            </p:nvCxnSpPr>
            <p:spPr bwMode="auto">
              <a:xfrm rot="5400000" flipH="1">
                <a:off x="4724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6" name="Straight Connector 45">
                <a:extLst>
                  <a:ext uri="{FF2B5EF4-FFF2-40B4-BE49-F238E27FC236}">
                    <a16:creationId xmlns:a16="http://schemas.microsoft.com/office/drawing/2014/main" id="{EBC18DE6-803B-7541-908A-41F6D4494834}"/>
                  </a:ext>
                </a:extLst>
              </p:cNvPr>
              <p:cNvCxnSpPr/>
              <p:nvPr userDrawn="1"/>
            </p:nvCxnSpPr>
            <p:spPr bwMode="auto">
              <a:xfrm rot="5400000" flipH="1">
                <a:off x="6553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7" name="Straight Connector 46">
                <a:extLst>
                  <a:ext uri="{FF2B5EF4-FFF2-40B4-BE49-F238E27FC236}">
                    <a16:creationId xmlns:a16="http://schemas.microsoft.com/office/drawing/2014/main" id="{737A4750-B9D5-5049-A414-7844F44D2F08}"/>
                  </a:ext>
                </a:extLst>
              </p:cNvPr>
              <p:cNvCxnSpPr/>
              <p:nvPr userDrawn="1"/>
            </p:nvCxnSpPr>
            <p:spPr bwMode="auto">
              <a:xfrm rot="5400000" flipH="1">
                <a:off x="6781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8" name="Straight Connector 47">
                <a:extLst>
                  <a:ext uri="{FF2B5EF4-FFF2-40B4-BE49-F238E27FC236}">
                    <a16:creationId xmlns:a16="http://schemas.microsoft.com/office/drawing/2014/main" id="{11CC3856-9176-894C-9678-78854179B583}"/>
                  </a:ext>
                </a:extLst>
              </p:cNvPr>
              <p:cNvCxnSpPr/>
              <p:nvPr userDrawn="1"/>
            </p:nvCxnSpPr>
            <p:spPr bwMode="auto">
              <a:xfrm rot="5400000" flipH="1">
                <a:off x="7010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9" name="Straight Connector 48">
                <a:extLst>
                  <a:ext uri="{FF2B5EF4-FFF2-40B4-BE49-F238E27FC236}">
                    <a16:creationId xmlns:a16="http://schemas.microsoft.com/office/drawing/2014/main" id="{3A4EF373-8CC5-F948-AA7B-C5EF10137299}"/>
                  </a:ext>
                </a:extLst>
              </p:cNvPr>
              <p:cNvCxnSpPr/>
              <p:nvPr userDrawn="1"/>
            </p:nvCxnSpPr>
            <p:spPr bwMode="auto">
              <a:xfrm rot="5400000" flipH="1">
                <a:off x="8839132"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19" name="Group 18">
              <a:extLst>
                <a:ext uri="{FF2B5EF4-FFF2-40B4-BE49-F238E27FC236}">
                  <a16:creationId xmlns:a16="http://schemas.microsoft.com/office/drawing/2014/main" id="{5EDFECA7-68A0-C74C-8702-67F215F53507}"/>
                </a:ext>
              </a:extLst>
            </p:cNvPr>
            <p:cNvGrpSpPr/>
            <p:nvPr userDrawn="1"/>
          </p:nvGrpSpPr>
          <p:grpSpPr>
            <a:xfrm>
              <a:off x="-109730" y="237744"/>
              <a:ext cx="91440" cy="4664456"/>
              <a:chOff x="-109730" y="237744"/>
              <a:chExt cx="91440" cy="4664456"/>
            </a:xfrm>
          </p:grpSpPr>
          <p:cxnSp>
            <p:nvCxnSpPr>
              <p:cNvPr id="30" name="Straight Connector 29">
                <a:extLst>
                  <a:ext uri="{FF2B5EF4-FFF2-40B4-BE49-F238E27FC236}">
                    <a16:creationId xmlns:a16="http://schemas.microsoft.com/office/drawing/2014/main" id="{B42BDEDC-364B-EC4F-9B43-9C5105374A26}"/>
                  </a:ext>
                </a:extLst>
              </p:cNvPr>
              <p:cNvCxnSpPr/>
              <p:nvPr userDrawn="1"/>
            </p:nvCxnSpPr>
            <p:spPr bwMode="auto">
              <a:xfrm flipH="1">
                <a:off x="-109730" y="65379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1" name="Straight Connector 30">
                <a:extLst>
                  <a:ext uri="{FF2B5EF4-FFF2-40B4-BE49-F238E27FC236}">
                    <a16:creationId xmlns:a16="http://schemas.microsoft.com/office/drawing/2014/main" id="{82746AEA-B7EE-6A45-A324-2780C5387E8B}"/>
                  </a:ext>
                </a:extLst>
              </p:cNvPr>
              <p:cNvCxnSpPr/>
              <p:nvPr userDrawn="1"/>
            </p:nvCxnSpPr>
            <p:spPr bwMode="auto">
              <a:xfrm flipH="1">
                <a:off x="-109730" y="128930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2" name="Straight Connector 31">
                <a:extLst>
                  <a:ext uri="{FF2B5EF4-FFF2-40B4-BE49-F238E27FC236}">
                    <a16:creationId xmlns:a16="http://schemas.microsoft.com/office/drawing/2014/main" id="{10F57C53-2F79-4140-B8DD-CFF27135CAA8}"/>
                  </a:ext>
                </a:extLst>
              </p:cNvPr>
              <p:cNvCxnSpPr/>
              <p:nvPr userDrawn="1"/>
            </p:nvCxnSpPr>
            <p:spPr bwMode="auto">
              <a:xfrm flipH="1">
                <a:off x="-109730" y="192938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3" name="Straight Connector 32">
                <a:extLst>
                  <a:ext uri="{FF2B5EF4-FFF2-40B4-BE49-F238E27FC236}">
                    <a16:creationId xmlns:a16="http://schemas.microsoft.com/office/drawing/2014/main" id="{D0D1241B-3B6D-564B-92C0-5F79295699BA}"/>
                  </a:ext>
                </a:extLst>
              </p:cNvPr>
              <p:cNvCxnSpPr/>
              <p:nvPr userDrawn="1"/>
            </p:nvCxnSpPr>
            <p:spPr bwMode="auto">
              <a:xfrm flipH="1">
                <a:off x="-109730" y="2570990"/>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4" name="Straight Connector 33">
                <a:extLst>
                  <a:ext uri="{FF2B5EF4-FFF2-40B4-BE49-F238E27FC236}">
                    <a16:creationId xmlns:a16="http://schemas.microsoft.com/office/drawing/2014/main" id="{4F1A65E1-A6DD-0E48-9328-F63C08A91C80}"/>
                  </a:ext>
                </a:extLst>
              </p:cNvPr>
              <p:cNvCxnSpPr/>
              <p:nvPr userDrawn="1"/>
            </p:nvCxnSpPr>
            <p:spPr bwMode="auto">
              <a:xfrm flipH="1">
                <a:off x="-109730" y="320954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5" name="Straight Connector 34">
                <a:extLst>
                  <a:ext uri="{FF2B5EF4-FFF2-40B4-BE49-F238E27FC236}">
                    <a16:creationId xmlns:a16="http://schemas.microsoft.com/office/drawing/2014/main" id="{DF1A857E-0280-4D4D-8C5E-78EB4893E8F3}"/>
                  </a:ext>
                </a:extLst>
              </p:cNvPr>
              <p:cNvCxnSpPr/>
              <p:nvPr userDrawn="1"/>
            </p:nvCxnSpPr>
            <p:spPr bwMode="auto">
              <a:xfrm flipH="1">
                <a:off x="-109730" y="384962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6" name="Straight Connector 35">
                <a:extLst>
                  <a:ext uri="{FF2B5EF4-FFF2-40B4-BE49-F238E27FC236}">
                    <a16:creationId xmlns:a16="http://schemas.microsoft.com/office/drawing/2014/main" id="{32EE49FC-4AC3-D84D-B296-8260919A4AFB}"/>
                  </a:ext>
                </a:extLst>
              </p:cNvPr>
              <p:cNvCxnSpPr/>
              <p:nvPr userDrawn="1"/>
            </p:nvCxnSpPr>
            <p:spPr bwMode="auto">
              <a:xfrm flipH="1">
                <a:off x="-109730" y="449427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7" name="Straight Connector 36">
                <a:extLst>
                  <a:ext uri="{FF2B5EF4-FFF2-40B4-BE49-F238E27FC236}">
                    <a16:creationId xmlns:a16="http://schemas.microsoft.com/office/drawing/2014/main" id="{A036B8A6-5887-EB43-A589-E9B55309975E}"/>
                  </a:ext>
                </a:extLst>
              </p:cNvPr>
              <p:cNvCxnSpPr/>
              <p:nvPr userDrawn="1"/>
            </p:nvCxnSpPr>
            <p:spPr bwMode="auto">
              <a:xfrm flipH="1">
                <a:off x="-109730" y="23774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8" name="Straight Connector 37">
                <a:extLst>
                  <a:ext uri="{FF2B5EF4-FFF2-40B4-BE49-F238E27FC236}">
                    <a16:creationId xmlns:a16="http://schemas.microsoft.com/office/drawing/2014/main" id="{886C2E2E-F476-B64B-A78C-E2A4F068B019}"/>
                  </a:ext>
                </a:extLst>
              </p:cNvPr>
              <p:cNvCxnSpPr/>
              <p:nvPr userDrawn="1"/>
            </p:nvCxnSpPr>
            <p:spPr bwMode="auto">
              <a:xfrm flipH="1">
                <a:off x="-109730" y="4902200"/>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20" name="Group 19">
              <a:extLst>
                <a:ext uri="{FF2B5EF4-FFF2-40B4-BE49-F238E27FC236}">
                  <a16:creationId xmlns:a16="http://schemas.microsoft.com/office/drawing/2014/main" id="{568B7B3E-2365-FA48-B0BB-56705EDB6709}"/>
                </a:ext>
              </a:extLst>
            </p:cNvPr>
            <p:cNvGrpSpPr/>
            <p:nvPr userDrawn="1"/>
          </p:nvGrpSpPr>
          <p:grpSpPr>
            <a:xfrm>
              <a:off x="9163050" y="237744"/>
              <a:ext cx="91440" cy="4663440"/>
              <a:chOff x="-109730" y="231394"/>
              <a:chExt cx="91440" cy="4663440"/>
            </a:xfrm>
          </p:grpSpPr>
          <p:cxnSp>
            <p:nvCxnSpPr>
              <p:cNvPr id="21" name="Straight Connector 20">
                <a:extLst>
                  <a:ext uri="{FF2B5EF4-FFF2-40B4-BE49-F238E27FC236}">
                    <a16:creationId xmlns:a16="http://schemas.microsoft.com/office/drawing/2014/main" id="{F8CB4122-4D33-2A42-871B-AB33239DC529}"/>
                  </a:ext>
                </a:extLst>
              </p:cNvPr>
              <p:cNvCxnSpPr/>
              <p:nvPr userDrawn="1"/>
            </p:nvCxnSpPr>
            <p:spPr bwMode="auto">
              <a:xfrm flipH="1">
                <a:off x="-109730" y="64744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E1272E41-0FA7-6B41-B356-7A2B88AC448F}"/>
                  </a:ext>
                </a:extLst>
              </p:cNvPr>
              <p:cNvCxnSpPr/>
              <p:nvPr userDrawn="1"/>
            </p:nvCxnSpPr>
            <p:spPr bwMode="auto">
              <a:xfrm flipH="1">
                <a:off x="-109730" y="128295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3" name="Straight Connector 22">
                <a:extLst>
                  <a:ext uri="{FF2B5EF4-FFF2-40B4-BE49-F238E27FC236}">
                    <a16:creationId xmlns:a16="http://schemas.microsoft.com/office/drawing/2014/main" id="{784B5EE1-D003-1F47-8D33-3E312E35B1E7}"/>
                  </a:ext>
                </a:extLst>
              </p:cNvPr>
              <p:cNvCxnSpPr/>
              <p:nvPr userDrawn="1"/>
            </p:nvCxnSpPr>
            <p:spPr bwMode="auto">
              <a:xfrm flipH="1">
                <a:off x="-109730" y="192303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4" name="Straight Connector 23">
                <a:extLst>
                  <a:ext uri="{FF2B5EF4-FFF2-40B4-BE49-F238E27FC236}">
                    <a16:creationId xmlns:a16="http://schemas.microsoft.com/office/drawing/2014/main" id="{571409CD-4C1B-8E45-ACF9-86D270DA7692}"/>
                  </a:ext>
                </a:extLst>
              </p:cNvPr>
              <p:cNvCxnSpPr/>
              <p:nvPr userDrawn="1"/>
            </p:nvCxnSpPr>
            <p:spPr bwMode="auto">
              <a:xfrm flipH="1">
                <a:off x="-109730" y="256311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5" name="Straight Connector 24">
                <a:extLst>
                  <a:ext uri="{FF2B5EF4-FFF2-40B4-BE49-F238E27FC236}">
                    <a16:creationId xmlns:a16="http://schemas.microsoft.com/office/drawing/2014/main" id="{A131086F-34E8-8C46-8C5C-6BAA87172E82}"/>
                  </a:ext>
                </a:extLst>
              </p:cNvPr>
              <p:cNvCxnSpPr/>
              <p:nvPr userDrawn="1"/>
            </p:nvCxnSpPr>
            <p:spPr bwMode="auto">
              <a:xfrm flipH="1">
                <a:off x="-109730" y="320319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6" name="Straight Connector 25">
                <a:extLst>
                  <a:ext uri="{FF2B5EF4-FFF2-40B4-BE49-F238E27FC236}">
                    <a16:creationId xmlns:a16="http://schemas.microsoft.com/office/drawing/2014/main" id="{0A42B631-F25C-F54E-B854-80328E4DFBBC}"/>
                  </a:ext>
                </a:extLst>
              </p:cNvPr>
              <p:cNvCxnSpPr/>
              <p:nvPr userDrawn="1"/>
            </p:nvCxnSpPr>
            <p:spPr bwMode="auto">
              <a:xfrm flipH="1">
                <a:off x="-109730" y="384327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7" name="Straight Connector 26">
                <a:extLst>
                  <a:ext uri="{FF2B5EF4-FFF2-40B4-BE49-F238E27FC236}">
                    <a16:creationId xmlns:a16="http://schemas.microsoft.com/office/drawing/2014/main" id="{08D46B81-A248-A847-9183-C6BC43C53E85}"/>
                  </a:ext>
                </a:extLst>
              </p:cNvPr>
              <p:cNvCxnSpPr/>
              <p:nvPr userDrawn="1"/>
            </p:nvCxnSpPr>
            <p:spPr bwMode="auto">
              <a:xfrm flipH="1">
                <a:off x="-109730" y="448792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86FA5BE4-E196-EC4A-BC7A-95A47060EE08}"/>
                  </a:ext>
                </a:extLst>
              </p:cNvPr>
              <p:cNvCxnSpPr/>
              <p:nvPr userDrawn="1"/>
            </p:nvCxnSpPr>
            <p:spPr bwMode="auto">
              <a:xfrm flipH="1">
                <a:off x="-109730" y="23139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9" name="Straight Connector 28">
                <a:extLst>
                  <a:ext uri="{FF2B5EF4-FFF2-40B4-BE49-F238E27FC236}">
                    <a16:creationId xmlns:a16="http://schemas.microsoft.com/office/drawing/2014/main" id="{47A74DF6-412C-6548-B80E-F7E7ED8433A9}"/>
                  </a:ext>
                </a:extLst>
              </p:cNvPr>
              <p:cNvCxnSpPr/>
              <p:nvPr userDrawn="1"/>
            </p:nvCxnSpPr>
            <p:spPr bwMode="auto">
              <a:xfrm flipH="1">
                <a:off x="-109730" y="489483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sp>
        <p:nvSpPr>
          <p:cNvPr id="61" name="Rectangle 60">
            <a:extLst>
              <a:ext uri="{FF2B5EF4-FFF2-40B4-BE49-F238E27FC236}">
                <a16:creationId xmlns:a16="http://schemas.microsoft.com/office/drawing/2014/main" id="{D61F4474-3901-4C4D-A98F-00C14B837DAD}"/>
              </a:ext>
            </a:extLst>
          </p:cNvPr>
          <p:cNvSpPr/>
          <p:nvPr userDrawn="1"/>
        </p:nvSpPr>
        <p:spPr bwMode="auto">
          <a:xfrm>
            <a:off x="6126376" y="-1"/>
            <a:ext cx="3047990" cy="6857991"/>
          </a:xfrm>
          <a:prstGeom prst="rect">
            <a:avLst/>
          </a:prstGeom>
          <a:solidFill>
            <a:srgbClr val="054ADA"/>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90000"/>
              </a:lnSpc>
              <a:spcBef>
                <a:spcPct val="0"/>
              </a:spcBef>
              <a:spcAft>
                <a:spcPct val="0"/>
              </a:spcAft>
              <a:buClrTx/>
              <a:buSzTx/>
              <a:buFontTx/>
              <a:buNone/>
              <a:tabLst/>
            </a:pPr>
            <a:endParaRPr kumimoji="0" lang="en-US" sz="2000" b="0" i="0" u="none" strike="noStrike" cap="none" normalizeH="0" baseline="0" dirty="0">
              <a:ln>
                <a:noFill/>
              </a:ln>
              <a:solidFill>
                <a:srgbClr val="191919"/>
              </a:solidFill>
              <a:effectLst/>
              <a:latin typeface="HelvNeue Light for IBM" pitchFamily="34" charset="0"/>
            </a:endParaRPr>
          </a:p>
        </p:txBody>
      </p:sp>
      <p:sp>
        <p:nvSpPr>
          <p:cNvPr id="62" name="Text Placeholder 64">
            <a:extLst>
              <a:ext uri="{FF2B5EF4-FFF2-40B4-BE49-F238E27FC236}">
                <a16:creationId xmlns:a16="http://schemas.microsoft.com/office/drawing/2014/main" id="{14977E61-25B7-E043-9326-ADE1DD50420E}"/>
              </a:ext>
            </a:extLst>
          </p:cNvPr>
          <p:cNvSpPr>
            <a:spLocks noGrp="1"/>
          </p:cNvSpPr>
          <p:nvPr>
            <p:ph type="body" sz="quarter" idx="10" hasCustomPrompt="1"/>
          </p:nvPr>
        </p:nvSpPr>
        <p:spPr>
          <a:xfrm>
            <a:off x="228600" y="326928"/>
            <a:ext cx="2438400" cy="1392335"/>
          </a:xfrm>
          <a:prstGeom prst="rect">
            <a:avLst/>
          </a:prstGeom>
        </p:spPr>
        <p:txBody>
          <a:bodyPr>
            <a:normAutofit/>
          </a:bodyPr>
          <a:lstStyle>
            <a:lvl1pPr>
              <a:defRPr sz="2400" b="0" i="0">
                <a:latin typeface="IBM Plex Sans" panose="020B0503050203000203" pitchFamily="34" charset="0"/>
              </a:defRPr>
            </a:lvl1pPr>
          </a:lstStyle>
          <a:p>
            <a:pPr lvl="0"/>
            <a:r>
              <a:rPr lang="en-US" dirty="0"/>
              <a:t>Slide title</a:t>
            </a:r>
          </a:p>
        </p:txBody>
      </p:sp>
      <p:sp>
        <p:nvSpPr>
          <p:cNvPr id="63" name="Rectangle 62">
            <a:extLst>
              <a:ext uri="{FF2B5EF4-FFF2-40B4-BE49-F238E27FC236}">
                <a16:creationId xmlns:a16="http://schemas.microsoft.com/office/drawing/2014/main" id="{555BBE92-C020-8748-8F12-DCB06B23BE6A}"/>
              </a:ext>
            </a:extLst>
          </p:cNvPr>
          <p:cNvSpPr/>
          <p:nvPr userDrawn="1"/>
        </p:nvSpPr>
        <p:spPr bwMode="auto">
          <a:xfrm>
            <a:off x="9169410" y="-1"/>
            <a:ext cx="3047990" cy="6857991"/>
          </a:xfrm>
          <a:prstGeom prst="rect">
            <a:avLst/>
          </a:prstGeom>
          <a:solidFill>
            <a:srgbClr val="051B75"/>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90000"/>
              </a:lnSpc>
              <a:spcBef>
                <a:spcPct val="0"/>
              </a:spcBef>
              <a:spcAft>
                <a:spcPct val="0"/>
              </a:spcAft>
              <a:buClrTx/>
              <a:buSzTx/>
              <a:buFontTx/>
              <a:buNone/>
              <a:tabLst/>
            </a:pPr>
            <a:endParaRPr kumimoji="0" lang="en-US" sz="2000" b="0" i="0" u="none" strike="noStrike" cap="none" normalizeH="0" baseline="0" dirty="0">
              <a:ln>
                <a:noFill/>
              </a:ln>
              <a:solidFill>
                <a:srgbClr val="191919"/>
              </a:solidFill>
              <a:effectLst/>
              <a:latin typeface="HelvNeue Light for IBM" pitchFamily="34" charset="0"/>
            </a:endParaRPr>
          </a:p>
        </p:txBody>
      </p:sp>
      <p:sp>
        <p:nvSpPr>
          <p:cNvPr id="64" name="Footer Placeholder 2">
            <a:extLst>
              <a:ext uri="{FF2B5EF4-FFF2-40B4-BE49-F238E27FC236}">
                <a16:creationId xmlns:a16="http://schemas.microsoft.com/office/drawing/2014/main" id="{B8167145-92E5-CD4A-ADEE-39E47775AA93}"/>
              </a:ext>
            </a:extLst>
          </p:cNvPr>
          <p:cNvSpPr>
            <a:spLocks noGrp="1"/>
          </p:cNvSpPr>
          <p:nvPr>
            <p:ph type="ftr" sz="quarter" idx="3"/>
          </p:nvPr>
        </p:nvSpPr>
        <p:spPr>
          <a:xfrm>
            <a:off x="210312" y="6073456"/>
            <a:ext cx="2438312" cy="546100"/>
          </a:xfrm>
          <a:prstGeom prst="rect">
            <a:avLst/>
          </a:prstGeom>
        </p:spPr>
        <p:txBody>
          <a:bodyPr anchor="b"/>
          <a:lstStyle>
            <a:lvl1pPr>
              <a:lnSpc>
                <a:spcPct val="150000"/>
              </a:lnSpc>
              <a:defRPr sz="1000" b="0" i="0">
                <a:solidFill>
                  <a:srgbClr val="50565B"/>
                </a:solidFill>
                <a:latin typeface="IBM Plex Sans" panose="020B0503050000000000" pitchFamily="34" charset="77"/>
              </a:defRPr>
            </a:lvl1pPr>
          </a:lstStyle>
          <a:p>
            <a:r>
              <a:rPr lang="en-US" b="1">
                <a:solidFill>
                  <a:schemeClr val="tx1"/>
                </a:solidFill>
                <a:latin typeface="IBM Plex Sans SmBld" panose="020B0503050000000000" pitchFamily="34" charset="77"/>
              </a:rPr>
              <a:t>Presentation title</a:t>
            </a:r>
          </a:p>
          <a:p>
            <a:r>
              <a:rPr lang="en-US"/>
              <a:t>IBM  |  Project/team name</a:t>
            </a:r>
            <a:endParaRPr lang="en-US" dirty="0"/>
          </a:p>
        </p:txBody>
      </p:sp>
    </p:spTree>
    <p:extLst>
      <p:ext uri="{BB962C8B-B14F-4D97-AF65-F5344CB8AC3E}">
        <p14:creationId xmlns:p14="http://schemas.microsoft.com/office/powerpoint/2010/main" val="356254536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Full width color">
    <p:spTree>
      <p:nvGrpSpPr>
        <p:cNvPr id="1" name=""/>
        <p:cNvGrpSpPr/>
        <p:nvPr/>
      </p:nvGrpSpPr>
      <p:grpSpPr>
        <a:xfrm>
          <a:off x="0" y="0"/>
          <a:ext cx="0" cy="0"/>
          <a:chOff x="0" y="0"/>
          <a:chExt cx="0" cy="0"/>
        </a:xfrm>
      </p:grpSpPr>
      <p:sp>
        <p:nvSpPr>
          <p:cNvPr id="63" name="Text Placeholder 64">
            <a:extLst>
              <a:ext uri="{FF2B5EF4-FFF2-40B4-BE49-F238E27FC236}">
                <a16:creationId xmlns:a16="http://schemas.microsoft.com/office/drawing/2014/main" id="{8C2C7DD2-38F4-D148-9C2D-B3E56B626554}"/>
              </a:ext>
            </a:extLst>
          </p:cNvPr>
          <p:cNvSpPr>
            <a:spLocks noGrp="1"/>
          </p:cNvSpPr>
          <p:nvPr>
            <p:ph type="body" sz="quarter" idx="11" hasCustomPrompt="1"/>
          </p:nvPr>
        </p:nvSpPr>
        <p:spPr>
          <a:xfrm>
            <a:off x="228599" y="326929"/>
            <a:ext cx="5477689" cy="553198"/>
          </a:xfrm>
          <a:prstGeom prst="rect">
            <a:avLst/>
          </a:prstGeom>
        </p:spPr>
        <p:txBody>
          <a:bodyPr>
            <a:normAutofit/>
          </a:bodyPr>
          <a:lstStyle>
            <a:lvl1pPr>
              <a:defRPr sz="2400" b="0" i="0">
                <a:latin typeface="IBM Plex Sans" panose="020B0503050203000203" pitchFamily="34" charset="0"/>
              </a:defRPr>
            </a:lvl1pPr>
          </a:lstStyle>
          <a:p>
            <a:pPr lvl="0"/>
            <a:r>
              <a:rPr lang="en-US" dirty="0"/>
              <a:t>Slide title</a:t>
            </a:r>
          </a:p>
        </p:txBody>
      </p:sp>
      <p:sp>
        <p:nvSpPr>
          <p:cNvPr id="71" name="Rectangle 70">
            <a:extLst>
              <a:ext uri="{FF2B5EF4-FFF2-40B4-BE49-F238E27FC236}">
                <a16:creationId xmlns:a16="http://schemas.microsoft.com/office/drawing/2014/main" id="{E3D35D99-0C4E-AA47-B9B3-35527D214953}"/>
              </a:ext>
            </a:extLst>
          </p:cNvPr>
          <p:cNvSpPr/>
          <p:nvPr userDrawn="1"/>
        </p:nvSpPr>
        <p:spPr bwMode="auto">
          <a:xfrm>
            <a:off x="122" y="1235386"/>
            <a:ext cx="3048000" cy="5614486"/>
          </a:xfrm>
          <a:prstGeom prst="rect">
            <a:avLst/>
          </a:prstGeom>
          <a:solidFill>
            <a:srgbClr val="97C1FF"/>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90000"/>
              </a:lnSpc>
              <a:spcBef>
                <a:spcPct val="0"/>
              </a:spcBef>
              <a:spcAft>
                <a:spcPct val="0"/>
              </a:spcAft>
              <a:buClrTx/>
              <a:buSzTx/>
              <a:buFontTx/>
              <a:buNone/>
              <a:tabLst/>
            </a:pPr>
            <a:endParaRPr kumimoji="0" lang="en-US" sz="2000" b="0" i="0" u="none" strike="noStrike" cap="none" normalizeH="0" baseline="0" dirty="0">
              <a:ln>
                <a:noFill/>
              </a:ln>
              <a:solidFill>
                <a:srgbClr val="191919"/>
              </a:solidFill>
              <a:effectLst/>
              <a:latin typeface="HelvNeue Light for IBM" pitchFamily="34" charset="0"/>
            </a:endParaRPr>
          </a:p>
        </p:txBody>
      </p:sp>
      <p:grpSp>
        <p:nvGrpSpPr>
          <p:cNvPr id="16" name="Group 15">
            <a:extLst>
              <a:ext uri="{FF2B5EF4-FFF2-40B4-BE49-F238E27FC236}">
                <a16:creationId xmlns:a16="http://schemas.microsoft.com/office/drawing/2014/main" id="{4E27F71D-749D-974B-AB68-C90C1F656661}"/>
              </a:ext>
            </a:extLst>
          </p:cNvPr>
          <p:cNvGrpSpPr/>
          <p:nvPr userDrawn="1"/>
        </p:nvGrpSpPr>
        <p:grpSpPr>
          <a:xfrm>
            <a:off x="-146307" y="-147320"/>
            <a:ext cx="12485627" cy="7152640"/>
            <a:chOff x="-109730" y="-110490"/>
            <a:chExt cx="9364220" cy="5364480"/>
          </a:xfrm>
        </p:grpSpPr>
        <p:grpSp>
          <p:nvGrpSpPr>
            <p:cNvPr id="17" name="Group 16">
              <a:extLst>
                <a:ext uri="{FF2B5EF4-FFF2-40B4-BE49-F238E27FC236}">
                  <a16:creationId xmlns:a16="http://schemas.microsoft.com/office/drawing/2014/main" id="{7033ABDB-33FA-424A-8022-BE25064AAE9B}"/>
                </a:ext>
              </a:extLst>
            </p:cNvPr>
            <p:cNvGrpSpPr/>
            <p:nvPr userDrawn="1"/>
          </p:nvGrpSpPr>
          <p:grpSpPr>
            <a:xfrm>
              <a:off x="228600" y="-110490"/>
              <a:ext cx="8686732" cy="91440"/>
              <a:chOff x="228600" y="-152400"/>
              <a:chExt cx="8686732" cy="152400"/>
            </a:xfrm>
          </p:grpSpPr>
          <p:cxnSp>
            <p:nvCxnSpPr>
              <p:cNvPr id="50" name="Straight Connector 49">
                <a:extLst>
                  <a:ext uri="{FF2B5EF4-FFF2-40B4-BE49-F238E27FC236}">
                    <a16:creationId xmlns:a16="http://schemas.microsoft.com/office/drawing/2014/main" id="{E028FABC-C57C-0B4D-ADC6-F0D9AC86E7C9}"/>
                  </a:ext>
                </a:extLst>
              </p:cNvPr>
              <p:cNvCxnSpPr/>
              <p:nvPr userDrawn="1"/>
            </p:nvCxnSpPr>
            <p:spPr bwMode="auto">
              <a:xfrm rot="5400000" flipH="1">
                <a:off x="152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1" name="Straight Connector 50">
                <a:extLst>
                  <a:ext uri="{FF2B5EF4-FFF2-40B4-BE49-F238E27FC236}">
                    <a16:creationId xmlns:a16="http://schemas.microsoft.com/office/drawing/2014/main" id="{CCE52FE3-158F-D14E-B6AE-3EE847C02A23}"/>
                  </a:ext>
                </a:extLst>
              </p:cNvPr>
              <p:cNvCxnSpPr/>
              <p:nvPr userDrawn="1"/>
            </p:nvCxnSpPr>
            <p:spPr bwMode="auto">
              <a:xfrm rot="5400000" flipH="1">
                <a:off x="1981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2" name="Straight Connector 51">
                <a:extLst>
                  <a:ext uri="{FF2B5EF4-FFF2-40B4-BE49-F238E27FC236}">
                    <a16:creationId xmlns:a16="http://schemas.microsoft.com/office/drawing/2014/main" id="{C6326F37-4F20-A241-8AC4-D933542FB91D}"/>
                  </a:ext>
                </a:extLst>
              </p:cNvPr>
              <p:cNvCxnSpPr/>
              <p:nvPr userDrawn="1"/>
            </p:nvCxnSpPr>
            <p:spPr bwMode="auto">
              <a:xfrm rot="5400000" flipH="1">
                <a:off x="2209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3" name="Straight Connector 52">
                <a:extLst>
                  <a:ext uri="{FF2B5EF4-FFF2-40B4-BE49-F238E27FC236}">
                    <a16:creationId xmlns:a16="http://schemas.microsoft.com/office/drawing/2014/main" id="{193EAF95-D519-4A43-A5B7-8F152B7AAAF3}"/>
                  </a:ext>
                </a:extLst>
              </p:cNvPr>
              <p:cNvCxnSpPr/>
              <p:nvPr userDrawn="1"/>
            </p:nvCxnSpPr>
            <p:spPr bwMode="auto">
              <a:xfrm rot="5400000" flipH="1">
                <a:off x="2438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4" name="Straight Connector 53">
                <a:extLst>
                  <a:ext uri="{FF2B5EF4-FFF2-40B4-BE49-F238E27FC236}">
                    <a16:creationId xmlns:a16="http://schemas.microsoft.com/office/drawing/2014/main" id="{63D1F6C8-6E33-8445-84CD-22391B38AE2F}"/>
                  </a:ext>
                </a:extLst>
              </p:cNvPr>
              <p:cNvCxnSpPr/>
              <p:nvPr userDrawn="1"/>
            </p:nvCxnSpPr>
            <p:spPr bwMode="auto">
              <a:xfrm rot="5400000" flipH="1">
                <a:off x="4267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5" name="Straight Connector 54">
                <a:extLst>
                  <a:ext uri="{FF2B5EF4-FFF2-40B4-BE49-F238E27FC236}">
                    <a16:creationId xmlns:a16="http://schemas.microsoft.com/office/drawing/2014/main" id="{7CC00B75-D288-0546-90E6-0FAF60915429}"/>
                  </a:ext>
                </a:extLst>
              </p:cNvPr>
              <p:cNvCxnSpPr/>
              <p:nvPr userDrawn="1"/>
            </p:nvCxnSpPr>
            <p:spPr bwMode="auto">
              <a:xfrm rot="5400000" flipH="1">
                <a:off x="4495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6" name="Straight Connector 55">
                <a:extLst>
                  <a:ext uri="{FF2B5EF4-FFF2-40B4-BE49-F238E27FC236}">
                    <a16:creationId xmlns:a16="http://schemas.microsoft.com/office/drawing/2014/main" id="{9E943793-FE0F-6F4D-98F4-B9E3837BCA91}"/>
                  </a:ext>
                </a:extLst>
              </p:cNvPr>
              <p:cNvCxnSpPr/>
              <p:nvPr userDrawn="1"/>
            </p:nvCxnSpPr>
            <p:spPr bwMode="auto">
              <a:xfrm rot="5400000" flipH="1">
                <a:off x="4724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7" name="Straight Connector 56">
                <a:extLst>
                  <a:ext uri="{FF2B5EF4-FFF2-40B4-BE49-F238E27FC236}">
                    <a16:creationId xmlns:a16="http://schemas.microsoft.com/office/drawing/2014/main" id="{B1C729D8-F1AE-2C45-BF73-3BFD621F4038}"/>
                  </a:ext>
                </a:extLst>
              </p:cNvPr>
              <p:cNvCxnSpPr/>
              <p:nvPr userDrawn="1"/>
            </p:nvCxnSpPr>
            <p:spPr bwMode="auto">
              <a:xfrm rot="5400000" flipH="1">
                <a:off x="6553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8" name="Straight Connector 57">
                <a:extLst>
                  <a:ext uri="{FF2B5EF4-FFF2-40B4-BE49-F238E27FC236}">
                    <a16:creationId xmlns:a16="http://schemas.microsoft.com/office/drawing/2014/main" id="{773341F0-E3B3-EB42-A739-32107097206A}"/>
                  </a:ext>
                </a:extLst>
              </p:cNvPr>
              <p:cNvCxnSpPr/>
              <p:nvPr userDrawn="1"/>
            </p:nvCxnSpPr>
            <p:spPr bwMode="auto">
              <a:xfrm rot="5400000" flipH="1">
                <a:off x="6781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9" name="Straight Connector 58">
                <a:extLst>
                  <a:ext uri="{FF2B5EF4-FFF2-40B4-BE49-F238E27FC236}">
                    <a16:creationId xmlns:a16="http://schemas.microsoft.com/office/drawing/2014/main" id="{89EDDA5B-8572-C545-8DFA-ABC33664C7A1}"/>
                  </a:ext>
                </a:extLst>
              </p:cNvPr>
              <p:cNvCxnSpPr/>
              <p:nvPr userDrawn="1"/>
            </p:nvCxnSpPr>
            <p:spPr bwMode="auto">
              <a:xfrm rot="5400000" flipH="1">
                <a:off x="7010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0" name="Straight Connector 59">
                <a:extLst>
                  <a:ext uri="{FF2B5EF4-FFF2-40B4-BE49-F238E27FC236}">
                    <a16:creationId xmlns:a16="http://schemas.microsoft.com/office/drawing/2014/main" id="{E0B85CAB-A5A1-6546-BA39-1598C1A1BF64}"/>
                  </a:ext>
                </a:extLst>
              </p:cNvPr>
              <p:cNvCxnSpPr/>
              <p:nvPr userDrawn="1"/>
            </p:nvCxnSpPr>
            <p:spPr bwMode="auto">
              <a:xfrm rot="5400000" flipH="1">
                <a:off x="8839132"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18" name="Group 17">
              <a:extLst>
                <a:ext uri="{FF2B5EF4-FFF2-40B4-BE49-F238E27FC236}">
                  <a16:creationId xmlns:a16="http://schemas.microsoft.com/office/drawing/2014/main" id="{4EE9C99B-7B10-AE41-8B1B-D8508EC96D36}"/>
                </a:ext>
              </a:extLst>
            </p:cNvPr>
            <p:cNvGrpSpPr/>
            <p:nvPr userDrawn="1"/>
          </p:nvGrpSpPr>
          <p:grpSpPr>
            <a:xfrm>
              <a:off x="228600" y="5162550"/>
              <a:ext cx="8686732" cy="91440"/>
              <a:chOff x="228600" y="5143500"/>
              <a:chExt cx="8686732" cy="152400"/>
            </a:xfrm>
          </p:grpSpPr>
          <p:cxnSp>
            <p:nvCxnSpPr>
              <p:cNvPr id="39" name="Straight Connector 38">
                <a:extLst>
                  <a:ext uri="{FF2B5EF4-FFF2-40B4-BE49-F238E27FC236}">
                    <a16:creationId xmlns:a16="http://schemas.microsoft.com/office/drawing/2014/main" id="{C65EA58F-D486-A749-9B47-9DD071000D4F}"/>
                  </a:ext>
                </a:extLst>
              </p:cNvPr>
              <p:cNvCxnSpPr/>
              <p:nvPr userDrawn="1"/>
            </p:nvCxnSpPr>
            <p:spPr bwMode="auto">
              <a:xfrm rot="5400000" flipH="1">
                <a:off x="152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9056486B-3E88-1F4E-A5B6-71F9C8038505}"/>
                  </a:ext>
                </a:extLst>
              </p:cNvPr>
              <p:cNvCxnSpPr/>
              <p:nvPr userDrawn="1"/>
            </p:nvCxnSpPr>
            <p:spPr bwMode="auto">
              <a:xfrm rot="5400000" flipH="1">
                <a:off x="1981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1" name="Straight Connector 40">
                <a:extLst>
                  <a:ext uri="{FF2B5EF4-FFF2-40B4-BE49-F238E27FC236}">
                    <a16:creationId xmlns:a16="http://schemas.microsoft.com/office/drawing/2014/main" id="{8F54F4A3-648E-3146-B408-995E6916E7DD}"/>
                  </a:ext>
                </a:extLst>
              </p:cNvPr>
              <p:cNvCxnSpPr/>
              <p:nvPr userDrawn="1"/>
            </p:nvCxnSpPr>
            <p:spPr bwMode="auto">
              <a:xfrm rot="5400000" flipH="1">
                <a:off x="2209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2" name="Straight Connector 41">
                <a:extLst>
                  <a:ext uri="{FF2B5EF4-FFF2-40B4-BE49-F238E27FC236}">
                    <a16:creationId xmlns:a16="http://schemas.microsoft.com/office/drawing/2014/main" id="{1DB512CA-21A6-9E45-BA56-12B8F4FE801F}"/>
                  </a:ext>
                </a:extLst>
              </p:cNvPr>
              <p:cNvCxnSpPr/>
              <p:nvPr userDrawn="1"/>
            </p:nvCxnSpPr>
            <p:spPr bwMode="auto">
              <a:xfrm rot="5400000" flipH="1">
                <a:off x="2438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3" name="Straight Connector 42">
                <a:extLst>
                  <a:ext uri="{FF2B5EF4-FFF2-40B4-BE49-F238E27FC236}">
                    <a16:creationId xmlns:a16="http://schemas.microsoft.com/office/drawing/2014/main" id="{2BFB8868-99DE-1A45-8575-1EA11710057F}"/>
                  </a:ext>
                </a:extLst>
              </p:cNvPr>
              <p:cNvCxnSpPr/>
              <p:nvPr userDrawn="1"/>
            </p:nvCxnSpPr>
            <p:spPr bwMode="auto">
              <a:xfrm rot="5400000" flipH="1">
                <a:off x="4267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4" name="Straight Connector 43">
                <a:extLst>
                  <a:ext uri="{FF2B5EF4-FFF2-40B4-BE49-F238E27FC236}">
                    <a16:creationId xmlns:a16="http://schemas.microsoft.com/office/drawing/2014/main" id="{730DE9A1-D9BD-524C-BE6F-1D6659196FBC}"/>
                  </a:ext>
                </a:extLst>
              </p:cNvPr>
              <p:cNvCxnSpPr/>
              <p:nvPr userDrawn="1"/>
            </p:nvCxnSpPr>
            <p:spPr bwMode="auto">
              <a:xfrm rot="5400000" flipH="1">
                <a:off x="4495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5" name="Straight Connector 44">
                <a:extLst>
                  <a:ext uri="{FF2B5EF4-FFF2-40B4-BE49-F238E27FC236}">
                    <a16:creationId xmlns:a16="http://schemas.microsoft.com/office/drawing/2014/main" id="{5ABAF5C8-E725-FD45-80A0-6EC368BF88BA}"/>
                  </a:ext>
                </a:extLst>
              </p:cNvPr>
              <p:cNvCxnSpPr/>
              <p:nvPr userDrawn="1"/>
            </p:nvCxnSpPr>
            <p:spPr bwMode="auto">
              <a:xfrm rot="5400000" flipH="1">
                <a:off x="4724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6" name="Straight Connector 45">
                <a:extLst>
                  <a:ext uri="{FF2B5EF4-FFF2-40B4-BE49-F238E27FC236}">
                    <a16:creationId xmlns:a16="http://schemas.microsoft.com/office/drawing/2014/main" id="{EBC18DE6-803B-7541-908A-41F6D4494834}"/>
                  </a:ext>
                </a:extLst>
              </p:cNvPr>
              <p:cNvCxnSpPr/>
              <p:nvPr userDrawn="1"/>
            </p:nvCxnSpPr>
            <p:spPr bwMode="auto">
              <a:xfrm rot="5400000" flipH="1">
                <a:off x="6553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7" name="Straight Connector 46">
                <a:extLst>
                  <a:ext uri="{FF2B5EF4-FFF2-40B4-BE49-F238E27FC236}">
                    <a16:creationId xmlns:a16="http://schemas.microsoft.com/office/drawing/2014/main" id="{737A4750-B9D5-5049-A414-7844F44D2F08}"/>
                  </a:ext>
                </a:extLst>
              </p:cNvPr>
              <p:cNvCxnSpPr/>
              <p:nvPr userDrawn="1"/>
            </p:nvCxnSpPr>
            <p:spPr bwMode="auto">
              <a:xfrm rot="5400000" flipH="1">
                <a:off x="6781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8" name="Straight Connector 47">
                <a:extLst>
                  <a:ext uri="{FF2B5EF4-FFF2-40B4-BE49-F238E27FC236}">
                    <a16:creationId xmlns:a16="http://schemas.microsoft.com/office/drawing/2014/main" id="{11CC3856-9176-894C-9678-78854179B583}"/>
                  </a:ext>
                </a:extLst>
              </p:cNvPr>
              <p:cNvCxnSpPr/>
              <p:nvPr userDrawn="1"/>
            </p:nvCxnSpPr>
            <p:spPr bwMode="auto">
              <a:xfrm rot="5400000" flipH="1">
                <a:off x="7010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9" name="Straight Connector 48">
                <a:extLst>
                  <a:ext uri="{FF2B5EF4-FFF2-40B4-BE49-F238E27FC236}">
                    <a16:creationId xmlns:a16="http://schemas.microsoft.com/office/drawing/2014/main" id="{3A4EF373-8CC5-F948-AA7B-C5EF10137299}"/>
                  </a:ext>
                </a:extLst>
              </p:cNvPr>
              <p:cNvCxnSpPr/>
              <p:nvPr userDrawn="1"/>
            </p:nvCxnSpPr>
            <p:spPr bwMode="auto">
              <a:xfrm rot="5400000" flipH="1">
                <a:off x="8839132"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19" name="Group 18">
              <a:extLst>
                <a:ext uri="{FF2B5EF4-FFF2-40B4-BE49-F238E27FC236}">
                  <a16:creationId xmlns:a16="http://schemas.microsoft.com/office/drawing/2014/main" id="{5EDFECA7-68A0-C74C-8702-67F215F53507}"/>
                </a:ext>
              </a:extLst>
            </p:cNvPr>
            <p:cNvGrpSpPr/>
            <p:nvPr userDrawn="1"/>
          </p:nvGrpSpPr>
          <p:grpSpPr>
            <a:xfrm>
              <a:off x="-109730" y="237744"/>
              <a:ext cx="91440" cy="4664456"/>
              <a:chOff x="-109730" y="237744"/>
              <a:chExt cx="91440" cy="4664456"/>
            </a:xfrm>
          </p:grpSpPr>
          <p:cxnSp>
            <p:nvCxnSpPr>
              <p:cNvPr id="30" name="Straight Connector 29">
                <a:extLst>
                  <a:ext uri="{FF2B5EF4-FFF2-40B4-BE49-F238E27FC236}">
                    <a16:creationId xmlns:a16="http://schemas.microsoft.com/office/drawing/2014/main" id="{B42BDEDC-364B-EC4F-9B43-9C5105374A26}"/>
                  </a:ext>
                </a:extLst>
              </p:cNvPr>
              <p:cNvCxnSpPr/>
              <p:nvPr userDrawn="1"/>
            </p:nvCxnSpPr>
            <p:spPr bwMode="auto">
              <a:xfrm flipH="1">
                <a:off x="-109730" y="65379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1" name="Straight Connector 30">
                <a:extLst>
                  <a:ext uri="{FF2B5EF4-FFF2-40B4-BE49-F238E27FC236}">
                    <a16:creationId xmlns:a16="http://schemas.microsoft.com/office/drawing/2014/main" id="{82746AEA-B7EE-6A45-A324-2780C5387E8B}"/>
                  </a:ext>
                </a:extLst>
              </p:cNvPr>
              <p:cNvCxnSpPr/>
              <p:nvPr userDrawn="1"/>
            </p:nvCxnSpPr>
            <p:spPr bwMode="auto">
              <a:xfrm flipH="1">
                <a:off x="-109730" y="128930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2" name="Straight Connector 31">
                <a:extLst>
                  <a:ext uri="{FF2B5EF4-FFF2-40B4-BE49-F238E27FC236}">
                    <a16:creationId xmlns:a16="http://schemas.microsoft.com/office/drawing/2014/main" id="{10F57C53-2F79-4140-B8DD-CFF27135CAA8}"/>
                  </a:ext>
                </a:extLst>
              </p:cNvPr>
              <p:cNvCxnSpPr/>
              <p:nvPr userDrawn="1"/>
            </p:nvCxnSpPr>
            <p:spPr bwMode="auto">
              <a:xfrm flipH="1">
                <a:off x="-109730" y="192938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3" name="Straight Connector 32">
                <a:extLst>
                  <a:ext uri="{FF2B5EF4-FFF2-40B4-BE49-F238E27FC236}">
                    <a16:creationId xmlns:a16="http://schemas.microsoft.com/office/drawing/2014/main" id="{D0D1241B-3B6D-564B-92C0-5F79295699BA}"/>
                  </a:ext>
                </a:extLst>
              </p:cNvPr>
              <p:cNvCxnSpPr/>
              <p:nvPr userDrawn="1"/>
            </p:nvCxnSpPr>
            <p:spPr bwMode="auto">
              <a:xfrm flipH="1">
                <a:off x="-109730" y="2570990"/>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4" name="Straight Connector 33">
                <a:extLst>
                  <a:ext uri="{FF2B5EF4-FFF2-40B4-BE49-F238E27FC236}">
                    <a16:creationId xmlns:a16="http://schemas.microsoft.com/office/drawing/2014/main" id="{4F1A65E1-A6DD-0E48-9328-F63C08A91C80}"/>
                  </a:ext>
                </a:extLst>
              </p:cNvPr>
              <p:cNvCxnSpPr/>
              <p:nvPr userDrawn="1"/>
            </p:nvCxnSpPr>
            <p:spPr bwMode="auto">
              <a:xfrm flipH="1">
                <a:off x="-109730" y="320954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5" name="Straight Connector 34">
                <a:extLst>
                  <a:ext uri="{FF2B5EF4-FFF2-40B4-BE49-F238E27FC236}">
                    <a16:creationId xmlns:a16="http://schemas.microsoft.com/office/drawing/2014/main" id="{DF1A857E-0280-4D4D-8C5E-78EB4893E8F3}"/>
                  </a:ext>
                </a:extLst>
              </p:cNvPr>
              <p:cNvCxnSpPr/>
              <p:nvPr userDrawn="1"/>
            </p:nvCxnSpPr>
            <p:spPr bwMode="auto">
              <a:xfrm flipH="1">
                <a:off x="-109730" y="384962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6" name="Straight Connector 35">
                <a:extLst>
                  <a:ext uri="{FF2B5EF4-FFF2-40B4-BE49-F238E27FC236}">
                    <a16:creationId xmlns:a16="http://schemas.microsoft.com/office/drawing/2014/main" id="{32EE49FC-4AC3-D84D-B296-8260919A4AFB}"/>
                  </a:ext>
                </a:extLst>
              </p:cNvPr>
              <p:cNvCxnSpPr/>
              <p:nvPr userDrawn="1"/>
            </p:nvCxnSpPr>
            <p:spPr bwMode="auto">
              <a:xfrm flipH="1">
                <a:off x="-109730" y="449427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7" name="Straight Connector 36">
                <a:extLst>
                  <a:ext uri="{FF2B5EF4-FFF2-40B4-BE49-F238E27FC236}">
                    <a16:creationId xmlns:a16="http://schemas.microsoft.com/office/drawing/2014/main" id="{A036B8A6-5887-EB43-A589-E9B55309975E}"/>
                  </a:ext>
                </a:extLst>
              </p:cNvPr>
              <p:cNvCxnSpPr/>
              <p:nvPr userDrawn="1"/>
            </p:nvCxnSpPr>
            <p:spPr bwMode="auto">
              <a:xfrm flipH="1">
                <a:off x="-109730" y="23774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8" name="Straight Connector 37">
                <a:extLst>
                  <a:ext uri="{FF2B5EF4-FFF2-40B4-BE49-F238E27FC236}">
                    <a16:creationId xmlns:a16="http://schemas.microsoft.com/office/drawing/2014/main" id="{886C2E2E-F476-B64B-A78C-E2A4F068B019}"/>
                  </a:ext>
                </a:extLst>
              </p:cNvPr>
              <p:cNvCxnSpPr/>
              <p:nvPr userDrawn="1"/>
            </p:nvCxnSpPr>
            <p:spPr bwMode="auto">
              <a:xfrm flipH="1">
                <a:off x="-109730" y="4902200"/>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20" name="Group 19">
              <a:extLst>
                <a:ext uri="{FF2B5EF4-FFF2-40B4-BE49-F238E27FC236}">
                  <a16:creationId xmlns:a16="http://schemas.microsoft.com/office/drawing/2014/main" id="{568B7B3E-2365-FA48-B0BB-56705EDB6709}"/>
                </a:ext>
              </a:extLst>
            </p:cNvPr>
            <p:cNvGrpSpPr/>
            <p:nvPr userDrawn="1"/>
          </p:nvGrpSpPr>
          <p:grpSpPr>
            <a:xfrm>
              <a:off x="9163050" y="237744"/>
              <a:ext cx="91440" cy="4663440"/>
              <a:chOff x="-109730" y="231394"/>
              <a:chExt cx="91440" cy="4663440"/>
            </a:xfrm>
          </p:grpSpPr>
          <p:cxnSp>
            <p:nvCxnSpPr>
              <p:cNvPr id="21" name="Straight Connector 20">
                <a:extLst>
                  <a:ext uri="{FF2B5EF4-FFF2-40B4-BE49-F238E27FC236}">
                    <a16:creationId xmlns:a16="http://schemas.microsoft.com/office/drawing/2014/main" id="{F8CB4122-4D33-2A42-871B-AB33239DC529}"/>
                  </a:ext>
                </a:extLst>
              </p:cNvPr>
              <p:cNvCxnSpPr/>
              <p:nvPr userDrawn="1"/>
            </p:nvCxnSpPr>
            <p:spPr bwMode="auto">
              <a:xfrm flipH="1">
                <a:off x="-109730" y="64744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E1272E41-0FA7-6B41-B356-7A2B88AC448F}"/>
                  </a:ext>
                </a:extLst>
              </p:cNvPr>
              <p:cNvCxnSpPr/>
              <p:nvPr userDrawn="1"/>
            </p:nvCxnSpPr>
            <p:spPr bwMode="auto">
              <a:xfrm flipH="1">
                <a:off x="-109730" y="128295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3" name="Straight Connector 22">
                <a:extLst>
                  <a:ext uri="{FF2B5EF4-FFF2-40B4-BE49-F238E27FC236}">
                    <a16:creationId xmlns:a16="http://schemas.microsoft.com/office/drawing/2014/main" id="{784B5EE1-D003-1F47-8D33-3E312E35B1E7}"/>
                  </a:ext>
                </a:extLst>
              </p:cNvPr>
              <p:cNvCxnSpPr/>
              <p:nvPr userDrawn="1"/>
            </p:nvCxnSpPr>
            <p:spPr bwMode="auto">
              <a:xfrm flipH="1">
                <a:off x="-109730" y="192303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4" name="Straight Connector 23">
                <a:extLst>
                  <a:ext uri="{FF2B5EF4-FFF2-40B4-BE49-F238E27FC236}">
                    <a16:creationId xmlns:a16="http://schemas.microsoft.com/office/drawing/2014/main" id="{571409CD-4C1B-8E45-ACF9-86D270DA7692}"/>
                  </a:ext>
                </a:extLst>
              </p:cNvPr>
              <p:cNvCxnSpPr/>
              <p:nvPr userDrawn="1"/>
            </p:nvCxnSpPr>
            <p:spPr bwMode="auto">
              <a:xfrm flipH="1">
                <a:off x="-109730" y="256311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5" name="Straight Connector 24">
                <a:extLst>
                  <a:ext uri="{FF2B5EF4-FFF2-40B4-BE49-F238E27FC236}">
                    <a16:creationId xmlns:a16="http://schemas.microsoft.com/office/drawing/2014/main" id="{A131086F-34E8-8C46-8C5C-6BAA87172E82}"/>
                  </a:ext>
                </a:extLst>
              </p:cNvPr>
              <p:cNvCxnSpPr/>
              <p:nvPr userDrawn="1"/>
            </p:nvCxnSpPr>
            <p:spPr bwMode="auto">
              <a:xfrm flipH="1">
                <a:off x="-109730" y="320319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6" name="Straight Connector 25">
                <a:extLst>
                  <a:ext uri="{FF2B5EF4-FFF2-40B4-BE49-F238E27FC236}">
                    <a16:creationId xmlns:a16="http://schemas.microsoft.com/office/drawing/2014/main" id="{0A42B631-F25C-F54E-B854-80328E4DFBBC}"/>
                  </a:ext>
                </a:extLst>
              </p:cNvPr>
              <p:cNvCxnSpPr/>
              <p:nvPr userDrawn="1"/>
            </p:nvCxnSpPr>
            <p:spPr bwMode="auto">
              <a:xfrm flipH="1">
                <a:off x="-109730" y="384327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7" name="Straight Connector 26">
                <a:extLst>
                  <a:ext uri="{FF2B5EF4-FFF2-40B4-BE49-F238E27FC236}">
                    <a16:creationId xmlns:a16="http://schemas.microsoft.com/office/drawing/2014/main" id="{08D46B81-A248-A847-9183-C6BC43C53E85}"/>
                  </a:ext>
                </a:extLst>
              </p:cNvPr>
              <p:cNvCxnSpPr/>
              <p:nvPr userDrawn="1"/>
            </p:nvCxnSpPr>
            <p:spPr bwMode="auto">
              <a:xfrm flipH="1">
                <a:off x="-109730" y="448792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86FA5BE4-E196-EC4A-BC7A-95A47060EE08}"/>
                  </a:ext>
                </a:extLst>
              </p:cNvPr>
              <p:cNvCxnSpPr/>
              <p:nvPr userDrawn="1"/>
            </p:nvCxnSpPr>
            <p:spPr bwMode="auto">
              <a:xfrm flipH="1">
                <a:off x="-109730" y="23139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9" name="Straight Connector 28">
                <a:extLst>
                  <a:ext uri="{FF2B5EF4-FFF2-40B4-BE49-F238E27FC236}">
                    <a16:creationId xmlns:a16="http://schemas.microsoft.com/office/drawing/2014/main" id="{47A74DF6-412C-6548-B80E-F7E7ED8433A9}"/>
                  </a:ext>
                </a:extLst>
              </p:cNvPr>
              <p:cNvCxnSpPr/>
              <p:nvPr userDrawn="1"/>
            </p:nvCxnSpPr>
            <p:spPr bwMode="auto">
              <a:xfrm flipH="1">
                <a:off x="-109730" y="489483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sp>
        <p:nvSpPr>
          <p:cNvPr id="81" name="Rectangle 80">
            <a:extLst>
              <a:ext uri="{FF2B5EF4-FFF2-40B4-BE49-F238E27FC236}">
                <a16:creationId xmlns:a16="http://schemas.microsoft.com/office/drawing/2014/main" id="{C072ACD1-3238-3747-AA2A-F1AA810BBE92}"/>
              </a:ext>
            </a:extLst>
          </p:cNvPr>
          <p:cNvSpPr/>
          <p:nvPr userDrawn="1"/>
        </p:nvSpPr>
        <p:spPr bwMode="auto">
          <a:xfrm>
            <a:off x="3047709" y="1235386"/>
            <a:ext cx="3048000" cy="5614486"/>
          </a:xfrm>
          <a:prstGeom prst="rect">
            <a:avLst/>
          </a:prstGeom>
          <a:solidFill>
            <a:srgbClr val="418CFF"/>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90000"/>
              </a:lnSpc>
              <a:spcBef>
                <a:spcPct val="0"/>
              </a:spcBef>
              <a:spcAft>
                <a:spcPct val="0"/>
              </a:spcAft>
              <a:buClrTx/>
              <a:buSzTx/>
              <a:buFontTx/>
              <a:buNone/>
              <a:tabLst/>
            </a:pPr>
            <a:endParaRPr kumimoji="0" lang="en-US" sz="2000" b="0" i="0" u="none" strike="noStrike" cap="none" normalizeH="0" baseline="0" dirty="0">
              <a:ln>
                <a:noFill/>
              </a:ln>
              <a:solidFill>
                <a:srgbClr val="191919"/>
              </a:solidFill>
              <a:effectLst/>
              <a:latin typeface="HelvNeue Light for IBM" pitchFamily="34" charset="0"/>
            </a:endParaRPr>
          </a:p>
        </p:txBody>
      </p:sp>
      <p:sp>
        <p:nvSpPr>
          <p:cNvPr id="82" name="Rectangle 81">
            <a:extLst>
              <a:ext uri="{FF2B5EF4-FFF2-40B4-BE49-F238E27FC236}">
                <a16:creationId xmlns:a16="http://schemas.microsoft.com/office/drawing/2014/main" id="{A2B9861A-4BD9-7E47-833C-10C5CF7B31CD}"/>
              </a:ext>
            </a:extLst>
          </p:cNvPr>
          <p:cNvSpPr/>
          <p:nvPr userDrawn="1"/>
        </p:nvSpPr>
        <p:spPr bwMode="auto">
          <a:xfrm>
            <a:off x="6096461" y="1235386"/>
            <a:ext cx="3048000" cy="5614486"/>
          </a:xfrm>
          <a:prstGeom prst="rect">
            <a:avLst/>
          </a:prstGeom>
          <a:solidFill>
            <a:srgbClr val="054ADA"/>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90000"/>
              </a:lnSpc>
              <a:spcBef>
                <a:spcPct val="0"/>
              </a:spcBef>
              <a:spcAft>
                <a:spcPct val="0"/>
              </a:spcAft>
              <a:buClrTx/>
              <a:buSzTx/>
              <a:buFontTx/>
              <a:buNone/>
              <a:tabLst/>
            </a:pPr>
            <a:endParaRPr kumimoji="0" lang="en-US" sz="2000" b="0" i="0" u="none" strike="noStrike" cap="none" normalizeH="0" baseline="0" dirty="0">
              <a:ln>
                <a:noFill/>
              </a:ln>
              <a:solidFill>
                <a:srgbClr val="191919"/>
              </a:solidFill>
              <a:effectLst/>
              <a:latin typeface="HelvNeue Light for IBM" pitchFamily="34" charset="0"/>
            </a:endParaRPr>
          </a:p>
        </p:txBody>
      </p:sp>
      <p:sp>
        <p:nvSpPr>
          <p:cNvPr id="83" name="Rectangle 82">
            <a:extLst>
              <a:ext uri="{FF2B5EF4-FFF2-40B4-BE49-F238E27FC236}">
                <a16:creationId xmlns:a16="http://schemas.microsoft.com/office/drawing/2014/main" id="{B8ADE95B-2A7C-784D-A623-FC6DFDA8CF90}"/>
              </a:ext>
            </a:extLst>
          </p:cNvPr>
          <p:cNvSpPr/>
          <p:nvPr userDrawn="1"/>
        </p:nvSpPr>
        <p:spPr bwMode="auto">
          <a:xfrm>
            <a:off x="9144044" y="1235386"/>
            <a:ext cx="3048000" cy="5614486"/>
          </a:xfrm>
          <a:prstGeom prst="rect">
            <a:avLst/>
          </a:prstGeom>
          <a:solidFill>
            <a:srgbClr val="051B75"/>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90000"/>
              </a:lnSpc>
              <a:spcBef>
                <a:spcPct val="0"/>
              </a:spcBef>
              <a:spcAft>
                <a:spcPct val="0"/>
              </a:spcAft>
              <a:buClrTx/>
              <a:buSzTx/>
              <a:buFontTx/>
              <a:buNone/>
              <a:tabLst/>
            </a:pPr>
            <a:endParaRPr kumimoji="0" lang="en-US" sz="2000" b="0" i="0" u="none" strike="noStrike" cap="none" normalizeH="0" baseline="0" dirty="0">
              <a:ln>
                <a:noFill/>
              </a:ln>
              <a:solidFill>
                <a:srgbClr val="191919"/>
              </a:solidFill>
              <a:effectLst/>
              <a:latin typeface="HelvNeue Light for IBM" pitchFamily="34" charset="0"/>
            </a:endParaRPr>
          </a:p>
        </p:txBody>
      </p:sp>
      <p:sp>
        <p:nvSpPr>
          <p:cNvPr id="61" name="Footer Placeholder 2">
            <a:extLst>
              <a:ext uri="{FF2B5EF4-FFF2-40B4-BE49-F238E27FC236}">
                <a16:creationId xmlns:a16="http://schemas.microsoft.com/office/drawing/2014/main" id="{3C458A16-1B7E-EB4E-84BC-F280E577021C}"/>
              </a:ext>
            </a:extLst>
          </p:cNvPr>
          <p:cNvSpPr>
            <a:spLocks noGrp="1"/>
          </p:cNvSpPr>
          <p:nvPr>
            <p:ph type="ftr" sz="quarter" idx="3"/>
          </p:nvPr>
        </p:nvSpPr>
        <p:spPr>
          <a:xfrm>
            <a:off x="9357843" y="334026"/>
            <a:ext cx="2438312" cy="546100"/>
          </a:xfrm>
          <a:prstGeom prst="rect">
            <a:avLst/>
          </a:prstGeom>
        </p:spPr>
        <p:txBody>
          <a:bodyPr anchor="b"/>
          <a:lstStyle>
            <a:lvl1pPr>
              <a:lnSpc>
                <a:spcPct val="150000"/>
              </a:lnSpc>
              <a:defRPr sz="1000" b="0" i="0">
                <a:solidFill>
                  <a:srgbClr val="50565B"/>
                </a:solidFill>
                <a:latin typeface="IBM Plex Sans" panose="020B0503050000000000" pitchFamily="34" charset="77"/>
              </a:defRPr>
            </a:lvl1pPr>
          </a:lstStyle>
          <a:p>
            <a:r>
              <a:rPr lang="en-US" b="1">
                <a:solidFill>
                  <a:schemeClr val="tx1"/>
                </a:solidFill>
                <a:latin typeface="IBM Plex Sans SmBld" panose="020B0503050000000000" pitchFamily="34" charset="77"/>
              </a:rPr>
              <a:t>Presentation title</a:t>
            </a:r>
          </a:p>
          <a:p>
            <a:r>
              <a:rPr lang="en-US"/>
              <a:t>IBM  |  Project/team name</a:t>
            </a:r>
            <a:endParaRPr lang="en-US" dirty="0"/>
          </a:p>
        </p:txBody>
      </p:sp>
    </p:spTree>
    <p:extLst>
      <p:ext uri="{BB962C8B-B14F-4D97-AF65-F5344CB8AC3E}">
        <p14:creationId xmlns:p14="http://schemas.microsoft.com/office/powerpoint/2010/main" val="176400400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Full width color blocks">
    <p:spTree>
      <p:nvGrpSpPr>
        <p:cNvPr id="1" name=""/>
        <p:cNvGrpSpPr/>
        <p:nvPr/>
      </p:nvGrpSpPr>
      <p:grpSpPr>
        <a:xfrm>
          <a:off x="0" y="0"/>
          <a:ext cx="0" cy="0"/>
          <a:chOff x="0" y="0"/>
          <a:chExt cx="0" cy="0"/>
        </a:xfrm>
      </p:grpSpPr>
      <p:sp>
        <p:nvSpPr>
          <p:cNvPr id="81" name="Rectangle 80">
            <a:extLst>
              <a:ext uri="{FF2B5EF4-FFF2-40B4-BE49-F238E27FC236}">
                <a16:creationId xmlns:a16="http://schemas.microsoft.com/office/drawing/2014/main" id="{C072ACD1-3238-3747-AA2A-F1AA810BBE92}"/>
              </a:ext>
            </a:extLst>
          </p:cNvPr>
          <p:cNvSpPr/>
          <p:nvPr userDrawn="1"/>
        </p:nvSpPr>
        <p:spPr bwMode="auto">
          <a:xfrm>
            <a:off x="3048825" y="4008120"/>
            <a:ext cx="3048000" cy="2860412"/>
          </a:xfrm>
          <a:prstGeom prst="rect">
            <a:avLst/>
          </a:prstGeom>
          <a:solidFill>
            <a:srgbClr val="6EA6FF"/>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90000"/>
              </a:lnSpc>
              <a:spcBef>
                <a:spcPct val="0"/>
              </a:spcBef>
              <a:spcAft>
                <a:spcPct val="0"/>
              </a:spcAft>
              <a:buClrTx/>
              <a:buSzTx/>
              <a:buFontTx/>
              <a:buNone/>
              <a:tabLst/>
            </a:pPr>
            <a:endParaRPr kumimoji="0" lang="en-US" sz="2000" b="0" i="0" u="none" strike="noStrike" cap="none" normalizeH="0" baseline="0" dirty="0">
              <a:ln>
                <a:noFill/>
              </a:ln>
              <a:solidFill>
                <a:srgbClr val="191919"/>
              </a:solidFill>
              <a:effectLst/>
              <a:latin typeface="HelvNeue Light for IBM" pitchFamily="34" charset="0"/>
            </a:endParaRPr>
          </a:p>
        </p:txBody>
      </p:sp>
      <p:sp>
        <p:nvSpPr>
          <p:cNvPr id="72" name="Rectangle 71">
            <a:extLst>
              <a:ext uri="{FF2B5EF4-FFF2-40B4-BE49-F238E27FC236}">
                <a16:creationId xmlns:a16="http://schemas.microsoft.com/office/drawing/2014/main" id="{C4E4E7F7-2B4C-8244-889C-719C632E64B9}"/>
              </a:ext>
            </a:extLst>
          </p:cNvPr>
          <p:cNvSpPr/>
          <p:nvPr userDrawn="1"/>
        </p:nvSpPr>
        <p:spPr bwMode="auto">
          <a:xfrm>
            <a:off x="9067802" y="1219218"/>
            <a:ext cx="3129023" cy="2825214"/>
          </a:xfrm>
          <a:prstGeom prst="rect">
            <a:avLst/>
          </a:prstGeom>
          <a:solidFill>
            <a:srgbClr val="051B75"/>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90000"/>
              </a:lnSpc>
              <a:spcBef>
                <a:spcPct val="0"/>
              </a:spcBef>
              <a:spcAft>
                <a:spcPct val="0"/>
              </a:spcAft>
              <a:buClrTx/>
              <a:buSzTx/>
              <a:buFontTx/>
              <a:buNone/>
              <a:tabLst/>
            </a:pPr>
            <a:endParaRPr kumimoji="0" lang="en-US" sz="2000" b="0" i="0" u="none" strike="noStrike" cap="none" normalizeH="0" baseline="0" dirty="0">
              <a:ln>
                <a:noFill/>
              </a:ln>
              <a:solidFill>
                <a:srgbClr val="191919"/>
              </a:solidFill>
              <a:effectLst/>
              <a:latin typeface="HelvNeue Light for IBM" pitchFamily="34" charset="0"/>
            </a:endParaRPr>
          </a:p>
        </p:txBody>
      </p:sp>
      <p:sp>
        <p:nvSpPr>
          <p:cNvPr id="71" name="Rectangle 70">
            <a:extLst>
              <a:ext uri="{FF2B5EF4-FFF2-40B4-BE49-F238E27FC236}">
                <a16:creationId xmlns:a16="http://schemas.microsoft.com/office/drawing/2014/main" id="{E3D35D99-0C4E-AA47-B9B3-35527D214953}"/>
              </a:ext>
            </a:extLst>
          </p:cNvPr>
          <p:cNvSpPr/>
          <p:nvPr userDrawn="1"/>
        </p:nvSpPr>
        <p:spPr bwMode="auto">
          <a:xfrm>
            <a:off x="0" y="4043318"/>
            <a:ext cx="3048000" cy="2825214"/>
          </a:xfrm>
          <a:prstGeom prst="rect">
            <a:avLst/>
          </a:prstGeom>
          <a:solidFill>
            <a:srgbClr val="054ADA"/>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90000"/>
              </a:lnSpc>
              <a:spcBef>
                <a:spcPct val="0"/>
              </a:spcBef>
              <a:spcAft>
                <a:spcPct val="0"/>
              </a:spcAft>
              <a:buClrTx/>
              <a:buSzTx/>
              <a:buFontTx/>
              <a:buNone/>
              <a:tabLst/>
            </a:pPr>
            <a:endParaRPr kumimoji="0" lang="en-US" sz="2000" b="0" i="0" u="none" strike="noStrike" cap="none" normalizeH="0" baseline="0" dirty="0">
              <a:ln>
                <a:noFill/>
              </a:ln>
              <a:solidFill>
                <a:srgbClr val="191919"/>
              </a:solidFill>
              <a:effectLst/>
              <a:latin typeface="HelvNeue Light for IBM" pitchFamily="34" charset="0"/>
            </a:endParaRPr>
          </a:p>
        </p:txBody>
      </p:sp>
      <p:grpSp>
        <p:nvGrpSpPr>
          <p:cNvPr id="16" name="Group 15">
            <a:extLst>
              <a:ext uri="{FF2B5EF4-FFF2-40B4-BE49-F238E27FC236}">
                <a16:creationId xmlns:a16="http://schemas.microsoft.com/office/drawing/2014/main" id="{4E27F71D-749D-974B-AB68-C90C1F656661}"/>
              </a:ext>
            </a:extLst>
          </p:cNvPr>
          <p:cNvGrpSpPr/>
          <p:nvPr userDrawn="1"/>
        </p:nvGrpSpPr>
        <p:grpSpPr>
          <a:xfrm>
            <a:off x="-146307" y="-147320"/>
            <a:ext cx="12485627" cy="7152640"/>
            <a:chOff x="-109730" y="-110490"/>
            <a:chExt cx="9364220" cy="5364480"/>
          </a:xfrm>
        </p:grpSpPr>
        <p:grpSp>
          <p:nvGrpSpPr>
            <p:cNvPr id="17" name="Group 16">
              <a:extLst>
                <a:ext uri="{FF2B5EF4-FFF2-40B4-BE49-F238E27FC236}">
                  <a16:creationId xmlns:a16="http://schemas.microsoft.com/office/drawing/2014/main" id="{7033ABDB-33FA-424A-8022-BE25064AAE9B}"/>
                </a:ext>
              </a:extLst>
            </p:cNvPr>
            <p:cNvGrpSpPr/>
            <p:nvPr userDrawn="1"/>
          </p:nvGrpSpPr>
          <p:grpSpPr>
            <a:xfrm>
              <a:off x="228600" y="-110490"/>
              <a:ext cx="8686732" cy="91440"/>
              <a:chOff x="228600" y="-152400"/>
              <a:chExt cx="8686732" cy="152400"/>
            </a:xfrm>
          </p:grpSpPr>
          <p:cxnSp>
            <p:nvCxnSpPr>
              <p:cNvPr id="50" name="Straight Connector 49">
                <a:extLst>
                  <a:ext uri="{FF2B5EF4-FFF2-40B4-BE49-F238E27FC236}">
                    <a16:creationId xmlns:a16="http://schemas.microsoft.com/office/drawing/2014/main" id="{E028FABC-C57C-0B4D-ADC6-F0D9AC86E7C9}"/>
                  </a:ext>
                </a:extLst>
              </p:cNvPr>
              <p:cNvCxnSpPr/>
              <p:nvPr userDrawn="1"/>
            </p:nvCxnSpPr>
            <p:spPr bwMode="auto">
              <a:xfrm rot="5400000" flipH="1">
                <a:off x="152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1" name="Straight Connector 50">
                <a:extLst>
                  <a:ext uri="{FF2B5EF4-FFF2-40B4-BE49-F238E27FC236}">
                    <a16:creationId xmlns:a16="http://schemas.microsoft.com/office/drawing/2014/main" id="{CCE52FE3-158F-D14E-B6AE-3EE847C02A23}"/>
                  </a:ext>
                </a:extLst>
              </p:cNvPr>
              <p:cNvCxnSpPr/>
              <p:nvPr userDrawn="1"/>
            </p:nvCxnSpPr>
            <p:spPr bwMode="auto">
              <a:xfrm rot="5400000" flipH="1">
                <a:off x="1981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2" name="Straight Connector 51">
                <a:extLst>
                  <a:ext uri="{FF2B5EF4-FFF2-40B4-BE49-F238E27FC236}">
                    <a16:creationId xmlns:a16="http://schemas.microsoft.com/office/drawing/2014/main" id="{C6326F37-4F20-A241-8AC4-D933542FB91D}"/>
                  </a:ext>
                </a:extLst>
              </p:cNvPr>
              <p:cNvCxnSpPr/>
              <p:nvPr userDrawn="1"/>
            </p:nvCxnSpPr>
            <p:spPr bwMode="auto">
              <a:xfrm rot="5400000" flipH="1">
                <a:off x="2209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3" name="Straight Connector 52">
                <a:extLst>
                  <a:ext uri="{FF2B5EF4-FFF2-40B4-BE49-F238E27FC236}">
                    <a16:creationId xmlns:a16="http://schemas.microsoft.com/office/drawing/2014/main" id="{193EAF95-D519-4A43-A5B7-8F152B7AAAF3}"/>
                  </a:ext>
                </a:extLst>
              </p:cNvPr>
              <p:cNvCxnSpPr/>
              <p:nvPr userDrawn="1"/>
            </p:nvCxnSpPr>
            <p:spPr bwMode="auto">
              <a:xfrm rot="5400000" flipH="1">
                <a:off x="2438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4" name="Straight Connector 53">
                <a:extLst>
                  <a:ext uri="{FF2B5EF4-FFF2-40B4-BE49-F238E27FC236}">
                    <a16:creationId xmlns:a16="http://schemas.microsoft.com/office/drawing/2014/main" id="{63D1F6C8-6E33-8445-84CD-22391B38AE2F}"/>
                  </a:ext>
                </a:extLst>
              </p:cNvPr>
              <p:cNvCxnSpPr/>
              <p:nvPr userDrawn="1"/>
            </p:nvCxnSpPr>
            <p:spPr bwMode="auto">
              <a:xfrm rot="5400000" flipH="1">
                <a:off x="4267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5" name="Straight Connector 54">
                <a:extLst>
                  <a:ext uri="{FF2B5EF4-FFF2-40B4-BE49-F238E27FC236}">
                    <a16:creationId xmlns:a16="http://schemas.microsoft.com/office/drawing/2014/main" id="{7CC00B75-D288-0546-90E6-0FAF60915429}"/>
                  </a:ext>
                </a:extLst>
              </p:cNvPr>
              <p:cNvCxnSpPr/>
              <p:nvPr userDrawn="1"/>
            </p:nvCxnSpPr>
            <p:spPr bwMode="auto">
              <a:xfrm rot="5400000" flipH="1">
                <a:off x="4495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6" name="Straight Connector 55">
                <a:extLst>
                  <a:ext uri="{FF2B5EF4-FFF2-40B4-BE49-F238E27FC236}">
                    <a16:creationId xmlns:a16="http://schemas.microsoft.com/office/drawing/2014/main" id="{9E943793-FE0F-6F4D-98F4-B9E3837BCA91}"/>
                  </a:ext>
                </a:extLst>
              </p:cNvPr>
              <p:cNvCxnSpPr/>
              <p:nvPr userDrawn="1"/>
            </p:nvCxnSpPr>
            <p:spPr bwMode="auto">
              <a:xfrm rot="5400000" flipH="1">
                <a:off x="4724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7" name="Straight Connector 56">
                <a:extLst>
                  <a:ext uri="{FF2B5EF4-FFF2-40B4-BE49-F238E27FC236}">
                    <a16:creationId xmlns:a16="http://schemas.microsoft.com/office/drawing/2014/main" id="{B1C729D8-F1AE-2C45-BF73-3BFD621F4038}"/>
                  </a:ext>
                </a:extLst>
              </p:cNvPr>
              <p:cNvCxnSpPr/>
              <p:nvPr userDrawn="1"/>
            </p:nvCxnSpPr>
            <p:spPr bwMode="auto">
              <a:xfrm rot="5400000" flipH="1">
                <a:off x="6553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8" name="Straight Connector 57">
                <a:extLst>
                  <a:ext uri="{FF2B5EF4-FFF2-40B4-BE49-F238E27FC236}">
                    <a16:creationId xmlns:a16="http://schemas.microsoft.com/office/drawing/2014/main" id="{773341F0-E3B3-EB42-A739-32107097206A}"/>
                  </a:ext>
                </a:extLst>
              </p:cNvPr>
              <p:cNvCxnSpPr/>
              <p:nvPr userDrawn="1"/>
            </p:nvCxnSpPr>
            <p:spPr bwMode="auto">
              <a:xfrm rot="5400000" flipH="1">
                <a:off x="6781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9" name="Straight Connector 58">
                <a:extLst>
                  <a:ext uri="{FF2B5EF4-FFF2-40B4-BE49-F238E27FC236}">
                    <a16:creationId xmlns:a16="http://schemas.microsoft.com/office/drawing/2014/main" id="{89EDDA5B-8572-C545-8DFA-ABC33664C7A1}"/>
                  </a:ext>
                </a:extLst>
              </p:cNvPr>
              <p:cNvCxnSpPr/>
              <p:nvPr userDrawn="1"/>
            </p:nvCxnSpPr>
            <p:spPr bwMode="auto">
              <a:xfrm rot="5400000" flipH="1">
                <a:off x="7010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0" name="Straight Connector 59">
                <a:extLst>
                  <a:ext uri="{FF2B5EF4-FFF2-40B4-BE49-F238E27FC236}">
                    <a16:creationId xmlns:a16="http://schemas.microsoft.com/office/drawing/2014/main" id="{E0B85CAB-A5A1-6546-BA39-1598C1A1BF64}"/>
                  </a:ext>
                </a:extLst>
              </p:cNvPr>
              <p:cNvCxnSpPr/>
              <p:nvPr userDrawn="1"/>
            </p:nvCxnSpPr>
            <p:spPr bwMode="auto">
              <a:xfrm rot="5400000" flipH="1">
                <a:off x="8839132"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18" name="Group 17">
              <a:extLst>
                <a:ext uri="{FF2B5EF4-FFF2-40B4-BE49-F238E27FC236}">
                  <a16:creationId xmlns:a16="http://schemas.microsoft.com/office/drawing/2014/main" id="{4EE9C99B-7B10-AE41-8B1B-D8508EC96D36}"/>
                </a:ext>
              </a:extLst>
            </p:cNvPr>
            <p:cNvGrpSpPr/>
            <p:nvPr userDrawn="1"/>
          </p:nvGrpSpPr>
          <p:grpSpPr>
            <a:xfrm>
              <a:off x="228600" y="5162550"/>
              <a:ext cx="8686732" cy="91440"/>
              <a:chOff x="228600" y="5143500"/>
              <a:chExt cx="8686732" cy="152400"/>
            </a:xfrm>
          </p:grpSpPr>
          <p:cxnSp>
            <p:nvCxnSpPr>
              <p:cNvPr id="39" name="Straight Connector 38">
                <a:extLst>
                  <a:ext uri="{FF2B5EF4-FFF2-40B4-BE49-F238E27FC236}">
                    <a16:creationId xmlns:a16="http://schemas.microsoft.com/office/drawing/2014/main" id="{C65EA58F-D486-A749-9B47-9DD071000D4F}"/>
                  </a:ext>
                </a:extLst>
              </p:cNvPr>
              <p:cNvCxnSpPr/>
              <p:nvPr userDrawn="1"/>
            </p:nvCxnSpPr>
            <p:spPr bwMode="auto">
              <a:xfrm rot="5400000" flipH="1">
                <a:off x="152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9056486B-3E88-1F4E-A5B6-71F9C8038505}"/>
                  </a:ext>
                </a:extLst>
              </p:cNvPr>
              <p:cNvCxnSpPr/>
              <p:nvPr userDrawn="1"/>
            </p:nvCxnSpPr>
            <p:spPr bwMode="auto">
              <a:xfrm rot="5400000" flipH="1">
                <a:off x="1981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1" name="Straight Connector 40">
                <a:extLst>
                  <a:ext uri="{FF2B5EF4-FFF2-40B4-BE49-F238E27FC236}">
                    <a16:creationId xmlns:a16="http://schemas.microsoft.com/office/drawing/2014/main" id="{8F54F4A3-648E-3146-B408-995E6916E7DD}"/>
                  </a:ext>
                </a:extLst>
              </p:cNvPr>
              <p:cNvCxnSpPr/>
              <p:nvPr userDrawn="1"/>
            </p:nvCxnSpPr>
            <p:spPr bwMode="auto">
              <a:xfrm rot="5400000" flipH="1">
                <a:off x="2209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2" name="Straight Connector 41">
                <a:extLst>
                  <a:ext uri="{FF2B5EF4-FFF2-40B4-BE49-F238E27FC236}">
                    <a16:creationId xmlns:a16="http://schemas.microsoft.com/office/drawing/2014/main" id="{1DB512CA-21A6-9E45-BA56-12B8F4FE801F}"/>
                  </a:ext>
                </a:extLst>
              </p:cNvPr>
              <p:cNvCxnSpPr/>
              <p:nvPr userDrawn="1"/>
            </p:nvCxnSpPr>
            <p:spPr bwMode="auto">
              <a:xfrm rot="5400000" flipH="1">
                <a:off x="2438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3" name="Straight Connector 42">
                <a:extLst>
                  <a:ext uri="{FF2B5EF4-FFF2-40B4-BE49-F238E27FC236}">
                    <a16:creationId xmlns:a16="http://schemas.microsoft.com/office/drawing/2014/main" id="{2BFB8868-99DE-1A45-8575-1EA11710057F}"/>
                  </a:ext>
                </a:extLst>
              </p:cNvPr>
              <p:cNvCxnSpPr/>
              <p:nvPr userDrawn="1"/>
            </p:nvCxnSpPr>
            <p:spPr bwMode="auto">
              <a:xfrm rot="5400000" flipH="1">
                <a:off x="4267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4" name="Straight Connector 43">
                <a:extLst>
                  <a:ext uri="{FF2B5EF4-FFF2-40B4-BE49-F238E27FC236}">
                    <a16:creationId xmlns:a16="http://schemas.microsoft.com/office/drawing/2014/main" id="{730DE9A1-D9BD-524C-BE6F-1D6659196FBC}"/>
                  </a:ext>
                </a:extLst>
              </p:cNvPr>
              <p:cNvCxnSpPr/>
              <p:nvPr userDrawn="1"/>
            </p:nvCxnSpPr>
            <p:spPr bwMode="auto">
              <a:xfrm rot="5400000" flipH="1">
                <a:off x="4495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5" name="Straight Connector 44">
                <a:extLst>
                  <a:ext uri="{FF2B5EF4-FFF2-40B4-BE49-F238E27FC236}">
                    <a16:creationId xmlns:a16="http://schemas.microsoft.com/office/drawing/2014/main" id="{5ABAF5C8-E725-FD45-80A0-6EC368BF88BA}"/>
                  </a:ext>
                </a:extLst>
              </p:cNvPr>
              <p:cNvCxnSpPr/>
              <p:nvPr userDrawn="1"/>
            </p:nvCxnSpPr>
            <p:spPr bwMode="auto">
              <a:xfrm rot="5400000" flipH="1">
                <a:off x="4724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6" name="Straight Connector 45">
                <a:extLst>
                  <a:ext uri="{FF2B5EF4-FFF2-40B4-BE49-F238E27FC236}">
                    <a16:creationId xmlns:a16="http://schemas.microsoft.com/office/drawing/2014/main" id="{EBC18DE6-803B-7541-908A-41F6D4494834}"/>
                  </a:ext>
                </a:extLst>
              </p:cNvPr>
              <p:cNvCxnSpPr/>
              <p:nvPr userDrawn="1"/>
            </p:nvCxnSpPr>
            <p:spPr bwMode="auto">
              <a:xfrm rot="5400000" flipH="1">
                <a:off x="6553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7" name="Straight Connector 46">
                <a:extLst>
                  <a:ext uri="{FF2B5EF4-FFF2-40B4-BE49-F238E27FC236}">
                    <a16:creationId xmlns:a16="http://schemas.microsoft.com/office/drawing/2014/main" id="{737A4750-B9D5-5049-A414-7844F44D2F08}"/>
                  </a:ext>
                </a:extLst>
              </p:cNvPr>
              <p:cNvCxnSpPr/>
              <p:nvPr userDrawn="1"/>
            </p:nvCxnSpPr>
            <p:spPr bwMode="auto">
              <a:xfrm rot="5400000" flipH="1">
                <a:off x="6781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8" name="Straight Connector 47">
                <a:extLst>
                  <a:ext uri="{FF2B5EF4-FFF2-40B4-BE49-F238E27FC236}">
                    <a16:creationId xmlns:a16="http://schemas.microsoft.com/office/drawing/2014/main" id="{11CC3856-9176-894C-9678-78854179B583}"/>
                  </a:ext>
                </a:extLst>
              </p:cNvPr>
              <p:cNvCxnSpPr/>
              <p:nvPr userDrawn="1"/>
            </p:nvCxnSpPr>
            <p:spPr bwMode="auto">
              <a:xfrm rot="5400000" flipH="1">
                <a:off x="7010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9" name="Straight Connector 48">
                <a:extLst>
                  <a:ext uri="{FF2B5EF4-FFF2-40B4-BE49-F238E27FC236}">
                    <a16:creationId xmlns:a16="http://schemas.microsoft.com/office/drawing/2014/main" id="{3A4EF373-8CC5-F948-AA7B-C5EF10137299}"/>
                  </a:ext>
                </a:extLst>
              </p:cNvPr>
              <p:cNvCxnSpPr/>
              <p:nvPr userDrawn="1"/>
            </p:nvCxnSpPr>
            <p:spPr bwMode="auto">
              <a:xfrm rot="5400000" flipH="1">
                <a:off x="8839132"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19" name="Group 18">
              <a:extLst>
                <a:ext uri="{FF2B5EF4-FFF2-40B4-BE49-F238E27FC236}">
                  <a16:creationId xmlns:a16="http://schemas.microsoft.com/office/drawing/2014/main" id="{5EDFECA7-68A0-C74C-8702-67F215F53507}"/>
                </a:ext>
              </a:extLst>
            </p:cNvPr>
            <p:cNvGrpSpPr/>
            <p:nvPr userDrawn="1"/>
          </p:nvGrpSpPr>
          <p:grpSpPr>
            <a:xfrm>
              <a:off x="-109730" y="237744"/>
              <a:ext cx="91440" cy="4664456"/>
              <a:chOff x="-109730" y="237744"/>
              <a:chExt cx="91440" cy="4664456"/>
            </a:xfrm>
          </p:grpSpPr>
          <p:cxnSp>
            <p:nvCxnSpPr>
              <p:cNvPr id="30" name="Straight Connector 29">
                <a:extLst>
                  <a:ext uri="{FF2B5EF4-FFF2-40B4-BE49-F238E27FC236}">
                    <a16:creationId xmlns:a16="http://schemas.microsoft.com/office/drawing/2014/main" id="{B42BDEDC-364B-EC4F-9B43-9C5105374A26}"/>
                  </a:ext>
                </a:extLst>
              </p:cNvPr>
              <p:cNvCxnSpPr/>
              <p:nvPr userDrawn="1"/>
            </p:nvCxnSpPr>
            <p:spPr bwMode="auto">
              <a:xfrm flipH="1">
                <a:off x="-109730" y="65379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1" name="Straight Connector 30">
                <a:extLst>
                  <a:ext uri="{FF2B5EF4-FFF2-40B4-BE49-F238E27FC236}">
                    <a16:creationId xmlns:a16="http://schemas.microsoft.com/office/drawing/2014/main" id="{82746AEA-B7EE-6A45-A324-2780C5387E8B}"/>
                  </a:ext>
                </a:extLst>
              </p:cNvPr>
              <p:cNvCxnSpPr/>
              <p:nvPr userDrawn="1"/>
            </p:nvCxnSpPr>
            <p:spPr bwMode="auto">
              <a:xfrm flipH="1">
                <a:off x="-109730" y="128930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2" name="Straight Connector 31">
                <a:extLst>
                  <a:ext uri="{FF2B5EF4-FFF2-40B4-BE49-F238E27FC236}">
                    <a16:creationId xmlns:a16="http://schemas.microsoft.com/office/drawing/2014/main" id="{10F57C53-2F79-4140-B8DD-CFF27135CAA8}"/>
                  </a:ext>
                </a:extLst>
              </p:cNvPr>
              <p:cNvCxnSpPr/>
              <p:nvPr userDrawn="1"/>
            </p:nvCxnSpPr>
            <p:spPr bwMode="auto">
              <a:xfrm flipH="1">
                <a:off x="-109730" y="192938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3" name="Straight Connector 32">
                <a:extLst>
                  <a:ext uri="{FF2B5EF4-FFF2-40B4-BE49-F238E27FC236}">
                    <a16:creationId xmlns:a16="http://schemas.microsoft.com/office/drawing/2014/main" id="{D0D1241B-3B6D-564B-92C0-5F79295699BA}"/>
                  </a:ext>
                </a:extLst>
              </p:cNvPr>
              <p:cNvCxnSpPr/>
              <p:nvPr userDrawn="1"/>
            </p:nvCxnSpPr>
            <p:spPr bwMode="auto">
              <a:xfrm flipH="1">
                <a:off x="-109730" y="2570990"/>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4" name="Straight Connector 33">
                <a:extLst>
                  <a:ext uri="{FF2B5EF4-FFF2-40B4-BE49-F238E27FC236}">
                    <a16:creationId xmlns:a16="http://schemas.microsoft.com/office/drawing/2014/main" id="{4F1A65E1-A6DD-0E48-9328-F63C08A91C80}"/>
                  </a:ext>
                </a:extLst>
              </p:cNvPr>
              <p:cNvCxnSpPr/>
              <p:nvPr userDrawn="1"/>
            </p:nvCxnSpPr>
            <p:spPr bwMode="auto">
              <a:xfrm flipH="1">
                <a:off x="-109730" y="320954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5" name="Straight Connector 34">
                <a:extLst>
                  <a:ext uri="{FF2B5EF4-FFF2-40B4-BE49-F238E27FC236}">
                    <a16:creationId xmlns:a16="http://schemas.microsoft.com/office/drawing/2014/main" id="{DF1A857E-0280-4D4D-8C5E-78EB4893E8F3}"/>
                  </a:ext>
                </a:extLst>
              </p:cNvPr>
              <p:cNvCxnSpPr/>
              <p:nvPr userDrawn="1"/>
            </p:nvCxnSpPr>
            <p:spPr bwMode="auto">
              <a:xfrm flipH="1">
                <a:off x="-109730" y="384962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6" name="Straight Connector 35">
                <a:extLst>
                  <a:ext uri="{FF2B5EF4-FFF2-40B4-BE49-F238E27FC236}">
                    <a16:creationId xmlns:a16="http://schemas.microsoft.com/office/drawing/2014/main" id="{32EE49FC-4AC3-D84D-B296-8260919A4AFB}"/>
                  </a:ext>
                </a:extLst>
              </p:cNvPr>
              <p:cNvCxnSpPr/>
              <p:nvPr userDrawn="1"/>
            </p:nvCxnSpPr>
            <p:spPr bwMode="auto">
              <a:xfrm flipH="1">
                <a:off x="-109730" y="449427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7" name="Straight Connector 36">
                <a:extLst>
                  <a:ext uri="{FF2B5EF4-FFF2-40B4-BE49-F238E27FC236}">
                    <a16:creationId xmlns:a16="http://schemas.microsoft.com/office/drawing/2014/main" id="{A036B8A6-5887-EB43-A589-E9B55309975E}"/>
                  </a:ext>
                </a:extLst>
              </p:cNvPr>
              <p:cNvCxnSpPr/>
              <p:nvPr userDrawn="1"/>
            </p:nvCxnSpPr>
            <p:spPr bwMode="auto">
              <a:xfrm flipH="1">
                <a:off x="-109730" y="23774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8" name="Straight Connector 37">
                <a:extLst>
                  <a:ext uri="{FF2B5EF4-FFF2-40B4-BE49-F238E27FC236}">
                    <a16:creationId xmlns:a16="http://schemas.microsoft.com/office/drawing/2014/main" id="{886C2E2E-F476-B64B-A78C-E2A4F068B019}"/>
                  </a:ext>
                </a:extLst>
              </p:cNvPr>
              <p:cNvCxnSpPr/>
              <p:nvPr userDrawn="1"/>
            </p:nvCxnSpPr>
            <p:spPr bwMode="auto">
              <a:xfrm flipH="1">
                <a:off x="-109730" y="4902200"/>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20" name="Group 19">
              <a:extLst>
                <a:ext uri="{FF2B5EF4-FFF2-40B4-BE49-F238E27FC236}">
                  <a16:creationId xmlns:a16="http://schemas.microsoft.com/office/drawing/2014/main" id="{568B7B3E-2365-FA48-B0BB-56705EDB6709}"/>
                </a:ext>
              </a:extLst>
            </p:cNvPr>
            <p:cNvGrpSpPr/>
            <p:nvPr userDrawn="1"/>
          </p:nvGrpSpPr>
          <p:grpSpPr>
            <a:xfrm>
              <a:off x="9163050" y="237744"/>
              <a:ext cx="91440" cy="4663440"/>
              <a:chOff x="-109730" y="231394"/>
              <a:chExt cx="91440" cy="4663440"/>
            </a:xfrm>
          </p:grpSpPr>
          <p:cxnSp>
            <p:nvCxnSpPr>
              <p:cNvPr id="21" name="Straight Connector 20">
                <a:extLst>
                  <a:ext uri="{FF2B5EF4-FFF2-40B4-BE49-F238E27FC236}">
                    <a16:creationId xmlns:a16="http://schemas.microsoft.com/office/drawing/2014/main" id="{F8CB4122-4D33-2A42-871B-AB33239DC529}"/>
                  </a:ext>
                </a:extLst>
              </p:cNvPr>
              <p:cNvCxnSpPr/>
              <p:nvPr userDrawn="1"/>
            </p:nvCxnSpPr>
            <p:spPr bwMode="auto">
              <a:xfrm flipH="1">
                <a:off x="-109730" y="64744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E1272E41-0FA7-6B41-B356-7A2B88AC448F}"/>
                  </a:ext>
                </a:extLst>
              </p:cNvPr>
              <p:cNvCxnSpPr/>
              <p:nvPr userDrawn="1"/>
            </p:nvCxnSpPr>
            <p:spPr bwMode="auto">
              <a:xfrm flipH="1">
                <a:off x="-109730" y="128295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3" name="Straight Connector 22">
                <a:extLst>
                  <a:ext uri="{FF2B5EF4-FFF2-40B4-BE49-F238E27FC236}">
                    <a16:creationId xmlns:a16="http://schemas.microsoft.com/office/drawing/2014/main" id="{784B5EE1-D003-1F47-8D33-3E312E35B1E7}"/>
                  </a:ext>
                </a:extLst>
              </p:cNvPr>
              <p:cNvCxnSpPr/>
              <p:nvPr userDrawn="1"/>
            </p:nvCxnSpPr>
            <p:spPr bwMode="auto">
              <a:xfrm flipH="1">
                <a:off x="-109730" y="192303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4" name="Straight Connector 23">
                <a:extLst>
                  <a:ext uri="{FF2B5EF4-FFF2-40B4-BE49-F238E27FC236}">
                    <a16:creationId xmlns:a16="http://schemas.microsoft.com/office/drawing/2014/main" id="{571409CD-4C1B-8E45-ACF9-86D270DA7692}"/>
                  </a:ext>
                </a:extLst>
              </p:cNvPr>
              <p:cNvCxnSpPr/>
              <p:nvPr userDrawn="1"/>
            </p:nvCxnSpPr>
            <p:spPr bwMode="auto">
              <a:xfrm flipH="1">
                <a:off x="-109730" y="256311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5" name="Straight Connector 24">
                <a:extLst>
                  <a:ext uri="{FF2B5EF4-FFF2-40B4-BE49-F238E27FC236}">
                    <a16:creationId xmlns:a16="http://schemas.microsoft.com/office/drawing/2014/main" id="{A131086F-34E8-8C46-8C5C-6BAA87172E82}"/>
                  </a:ext>
                </a:extLst>
              </p:cNvPr>
              <p:cNvCxnSpPr/>
              <p:nvPr userDrawn="1"/>
            </p:nvCxnSpPr>
            <p:spPr bwMode="auto">
              <a:xfrm flipH="1">
                <a:off x="-109730" y="320319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6" name="Straight Connector 25">
                <a:extLst>
                  <a:ext uri="{FF2B5EF4-FFF2-40B4-BE49-F238E27FC236}">
                    <a16:creationId xmlns:a16="http://schemas.microsoft.com/office/drawing/2014/main" id="{0A42B631-F25C-F54E-B854-80328E4DFBBC}"/>
                  </a:ext>
                </a:extLst>
              </p:cNvPr>
              <p:cNvCxnSpPr/>
              <p:nvPr userDrawn="1"/>
            </p:nvCxnSpPr>
            <p:spPr bwMode="auto">
              <a:xfrm flipH="1">
                <a:off x="-109730" y="384327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7" name="Straight Connector 26">
                <a:extLst>
                  <a:ext uri="{FF2B5EF4-FFF2-40B4-BE49-F238E27FC236}">
                    <a16:creationId xmlns:a16="http://schemas.microsoft.com/office/drawing/2014/main" id="{08D46B81-A248-A847-9183-C6BC43C53E85}"/>
                  </a:ext>
                </a:extLst>
              </p:cNvPr>
              <p:cNvCxnSpPr/>
              <p:nvPr userDrawn="1"/>
            </p:nvCxnSpPr>
            <p:spPr bwMode="auto">
              <a:xfrm flipH="1">
                <a:off x="-109730" y="448792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86FA5BE4-E196-EC4A-BC7A-95A47060EE08}"/>
                  </a:ext>
                </a:extLst>
              </p:cNvPr>
              <p:cNvCxnSpPr/>
              <p:nvPr userDrawn="1"/>
            </p:nvCxnSpPr>
            <p:spPr bwMode="auto">
              <a:xfrm flipH="1">
                <a:off x="-109730" y="23139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9" name="Straight Connector 28">
                <a:extLst>
                  <a:ext uri="{FF2B5EF4-FFF2-40B4-BE49-F238E27FC236}">
                    <a16:creationId xmlns:a16="http://schemas.microsoft.com/office/drawing/2014/main" id="{47A74DF6-412C-6548-B80E-F7E7ED8433A9}"/>
                  </a:ext>
                </a:extLst>
              </p:cNvPr>
              <p:cNvCxnSpPr/>
              <p:nvPr userDrawn="1"/>
            </p:nvCxnSpPr>
            <p:spPr bwMode="auto">
              <a:xfrm flipH="1">
                <a:off x="-109730" y="489483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sp>
        <p:nvSpPr>
          <p:cNvPr id="82" name="Rectangle 81">
            <a:extLst>
              <a:ext uri="{FF2B5EF4-FFF2-40B4-BE49-F238E27FC236}">
                <a16:creationId xmlns:a16="http://schemas.microsoft.com/office/drawing/2014/main" id="{A2B9861A-4BD9-7E47-833C-10C5CF7B31CD}"/>
              </a:ext>
            </a:extLst>
          </p:cNvPr>
          <p:cNvSpPr/>
          <p:nvPr userDrawn="1"/>
        </p:nvSpPr>
        <p:spPr bwMode="auto">
          <a:xfrm>
            <a:off x="6097650" y="4043318"/>
            <a:ext cx="3048000" cy="2825214"/>
          </a:xfrm>
          <a:prstGeom prst="rect">
            <a:avLst/>
          </a:prstGeom>
          <a:solidFill>
            <a:srgbClr val="051B75"/>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90000"/>
              </a:lnSpc>
              <a:spcBef>
                <a:spcPct val="0"/>
              </a:spcBef>
              <a:spcAft>
                <a:spcPct val="0"/>
              </a:spcAft>
              <a:buClrTx/>
              <a:buSzTx/>
              <a:buFontTx/>
              <a:buNone/>
              <a:tabLst/>
            </a:pPr>
            <a:endParaRPr kumimoji="0" lang="en-US" sz="2000" b="0" i="0" u="none" strike="noStrike" cap="none" normalizeH="0" baseline="0" dirty="0">
              <a:ln>
                <a:noFill/>
              </a:ln>
              <a:solidFill>
                <a:srgbClr val="191919"/>
              </a:solidFill>
              <a:effectLst/>
              <a:latin typeface="HelvNeue Light for IBM" pitchFamily="34" charset="0"/>
            </a:endParaRPr>
          </a:p>
        </p:txBody>
      </p:sp>
      <p:sp>
        <p:nvSpPr>
          <p:cNvPr id="83" name="Rectangle 82">
            <a:extLst>
              <a:ext uri="{FF2B5EF4-FFF2-40B4-BE49-F238E27FC236}">
                <a16:creationId xmlns:a16="http://schemas.microsoft.com/office/drawing/2014/main" id="{B8ADE95B-2A7C-784D-A623-FC6DFDA8CF90}"/>
              </a:ext>
            </a:extLst>
          </p:cNvPr>
          <p:cNvSpPr/>
          <p:nvPr userDrawn="1"/>
        </p:nvSpPr>
        <p:spPr bwMode="auto">
          <a:xfrm>
            <a:off x="9144044" y="4043318"/>
            <a:ext cx="3048000" cy="2825214"/>
          </a:xfrm>
          <a:prstGeom prst="rect">
            <a:avLst/>
          </a:prstGeom>
          <a:solidFill>
            <a:srgbClr val="054ADA"/>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90000"/>
              </a:lnSpc>
              <a:spcBef>
                <a:spcPct val="0"/>
              </a:spcBef>
              <a:spcAft>
                <a:spcPct val="0"/>
              </a:spcAft>
              <a:buClrTx/>
              <a:buSzTx/>
              <a:buFontTx/>
              <a:buNone/>
              <a:tabLst/>
            </a:pPr>
            <a:endParaRPr kumimoji="0" lang="en-US" sz="2000" b="0" i="0" u="none" strike="noStrike" cap="none" normalizeH="0" baseline="0" dirty="0">
              <a:ln>
                <a:noFill/>
              </a:ln>
              <a:solidFill>
                <a:srgbClr val="191919"/>
              </a:solidFill>
              <a:effectLst/>
              <a:latin typeface="HelvNeue Light for IBM" pitchFamily="34" charset="0"/>
            </a:endParaRPr>
          </a:p>
        </p:txBody>
      </p:sp>
      <p:sp>
        <p:nvSpPr>
          <p:cNvPr id="68" name="Rectangle 67">
            <a:extLst>
              <a:ext uri="{FF2B5EF4-FFF2-40B4-BE49-F238E27FC236}">
                <a16:creationId xmlns:a16="http://schemas.microsoft.com/office/drawing/2014/main" id="{2052F2CA-B5B4-7E48-BA3C-AE8551C7BE5F}"/>
              </a:ext>
            </a:extLst>
          </p:cNvPr>
          <p:cNvSpPr/>
          <p:nvPr userDrawn="1"/>
        </p:nvSpPr>
        <p:spPr bwMode="auto">
          <a:xfrm>
            <a:off x="44" y="1216298"/>
            <a:ext cx="3048000" cy="2825214"/>
          </a:xfrm>
          <a:prstGeom prst="rect">
            <a:avLst/>
          </a:prstGeom>
          <a:solidFill>
            <a:srgbClr val="051B75"/>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90000"/>
              </a:lnSpc>
              <a:spcBef>
                <a:spcPct val="0"/>
              </a:spcBef>
              <a:spcAft>
                <a:spcPct val="0"/>
              </a:spcAft>
              <a:buClrTx/>
              <a:buSzTx/>
              <a:buFontTx/>
              <a:buNone/>
              <a:tabLst/>
            </a:pPr>
            <a:endParaRPr kumimoji="0" lang="en-US" sz="2000" b="0" i="0" u="none" strike="noStrike" cap="none" normalizeH="0" baseline="0" dirty="0">
              <a:ln>
                <a:noFill/>
              </a:ln>
              <a:solidFill>
                <a:srgbClr val="191919"/>
              </a:solidFill>
              <a:effectLst/>
              <a:latin typeface="HelvNeue Light for IBM" pitchFamily="34" charset="0"/>
            </a:endParaRPr>
          </a:p>
        </p:txBody>
      </p:sp>
      <p:sp>
        <p:nvSpPr>
          <p:cNvPr id="69" name="Rectangle 68">
            <a:extLst>
              <a:ext uri="{FF2B5EF4-FFF2-40B4-BE49-F238E27FC236}">
                <a16:creationId xmlns:a16="http://schemas.microsoft.com/office/drawing/2014/main" id="{E7F3ED5A-0DC4-3F41-86FC-74E2E25BD0F8}"/>
              </a:ext>
            </a:extLst>
          </p:cNvPr>
          <p:cNvSpPr/>
          <p:nvPr userDrawn="1"/>
        </p:nvSpPr>
        <p:spPr bwMode="auto">
          <a:xfrm>
            <a:off x="3047237" y="1215445"/>
            <a:ext cx="3048000" cy="2825214"/>
          </a:xfrm>
          <a:prstGeom prst="rect">
            <a:avLst/>
          </a:prstGeom>
          <a:solidFill>
            <a:srgbClr val="054ADA"/>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90000"/>
              </a:lnSpc>
              <a:spcBef>
                <a:spcPct val="0"/>
              </a:spcBef>
              <a:spcAft>
                <a:spcPct val="0"/>
              </a:spcAft>
              <a:buClrTx/>
              <a:buSzTx/>
              <a:buFontTx/>
              <a:buNone/>
              <a:tabLst/>
            </a:pPr>
            <a:endParaRPr kumimoji="0" lang="en-US" sz="2000" b="0" i="0" u="none" strike="noStrike" cap="none" normalizeH="0" baseline="0" dirty="0">
              <a:ln>
                <a:noFill/>
              </a:ln>
              <a:solidFill>
                <a:srgbClr val="191919"/>
              </a:solidFill>
              <a:effectLst/>
              <a:latin typeface="HelvNeue Light for IBM" pitchFamily="34" charset="0"/>
            </a:endParaRPr>
          </a:p>
        </p:txBody>
      </p:sp>
      <p:sp>
        <p:nvSpPr>
          <p:cNvPr id="70" name="Rectangle 69">
            <a:extLst>
              <a:ext uri="{FF2B5EF4-FFF2-40B4-BE49-F238E27FC236}">
                <a16:creationId xmlns:a16="http://schemas.microsoft.com/office/drawing/2014/main" id="{F7693224-17F9-8B49-A02B-34EC5588F9ED}"/>
              </a:ext>
            </a:extLst>
          </p:cNvPr>
          <p:cNvSpPr/>
          <p:nvPr userDrawn="1"/>
        </p:nvSpPr>
        <p:spPr bwMode="auto">
          <a:xfrm>
            <a:off x="6096062" y="1218711"/>
            <a:ext cx="3048000" cy="2825214"/>
          </a:xfrm>
          <a:prstGeom prst="rect">
            <a:avLst/>
          </a:prstGeom>
          <a:solidFill>
            <a:srgbClr val="6EA6FF"/>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90000"/>
              </a:lnSpc>
              <a:spcBef>
                <a:spcPct val="0"/>
              </a:spcBef>
              <a:spcAft>
                <a:spcPct val="0"/>
              </a:spcAft>
              <a:buClrTx/>
              <a:buSzTx/>
              <a:buFontTx/>
              <a:buNone/>
              <a:tabLst/>
            </a:pPr>
            <a:endParaRPr kumimoji="0" lang="en-US" sz="2000" b="0" i="0" u="none" strike="noStrike" cap="none" normalizeH="0" baseline="0" dirty="0">
              <a:ln>
                <a:noFill/>
              </a:ln>
              <a:solidFill>
                <a:srgbClr val="191919"/>
              </a:solidFill>
              <a:effectLst/>
              <a:latin typeface="HelvNeue Light for IBM" pitchFamily="34" charset="0"/>
            </a:endParaRPr>
          </a:p>
        </p:txBody>
      </p:sp>
      <p:sp>
        <p:nvSpPr>
          <p:cNvPr id="61" name="Footer Placeholder 2">
            <a:extLst>
              <a:ext uri="{FF2B5EF4-FFF2-40B4-BE49-F238E27FC236}">
                <a16:creationId xmlns:a16="http://schemas.microsoft.com/office/drawing/2014/main" id="{71564058-8E9F-AA49-B499-73CDB429B55A}"/>
              </a:ext>
            </a:extLst>
          </p:cNvPr>
          <p:cNvSpPr>
            <a:spLocks noGrp="1"/>
          </p:cNvSpPr>
          <p:nvPr>
            <p:ph type="ftr" sz="quarter" idx="3"/>
          </p:nvPr>
        </p:nvSpPr>
        <p:spPr>
          <a:xfrm>
            <a:off x="9357843" y="334026"/>
            <a:ext cx="2438312" cy="546100"/>
          </a:xfrm>
          <a:prstGeom prst="rect">
            <a:avLst/>
          </a:prstGeom>
        </p:spPr>
        <p:txBody>
          <a:bodyPr anchor="b"/>
          <a:lstStyle>
            <a:lvl1pPr>
              <a:lnSpc>
                <a:spcPct val="150000"/>
              </a:lnSpc>
              <a:defRPr sz="1000" b="0" i="0">
                <a:solidFill>
                  <a:srgbClr val="50565B"/>
                </a:solidFill>
                <a:latin typeface="IBM Plex Sans" panose="020B0503050000000000" pitchFamily="34" charset="77"/>
              </a:defRPr>
            </a:lvl1pPr>
          </a:lstStyle>
          <a:p>
            <a:r>
              <a:rPr lang="en-US" b="1">
                <a:solidFill>
                  <a:schemeClr val="tx1"/>
                </a:solidFill>
                <a:latin typeface="IBM Plex Sans SmBld" panose="020B0503050000000000" pitchFamily="34" charset="77"/>
              </a:rPr>
              <a:t>Presentation title</a:t>
            </a:r>
          </a:p>
          <a:p>
            <a:r>
              <a:rPr lang="en-US"/>
              <a:t>IBM  |  Project/team name</a:t>
            </a:r>
            <a:endParaRPr lang="en-US" dirty="0"/>
          </a:p>
        </p:txBody>
      </p:sp>
      <p:sp>
        <p:nvSpPr>
          <p:cNvPr id="62" name="Text Placeholder 64">
            <a:extLst>
              <a:ext uri="{FF2B5EF4-FFF2-40B4-BE49-F238E27FC236}">
                <a16:creationId xmlns:a16="http://schemas.microsoft.com/office/drawing/2014/main" id="{D62EC6EB-61AD-EC42-B230-C6BF38D6C3A1}"/>
              </a:ext>
            </a:extLst>
          </p:cNvPr>
          <p:cNvSpPr>
            <a:spLocks noGrp="1"/>
          </p:cNvSpPr>
          <p:nvPr>
            <p:ph type="body" sz="quarter" idx="11" hasCustomPrompt="1"/>
          </p:nvPr>
        </p:nvSpPr>
        <p:spPr>
          <a:xfrm>
            <a:off x="228599" y="326929"/>
            <a:ext cx="5477689" cy="553198"/>
          </a:xfrm>
          <a:prstGeom prst="rect">
            <a:avLst/>
          </a:prstGeom>
        </p:spPr>
        <p:txBody>
          <a:bodyPr>
            <a:normAutofit/>
          </a:bodyPr>
          <a:lstStyle>
            <a:lvl1pPr>
              <a:defRPr sz="2400" b="0" i="0">
                <a:latin typeface="IBM Plex Sans" panose="020B0503050203000203" pitchFamily="34" charset="0"/>
              </a:defRPr>
            </a:lvl1pPr>
          </a:lstStyle>
          <a:p>
            <a:pPr lvl="0"/>
            <a:r>
              <a:rPr lang="en-US" dirty="0"/>
              <a:t>Slide title</a:t>
            </a:r>
          </a:p>
        </p:txBody>
      </p:sp>
    </p:spTree>
    <p:extLst>
      <p:ext uri="{BB962C8B-B14F-4D97-AF65-F5344CB8AC3E}">
        <p14:creationId xmlns:p14="http://schemas.microsoft.com/office/powerpoint/2010/main" val="345218968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over, imagery">
    <p:spTree>
      <p:nvGrpSpPr>
        <p:cNvPr id="1" name=""/>
        <p:cNvGrpSpPr/>
        <p:nvPr/>
      </p:nvGrpSpPr>
      <p:grpSpPr>
        <a:xfrm>
          <a:off x="0" y="0"/>
          <a:ext cx="0" cy="0"/>
          <a:chOff x="0" y="0"/>
          <a:chExt cx="0" cy="0"/>
        </a:xfrm>
      </p:grpSpPr>
      <p:sp>
        <p:nvSpPr>
          <p:cNvPr id="5" name="Picture Placeholder 4" descr="Place imagery here">
            <a:extLst>
              <a:ext uri="{FF2B5EF4-FFF2-40B4-BE49-F238E27FC236}">
                <a16:creationId xmlns:a16="http://schemas.microsoft.com/office/drawing/2014/main" id="{EA7055A2-0B5C-73F2-C2DB-FC7245A7AB38}"/>
              </a:ext>
            </a:extLst>
          </p:cNvPr>
          <p:cNvSpPr>
            <a:spLocks noGrp="1"/>
          </p:cNvSpPr>
          <p:nvPr>
            <p:ph type="pic" sz="quarter" idx="11" hasCustomPrompt="1"/>
          </p:nvPr>
        </p:nvSpPr>
        <p:spPr>
          <a:xfrm>
            <a:off x="0" y="0"/>
            <a:ext cx="12192000" cy="6097588"/>
          </a:xfrm>
          <a:solidFill>
            <a:srgbClr val="E0E0E0"/>
          </a:solidFill>
        </p:spPr>
        <p:txBody>
          <a:bodyPr anchor="ctr"/>
          <a:lstStyle>
            <a:lvl1pPr algn="ctr">
              <a:defRPr>
                <a:solidFill>
                  <a:schemeClr val="accent5"/>
                </a:solidFill>
              </a:defRPr>
            </a:lvl1pPr>
          </a:lstStyle>
          <a:p>
            <a:r>
              <a:rPr lang="en-US" dirty="0"/>
              <a:t>Place imagery here</a:t>
            </a:r>
          </a:p>
        </p:txBody>
      </p:sp>
      <p:sp>
        <p:nvSpPr>
          <p:cNvPr id="7" name="Text Placeholder 6">
            <a:extLst>
              <a:ext uri="{FF2B5EF4-FFF2-40B4-BE49-F238E27FC236}">
                <a16:creationId xmlns:a16="http://schemas.microsoft.com/office/drawing/2014/main" id="{D404A9AD-5866-6BA4-C928-31A5F88EF1E5}"/>
              </a:ext>
            </a:extLst>
          </p:cNvPr>
          <p:cNvSpPr>
            <a:spLocks noGrp="1"/>
          </p:cNvSpPr>
          <p:nvPr>
            <p:ph type="body" sz="quarter" idx="12"/>
          </p:nvPr>
        </p:nvSpPr>
        <p:spPr>
          <a:xfrm>
            <a:off x="287963" y="6083300"/>
            <a:ext cx="2470906" cy="537147"/>
          </a:xfrm>
        </p:spPr>
        <p:txBody>
          <a:bodyPr anchor="b"/>
          <a:lstStyle>
            <a:lvl1pPr>
              <a:lnSpc>
                <a:spcPct val="110000"/>
              </a:lnSpc>
              <a:spcBef>
                <a:spcPts val="0"/>
              </a:spcBef>
              <a:defRPr sz="1200">
                <a:solidFill>
                  <a:schemeClr val="tx1"/>
                </a:solidFill>
              </a:defRPr>
            </a:lvl1pPr>
            <a:lvl2pPr marL="127990" indent="-127990">
              <a:lnSpc>
                <a:spcPct val="110000"/>
              </a:lnSpc>
              <a:spcBef>
                <a:spcPts val="0"/>
              </a:spcBef>
              <a:defRPr sz="1200">
                <a:solidFill>
                  <a:schemeClr val="tx1"/>
                </a:solidFill>
              </a:defRPr>
            </a:lvl2pPr>
            <a:lvl3pPr marL="255981" indent="-127990">
              <a:lnSpc>
                <a:spcPct val="110000"/>
              </a:lnSpc>
              <a:spcBef>
                <a:spcPts val="0"/>
              </a:spcBef>
              <a:defRPr sz="1200">
                <a:solidFill>
                  <a:schemeClr val="tx1"/>
                </a:solidFill>
              </a:defRPr>
            </a:lvl3pPr>
            <a:lvl4pPr marL="383971" indent="-127990">
              <a:lnSpc>
                <a:spcPct val="110000"/>
              </a:lnSpc>
              <a:spcBef>
                <a:spcPts val="0"/>
              </a:spcBef>
              <a:defRPr sz="1200">
                <a:solidFill>
                  <a:schemeClr val="tx1"/>
                </a:solidFill>
              </a:defRPr>
            </a:lvl4pPr>
            <a:lvl5pPr>
              <a:lnSpc>
                <a:spcPct val="110000"/>
              </a:lnSpc>
              <a:spcBef>
                <a:spcPts val="0"/>
              </a:spcBef>
              <a:defRPr sz="1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6" name="Text Placeholder 5">
            <a:extLst>
              <a:ext uri="{FF2B5EF4-FFF2-40B4-BE49-F238E27FC236}">
                <a16:creationId xmlns:a16="http://schemas.microsoft.com/office/drawing/2014/main" id="{7D4A8A02-E5FB-018D-1574-2015680C3A07}"/>
              </a:ext>
            </a:extLst>
          </p:cNvPr>
          <p:cNvSpPr>
            <a:spLocks noGrp="1"/>
          </p:cNvSpPr>
          <p:nvPr>
            <p:ph type="body" sz="quarter" idx="13"/>
          </p:nvPr>
        </p:nvSpPr>
        <p:spPr>
          <a:xfrm>
            <a:off x="3335316" y="6083300"/>
            <a:ext cx="2473384" cy="538507"/>
          </a:xfrm>
        </p:spPr>
        <p:txBody>
          <a:bodyPr anchor="b"/>
          <a:lstStyle>
            <a:lvl1pPr>
              <a:lnSpc>
                <a:spcPct val="110000"/>
              </a:lnSpc>
              <a:spcBef>
                <a:spcPts val="0"/>
              </a:spcBef>
              <a:defRPr sz="1200">
                <a:solidFill>
                  <a:schemeClr val="tx1"/>
                </a:solidFill>
              </a:defRPr>
            </a:lvl1pPr>
            <a:lvl2pPr marL="127990" indent="-127990">
              <a:lnSpc>
                <a:spcPct val="110000"/>
              </a:lnSpc>
              <a:spcBef>
                <a:spcPts val="0"/>
              </a:spcBef>
              <a:defRPr sz="1200">
                <a:solidFill>
                  <a:schemeClr val="tx1"/>
                </a:solidFill>
              </a:defRPr>
            </a:lvl2pPr>
            <a:lvl3pPr marL="255981" indent="-127990">
              <a:lnSpc>
                <a:spcPct val="110000"/>
              </a:lnSpc>
              <a:spcBef>
                <a:spcPts val="0"/>
              </a:spcBef>
              <a:defRPr sz="1200">
                <a:solidFill>
                  <a:schemeClr val="tx1"/>
                </a:solidFill>
              </a:defRPr>
            </a:lvl3pPr>
            <a:lvl4pPr marL="383971" indent="-127990">
              <a:lnSpc>
                <a:spcPct val="110000"/>
              </a:lnSpc>
              <a:spcBef>
                <a:spcPts val="0"/>
              </a:spcBef>
              <a:defRPr sz="1200">
                <a:solidFill>
                  <a:schemeClr val="tx1"/>
                </a:solidFill>
              </a:defRPr>
            </a:lvl4pPr>
            <a:lvl5pPr>
              <a:lnSpc>
                <a:spcPct val="110000"/>
              </a:lnSpc>
              <a:spcBef>
                <a:spcPts val="0"/>
              </a:spcBef>
              <a:defRPr sz="1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pic>
        <p:nvPicPr>
          <p:cNvPr id="4" name="Picture 3" descr="IBM 8-bar logo">
            <a:extLst>
              <a:ext uri="{FF2B5EF4-FFF2-40B4-BE49-F238E27FC236}">
                <a16:creationId xmlns:a16="http://schemas.microsoft.com/office/drawing/2014/main" id="{09935B61-CCB4-2F0F-6720-2DE3FDE1A05B}"/>
              </a:ext>
            </a:extLst>
          </p:cNvPr>
          <p:cNvPicPr>
            <a:picLocks noChangeAspect="1"/>
          </p:cNvPicPr>
          <p:nvPr userDrawn="1"/>
        </p:nvPicPr>
        <p:blipFill>
          <a:blip r:embed="rId2"/>
          <a:stretch>
            <a:fillRect/>
          </a:stretch>
        </p:blipFill>
        <p:spPr>
          <a:xfrm>
            <a:off x="11185445" y="6288882"/>
            <a:ext cx="769062" cy="286200"/>
          </a:xfrm>
          <a:prstGeom prst="rect">
            <a:avLst/>
          </a:prstGeom>
        </p:spPr>
      </p:pic>
      <p:sp>
        <p:nvSpPr>
          <p:cNvPr id="10" name="Title 1">
            <a:extLst>
              <a:ext uri="{FF2B5EF4-FFF2-40B4-BE49-F238E27FC236}">
                <a16:creationId xmlns:a16="http://schemas.microsoft.com/office/drawing/2014/main" id="{3F3BE6BB-D7C0-3C9B-44F9-5D564E48D8B6}"/>
              </a:ext>
            </a:extLst>
          </p:cNvPr>
          <p:cNvSpPr>
            <a:spLocks noGrp="1"/>
          </p:cNvSpPr>
          <p:nvPr>
            <p:ph type="title"/>
          </p:nvPr>
        </p:nvSpPr>
        <p:spPr>
          <a:xfrm>
            <a:off x="287963" y="155575"/>
            <a:ext cx="5049878" cy="3654425"/>
          </a:xfrm>
        </p:spPr>
        <p:txBody>
          <a:bodyPr/>
          <a:lstStyle>
            <a:lvl1pPr>
              <a:lnSpc>
                <a:spcPct val="100000"/>
              </a:lnSpc>
              <a:defRPr sz="4199">
                <a:solidFill>
                  <a:schemeClr val="tx2"/>
                </a:solidFill>
              </a:defRPr>
            </a:lvl1pPr>
          </a:lstStyle>
          <a:p>
            <a:r>
              <a:rPr lang="en-GB"/>
              <a:t>Click to edit Master title style</a:t>
            </a:r>
            <a:endParaRPr lang="en-US" dirty="0"/>
          </a:p>
        </p:txBody>
      </p:sp>
    </p:spTree>
    <p:extLst>
      <p:ext uri="{BB962C8B-B14F-4D97-AF65-F5344CB8AC3E}">
        <p14:creationId xmlns:p14="http://schemas.microsoft.com/office/powerpoint/2010/main" val="629376746"/>
      </p:ext>
    </p:extLst>
  </p:cSld>
  <p:clrMapOvr>
    <a:masterClrMapping/>
  </p:clrMapOvr>
  <p:transition spd="med"/>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over, cyan">
    <p:spTree>
      <p:nvGrpSpPr>
        <p:cNvPr id="1" name=""/>
        <p:cNvGrpSpPr/>
        <p:nvPr/>
      </p:nvGrpSpPr>
      <p:grpSpPr>
        <a:xfrm>
          <a:off x="0" y="0"/>
          <a:ext cx="0" cy="0"/>
          <a:chOff x="0" y="0"/>
          <a:chExt cx="0" cy="0"/>
        </a:xfrm>
      </p:grpSpPr>
      <p:sp>
        <p:nvSpPr>
          <p:cNvPr id="3" name="Rectangle 2" descr="Blue 10 full slide background ">
            <a:extLst>
              <a:ext uri="{FF2B5EF4-FFF2-40B4-BE49-F238E27FC236}">
                <a16:creationId xmlns:a16="http://schemas.microsoft.com/office/drawing/2014/main" id="{8D23798D-A03E-2BC6-136A-14C1E387E723}"/>
              </a:ext>
            </a:extLst>
          </p:cNvPr>
          <p:cNvSpPr/>
          <p:nvPr userDrawn="1"/>
        </p:nvSpPr>
        <p:spPr bwMode="auto">
          <a:xfrm>
            <a:off x="0" y="0"/>
            <a:ext cx="12192000" cy="6097588"/>
          </a:xfrm>
          <a:prstGeom prst="rect">
            <a:avLst/>
          </a:prstGeom>
          <a:solidFill>
            <a:srgbClr val="E5F6FF"/>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marL="0" marR="0" indent="0" algn="l" defTabSz="457109" rtl="0" eaLnBrk="1" fontAlgn="base" latinLnBrk="0" hangingPunct="1">
              <a:lnSpc>
                <a:spcPct val="100000"/>
              </a:lnSpc>
              <a:spcBef>
                <a:spcPct val="0"/>
              </a:spcBef>
              <a:spcAft>
                <a:spcPct val="0"/>
              </a:spcAft>
              <a:buClrTx/>
              <a:buSzTx/>
              <a:buFont typeface="IBM Plex Sans Light"/>
              <a:buNone/>
              <a:tabLst/>
            </a:pPr>
            <a:endParaRPr kumimoji="0" lang="en-US" sz="700" b="0" i="0" u="none" strike="noStrike" cap="none" normalizeH="0" baseline="0" dirty="0">
              <a:ln>
                <a:noFill/>
              </a:ln>
              <a:solidFill>
                <a:schemeClr val="bg1"/>
              </a:solidFill>
              <a:effectLst/>
              <a:latin typeface="+mn-lt"/>
            </a:endParaRPr>
          </a:p>
        </p:txBody>
      </p:sp>
      <p:pic>
        <p:nvPicPr>
          <p:cNvPr id="7" name="Picture 6" descr="IBM 8-bar logo">
            <a:extLst>
              <a:ext uri="{FF2B5EF4-FFF2-40B4-BE49-F238E27FC236}">
                <a16:creationId xmlns:a16="http://schemas.microsoft.com/office/drawing/2014/main" id="{B4B109D8-FCAE-74D0-0B39-85BF626C84C5}"/>
              </a:ext>
            </a:extLst>
          </p:cNvPr>
          <p:cNvPicPr>
            <a:picLocks noChangeAspect="1"/>
          </p:cNvPicPr>
          <p:nvPr userDrawn="1"/>
        </p:nvPicPr>
        <p:blipFill>
          <a:blip r:embed="rId2"/>
          <a:stretch>
            <a:fillRect/>
          </a:stretch>
        </p:blipFill>
        <p:spPr>
          <a:xfrm>
            <a:off x="11185445" y="6288882"/>
            <a:ext cx="769062" cy="286200"/>
          </a:xfrm>
          <a:prstGeom prst="rect">
            <a:avLst/>
          </a:prstGeom>
        </p:spPr>
      </p:pic>
      <p:sp>
        <p:nvSpPr>
          <p:cNvPr id="8" name="Text Placeholder 6">
            <a:extLst>
              <a:ext uri="{FF2B5EF4-FFF2-40B4-BE49-F238E27FC236}">
                <a16:creationId xmlns:a16="http://schemas.microsoft.com/office/drawing/2014/main" id="{A9FACBA3-656A-1C9D-A350-7759736DCC4B}"/>
              </a:ext>
            </a:extLst>
          </p:cNvPr>
          <p:cNvSpPr>
            <a:spLocks noGrp="1"/>
          </p:cNvSpPr>
          <p:nvPr>
            <p:ph type="body" sz="quarter" idx="12"/>
          </p:nvPr>
        </p:nvSpPr>
        <p:spPr>
          <a:xfrm>
            <a:off x="287963" y="6083300"/>
            <a:ext cx="2470906" cy="537147"/>
          </a:xfrm>
        </p:spPr>
        <p:txBody>
          <a:bodyPr anchor="b"/>
          <a:lstStyle>
            <a:lvl1pPr>
              <a:lnSpc>
                <a:spcPct val="110000"/>
              </a:lnSpc>
              <a:spcBef>
                <a:spcPts val="0"/>
              </a:spcBef>
              <a:defRPr sz="1200">
                <a:solidFill>
                  <a:schemeClr val="tx1"/>
                </a:solidFill>
              </a:defRPr>
            </a:lvl1pPr>
            <a:lvl2pPr marL="127990" indent="-127990">
              <a:lnSpc>
                <a:spcPct val="110000"/>
              </a:lnSpc>
              <a:spcBef>
                <a:spcPts val="0"/>
              </a:spcBef>
              <a:defRPr sz="1200">
                <a:solidFill>
                  <a:schemeClr val="tx1"/>
                </a:solidFill>
              </a:defRPr>
            </a:lvl2pPr>
            <a:lvl3pPr marL="255981" indent="-127990">
              <a:lnSpc>
                <a:spcPct val="110000"/>
              </a:lnSpc>
              <a:spcBef>
                <a:spcPts val="0"/>
              </a:spcBef>
              <a:defRPr sz="1200">
                <a:solidFill>
                  <a:schemeClr val="tx1"/>
                </a:solidFill>
              </a:defRPr>
            </a:lvl3pPr>
            <a:lvl4pPr marL="383971" indent="-127990">
              <a:lnSpc>
                <a:spcPct val="110000"/>
              </a:lnSpc>
              <a:spcBef>
                <a:spcPts val="0"/>
              </a:spcBef>
              <a:defRPr sz="1200">
                <a:solidFill>
                  <a:schemeClr val="tx1"/>
                </a:solidFill>
              </a:defRPr>
            </a:lvl4pPr>
            <a:lvl5pPr>
              <a:lnSpc>
                <a:spcPct val="110000"/>
              </a:lnSpc>
              <a:spcBef>
                <a:spcPts val="0"/>
              </a:spcBef>
              <a:defRPr sz="1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9" name="Text Placeholder 5">
            <a:extLst>
              <a:ext uri="{FF2B5EF4-FFF2-40B4-BE49-F238E27FC236}">
                <a16:creationId xmlns:a16="http://schemas.microsoft.com/office/drawing/2014/main" id="{FA47F09F-F9D8-7B01-E53E-EE9451C6A6EB}"/>
              </a:ext>
            </a:extLst>
          </p:cNvPr>
          <p:cNvSpPr>
            <a:spLocks noGrp="1"/>
          </p:cNvSpPr>
          <p:nvPr>
            <p:ph type="body" sz="quarter" idx="13"/>
          </p:nvPr>
        </p:nvSpPr>
        <p:spPr>
          <a:xfrm>
            <a:off x="3335316" y="6083300"/>
            <a:ext cx="2473384" cy="538507"/>
          </a:xfrm>
        </p:spPr>
        <p:txBody>
          <a:bodyPr anchor="b"/>
          <a:lstStyle>
            <a:lvl1pPr>
              <a:lnSpc>
                <a:spcPct val="110000"/>
              </a:lnSpc>
              <a:spcBef>
                <a:spcPts val="0"/>
              </a:spcBef>
              <a:defRPr sz="1200">
                <a:solidFill>
                  <a:schemeClr val="tx1"/>
                </a:solidFill>
              </a:defRPr>
            </a:lvl1pPr>
            <a:lvl2pPr marL="127990" indent="-127990">
              <a:lnSpc>
                <a:spcPct val="110000"/>
              </a:lnSpc>
              <a:spcBef>
                <a:spcPts val="0"/>
              </a:spcBef>
              <a:defRPr sz="1200">
                <a:solidFill>
                  <a:schemeClr val="tx1"/>
                </a:solidFill>
              </a:defRPr>
            </a:lvl2pPr>
            <a:lvl3pPr marL="255981" indent="-127990">
              <a:lnSpc>
                <a:spcPct val="110000"/>
              </a:lnSpc>
              <a:spcBef>
                <a:spcPts val="0"/>
              </a:spcBef>
              <a:defRPr sz="1200">
                <a:solidFill>
                  <a:schemeClr val="tx1"/>
                </a:solidFill>
              </a:defRPr>
            </a:lvl3pPr>
            <a:lvl4pPr marL="383971" indent="-127990">
              <a:lnSpc>
                <a:spcPct val="110000"/>
              </a:lnSpc>
              <a:spcBef>
                <a:spcPts val="0"/>
              </a:spcBef>
              <a:defRPr sz="1200">
                <a:solidFill>
                  <a:schemeClr val="tx1"/>
                </a:solidFill>
              </a:defRPr>
            </a:lvl4pPr>
            <a:lvl5pPr>
              <a:lnSpc>
                <a:spcPct val="110000"/>
              </a:lnSpc>
              <a:spcBef>
                <a:spcPts val="0"/>
              </a:spcBef>
              <a:defRPr sz="1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3" name="Title 1">
            <a:extLst>
              <a:ext uri="{FF2B5EF4-FFF2-40B4-BE49-F238E27FC236}">
                <a16:creationId xmlns:a16="http://schemas.microsoft.com/office/drawing/2014/main" id="{B8FFB679-F0FF-1DD1-8243-9D4ADEF3889F}"/>
              </a:ext>
            </a:extLst>
          </p:cNvPr>
          <p:cNvSpPr>
            <a:spLocks noGrp="1"/>
          </p:cNvSpPr>
          <p:nvPr>
            <p:ph type="title"/>
          </p:nvPr>
        </p:nvSpPr>
        <p:spPr>
          <a:xfrm>
            <a:off x="287963" y="155575"/>
            <a:ext cx="5049878" cy="3654425"/>
          </a:xfrm>
        </p:spPr>
        <p:txBody>
          <a:bodyPr/>
          <a:lstStyle>
            <a:lvl1pPr>
              <a:lnSpc>
                <a:spcPct val="100000"/>
              </a:lnSpc>
              <a:defRPr sz="4199">
                <a:solidFill>
                  <a:schemeClr val="tx2"/>
                </a:solidFill>
              </a:defRPr>
            </a:lvl1pPr>
          </a:lstStyle>
          <a:p>
            <a:r>
              <a:rPr lang="en-GB"/>
              <a:t>Click to edit Master title style</a:t>
            </a:r>
            <a:endParaRPr lang="en-US" dirty="0"/>
          </a:p>
        </p:txBody>
      </p:sp>
    </p:spTree>
    <p:extLst>
      <p:ext uri="{BB962C8B-B14F-4D97-AF65-F5344CB8AC3E}">
        <p14:creationId xmlns:p14="http://schemas.microsoft.com/office/powerpoint/2010/main" val="2866347201"/>
      </p:ext>
    </p:extLst>
  </p:cSld>
  <p:clrMapOvr>
    <a:masterClrMapping/>
  </p:clrMapOvr>
  <p:transition spd="med"/>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over, plain">
    <p:bg>
      <p:bgPr>
        <a:solidFill>
          <a:schemeClr val="bg1"/>
        </a:solidFill>
        <a:effectLst/>
      </p:bgPr>
    </p:bg>
    <p:spTree>
      <p:nvGrpSpPr>
        <p:cNvPr id="1" name=""/>
        <p:cNvGrpSpPr/>
        <p:nvPr/>
      </p:nvGrpSpPr>
      <p:grpSpPr>
        <a:xfrm>
          <a:off x="0" y="0"/>
          <a:ext cx="0" cy="0"/>
          <a:chOff x="0" y="0"/>
          <a:chExt cx="0" cy="0"/>
        </a:xfrm>
      </p:grpSpPr>
      <p:pic>
        <p:nvPicPr>
          <p:cNvPr id="4" name="Picture 3" descr="IBM 8-bar logo">
            <a:extLst>
              <a:ext uri="{FF2B5EF4-FFF2-40B4-BE49-F238E27FC236}">
                <a16:creationId xmlns:a16="http://schemas.microsoft.com/office/drawing/2014/main" id="{E4F73B63-FCC7-DAFC-5E97-E0D29B2DBF2C}"/>
              </a:ext>
            </a:extLst>
          </p:cNvPr>
          <p:cNvPicPr>
            <a:picLocks noChangeAspect="1"/>
          </p:cNvPicPr>
          <p:nvPr userDrawn="1"/>
        </p:nvPicPr>
        <p:blipFill>
          <a:blip r:embed="rId2"/>
          <a:stretch>
            <a:fillRect/>
          </a:stretch>
        </p:blipFill>
        <p:spPr>
          <a:xfrm>
            <a:off x="11185445" y="6288882"/>
            <a:ext cx="769062" cy="286200"/>
          </a:xfrm>
          <a:prstGeom prst="rect">
            <a:avLst/>
          </a:prstGeom>
        </p:spPr>
      </p:pic>
      <p:sp>
        <p:nvSpPr>
          <p:cNvPr id="8" name="Title 1">
            <a:extLst>
              <a:ext uri="{FF2B5EF4-FFF2-40B4-BE49-F238E27FC236}">
                <a16:creationId xmlns:a16="http://schemas.microsoft.com/office/drawing/2014/main" id="{31EEBBCD-6628-78CD-1209-20B2834A647D}"/>
              </a:ext>
            </a:extLst>
          </p:cNvPr>
          <p:cNvSpPr>
            <a:spLocks noGrp="1"/>
          </p:cNvSpPr>
          <p:nvPr>
            <p:ph type="title"/>
          </p:nvPr>
        </p:nvSpPr>
        <p:spPr>
          <a:xfrm>
            <a:off x="287963" y="155575"/>
            <a:ext cx="5049878" cy="5178425"/>
          </a:xfrm>
        </p:spPr>
        <p:txBody>
          <a:bodyPr/>
          <a:lstStyle>
            <a:lvl1pPr>
              <a:lnSpc>
                <a:spcPct val="100000"/>
              </a:lnSpc>
              <a:defRPr sz="4199">
                <a:solidFill>
                  <a:schemeClr val="tx2"/>
                </a:solidFill>
              </a:defRPr>
            </a:lvl1pPr>
          </a:lstStyle>
          <a:p>
            <a:r>
              <a:rPr lang="en-GB"/>
              <a:t>Click to edit Master title style</a:t>
            </a:r>
            <a:endParaRPr lang="en-US" dirty="0"/>
          </a:p>
        </p:txBody>
      </p:sp>
    </p:spTree>
    <p:extLst>
      <p:ext uri="{BB962C8B-B14F-4D97-AF65-F5344CB8AC3E}">
        <p14:creationId xmlns:p14="http://schemas.microsoft.com/office/powerpoint/2010/main" val="3173495835"/>
      </p:ext>
    </p:extLst>
  </p:cSld>
  <p:clrMapOvr>
    <a:masterClrMapping/>
  </p:clrMapOvr>
  <p:transition spd="med"/>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over, plain, label">
    <p:bg>
      <p:bgPr>
        <a:solidFill>
          <a:schemeClr val="bg1"/>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F3A2629C-3C99-5809-3D6C-46ACEB922F7C}"/>
              </a:ext>
            </a:extLst>
          </p:cNvPr>
          <p:cNvSpPr>
            <a:spLocks noGrp="1"/>
          </p:cNvSpPr>
          <p:nvPr>
            <p:ph type="body" sz="quarter" idx="10"/>
          </p:nvPr>
        </p:nvSpPr>
        <p:spPr>
          <a:xfrm>
            <a:off x="287963" y="6239574"/>
            <a:ext cx="5518504" cy="381000"/>
          </a:xfrm>
        </p:spPr>
        <p:txBody>
          <a:bodyPr anchor="b"/>
          <a:lstStyle>
            <a:lvl1pPr>
              <a:lnSpc>
                <a:spcPct val="110000"/>
              </a:lnSpc>
              <a:spcBef>
                <a:spcPts val="0"/>
              </a:spcBef>
              <a:defRPr sz="1400">
                <a:solidFill>
                  <a:schemeClr val="tx1"/>
                </a:solidFill>
              </a:defRPr>
            </a:lvl1pPr>
          </a:lstStyle>
          <a:p>
            <a:pPr lvl="0"/>
            <a:r>
              <a:rPr lang="en-GB"/>
              <a:t>Click to edit Master text styles</a:t>
            </a:r>
          </a:p>
        </p:txBody>
      </p:sp>
      <p:pic>
        <p:nvPicPr>
          <p:cNvPr id="4" name="Picture 3" descr="IBM 8-bar logo">
            <a:extLst>
              <a:ext uri="{FF2B5EF4-FFF2-40B4-BE49-F238E27FC236}">
                <a16:creationId xmlns:a16="http://schemas.microsoft.com/office/drawing/2014/main" id="{81A5AEF9-6465-6773-9724-1305F8245375}"/>
              </a:ext>
            </a:extLst>
          </p:cNvPr>
          <p:cNvPicPr>
            <a:picLocks noChangeAspect="1"/>
          </p:cNvPicPr>
          <p:nvPr userDrawn="1"/>
        </p:nvPicPr>
        <p:blipFill>
          <a:blip r:embed="rId2"/>
          <a:stretch>
            <a:fillRect/>
          </a:stretch>
        </p:blipFill>
        <p:spPr>
          <a:xfrm>
            <a:off x="11185445" y="6288882"/>
            <a:ext cx="769062" cy="286200"/>
          </a:xfrm>
          <a:prstGeom prst="rect">
            <a:avLst/>
          </a:prstGeom>
        </p:spPr>
      </p:pic>
      <p:sp>
        <p:nvSpPr>
          <p:cNvPr id="10" name="Title 1">
            <a:extLst>
              <a:ext uri="{FF2B5EF4-FFF2-40B4-BE49-F238E27FC236}">
                <a16:creationId xmlns:a16="http://schemas.microsoft.com/office/drawing/2014/main" id="{D0F40089-D6C5-B905-B7FE-24BFF3580F12}"/>
              </a:ext>
            </a:extLst>
          </p:cNvPr>
          <p:cNvSpPr>
            <a:spLocks noGrp="1"/>
          </p:cNvSpPr>
          <p:nvPr>
            <p:ph type="title"/>
          </p:nvPr>
        </p:nvSpPr>
        <p:spPr>
          <a:xfrm>
            <a:off x="287963" y="155575"/>
            <a:ext cx="5049878" cy="5178425"/>
          </a:xfrm>
        </p:spPr>
        <p:txBody>
          <a:bodyPr/>
          <a:lstStyle>
            <a:lvl1pPr>
              <a:lnSpc>
                <a:spcPct val="100000"/>
              </a:lnSpc>
              <a:defRPr sz="4199">
                <a:solidFill>
                  <a:schemeClr val="tx2"/>
                </a:solidFill>
              </a:defRPr>
            </a:lvl1pPr>
          </a:lstStyle>
          <a:p>
            <a:r>
              <a:rPr lang="en-GB"/>
              <a:t>Click to edit Master title style</a:t>
            </a:r>
            <a:endParaRPr lang="en-US" dirty="0"/>
          </a:p>
        </p:txBody>
      </p:sp>
    </p:spTree>
    <p:extLst>
      <p:ext uri="{BB962C8B-B14F-4D97-AF65-F5344CB8AC3E}">
        <p14:creationId xmlns:p14="http://schemas.microsoft.com/office/powerpoint/2010/main" val="836448402"/>
      </p:ext>
    </p:extLst>
  </p:cSld>
  <p:clrMapOvr>
    <a:masterClrMapping/>
  </p:clrMapOvr>
  <p:transition spd="med"/>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over, imagery, half ">
    <p:bg>
      <p:bgPr>
        <a:solidFill>
          <a:schemeClr val="bg1"/>
        </a:solidFill>
        <a:effectLst/>
      </p:bgPr>
    </p:bg>
    <p:spTree>
      <p:nvGrpSpPr>
        <p:cNvPr id="1" name=""/>
        <p:cNvGrpSpPr/>
        <p:nvPr/>
      </p:nvGrpSpPr>
      <p:grpSpPr>
        <a:xfrm>
          <a:off x="0" y="0"/>
          <a:ext cx="0" cy="0"/>
          <a:chOff x="0" y="0"/>
          <a:chExt cx="0" cy="0"/>
        </a:xfrm>
      </p:grpSpPr>
      <p:sp>
        <p:nvSpPr>
          <p:cNvPr id="7" name="Picture Placeholder 6" descr="Place imagery here">
            <a:extLst>
              <a:ext uri="{FF2B5EF4-FFF2-40B4-BE49-F238E27FC236}">
                <a16:creationId xmlns:a16="http://schemas.microsoft.com/office/drawing/2014/main" id="{9CD5B627-E439-376E-A00C-87BAFF059FD8}"/>
              </a:ext>
            </a:extLst>
          </p:cNvPr>
          <p:cNvSpPr>
            <a:spLocks noGrp="1"/>
          </p:cNvSpPr>
          <p:nvPr>
            <p:ph type="pic" sz="quarter" idx="12" hasCustomPrompt="1"/>
          </p:nvPr>
        </p:nvSpPr>
        <p:spPr>
          <a:xfrm>
            <a:off x="6380919" y="285750"/>
            <a:ext cx="5520847" cy="6289332"/>
          </a:xfrm>
          <a:solidFill>
            <a:srgbClr val="E0E0E0"/>
          </a:solidFill>
        </p:spPr>
        <p:txBody>
          <a:bodyPr anchor="ctr"/>
          <a:lstStyle>
            <a:lvl1pPr algn="ctr">
              <a:defRPr>
                <a:solidFill>
                  <a:schemeClr val="accent5"/>
                </a:solidFill>
              </a:defRPr>
            </a:lvl1pPr>
          </a:lstStyle>
          <a:p>
            <a:r>
              <a:rPr lang="en-US" dirty="0"/>
              <a:t>Place imagery here</a:t>
            </a:r>
          </a:p>
        </p:txBody>
      </p:sp>
      <p:pic>
        <p:nvPicPr>
          <p:cNvPr id="3" name="Picture 2" descr="IBM 8-bar logo">
            <a:extLst>
              <a:ext uri="{FF2B5EF4-FFF2-40B4-BE49-F238E27FC236}">
                <a16:creationId xmlns:a16="http://schemas.microsoft.com/office/drawing/2014/main" id="{5C99EA1F-50F2-8D44-9784-4C9D55555354}"/>
              </a:ext>
            </a:extLst>
          </p:cNvPr>
          <p:cNvPicPr>
            <a:picLocks noChangeAspect="1"/>
          </p:cNvPicPr>
          <p:nvPr userDrawn="1"/>
        </p:nvPicPr>
        <p:blipFill>
          <a:blip r:embed="rId2"/>
          <a:stretch>
            <a:fillRect/>
          </a:stretch>
        </p:blipFill>
        <p:spPr>
          <a:xfrm>
            <a:off x="290006" y="6288882"/>
            <a:ext cx="769062" cy="286200"/>
          </a:xfrm>
          <a:prstGeom prst="rect">
            <a:avLst/>
          </a:prstGeom>
        </p:spPr>
      </p:pic>
      <p:sp>
        <p:nvSpPr>
          <p:cNvPr id="6" name="Title 1">
            <a:extLst>
              <a:ext uri="{FF2B5EF4-FFF2-40B4-BE49-F238E27FC236}">
                <a16:creationId xmlns:a16="http://schemas.microsoft.com/office/drawing/2014/main" id="{EC22CE22-4A72-C394-2534-3F9CEE594205}"/>
              </a:ext>
            </a:extLst>
          </p:cNvPr>
          <p:cNvSpPr>
            <a:spLocks noGrp="1"/>
          </p:cNvSpPr>
          <p:nvPr>
            <p:ph type="title"/>
          </p:nvPr>
        </p:nvSpPr>
        <p:spPr>
          <a:xfrm>
            <a:off x="287963" y="155575"/>
            <a:ext cx="5049878" cy="5178425"/>
          </a:xfrm>
        </p:spPr>
        <p:txBody>
          <a:bodyPr/>
          <a:lstStyle>
            <a:lvl1pPr>
              <a:lnSpc>
                <a:spcPct val="100000"/>
              </a:lnSpc>
              <a:defRPr sz="4199">
                <a:solidFill>
                  <a:schemeClr val="tx2"/>
                </a:solidFill>
              </a:defRPr>
            </a:lvl1pPr>
          </a:lstStyle>
          <a:p>
            <a:r>
              <a:rPr lang="en-GB"/>
              <a:t>Click to edit Master title style</a:t>
            </a:r>
            <a:endParaRPr lang="en-US" dirty="0"/>
          </a:p>
        </p:txBody>
      </p:sp>
    </p:spTree>
    <p:extLst>
      <p:ext uri="{BB962C8B-B14F-4D97-AF65-F5344CB8AC3E}">
        <p14:creationId xmlns:p14="http://schemas.microsoft.com/office/powerpoint/2010/main" val="424897224"/>
      </p:ext>
    </p:extLst>
  </p:cSld>
  <p:clrMapOvr>
    <a:masterClrMapping/>
  </p:clrMapOvr>
  <p:transition spd="med"/>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Cover, imagery, half, label">
    <p:bg>
      <p:bgPr>
        <a:solidFill>
          <a:schemeClr val="bg1"/>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276E74B7-8F2A-46A5-97C4-76677246CFAF}"/>
              </a:ext>
            </a:extLst>
          </p:cNvPr>
          <p:cNvSpPr>
            <a:spLocks noGrp="1"/>
          </p:cNvSpPr>
          <p:nvPr>
            <p:ph type="body" sz="quarter" idx="11"/>
          </p:nvPr>
        </p:nvSpPr>
        <p:spPr>
          <a:xfrm>
            <a:off x="287963" y="288036"/>
            <a:ext cx="5049180" cy="285750"/>
          </a:xfrm>
        </p:spPr>
        <p:txBody>
          <a:bodyPr/>
          <a:lstStyle>
            <a:lvl1pPr>
              <a:spcBef>
                <a:spcPts val="0"/>
              </a:spcBef>
              <a:defRPr sz="1400">
                <a:solidFill>
                  <a:schemeClr val="tx2"/>
                </a:solidFill>
              </a:defRPr>
            </a:lvl1pPr>
            <a:lvl2pPr>
              <a:spcBef>
                <a:spcPts val="0"/>
              </a:spcBef>
              <a:defRPr/>
            </a:lvl2pPr>
            <a:lvl3pPr>
              <a:spcBef>
                <a:spcPts val="0"/>
              </a:spcBef>
              <a:defRPr/>
            </a:lvl3pPr>
            <a:lvl4pPr>
              <a:spcBef>
                <a:spcPts val="0"/>
              </a:spcBef>
              <a:defRPr/>
            </a:lvl4pPr>
            <a:lvl5pPr>
              <a:spcBef>
                <a:spcPts val="0"/>
              </a:spcBef>
              <a:defRPr/>
            </a:lvl5pPr>
          </a:lstStyle>
          <a:p>
            <a:pPr lvl="0"/>
            <a:r>
              <a:rPr lang="en-GB"/>
              <a:t>Click to edit Master text styles</a:t>
            </a:r>
          </a:p>
        </p:txBody>
      </p:sp>
      <p:sp>
        <p:nvSpPr>
          <p:cNvPr id="2" name="Title 1">
            <a:extLst>
              <a:ext uri="{FF2B5EF4-FFF2-40B4-BE49-F238E27FC236}">
                <a16:creationId xmlns:a16="http://schemas.microsoft.com/office/drawing/2014/main" id="{413A412C-EE28-6248-612D-41BAAD7F005C}"/>
              </a:ext>
            </a:extLst>
          </p:cNvPr>
          <p:cNvSpPr>
            <a:spLocks noGrp="1"/>
          </p:cNvSpPr>
          <p:nvPr>
            <p:ph type="title"/>
          </p:nvPr>
        </p:nvSpPr>
        <p:spPr>
          <a:xfrm>
            <a:off x="287963" y="756000"/>
            <a:ext cx="5049180" cy="4573588"/>
          </a:xfrm>
        </p:spPr>
        <p:txBody>
          <a:bodyPr/>
          <a:lstStyle>
            <a:lvl1pPr>
              <a:lnSpc>
                <a:spcPct val="100000"/>
              </a:lnSpc>
              <a:defRPr sz="4199">
                <a:solidFill>
                  <a:schemeClr val="tx2"/>
                </a:solidFill>
              </a:defRPr>
            </a:lvl1pPr>
          </a:lstStyle>
          <a:p>
            <a:r>
              <a:rPr lang="en-GB"/>
              <a:t>Click to edit Master title style</a:t>
            </a:r>
            <a:endParaRPr lang="en-US" dirty="0"/>
          </a:p>
        </p:txBody>
      </p:sp>
      <p:pic>
        <p:nvPicPr>
          <p:cNvPr id="3" name="Picture 2" descr="IBM 8-bar logo">
            <a:extLst>
              <a:ext uri="{FF2B5EF4-FFF2-40B4-BE49-F238E27FC236}">
                <a16:creationId xmlns:a16="http://schemas.microsoft.com/office/drawing/2014/main" id="{0A3BE97F-BB78-DA67-3A9B-B2FBFA0DFC6D}"/>
              </a:ext>
            </a:extLst>
          </p:cNvPr>
          <p:cNvPicPr>
            <a:picLocks noChangeAspect="1"/>
          </p:cNvPicPr>
          <p:nvPr userDrawn="1"/>
        </p:nvPicPr>
        <p:blipFill>
          <a:blip r:embed="rId2"/>
          <a:stretch>
            <a:fillRect/>
          </a:stretch>
        </p:blipFill>
        <p:spPr>
          <a:xfrm>
            <a:off x="290006" y="6288882"/>
            <a:ext cx="769062" cy="286200"/>
          </a:xfrm>
          <a:prstGeom prst="rect">
            <a:avLst/>
          </a:prstGeom>
        </p:spPr>
      </p:pic>
      <p:sp>
        <p:nvSpPr>
          <p:cNvPr id="6" name="Picture Placeholder 6" descr="Place imagery here">
            <a:extLst>
              <a:ext uri="{FF2B5EF4-FFF2-40B4-BE49-F238E27FC236}">
                <a16:creationId xmlns:a16="http://schemas.microsoft.com/office/drawing/2014/main" id="{54AE768F-E6B1-F789-5E61-E59B3DBA779A}"/>
              </a:ext>
            </a:extLst>
          </p:cNvPr>
          <p:cNvSpPr>
            <a:spLocks noGrp="1"/>
          </p:cNvSpPr>
          <p:nvPr>
            <p:ph type="pic" sz="quarter" idx="12" hasCustomPrompt="1"/>
          </p:nvPr>
        </p:nvSpPr>
        <p:spPr>
          <a:xfrm>
            <a:off x="6380919" y="284957"/>
            <a:ext cx="5520847" cy="6290125"/>
          </a:xfrm>
          <a:solidFill>
            <a:srgbClr val="E0E0E0"/>
          </a:solidFill>
        </p:spPr>
        <p:txBody>
          <a:bodyPr anchor="ctr"/>
          <a:lstStyle>
            <a:lvl1pPr algn="ctr">
              <a:defRPr>
                <a:solidFill>
                  <a:schemeClr val="accent5"/>
                </a:solidFill>
              </a:defRPr>
            </a:lvl1pPr>
          </a:lstStyle>
          <a:p>
            <a:r>
              <a:rPr lang="en-US" dirty="0"/>
              <a:t>Place imagery here</a:t>
            </a:r>
          </a:p>
        </p:txBody>
      </p:sp>
    </p:spTree>
    <p:extLst>
      <p:ext uri="{BB962C8B-B14F-4D97-AF65-F5344CB8AC3E}">
        <p14:creationId xmlns:p14="http://schemas.microsoft.com/office/powerpoint/2010/main" val="1089544339"/>
      </p:ext>
    </p:extLst>
  </p:cSld>
  <p:clrMapOvr>
    <a:masterClrMapping/>
  </p:clrMapOvr>
  <p:transition spd="med"/>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ontent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287963" y="192024"/>
            <a:ext cx="2470717" cy="2105025"/>
          </a:xfrm>
        </p:spPr>
        <p:txBody>
          <a:bodyPr/>
          <a:lstStyle>
            <a:lvl1pPr>
              <a:lnSpc>
                <a:spcPct val="100000"/>
              </a:lnSpc>
              <a:defRPr sz="3399">
                <a:solidFill>
                  <a:schemeClr val="tx2"/>
                </a:solidFill>
              </a:defRPr>
            </a:lvl1pPr>
          </a:lstStyle>
          <a:p>
            <a:r>
              <a:rPr lang="en-GB"/>
              <a:t>Click to edit Master title style</a:t>
            </a:r>
            <a:endParaRPr lang="en-US" dirty="0"/>
          </a:p>
        </p:txBody>
      </p:sp>
      <p:sp>
        <p:nvSpPr>
          <p:cNvPr id="7" name="Text Placeholder 6">
            <a:extLst>
              <a:ext uri="{FF2B5EF4-FFF2-40B4-BE49-F238E27FC236}">
                <a16:creationId xmlns:a16="http://schemas.microsoft.com/office/drawing/2014/main" id="{675443B4-0187-FC99-0FDE-8EB191B6CEF4}"/>
              </a:ext>
            </a:extLst>
          </p:cNvPr>
          <p:cNvSpPr>
            <a:spLocks noGrp="1"/>
          </p:cNvSpPr>
          <p:nvPr>
            <p:ph type="body" sz="quarter" idx="10"/>
          </p:nvPr>
        </p:nvSpPr>
        <p:spPr>
          <a:xfrm>
            <a:off x="6382506" y="287338"/>
            <a:ext cx="2476178" cy="5808659"/>
          </a:xfrm>
        </p:spPr>
        <p:txBody>
          <a:bodyPr/>
          <a:lstStyle>
            <a:lvl1pPr defTabSz="580528">
              <a:spcBef>
                <a:spcPts val="0"/>
              </a:spcBef>
              <a:defRPr>
                <a:solidFill>
                  <a:schemeClr val="tx1"/>
                </a:solidFill>
              </a:defRPr>
            </a:lvl1pPr>
            <a:lvl2pPr defTabSz="580528">
              <a:spcBef>
                <a:spcPts val="0"/>
              </a:spcBef>
              <a:defRPr>
                <a:solidFill>
                  <a:schemeClr val="tx1"/>
                </a:solidFill>
              </a:defRPr>
            </a:lvl2pPr>
            <a:lvl3pPr defTabSz="580528">
              <a:spcBef>
                <a:spcPts val="0"/>
              </a:spcBef>
              <a:defRPr>
                <a:solidFill>
                  <a:schemeClr val="tx1"/>
                </a:solidFill>
              </a:defRPr>
            </a:lvl3pPr>
            <a:lvl4pPr defTabSz="580528">
              <a:spcBef>
                <a:spcPts val="0"/>
              </a:spcBef>
              <a:defRPr>
                <a:solidFill>
                  <a:schemeClr val="tx1"/>
                </a:solidFill>
              </a:defRPr>
            </a:lvl4pPr>
            <a:lvl5pPr defTabSz="580528">
              <a:spcBef>
                <a:spcPts val="0"/>
              </a:spcBef>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0" name="Text Placeholder 9">
            <a:extLst>
              <a:ext uri="{FF2B5EF4-FFF2-40B4-BE49-F238E27FC236}">
                <a16:creationId xmlns:a16="http://schemas.microsoft.com/office/drawing/2014/main" id="{5A647AD3-098B-D1AB-C8D8-463E38402F94}"/>
              </a:ext>
            </a:extLst>
          </p:cNvPr>
          <p:cNvSpPr>
            <a:spLocks noGrp="1"/>
          </p:cNvSpPr>
          <p:nvPr>
            <p:ph type="body" sz="quarter" idx="11"/>
          </p:nvPr>
        </p:nvSpPr>
        <p:spPr>
          <a:xfrm>
            <a:off x="9430110" y="287337"/>
            <a:ext cx="2470622" cy="5810250"/>
          </a:xfrm>
        </p:spPr>
        <p:txBody>
          <a:bodyPr/>
          <a:lstStyle>
            <a:lvl1pPr defTabSz="580528">
              <a:spcBef>
                <a:spcPts val="0"/>
              </a:spcBef>
              <a:defRPr>
                <a:solidFill>
                  <a:schemeClr val="tx1"/>
                </a:solidFill>
              </a:defRPr>
            </a:lvl1pPr>
            <a:lvl2pPr defTabSz="580528">
              <a:spcBef>
                <a:spcPts val="0"/>
              </a:spcBef>
              <a:defRPr>
                <a:solidFill>
                  <a:schemeClr val="tx1"/>
                </a:solidFill>
              </a:defRPr>
            </a:lvl2pPr>
            <a:lvl3pPr defTabSz="580528">
              <a:spcBef>
                <a:spcPts val="0"/>
              </a:spcBef>
              <a:defRPr>
                <a:solidFill>
                  <a:schemeClr val="tx1"/>
                </a:solidFill>
              </a:defRPr>
            </a:lvl3pPr>
            <a:lvl4pPr defTabSz="580528">
              <a:spcBef>
                <a:spcPts val="0"/>
              </a:spcBef>
              <a:defRPr>
                <a:solidFill>
                  <a:schemeClr val="tx1"/>
                </a:solidFill>
              </a:defRPr>
            </a:lvl4pPr>
            <a:lvl5pPr defTabSz="580528">
              <a:spcBef>
                <a:spcPts val="0"/>
              </a:spcBef>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5" name="Footer Placeholder 3">
            <a:extLst>
              <a:ext uri="{FF2B5EF4-FFF2-40B4-BE49-F238E27FC236}">
                <a16:creationId xmlns:a16="http://schemas.microsoft.com/office/drawing/2014/main" id="{028AA764-A00C-AFFF-7F3F-49A733DCD474}"/>
              </a:ext>
            </a:extLst>
          </p:cNvPr>
          <p:cNvSpPr>
            <a:spLocks noGrp="1"/>
          </p:cNvSpPr>
          <p:nvPr>
            <p:ph type="ftr" sz="quarter" idx="18"/>
          </p:nvPr>
        </p:nvSpPr>
        <p:spPr>
          <a:xfrm>
            <a:off x="287963" y="6408000"/>
            <a:ext cx="2477765" cy="190500"/>
          </a:xfrm>
        </p:spPr>
        <p:txBody>
          <a:bodyPr/>
          <a:lstStyle/>
          <a:p>
            <a:endParaRPr lang="en-US" dirty="0"/>
          </a:p>
        </p:txBody>
      </p:sp>
      <p:sp>
        <p:nvSpPr>
          <p:cNvPr id="4" name="Slide Number">
            <a:extLst>
              <a:ext uri="{FF2B5EF4-FFF2-40B4-BE49-F238E27FC236}">
                <a16:creationId xmlns:a16="http://schemas.microsoft.com/office/drawing/2014/main" id="{D5D1D2A7-CF30-5698-14FC-F71CB82D5BCC}"/>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553918803"/>
      </p:ext>
    </p:extLst>
  </p:cSld>
  <p:clrMapOvr>
    <a:masterClrMapping/>
  </p:clrMapOvr>
  <p:transition spd="med"/>
  <p:extLst>
    <p:ext uri="{DCECCB84-F9BA-43D5-87BE-67443E8EF086}">
      <p15:sldGuideLst xmlns:p15="http://schemas.microsoft.com/office/powerpoint/2012/main"/>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Section divid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287963" y="192024"/>
            <a:ext cx="5517527" cy="1331913"/>
          </a:xfrm>
        </p:spPr>
        <p:txBody>
          <a:bodyPr rIns="457200"/>
          <a:lstStyle>
            <a:lvl1pPr>
              <a:lnSpc>
                <a:spcPct val="100000"/>
              </a:lnSpc>
              <a:defRPr sz="3399">
                <a:solidFill>
                  <a:schemeClr val="tx2"/>
                </a:solidFill>
              </a:defRPr>
            </a:lvl1pPr>
          </a:lstStyle>
          <a:p>
            <a:r>
              <a:rPr lang="en-GB"/>
              <a:t>Click to edit Master title style</a:t>
            </a:r>
            <a:endParaRPr lang="en-US" dirty="0"/>
          </a:p>
        </p:txBody>
      </p:sp>
      <p:sp>
        <p:nvSpPr>
          <p:cNvPr id="3" name="Footer Placeholder 3">
            <a:extLst>
              <a:ext uri="{FF2B5EF4-FFF2-40B4-BE49-F238E27FC236}">
                <a16:creationId xmlns:a16="http://schemas.microsoft.com/office/drawing/2014/main" id="{42F412B5-726F-373A-86F7-2FBA60F14014}"/>
              </a:ext>
            </a:extLst>
          </p:cNvPr>
          <p:cNvSpPr>
            <a:spLocks noGrp="1"/>
          </p:cNvSpPr>
          <p:nvPr>
            <p:ph type="ftr" sz="quarter" idx="18"/>
          </p:nvPr>
        </p:nvSpPr>
        <p:spPr>
          <a:xfrm>
            <a:off x="287963" y="6408000"/>
            <a:ext cx="2477765" cy="190500"/>
          </a:xfrm>
        </p:spPr>
        <p:txBody>
          <a:bodyPr/>
          <a:lstStyle/>
          <a:p>
            <a:endParaRPr lang="en-US" dirty="0"/>
          </a:p>
        </p:txBody>
      </p:sp>
      <p:sp>
        <p:nvSpPr>
          <p:cNvPr id="6" name="Slide Number">
            <a:extLst>
              <a:ext uri="{FF2B5EF4-FFF2-40B4-BE49-F238E27FC236}">
                <a16:creationId xmlns:a16="http://schemas.microsoft.com/office/drawing/2014/main" id="{6E2B1415-A9D9-645B-4DF0-7D16976DF727}"/>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457533630"/>
      </p:ext>
    </p:extLst>
  </p:cSld>
  <p:clrMapOvr>
    <a:masterClrMapping/>
  </p:clrMapOvr>
  <p:transition spd="med"/>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Large tex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C7EC0-4BFB-A603-5703-0D692C62692D}"/>
              </a:ext>
            </a:extLst>
          </p:cNvPr>
          <p:cNvSpPr>
            <a:spLocks noGrp="1"/>
          </p:cNvSpPr>
          <p:nvPr>
            <p:ph type="title"/>
          </p:nvPr>
        </p:nvSpPr>
        <p:spPr>
          <a:xfrm>
            <a:off x="287963" y="154800"/>
            <a:ext cx="8569797" cy="4416425"/>
          </a:xfrm>
        </p:spPr>
        <p:txBody>
          <a:bodyPr/>
          <a:lstStyle>
            <a:lvl1pPr>
              <a:defRPr sz="8398" b="0" i="0">
                <a:solidFill>
                  <a:schemeClr val="tx2"/>
                </a:solidFill>
                <a:latin typeface="IBM Plex Sans ExtLt" panose="020B0303050203000203" pitchFamily="34" charset="0"/>
              </a:defRPr>
            </a:lvl1pPr>
          </a:lstStyle>
          <a:p>
            <a:r>
              <a:rPr lang="en-GB"/>
              <a:t>Click to edit Master title style</a:t>
            </a:r>
            <a:endParaRPr lang="en-US" dirty="0"/>
          </a:p>
        </p:txBody>
      </p:sp>
      <p:sp>
        <p:nvSpPr>
          <p:cNvPr id="3" name="Footer Placeholder 3">
            <a:extLst>
              <a:ext uri="{FF2B5EF4-FFF2-40B4-BE49-F238E27FC236}">
                <a16:creationId xmlns:a16="http://schemas.microsoft.com/office/drawing/2014/main" id="{B98A3D4B-A3E1-0D38-F80E-1D86FCFA4DAE}"/>
              </a:ext>
            </a:extLst>
          </p:cNvPr>
          <p:cNvSpPr>
            <a:spLocks noGrp="1"/>
          </p:cNvSpPr>
          <p:nvPr>
            <p:ph type="ftr" sz="quarter" idx="18"/>
          </p:nvPr>
        </p:nvSpPr>
        <p:spPr>
          <a:xfrm>
            <a:off x="287963" y="6408000"/>
            <a:ext cx="2477765" cy="190500"/>
          </a:xfrm>
        </p:spPr>
        <p:txBody>
          <a:bodyPr/>
          <a:lstStyle/>
          <a:p>
            <a:endParaRPr lang="en-US" dirty="0"/>
          </a:p>
        </p:txBody>
      </p:sp>
      <p:sp>
        <p:nvSpPr>
          <p:cNvPr id="6" name="Slide Number">
            <a:extLst>
              <a:ext uri="{FF2B5EF4-FFF2-40B4-BE49-F238E27FC236}">
                <a16:creationId xmlns:a16="http://schemas.microsoft.com/office/drawing/2014/main" id="{3CF46425-C9F2-46CE-AAEE-89D8A19E0F2E}"/>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4039955079"/>
      </p:ext>
    </p:extLst>
  </p:cSld>
  <p:clrMapOvr>
    <a:masterClrMapping/>
  </p:clrMapOvr>
  <p:transition spd="med"/>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Callout, headlin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287963" y="192024"/>
            <a:ext cx="4953942" cy="2104835"/>
          </a:xfrm>
        </p:spPr>
        <p:txBody>
          <a:bodyPr/>
          <a:lstStyle>
            <a:lvl1pPr>
              <a:lnSpc>
                <a:spcPct val="100000"/>
              </a:lnSpc>
              <a:defRPr sz="3399">
                <a:solidFill>
                  <a:schemeClr val="tx2"/>
                </a:solidFill>
              </a:defRPr>
            </a:lvl1pPr>
          </a:lstStyle>
          <a:p>
            <a:r>
              <a:rPr lang="en-GB"/>
              <a:t>Click to edit Master title style</a:t>
            </a:r>
            <a:endParaRPr lang="en-US" dirty="0"/>
          </a:p>
        </p:txBody>
      </p:sp>
      <p:sp>
        <p:nvSpPr>
          <p:cNvPr id="4" name="Text Placeholder 3">
            <a:extLst>
              <a:ext uri="{FF2B5EF4-FFF2-40B4-BE49-F238E27FC236}">
                <a16:creationId xmlns:a16="http://schemas.microsoft.com/office/drawing/2014/main" id="{0354631A-4ED7-F527-1CBC-9AF7BE2CB676}"/>
              </a:ext>
            </a:extLst>
          </p:cNvPr>
          <p:cNvSpPr>
            <a:spLocks noGrp="1"/>
          </p:cNvSpPr>
          <p:nvPr>
            <p:ph type="body" sz="quarter" idx="10"/>
          </p:nvPr>
        </p:nvSpPr>
        <p:spPr>
          <a:xfrm>
            <a:off x="6389168" y="192024"/>
            <a:ext cx="5520318" cy="4389247"/>
          </a:xfrm>
        </p:spPr>
        <p:txBody>
          <a:bodyPr/>
          <a:lstStyle>
            <a:lvl1pPr>
              <a:lnSpc>
                <a:spcPct val="100000"/>
              </a:lnSpc>
              <a:spcBef>
                <a:spcPts val="0"/>
              </a:spcBef>
              <a:defRPr sz="3399">
                <a:solidFill>
                  <a:schemeClr val="tx2"/>
                </a:solidFill>
              </a:defRPr>
            </a:lvl1pPr>
            <a:lvl2pPr marL="292549" indent="-292549">
              <a:lnSpc>
                <a:spcPct val="100000"/>
              </a:lnSpc>
              <a:spcBef>
                <a:spcPts val="0"/>
              </a:spcBef>
              <a:defRPr sz="3399">
                <a:solidFill>
                  <a:schemeClr val="tx2"/>
                </a:solidFill>
              </a:defRPr>
            </a:lvl2pPr>
            <a:lvl3pPr marL="548530" indent="-292549">
              <a:lnSpc>
                <a:spcPct val="100000"/>
              </a:lnSpc>
              <a:spcBef>
                <a:spcPts val="0"/>
              </a:spcBef>
              <a:defRPr sz="3399">
                <a:solidFill>
                  <a:schemeClr val="tx2"/>
                </a:solidFill>
              </a:defRPr>
            </a:lvl3pPr>
            <a:lvl4pPr marL="877648">
              <a:lnSpc>
                <a:spcPct val="100000"/>
              </a:lnSpc>
              <a:spcBef>
                <a:spcPts val="0"/>
              </a:spcBef>
              <a:defRPr sz="3399">
                <a:solidFill>
                  <a:schemeClr val="tx2"/>
                </a:solidFill>
              </a:defRPr>
            </a:lvl4pPr>
            <a:lvl5pPr>
              <a:lnSpc>
                <a:spcPct val="100000"/>
              </a:lnSpc>
              <a:spcBef>
                <a:spcPts val="0"/>
              </a:spcBef>
              <a:defRPr sz="3199"/>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3" name="Footer Placeholder 3">
            <a:extLst>
              <a:ext uri="{FF2B5EF4-FFF2-40B4-BE49-F238E27FC236}">
                <a16:creationId xmlns:a16="http://schemas.microsoft.com/office/drawing/2014/main" id="{20FC8337-4A61-6950-CEE5-DDB270D10746}"/>
              </a:ext>
            </a:extLst>
          </p:cNvPr>
          <p:cNvSpPr>
            <a:spLocks noGrp="1"/>
          </p:cNvSpPr>
          <p:nvPr>
            <p:ph type="ftr" sz="quarter" idx="18"/>
          </p:nvPr>
        </p:nvSpPr>
        <p:spPr>
          <a:xfrm>
            <a:off x="287963" y="6408000"/>
            <a:ext cx="2477765" cy="190500"/>
          </a:xfrm>
        </p:spPr>
        <p:txBody>
          <a:bodyPr/>
          <a:lstStyle/>
          <a:p>
            <a:endParaRPr lang="en-US" dirty="0"/>
          </a:p>
        </p:txBody>
      </p:sp>
      <p:sp>
        <p:nvSpPr>
          <p:cNvPr id="7" name="Slide Number">
            <a:extLst>
              <a:ext uri="{FF2B5EF4-FFF2-40B4-BE49-F238E27FC236}">
                <a16:creationId xmlns:a16="http://schemas.microsoft.com/office/drawing/2014/main" id="{F8F57643-D39B-662E-5D14-6D9BFA200F39}"/>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629309984"/>
      </p:ext>
    </p:extLst>
  </p:cSld>
  <p:clrMapOvr>
    <a:masterClrMapping/>
  </p:clrMapOvr>
  <p:transition spd="med"/>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Callout, stand-alone">
    <p:bg>
      <p:bgPr>
        <a:solidFill>
          <a:schemeClr val="bg1"/>
        </a:solidFill>
        <a:effectLst/>
      </p:bgPr>
    </p:bg>
    <p:spTree>
      <p:nvGrpSpPr>
        <p:cNvPr id="1" name=""/>
        <p:cNvGrpSpPr/>
        <p:nvPr/>
      </p:nvGrpSpPr>
      <p:grpSpPr>
        <a:xfrm>
          <a:off x="0" y="0"/>
          <a:ext cx="0" cy="0"/>
          <a:chOff x="0" y="0"/>
          <a:chExt cx="0" cy="0"/>
        </a:xfrm>
      </p:grpSpPr>
      <p:sp>
        <p:nvSpPr>
          <p:cNvPr id="3" name="Footer Placeholder 3">
            <a:extLst>
              <a:ext uri="{FF2B5EF4-FFF2-40B4-BE49-F238E27FC236}">
                <a16:creationId xmlns:a16="http://schemas.microsoft.com/office/drawing/2014/main" id="{949EB6B2-A4A6-F162-D0FE-417694FC70FD}"/>
              </a:ext>
            </a:extLst>
          </p:cNvPr>
          <p:cNvSpPr>
            <a:spLocks noGrp="1"/>
          </p:cNvSpPr>
          <p:nvPr>
            <p:ph type="ftr" sz="quarter" idx="18"/>
          </p:nvPr>
        </p:nvSpPr>
        <p:spPr>
          <a:xfrm>
            <a:off x="287963" y="6408000"/>
            <a:ext cx="2471416" cy="190500"/>
          </a:xfrm>
        </p:spPr>
        <p:txBody>
          <a:bodyPr/>
          <a:lstStyle/>
          <a:p>
            <a:endParaRPr lang="en-US" dirty="0"/>
          </a:p>
        </p:txBody>
      </p:sp>
      <p:sp>
        <p:nvSpPr>
          <p:cNvPr id="6" name="Slide Number">
            <a:extLst>
              <a:ext uri="{FF2B5EF4-FFF2-40B4-BE49-F238E27FC236}">
                <a16:creationId xmlns:a16="http://schemas.microsoft.com/office/drawing/2014/main" id="{4DAC6A96-E5C9-E8BD-2383-926167440939}"/>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9" name="Text Placeholder 8">
            <a:extLst>
              <a:ext uri="{FF2B5EF4-FFF2-40B4-BE49-F238E27FC236}">
                <a16:creationId xmlns:a16="http://schemas.microsoft.com/office/drawing/2014/main" id="{E0CC16BE-B09A-0C84-8A0B-5FE3F85FB19B}"/>
              </a:ext>
            </a:extLst>
          </p:cNvPr>
          <p:cNvSpPr>
            <a:spLocks noGrp="1"/>
          </p:cNvSpPr>
          <p:nvPr>
            <p:ph type="body" sz="quarter" idx="19"/>
          </p:nvPr>
        </p:nvSpPr>
        <p:spPr>
          <a:xfrm>
            <a:off x="287963" y="154800"/>
            <a:ext cx="7323771" cy="5178133"/>
          </a:xfrm>
        </p:spPr>
        <p:txBody>
          <a:bodyPr/>
          <a:lstStyle>
            <a:lvl1pPr>
              <a:lnSpc>
                <a:spcPct val="100000"/>
              </a:lnSpc>
              <a:defRPr sz="4199"/>
            </a:lvl1pPr>
          </a:lstStyle>
          <a:p>
            <a:pPr lvl="0"/>
            <a:r>
              <a:rPr lang="en-GB"/>
              <a:t>Click to edit Master text styles</a:t>
            </a:r>
          </a:p>
        </p:txBody>
      </p:sp>
    </p:spTree>
    <p:extLst>
      <p:ext uri="{BB962C8B-B14F-4D97-AF65-F5344CB8AC3E}">
        <p14:creationId xmlns:p14="http://schemas.microsoft.com/office/powerpoint/2010/main" val="3191741664"/>
      </p:ext>
    </p:extLst>
  </p:cSld>
  <p:clrMapOvr>
    <a:masterClrMapping/>
  </p:clrMapOvr>
  <p:transition spd="med"/>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Data, 2 callouts, vertical">
    <p:bg>
      <p:bgPr>
        <a:solidFill>
          <a:schemeClr val="bg1"/>
        </a:solidFill>
        <a:effectLst/>
      </p:bgPr>
    </p:bg>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D5E03B0-C633-E81D-0D42-3FCCAFD64B0F}"/>
              </a:ext>
            </a:extLst>
          </p:cNvPr>
          <p:cNvSpPr>
            <a:spLocks noGrp="1"/>
          </p:cNvSpPr>
          <p:nvPr>
            <p:ph type="body" sz="quarter" idx="12"/>
          </p:nvPr>
        </p:nvSpPr>
        <p:spPr>
          <a:xfrm>
            <a:off x="287963" y="288036"/>
            <a:ext cx="3811091" cy="3521964"/>
          </a:xfrm>
        </p:spPr>
        <p:txBody>
          <a:bodyPr/>
          <a:lstStyle>
            <a:lvl1pPr>
              <a:lnSpc>
                <a:spcPct val="100000"/>
              </a:lnSpc>
              <a:spcBef>
                <a:spcPts val="0"/>
              </a:spcBef>
              <a:defRPr sz="2100">
                <a:solidFill>
                  <a:schemeClr val="tx1"/>
                </a:solidFill>
              </a:defRPr>
            </a:lvl1pPr>
            <a:lvl2pPr marL="201128" indent="-201128">
              <a:lnSpc>
                <a:spcPct val="100000"/>
              </a:lnSpc>
              <a:spcBef>
                <a:spcPts val="0"/>
              </a:spcBef>
              <a:defRPr sz="2100">
                <a:solidFill>
                  <a:schemeClr val="tx1"/>
                </a:solidFill>
              </a:defRPr>
            </a:lvl2pPr>
            <a:lvl3pPr marL="402256" indent="-201128">
              <a:lnSpc>
                <a:spcPct val="100000"/>
              </a:lnSpc>
              <a:spcBef>
                <a:spcPts val="0"/>
              </a:spcBef>
              <a:defRPr sz="2100">
                <a:solidFill>
                  <a:schemeClr val="tx1"/>
                </a:solidFill>
              </a:defRPr>
            </a:lvl3pPr>
            <a:lvl4pPr marL="557672" indent="-201128">
              <a:lnSpc>
                <a:spcPct val="100000"/>
              </a:lnSpc>
              <a:spcBef>
                <a:spcPts val="0"/>
              </a:spcBef>
              <a:defRPr sz="2100">
                <a:solidFill>
                  <a:schemeClr val="tx1"/>
                </a:solidFill>
              </a:defRPr>
            </a:lvl4pPr>
            <a:lvl5pPr>
              <a:lnSpc>
                <a:spcPct val="100000"/>
              </a:lnSpc>
              <a:spcBef>
                <a:spcPts val="0"/>
              </a:spcBef>
              <a:defRPr sz="22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0" name="Text Placeholder 9">
            <a:extLst>
              <a:ext uri="{FF2B5EF4-FFF2-40B4-BE49-F238E27FC236}">
                <a16:creationId xmlns:a16="http://schemas.microsoft.com/office/drawing/2014/main" id="{DB20D7FD-6784-59C5-938D-4728A153F52B}"/>
              </a:ext>
            </a:extLst>
          </p:cNvPr>
          <p:cNvSpPr>
            <a:spLocks noGrp="1"/>
          </p:cNvSpPr>
          <p:nvPr>
            <p:ph type="body" sz="quarter" idx="13" hasCustomPrompt="1"/>
          </p:nvPr>
        </p:nvSpPr>
        <p:spPr>
          <a:xfrm>
            <a:off x="287962" y="4814111"/>
            <a:ext cx="5524575" cy="1676533"/>
          </a:xfrm>
        </p:spPr>
        <p:txBody>
          <a:bodyPr anchor="b"/>
          <a:lstStyle>
            <a:lvl1pPr>
              <a:lnSpc>
                <a:spcPct val="90000"/>
              </a:lnSpc>
              <a:spcBef>
                <a:spcPts val="0"/>
              </a:spcBef>
              <a:defRPr sz="12597" b="0" i="0">
                <a:solidFill>
                  <a:schemeClr val="accent1"/>
                </a:solidFill>
                <a:latin typeface="IBM Plex Sans ExtLt" panose="020B0303050203000203" pitchFamily="34" charset="0"/>
              </a:defRPr>
            </a:lvl1pPr>
          </a:lstStyle>
          <a:p>
            <a:r>
              <a:rPr lang="en-US" dirty="0"/>
              <a:t>↗︎00M</a:t>
            </a:r>
          </a:p>
        </p:txBody>
      </p:sp>
      <p:cxnSp>
        <p:nvCxnSpPr>
          <p:cNvPr id="9" name="Straight Connector 8" descr="Vertical column divider">
            <a:extLst>
              <a:ext uri="{FF2B5EF4-FFF2-40B4-BE49-F238E27FC236}">
                <a16:creationId xmlns:a16="http://schemas.microsoft.com/office/drawing/2014/main" id="{1C44518A-7FBB-67DA-E35B-8BC0AAFC6062}"/>
              </a:ext>
            </a:extLst>
          </p:cNvPr>
          <p:cNvCxnSpPr>
            <a:cxnSpLocks/>
          </p:cNvCxnSpPr>
          <p:nvPr userDrawn="1"/>
        </p:nvCxnSpPr>
        <p:spPr bwMode="auto">
          <a:xfrm>
            <a:off x="6096000" y="284956"/>
            <a:ext cx="0" cy="5812631"/>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6" name="Text Placeholder 5">
            <a:extLst>
              <a:ext uri="{FF2B5EF4-FFF2-40B4-BE49-F238E27FC236}">
                <a16:creationId xmlns:a16="http://schemas.microsoft.com/office/drawing/2014/main" id="{0A7285B0-4A1E-8885-0C0E-77D0ECA9CACD}"/>
              </a:ext>
            </a:extLst>
          </p:cNvPr>
          <p:cNvSpPr>
            <a:spLocks noGrp="1"/>
          </p:cNvSpPr>
          <p:nvPr>
            <p:ph type="body" sz="quarter" idx="11"/>
          </p:nvPr>
        </p:nvSpPr>
        <p:spPr>
          <a:xfrm>
            <a:off x="6389168" y="288036"/>
            <a:ext cx="3809504" cy="3521964"/>
          </a:xfrm>
        </p:spPr>
        <p:txBody>
          <a:bodyPr/>
          <a:lstStyle>
            <a:lvl1pPr>
              <a:lnSpc>
                <a:spcPct val="100000"/>
              </a:lnSpc>
              <a:spcBef>
                <a:spcPts val="0"/>
              </a:spcBef>
              <a:defRPr sz="2100">
                <a:solidFill>
                  <a:schemeClr val="tx1"/>
                </a:solidFill>
              </a:defRPr>
            </a:lvl1pPr>
            <a:lvl2pPr marL="201128" indent="-201128">
              <a:lnSpc>
                <a:spcPct val="100000"/>
              </a:lnSpc>
              <a:spcBef>
                <a:spcPts val="0"/>
              </a:spcBef>
              <a:defRPr sz="2100">
                <a:solidFill>
                  <a:schemeClr val="tx1"/>
                </a:solidFill>
              </a:defRPr>
            </a:lvl2pPr>
            <a:lvl3pPr marL="402256" indent="-201128">
              <a:lnSpc>
                <a:spcPct val="100000"/>
              </a:lnSpc>
              <a:spcBef>
                <a:spcPts val="0"/>
              </a:spcBef>
              <a:defRPr sz="2100">
                <a:solidFill>
                  <a:schemeClr val="tx1"/>
                </a:solidFill>
              </a:defRPr>
            </a:lvl3pPr>
            <a:lvl4pPr marL="557672" indent="-201128">
              <a:lnSpc>
                <a:spcPct val="100000"/>
              </a:lnSpc>
              <a:spcBef>
                <a:spcPts val="0"/>
              </a:spcBef>
              <a:defRPr sz="2100">
                <a:solidFill>
                  <a:schemeClr val="tx1"/>
                </a:solidFill>
              </a:defRPr>
            </a:lvl4pPr>
            <a:lvl5pPr>
              <a:lnSpc>
                <a:spcPct val="100000"/>
              </a:lnSpc>
              <a:spcBef>
                <a:spcPts val="0"/>
              </a:spcBef>
              <a:defRPr sz="22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2" name="Text Placeholder 11">
            <a:extLst>
              <a:ext uri="{FF2B5EF4-FFF2-40B4-BE49-F238E27FC236}">
                <a16:creationId xmlns:a16="http://schemas.microsoft.com/office/drawing/2014/main" id="{5F395CBF-E65B-9A42-BAE5-C2B2BD9B7BD2}"/>
              </a:ext>
            </a:extLst>
          </p:cNvPr>
          <p:cNvSpPr>
            <a:spLocks noGrp="1"/>
          </p:cNvSpPr>
          <p:nvPr>
            <p:ph type="body" sz="quarter" idx="14" hasCustomPrompt="1"/>
          </p:nvPr>
        </p:nvSpPr>
        <p:spPr>
          <a:xfrm>
            <a:off x="6389168" y="4814111"/>
            <a:ext cx="5523781" cy="1677147"/>
          </a:xfrm>
        </p:spPr>
        <p:txBody>
          <a:bodyPr anchor="b"/>
          <a:lstStyle>
            <a:lvl1pPr>
              <a:lnSpc>
                <a:spcPct val="90000"/>
              </a:lnSpc>
              <a:spcBef>
                <a:spcPts val="0"/>
              </a:spcBef>
              <a:defRPr sz="12597" b="0" i="0">
                <a:solidFill>
                  <a:schemeClr val="accent1"/>
                </a:solidFill>
                <a:latin typeface="IBM Plex Sans ExtLt" panose="020B0303050203000203" pitchFamily="34" charset="0"/>
              </a:defRPr>
            </a:lvl1pPr>
          </a:lstStyle>
          <a:p>
            <a:r>
              <a:rPr lang="en-US" dirty="0"/>
              <a:t>+00%</a:t>
            </a:r>
          </a:p>
        </p:txBody>
      </p:sp>
      <p:sp>
        <p:nvSpPr>
          <p:cNvPr id="2" name="Footer Placeholder 3">
            <a:extLst>
              <a:ext uri="{FF2B5EF4-FFF2-40B4-BE49-F238E27FC236}">
                <a16:creationId xmlns:a16="http://schemas.microsoft.com/office/drawing/2014/main" id="{21A64AF3-E67B-E80B-A5D3-6B3533C87F91}"/>
              </a:ext>
            </a:extLst>
          </p:cNvPr>
          <p:cNvSpPr>
            <a:spLocks noGrp="1"/>
          </p:cNvSpPr>
          <p:nvPr>
            <p:ph type="ftr" sz="quarter" idx="18"/>
          </p:nvPr>
        </p:nvSpPr>
        <p:spPr>
          <a:xfrm>
            <a:off x="287963" y="6408000"/>
            <a:ext cx="2477765" cy="190500"/>
          </a:xfrm>
        </p:spPr>
        <p:txBody>
          <a:bodyPr/>
          <a:lstStyle/>
          <a:p>
            <a:endParaRPr lang="en-US" dirty="0"/>
          </a:p>
        </p:txBody>
      </p:sp>
      <p:sp>
        <p:nvSpPr>
          <p:cNvPr id="5" name="Slide Number">
            <a:extLst>
              <a:ext uri="{FF2B5EF4-FFF2-40B4-BE49-F238E27FC236}">
                <a16:creationId xmlns:a16="http://schemas.microsoft.com/office/drawing/2014/main" id="{28C4F134-9B5D-407C-F525-B2FC25B7B5CD}"/>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03118625"/>
      </p:ext>
    </p:extLst>
  </p:cSld>
  <p:clrMapOvr>
    <a:masterClrMapping/>
  </p:clrMapOvr>
  <p:transition spd="med"/>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Data, 3 callouts, vertical">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6D02D-89A9-0455-FACB-7B6D03346E4C}"/>
              </a:ext>
            </a:extLst>
          </p:cNvPr>
          <p:cNvSpPr>
            <a:spLocks noGrp="1"/>
          </p:cNvSpPr>
          <p:nvPr>
            <p:ph type="title"/>
          </p:nvPr>
        </p:nvSpPr>
        <p:spPr>
          <a:xfrm>
            <a:off x="287999" y="288036"/>
            <a:ext cx="2474590" cy="1642364"/>
          </a:xfrm>
        </p:spPr>
        <p:txBody>
          <a:bodyPr/>
          <a:lstStyle>
            <a:lvl1pPr>
              <a:lnSpc>
                <a:spcPct val="110000"/>
              </a:lnSpc>
              <a:defRPr sz="1800">
                <a:solidFill>
                  <a:schemeClr val="tx2"/>
                </a:solidFill>
              </a:defRPr>
            </a:lvl1pPr>
          </a:lstStyle>
          <a:p>
            <a:r>
              <a:rPr lang="en-GB"/>
              <a:t>Click to edit Master title style</a:t>
            </a:r>
            <a:endParaRPr lang="en-US" dirty="0"/>
          </a:p>
        </p:txBody>
      </p:sp>
      <p:sp>
        <p:nvSpPr>
          <p:cNvPr id="16" name="Text Placeholder 15">
            <a:extLst>
              <a:ext uri="{FF2B5EF4-FFF2-40B4-BE49-F238E27FC236}">
                <a16:creationId xmlns:a16="http://schemas.microsoft.com/office/drawing/2014/main" id="{BBB79390-98CC-5F62-D373-F6646F767DD0}"/>
              </a:ext>
            </a:extLst>
          </p:cNvPr>
          <p:cNvSpPr>
            <a:spLocks noGrp="1"/>
          </p:cNvSpPr>
          <p:nvPr>
            <p:ph type="body" sz="quarter" idx="15" hasCustomPrompt="1"/>
          </p:nvPr>
        </p:nvSpPr>
        <p:spPr>
          <a:xfrm>
            <a:off x="3333316" y="192600"/>
            <a:ext cx="2475384" cy="953956"/>
          </a:xfrm>
        </p:spPr>
        <p:txBody>
          <a:bodyPr/>
          <a:lstStyle>
            <a:lvl1pPr>
              <a:lnSpc>
                <a:spcPct val="90000"/>
              </a:lnSpc>
              <a:defRPr sz="6599">
                <a:solidFill>
                  <a:schemeClr val="accent1"/>
                </a:solidFill>
              </a:defRPr>
            </a:lvl1pPr>
            <a:lvl2pPr marL="0" indent="0">
              <a:buNone/>
              <a:defRPr/>
            </a:lvl2pPr>
          </a:lstStyle>
          <a:p>
            <a:pPr lvl="0"/>
            <a:r>
              <a:rPr lang="en-US" dirty="0"/>
              <a:t>00%</a:t>
            </a:r>
          </a:p>
        </p:txBody>
      </p:sp>
      <p:sp>
        <p:nvSpPr>
          <p:cNvPr id="7" name="Text Placeholder 6">
            <a:extLst>
              <a:ext uri="{FF2B5EF4-FFF2-40B4-BE49-F238E27FC236}">
                <a16:creationId xmlns:a16="http://schemas.microsoft.com/office/drawing/2014/main" id="{FDDE7F16-A938-0D17-3BFA-034F142A8082}"/>
              </a:ext>
            </a:extLst>
          </p:cNvPr>
          <p:cNvSpPr>
            <a:spLocks noGrp="1"/>
          </p:cNvSpPr>
          <p:nvPr>
            <p:ph type="body" sz="quarter" idx="12"/>
          </p:nvPr>
        </p:nvSpPr>
        <p:spPr>
          <a:xfrm>
            <a:off x="3333316" y="1166533"/>
            <a:ext cx="2475384" cy="4931054"/>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8" name="Text Placeholder 17">
            <a:extLst>
              <a:ext uri="{FF2B5EF4-FFF2-40B4-BE49-F238E27FC236}">
                <a16:creationId xmlns:a16="http://schemas.microsoft.com/office/drawing/2014/main" id="{3516E6B1-7020-1EA5-CDD4-B1FC6CE2740C}"/>
              </a:ext>
            </a:extLst>
          </p:cNvPr>
          <p:cNvSpPr>
            <a:spLocks noGrp="1"/>
          </p:cNvSpPr>
          <p:nvPr>
            <p:ph type="body" sz="quarter" idx="16" hasCustomPrompt="1"/>
          </p:nvPr>
        </p:nvSpPr>
        <p:spPr>
          <a:xfrm>
            <a:off x="6389168" y="192600"/>
            <a:ext cx="2474590" cy="953294"/>
          </a:xfrm>
        </p:spPr>
        <p:txBody>
          <a:bodyPr/>
          <a:lstStyle>
            <a:lvl1pPr>
              <a:lnSpc>
                <a:spcPct val="90000"/>
              </a:lnSpc>
              <a:defRPr sz="6599">
                <a:solidFill>
                  <a:schemeClr val="accent1"/>
                </a:solidFill>
              </a:defRPr>
            </a:lvl1pPr>
          </a:lstStyle>
          <a:p>
            <a:pPr lvl="0"/>
            <a:r>
              <a:rPr lang="en-US" dirty="0"/>
              <a:t>00%</a:t>
            </a:r>
          </a:p>
        </p:txBody>
      </p:sp>
      <p:sp>
        <p:nvSpPr>
          <p:cNvPr id="9" name="Text Placeholder 8">
            <a:extLst>
              <a:ext uri="{FF2B5EF4-FFF2-40B4-BE49-F238E27FC236}">
                <a16:creationId xmlns:a16="http://schemas.microsoft.com/office/drawing/2014/main" id="{3F3FD8FB-143C-CB66-123C-0495EB1C33B7}"/>
              </a:ext>
            </a:extLst>
          </p:cNvPr>
          <p:cNvSpPr>
            <a:spLocks noGrp="1"/>
          </p:cNvSpPr>
          <p:nvPr>
            <p:ph type="body" sz="quarter" idx="13"/>
          </p:nvPr>
        </p:nvSpPr>
        <p:spPr>
          <a:xfrm>
            <a:off x="6389168" y="1167327"/>
            <a:ext cx="2476178" cy="4931054"/>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20" name="Text Placeholder 19">
            <a:extLst>
              <a:ext uri="{FF2B5EF4-FFF2-40B4-BE49-F238E27FC236}">
                <a16:creationId xmlns:a16="http://schemas.microsoft.com/office/drawing/2014/main" id="{AC11D906-6DD0-910D-48BA-0C197C90AA45}"/>
              </a:ext>
            </a:extLst>
          </p:cNvPr>
          <p:cNvSpPr>
            <a:spLocks noGrp="1"/>
          </p:cNvSpPr>
          <p:nvPr>
            <p:ph type="body" sz="quarter" idx="17" hasCustomPrompt="1"/>
          </p:nvPr>
        </p:nvSpPr>
        <p:spPr>
          <a:xfrm>
            <a:off x="9428523" y="192600"/>
            <a:ext cx="2474590" cy="951707"/>
          </a:xfrm>
        </p:spPr>
        <p:txBody>
          <a:bodyPr/>
          <a:lstStyle>
            <a:lvl1pPr>
              <a:lnSpc>
                <a:spcPct val="90000"/>
              </a:lnSpc>
              <a:defRPr sz="6599">
                <a:solidFill>
                  <a:schemeClr val="accent1"/>
                </a:solidFill>
              </a:defRPr>
            </a:lvl1pPr>
          </a:lstStyle>
          <a:p>
            <a:pPr lvl="0"/>
            <a:r>
              <a:rPr lang="en-US" dirty="0"/>
              <a:t>00%</a:t>
            </a:r>
          </a:p>
        </p:txBody>
      </p:sp>
      <p:sp>
        <p:nvSpPr>
          <p:cNvPr id="11" name="Text Placeholder 10">
            <a:extLst>
              <a:ext uri="{FF2B5EF4-FFF2-40B4-BE49-F238E27FC236}">
                <a16:creationId xmlns:a16="http://schemas.microsoft.com/office/drawing/2014/main" id="{BA1063D1-FD79-491C-791B-87858EA0CB85}"/>
              </a:ext>
            </a:extLst>
          </p:cNvPr>
          <p:cNvSpPr>
            <a:spLocks noGrp="1"/>
          </p:cNvSpPr>
          <p:nvPr>
            <p:ph type="body" sz="quarter" idx="14"/>
          </p:nvPr>
        </p:nvSpPr>
        <p:spPr>
          <a:xfrm>
            <a:off x="9428522" y="1166533"/>
            <a:ext cx="2476178" cy="4931054"/>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5" name="Text Placeholder 4">
            <a:extLst>
              <a:ext uri="{FF2B5EF4-FFF2-40B4-BE49-F238E27FC236}">
                <a16:creationId xmlns:a16="http://schemas.microsoft.com/office/drawing/2014/main" id="{1B7E465D-4B5F-2DAE-57C4-590983308A95}"/>
              </a:ext>
            </a:extLst>
          </p:cNvPr>
          <p:cNvSpPr>
            <a:spLocks noGrp="1"/>
          </p:cNvSpPr>
          <p:nvPr>
            <p:ph type="body" sz="quarter" idx="11"/>
          </p:nvPr>
        </p:nvSpPr>
        <p:spPr>
          <a:xfrm>
            <a:off x="3334904" y="6029325"/>
            <a:ext cx="2475384" cy="571500"/>
          </a:xfrm>
        </p:spPr>
        <p:txBody>
          <a:bodyPr anchor="b"/>
          <a:lstStyle>
            <a:lvl1pPr>
              <a:lnSpc>
                <a:spcPct val="120000"/>
              </a:lnSpc>
              <a:spcBef>
                <a:spcPts val="0"/>
              </a:spcBef>
              <a:defRPr sz="800" b="0" i="0">
                <a:solidFill>
                  <a:schemeClr val="tx1"/>
                </a:solidFill>
                <a:latin typeface="IBM Plex Sans" panose="020B0503050203000203" pitchFamily="34" charset="0"/>
              </a:defRPr>
            </a:lvl1pPr>
            <a:lvl2pPr marL="73137" indent="-73137">
              <a:lnSpc>
                <a:spcPct val="120000"/>
              </a:lnSpc>
              <a:spcBef>
                <a:spcPts val="0"/>
              </a:spcBef>
              <a:defRPr sz="800" b="0" i="0">
                <a:solidFill>
                  <a:schemeClr val="tx1"/>
                </a:solidFill>
                <a:latin typeface="IBM Plex Sans" panose="020B0503050203000203" pitchFamily="34" charset="0"/>
              </a:defRPr>
            </a:lvl2pPr>
            <a:lvl3pPr marL="146275" indent="-73137">
              <a:lnSpc>
                <a:spcPct val="120000"/>
              </a:lnSpc>
              <a:spcBef>
                <a:spcPts val="0"/>
              </a:spcBef>
              <a:defRPr sz="800" b="0" i="0">
                <a:solidFill>
                  <a:schemeClr val="tx1"/>
                </a:solidFill>
                <a:latin typeface="IBM Plex Sans" panose="020B0503050203000203" pitchFamily="34" charset="0"/>
              </a:defRPr>
            </a:lvl3pPr>
            <a:lvl4pPr marL="219412" indent="-73137">
              <a:lnSpc>
                <a:spcPct val="120000"/>
              </a:lnSpc>
              <a:spcBef>
                <a:spcPts val="0"/>
              </a:spcBef>
              <a:defRPr sz="800" b="0" i="0">
                <a:solidFill>
                  <a:schemeClr val="tx1"/>
                </a:solidFill>
                <a:latin typeface="IBM Plex Sans" panose="020B0503050203000203" pitchFamily="34" charset="0"/>
              </a:defRPr>
            </a:lvl4pPr>
            <a:lvl5pPr>
              <a:lnSpc>
                <a:spcPct val="120000"/>
              </a:lnSpc>
              <a:spcBef>
                <a:spcPts val="0"/>
              </a:spcBef>
              <a:defRPr sz="8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Footer Placeholder 3">
            <a:extLst>
              <a:ext uri="{FF2B5EF4-FFF2-40B4-BE49-F238E27FC236}">
                <a16:creationId xmlns:a16="http://schemas.microsoft.com/office/drawing/2014/main" id="{C856FFD0-F317-D3D7-DE9D-AA1F4AB27EEB}"/>
              </a:ext>
            </a:extLst>
          </p:cNvPr>
          <p:cNvSpPr>
            <a:spLocks noGrp="1"/>
          </p:cNvSpPr>
          <p:nvPr>
            <p:ph type="ftr" sz="quarter" idx="18"/>
          </p:nvPr>
        </p:nvSpPr>
        <p:spPr>
          <a:xfrm>
            <a:off x="287963" y="6408000"/>
            <a:ext cx="2477765" cy="190500"/>
          </a:xfrm>
        </p:spPr>
        <p:txBody>
          <a:bodyPr/>
          <a:lstStyle/>
          <a:p>
            <a:endParaRPr lang="en-US" dirty="0"/>
          </a:p>
        </p:txBody>
      </p:sp>
      <p:sp>
        <p:nvSpPr>
          <p:cNvPr id="8" name="Slide Number">
            <a:extLst>
              <a:ext uri="{FF2B5EF4-FFF2-40B4-BE49-F238E27FC236}">
                <a16:creationId xmlns:a16="http://schemas.microsoft.com/office/drawing/2014/main" id="{899D670E-69CE-BB86-FB88-291343BDEE2E}"/>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248523888"/>
      </p:ext>
    </p:extLst>
  </p:cSld>
  <p:clrMapOvr>
    <a:masterClrMapping/>
  </p:clrMapOvr>
  <p:transition spd="med"/>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Data, 2 callouts, horizontal">
    <p:bg>
      <p:bgPr>
        <a:solidFill>
          <a:schemeClr val="bg1"/>
        </a:solidFill>
        <a:effectLst/>
      </p:bgPr>
    </p:bg>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2C97FE8A-75E3-6FC8-02DD-50E0A4C8C958}"/>
              </a:ext>
            </a:extLst>
          </p:cNvPr>
          <p:cNvSpPr>
            <a:spLocks noGrp="1"/>
          </p:cNvSpPr>
          <p:nvPr>
            <p:ph type="body" sz="quarter" idx="13"/>
          </p:nvPr>
        </p:nvSpPr>
        <p:spPr>
          <a:xfrm>
            <a:off x="3333316" y="3297238"/>
            <a:ext cx="5522257" cy="2670048"/>
          </a:xfrm>
        </p:spPr>
        <p:txBody>
          <a:bodyPr/>
          <a:lstStyle>
            <a:lvl1pPr>
              <a:lnSpc>
                <a:spcPct val="100000"/>
              </a:lnSpc>
              <a:spcBef>
                <a:spcPts val="0"/>
              </a:spcBef>
              <a:defRPr sz="4199">
                <a:solidFill>
                  <a:schemeClr val="tx1"/>
                </a:solidFill>
              </a:defRPr>
            </a:lvl1pPr>
            <a:lvl2pPr marL="393113" indent="-393113">
              <a:lnSpc>
                <a:spcPct val="100000"/>
              </a:lnSpc>
              <a:spcBef>
                <a:spcPts val="0"/>
              </a:spcBef>
              <a:defRPr sz="4199">
                <a:solidFill>
                  <a:schemeClr val="tx1"/>
                </a:solidFill>
              </a:defRPr>
            </a:lvl2pPr>
            <a:lvl3pPr marL="749658" indent="-393113">
              <a:lnSpc>
                <a:spcPct val="100000"/>
              </a:lnSpc>
              <a:spcBef>
                <a:spcPts val="0"/>
              </a:spcBef>
              <a:defRPr sz="4199">
                <a:solidFill>
                  <a:schemeClr val="tx1"/>
                </a:solidFill>
              </a:defRPr>
            </a:lvl3pPr>
            <a:lvl4pPr marL="1142771" indent="-393113">
              <a:lnSpc>
                <a:spcPct val="100000"/>
              </a:lnSpc>
              <a:spcBef>
                <a:spcPts val="0"/>
              </a:spcBef>
              <a:defRPr sz="4199">
                <a:solidFill>
                  <a:schemeClr val="tx1"/>
                </a:solidFill>
              </a:defRPr>
            </a:lvl4pPr>
            <a:lvl5pPr>
              <a:lnSpc>
                <a:spcPct val="100000"/>
              </a:lnSpc>
              <a:spcBef>
                <a:spcPts val="0"/>
              </a:spcBef>
              <a:defRPr sz="4299">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2" name="Title 1">
            <a:extLst>
              <a:ext uri="{FF2B5EF4-FFF2-40B4-BE49-F238E27FC236}">
                <a16:creationId xmlns:a16="http://schemas.microsoft.com/office/drawing/2014/main" id="{D4B48808-B77B-7E67-E7EA-BCC945D4D51B}"/>
              </a:ext>
            </a:extLst>
          </p:cNvPr>
          <p:cNvSpPr>
            <a:spLocks noGrp="1"/>
          </p:cNvSpPr>
          <p:nvPr>
            <p:ph type="title" hasCustomPrompt="1"/>
          </p:nvPr>
        </p:nvSpPr>
        <p:spPr>
          <a:xfrm>
            <a:off x="287963" y="154800"/>
            <a:ext cx="2474590" cy="2667793"/>
          </a:xfrm>
        </p:spPr>
        <p:txBody>
          <a:bodyPr/>
          <a:lstStyle>
            <a:lvl1pPr>
              <a:lnSpc>
                <a:spcPct val="100000"/>
              </a:lnSpc>
              <a:defRPr sz="4199">
                <a:solidFill>
                  <a:schemeClr val="accent1"/>
                </a:solidFill>
              </a:defRPr>
            </a:lvl1pPr>
          </a:lstStyle>
          <a:p>
            <a:r>
              <a:rPr lang="en-US" dirty="0"/>
              <a:t>+000%</a:t>
            </a:r>
          </a:p>
        </p:txBody>
      </p:sp>
      <p:sp>
        <p:nvSpPr>
          <p:cNvPr id="5" name="Text Placeholder 4">
            <a:extLst>
              <a:ext uri="{FF2B5EF4-FFF2-40B4-BE49-F238E27FC236}">
                <a16:creationId xmlns:a16="http://schemas.microsoft.com/office/drawing/2014/main" id="{88378CF2-9CD6-2749-A489-08A4608D0BDA}"/>
              </a:ext>
            </a:extLst>
          </p:cNvPr>
          <p:cNvSpPr>
            <a:spLocks noGrp="1"/>
          </p:cNvSpPr>
          <p:nvPr>
            <p:ph type="body" sz="quarter" idx="11"/>
          </p:nvPr>
        </p:nvSpPr>
        <p:spPr>
          <a:xfrm>
            <a:off x="3333316" y="154800"/>
            <a:ext cx="5523781" cy="2667794"/>
          </a:xfrm>
        </p:spPr>
        <p:txBody>
          <a:bodyPr/>
          <a:lstStyle>
            <a:lvl1pPr>
              <a:lnSpc>
                <a:spcPct val="100000"/>
              </a:lnSpc>
              <a:spcBef>
                <a:spcPts val="0"/>
              </a:spcBef>
              <a:defRPr sz="4199">
                <a:solidFill>
                  <a:schemeClr val="tx1"/>
                </a:solidFill>
              </a:defRPr>
            </a:lvl1pPr>
            <a:lvl2pPr marL="393113" indent="-393113">
              <a:lnSpc>
                <a:spcPct val="100000"/>
              </a:lnSpc>
              <a:spcBef>
                <a:spcPts val="0"/>
              </a:spcBef>
              <a:defRPr sz="4199">
                <a:solidFill>
                  <a:schemeClr val="tx1"/>
                </a:solidFill>
              </a:defRPr>
            </a:lvl2pPr>
            <a:lvl3pPr marL="749658" indent="-393113">
              <a:lnSpc>
                <a:spcPct val="100000"/>
              </a:lnSpc>
              <a:spcBef>
                <a:spcPts val="0"/>
              </a:spcBef>
              <a:defRPr sz="4199">
                <a:solidFill>
                  <a:schemeClr val="tx1"/>
                </a:solidFill>
              </a:defRPr>
            </a:lvl3pPr>
            <a:lvl4pPr marL="1142771" indent="-393113">
              <a:lnSpc>
                <a:spcPct val="100000"/>
              </a:lnSpc>
              <a:spcBef>
                <a:spcPts val="0"/>
              </a:spcBef>
              <a:defRPr sz="4199">
                <a:solidFill>
                  <a:schemeClr val="tx1"/>
                </a:solidFill>
              </a:defRPr>
            </a:lvl4pPr>
            <a:lvl5pPr>
              <a:lnSpc>
                <a:spcPct val="100000"/>
              </a:lnSpc>
              <a:spcBef>
                <a:spcPts val="0"/>
              </a:spcBef>
              <a:defRPr sz="4299">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cxnSp>
        <p:nvCxnSpPr>
          <p:cNvPr id="10" name="Straight Connector 9" descr="Horizontal row divider">
            <a:extLst>
              <a:ext uri="{FF2B5EF4-FFF2-40B4-BE49-F238E27FC236}">
                <a16:creationId xmlns:a16="http://schemas.microsoft.com/office/drawing/2014/main" id="{3D81813D-DA09-FCA0-D570-1E2D428C59E9}"/>
              </a:ext>
            </a:extLst>
          </p:cNvPr>
          <p:cNvCxnSpPr>
            <a:cxnSpLocks/>
          </p:cNvCxnSpPr>
          <p:nvPr userDrawn="1"/>
        </p:nvCxnSpPr>
        <p:spPr bwMode="auto">
          <a:xfrm>
            <a:off x="288887" y="3048866"/>
            <a:ext cx="11615813"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9" name="Text Placeholder 8">
            <a:extLst>
              <a:ext uri="{FF2B5EF4-FFF2-40B4-BE49-F238E27FC236}">
                <a16:creationId xmlns:a16="http://schemas.microsoft.com/office/drawing/2014/main" id="{A16C1F9D-1D2C-5BDA-E821-35CB4A8708F5}"/>
              </a:ext>
            </a:extLst>
          </p:cNvPr>
          <p:cNvSpPr>
            <a:spLocks noGrp="1"/>
          </p:cNvSpPr>
          <p:nvPr>
            <p:ph type="body" sz="quarter" idx="12" hasCustomPrompt="1"/>
          </p:nvPr>
        </p:nvSpPr>
        <p:spPr>
          <a:xfrm>
            <a:off x="287962" y="3297238"/>
            <a:ext cx="2473130" cy="2670048"/>
          </a:xfrm>
        </p:spPr>
        <p:txBody>
          <a:bodyPr/>
          <a:lstStyle>
            <a:lvl1pPr>
              <a:lnSpc>
                <a:spcPct val="100000"/>
              </a:lnSpc>
              <a:defRPr sz="4199">
                <a:solidFill>
                  <a:schemeClr val="accent1"/>
                </a:solidFill>
              </a:defRPr>
            </a:lvl1pPr>
            <a:lvl2pPr>
              <a:lnSpc>
                <a:spcPct val="100000"/>
              </a:lnSpc>
              <a:defRPr sz="4299">
                <a:solidFill>
                  <a:schemeClr val="accent1"/>
                </a:solidFill>
              </a:defRPr>
            </a:lvl2pPr>
            <a:lvl3pPr>
              <a:lnSpc>
                <a:spcPct val="100000"/>
              </a:lnSpc>
              <a:defRPr sz="4299">
                <a:solidFill>
                  <a:schemeClr val="accent1"/>
                </a:solidFill>
              </a:defRPr>
            </a:lvl3pPr>
            <a:lvl4pPr>
              <a:lnSpc>
                <a:spcPct val="100000"/>
              </a:lnSpc>
              <a:defRPr sz="4299">
                <a:solidFill>
                  <a:schemeClr val="accent1"/>
                </a:solidFill>
              </a:defRPr>
            </a:lvl4pPr>
            <a:lvl5pPr>
              <a:lnSpc>
                <a:spcPct val="100000"/>
              </a:lnSpc>
              <a:defRPr sz="4299">
                <a:solidFill>
                  <a:schemeClr val="accent1"/>
                </a:solidFill>
              </a:defRPr>
            </a:lvl5pPr>
          </a:lstStyle>
          <a:p>
            <a:pPr lvl="0"/>
            <a:r>
              <a:rPr lang="en-US" dirty="0"/>
              <a:t>+000M</a:t>
            </a:r>
          </a:p>
        </p:txBody>
      </p:sp>
      <p:sp>
        <p:nvSpPr>
          <p:cNvPr id="4" name="Footer Placeholder 3">
            <a:extLst>
              <a:ext uri="{FF2B5EF4-FFF2-40B4-BE49-F238E27FC236}">
                <a16:creationId xmlns:a16="http://schemas.microsoft.com/office/drawing/2014/main" id="{7B9ABB71-218D-3F6E-E3F7-5348FD395D22}"/>
              </a:ext>
            </a:extLst>
          </p:cNvPr>
          <p:cNvSpPr>
            <a:spLocks noGrp="1"/>
          </p:cNvSpPr>
          <p:nvPr>
            <p:ph type="ftr" sz="quarter" idx="18"/>
          </p:nvPr>
        </p:nvSpPr>
        <p:spPr>
          <a:xfrm>
            <a:off x="287963" y="6408000"/>
            <a:ext cx="2477765" cy="190500"/>
          </a:xfrm>
        </p:spPr>
        <p:txBody>
          <a:bodyPr/>
          <a:lstStyle/>
          <a:p>
            <a:endParaRPr lang="en-US" dirty="0"/>
          </a:p>
        </p:txBody>
      </p:sp>
      <p:sp>
        <p:nvSpPr>
          <p:cNvPr id="7" name="Slide Number">
            <a:extLst>
              <a:ext uri="{FF2B5EF4-FFF2-40B4-BE49-F238E27FC236}">
                <a16:creationId xmlns:a16="http://schemas.microsoft.com/office/drawing/2014/main" id="{B77BD92D-3A6C-2396-61D4-51D7CC5B1C0A}"/>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790662382"/>
      </p:ext>
    </p:extLst>
  </p:cSld>
  <p:clrMapOvr>
    <a:masterClrMapping/>
  </p:clrMapOvr>
  <p:transition spd="med"/>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Data, 3 callouts, horizontal">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6D02D-89A9-0455-FACB-7B6D03346E4C}"/>
              </a:ext>
            </a:extLst>
          </p:cNvPr>
          <p:cNvSpPr>
            <a:spLocks noGrp="1"/>
          </p:cNvSpPr>
          <p:nvPr>
            <p:ph type="title"/>
          </p:nvPr>
        </p:nvSpPr>
        <p:spPr>
          <a:xfrm>
            <a:off x="287999" y="288036"/>
            <a:ext cx="2474590" cy="1642364"/>
          </a:xfrm>
        </p:spPr>
        <p:txBody>
          <a:bodyPr/>
          <a:lstStyle>
            <a:lvl1pPr>
              <a:lnSpc>
                <a:spcPct val="110000"/>
              </a:lnSpc>
              <a:defRPr sz="1800">
                <a:solidFill>
                  <a:schemeClr val="tx2"/>
                </a:solidFill>
              </a:defRPr>
            </a:lvl1pPr>
          </a:lstStyle>
          <a:p>
            <a:r>
              <a:rPr lang="en-GB"/>
              <a:t>Click to edit Master title style</a:t>
            </a:r>
            <a:endParaRPr lang="en-US" dirty="0"/>
          </a:p>
        </p:txBody>
      </p:sp>
      <p:sp>
        <p:nvSpPr>
          <p:cNvPr id="16" name="Text Placeholder 15">
            <a:extLst>
              <a:ext uri="{FF2B5EF4-FFF2-40B4-BE49-F238E27FC236}">
                <a16:creationId xmlns:a16="http://schemas.microsoft.com/office/drawing/2014/main" id="{BBB79390-98CC-5F62-D373-F6646F767DD0}"/>
              </a:ext>
            </a:extLst>
          </p:cNvPr>
          <p:cNvSpPr>
            <a:spLocks noGrp="1"/>
          </p:cNvSpPr>
          <p:nvPr>
            <p:ph type="body" sz="quarter" idx="15" hasCustomPrompt="1"/>
          </p:nvPr>
        </p:nvSpPr>
        <p:spPr>
          <a:xfrm>
            <a:off x="3333316" y="192024"/>
            <a:ext cx="2475384" cy="1429544"/>
          </a:xfrm>
        </p:spPr>
        <p:txBody>
          <a:bodyPr/>
          <a:lstStyle>
            <a:lvl1pPr>
              <a:lnSpc>
                <a:spcPct val="90000"/>
              </a:lnSpc>
              <a:defRPr sz="6599">
                <a:solidFill>
                  <a:schemeClr val="accent1"/>
                </a:solidFill>
              </a:defRPr>
            </a:lvl1pPr>
            <a:lvl2pPr marL="0" indent="0">
              <a:buNone/>
              <a:defRPr/>
            </a:lvl2pPr>
          </a:lstStyle>
          <a:p>
            <a:r>
              <a:rPr lang="en-US" dirty="0"/>
              <a:t>00%</a:t>
            </a:r>
          </a:p>
        </p:txBody>
      </p:sp>
      <p:sp>
        <p:nvSpPr>
          <p:cNvPr id="7" name="Text Placeholder 6">
            <a:extLst>
              <a:ext uri="{FF2B5EF4-FFF2-40B4-BE49-F238E27FC236}">
                <a16:creationId xmlns:a16="http://schemas.microsoft.com/office/drawing/2014/main" id="{FDDE7F16-A938-0D17-3BFA-034F142A8082}"/>
              </a:ext>
            </a:extLst>
          </p:cNvPr>
          <p:cNvSpPr>
            <a:spLocks noGrp="1"/>
          </p:cNvSpPr>
          <p:nvPr>
            <p:ph type="body" sz="quarter" idx="12"/>
          </p:nvPr>
        </p:nvSpPr>
        <p:spPr>
          <a:xfrm>
            <a:off x="6380919" y="286449"/>
            <a:ext cx="3809504" cy="1429544"/>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cxnSp>
        <p:nvCxnSpPr>
          <p:cNvPr id="17" name="Straight Connector 16" descr="Horizontal row divider">
            <a:extLst>
              <a:ext uri="{FF2B5EF4-FFF2-40B4-BE49-F238E27FC236}">
                <a16:creationId xmlns:a16="http://schemas.microsoft.com/office/drawing/2014/main" id="{1103109C-6DA9-8F27-B4B1-EE276442E489}"/>
              </a:ext>
            </a:extLst>
          </p:cNvPr>
          <p:cNvCxnSpPr/>
          <p:nvPr userDrawn="1"/>
        </p:nvCxnSpPr>
        <p:spPr bwMode="auto">
          <a:xfrm>
            <a:off x="3333316" y="2287588"/>
            <a:ext cx="8571384"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8" name="Text Placeholder 17">
            <a:extLst>
              <a:ext uri="{FF2B5EF4-FFF2-40B4-BE49-F238E27FC236}">
                <a16:creationId xmlns:a16="http://schemas.microsoft.com/office/drawing/2014/main" id="{3516E6B1-7020-1EA5-CDD4-B1FC6CE2740C}"/>
              </a:ext>
            </a:extLst>
          </p:cNvPr>
          <p:cNvSpPr>
            <a:spLocks noGrp="1"/>
          </p:cNvSpPr>
          <p:nvPr>
            <p:ph type="body" sz="quarter" idx="16" hasCustomPrompt="1"/>
          </p:nvPr>
        </p:nvSpPr>
        <p:spPr>
          <a:xfrm>
            <a:off x="3333316" y="2478911"/>
            <a:ext cx="2475384" cy="1428753"/>
          </a:xfrm>
        </p:spPr>
        <p:txBody>
          <a:bodyPr/>
          <a:lstStyle>
            <a:lvl1pPr>
              <a:lnSpc>
                <a:spcPct val="90000"/>
              </a:lnSpc>
              <a:defRPr sz="6599">
                <a:solidFill>
                  <a:schemeClr val="accent1"/>
                </a:solidFill>
              </a:defRPr>
            </a:lvl1pPr>
          </a:lstStyle>
          <a:p>
            <a:r>
              <a:rPr lang="en-US" dirty="0"/>
              <a:t>00%</a:t>
            </a:r>
          </a:p>
        </p:txBody>
      </p:sp>
      <p:sp>
        <p:nvSpPr>
          <p:cNvPr id="9" name="Text Placeholder 8">
            <a:extLst>
              <a:ext uri="{FF2B5EF4-FFF2-40B4-BE49-F238E27FC236}">
                <a16:creationId xmlns:a16="http://schemas.microsoft.com/office/drawing/2014/main" id="{3F3FD8FB-143C-CB66-123C-0495EB1C33B7}"/>
              </a:ext>
            </a:extLst>
          </p:cNvPr>
          <p:cNvSpPr>
            <a:spLocks noGrp="1"/>
          </p:cNvSpPr>
          <p:nvPr>
            <p:ph type="body" sz="quarter" idx="13"/>
          </p:nvPr>
        </p:nvSpPr>
        <p:spPr>
          <a:xfrm>
            <a:off x="6380919" y="2562985"/>
            <a:ext cx="3809504" cy="142875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cxnSp>
        <p:nvCxnSpPr>
          <p:cNvPr id="15" name="Straight Connector 14" descr="Horizontal row divider">
            <a:extLst>
              <a:ext uri="{FF2B5EF4-FFF2-40B4-BE49-F238E27FC236}">
                <a16:creationId xmlns:a16="http://schemas.microsoft.com/office/drawing/2014/main" id="{687931BB-B3EF-829C-B354-B048514D5138}"/>
              </a:ext>
            </a:extLst>
          </p:cNvPr>
          <p:cNvCxnSpPr/>
          <p:nvPr userDrawn="1"/>
        </p:nvCxnSpPr>
        <p:spPr bwMode="auto">
          <a:xfrm>
            <a:off x="3333316" y="4570413"/>
            <a:ext cx="8571384"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20" name="Text Placeholder 19">
            <a:extLst>
              <a:ext uri="{FF2B5EF4-FFF2-40B4-BE49-F238E27FC236}">
                <a16:creationId xmlns:a16="http://schemas.microsoft.com/office/drawing/2014/main" id="{AC11D906-6DD0-910D-48BA-0C197C90AA45}"/>
              </a:ext>
            </a:extLst>
          </p:cNvPr>
          <p:cNvSpPr>
            <a:spLocks noGrp="1"/>
          </p:cNvSpPr>
          <p:nvPr>
            <p:ph type="body" sz="quarter" idx="17" hasCustomPrompt="1"/>
          </p:nvPr>
        </p:nvSpPr>
        <p:spPr>
          <a:xfrm>
            <a:off x="3333317" y="4763323"/>
            <a:ext cx="2475383" cy="1334265"/>
          </a:xfrm>
        </p:spPr>
        <p:txBody>
          <a:bodyPr/>
          <a:lstStyle>
            <a:lvl1pPr>
              <a:lnSpc>
                <a:spcPct val="90000"/>
              </a:lnSpc>
              <a:defRPr sz="6599">
                <a:solidFill>
                  <a:schemeClr val="accent1"/>
                </a:solidFill>
              </a:defRPr>
            </a:lvl1pPr>
          </a:lstStyle>
          <a:p>
            <a:r>
              <a:rPr lang="en-US" dirty="0"/>
              <a:t>00%</a:t>
            </a:r>
          </a:p>
        </p:txBody>
      </p:sp>
      <p:sp>
        <p:nvSpPr>
          <p:cNvPr id="11" name="Text Placeholder 10">
            <a:extLst>
              <a:ext uri="{FF2B5EF4-FFF2-40B4-BE49-F238E27FC236}">
                <a16:creationId xmlns:a16="http://schemas.microsoft.com/office/drawing/2014/main" id="{BA1063D1-FD79-491C-791B-87858EA0CB85}"/>
              </a:ext>
            </a:extLst>
          </p:cNvPr>
          <p:cNvSpPr>
            <a:spLocks noGrp="1"/>
          </p:cNvSpPr>
          <p:nvPr>
            <p:ph type="body" sz="quarter" idx="14"/>
          </p:nvPr>
        </p:nvSpPr>
        <p:spPr>
          <a:xfrm>
            <a:off x="6380919" y="4835205"/>
            <a:ext cx="3809504" cy="1262383"/>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5" name="Text Placeholder 4">
            <a:extLst>
              <a:ext uri="{FF2B5EF4-FFF2-40B4-BE49-F238E27FC236}">
                <a16:creationId xmlns:a16="http://schemas.microsoft.com/office/drawing/2014/main" id="{1B7E465D-4B5F-2DAE-57C4-590983308A95}"/>
              </a:ext>
            </a:extLst>
          </p:cNvPr>
          <p:cNvSpPr>
            <a:spLocks noGrp="1"/>
          </p:cNvSpPr>
          <p:nvPr>
            <p:ph type="body" sz="quarter" idx="11"/>
          </p:nvPr>
        </p:nvSpPr>
        <p:spPr>
          <a:xfrm>
            <a:off x="3333316" y="6029325"/>
            <a:ext cx="2475384" cy="571500"/>
          </a:xfrm>
        </p:spPr>
        <p:txBody>
          <a:bodyPr anchor="b"/>
          <a:lstStyle>
            <a:lvl1pPr>
              <a:lnSpc>
                <a:spcPct val="120000"/>
              </a:lnSpc>
              <a:spcBef>
                <a:spcPts val="0"/>
              </a:spcBef>
              <a:defRPr sz="800" b="0" i="0">
                <a:solidFill>
                  <a:schemeClr val="tx1"/>
                </a:solidFill>
                <a:latin typeface="IBM Plex Sans" panose="020B0503050203000203" pitchFamily="34" charset="0"/>
              </a:defRPr>
            </a:lvl1pPr>
            <a:lvl2pPr>
              <a:lnSpc>
                <a:spcPct val="120000"/>
              </a:lnSpc>
              <a:spcBef>
                <a:spcPts val="0"/>
              </a:spcBef>
              <a:defRPr sz="800" b="0" i="0">
                <a:solidFill>
                  <a:schemeClr val="tx1"/>
                </a:solidFill>
                <a:latin typeface="IBM Plex Sans" panose="020B0503050203000203" pitchFamily="34" charset="0"/>
              </a:defRPr>
            </a:lvl2pPr>
            <a:lvl3pPr>
              <a:lnSpc>
                <a:spcPct val="120000"/>
              </a:lnSpc>
              <a:spcBef>
                <a:spcPts val="0"/>
              </a:spcBef>
              <a:defRPr sz="800" b="0" i="0">
                <a:solidFill>
                  <a:schemeClr val="tx1"/>
                </a:solidFill>
                <a:latin typeface="IBM Plex Sans" panose="020B0503050203000203" pitchFamily="34" charset="0"/>
              </a:defRPr>
            </a:lvl3pPr>
            <a:lvl4pPr>
              <a:lnSpc>
                <a:spcPct val="120000"/>
              </a:lnSpc>
              <a:spcBef>
                <a:spcPts val="0"/>
              </a:spcBef>
              <a:defRPr sz="800" b="0" i="0">
                <a:solidFill>
                  <a:schemeClr val="tx1"/>
                </a:solidFill>
                <a:latin typeface="IBM Plex Sans" panose="020B0503050203000203" pitchFamily="34" charset="0"/>
              </a:defRPr>
            </a:lvl4pPr>
            <a:lvl5pPr>
              <a:lnSpc>
                <a:spcPct val="120000"/>
              </a:lnSpc>
              <a:spcBef>
                <a:spcPts val="0"/>
              </a:spcBef>
              <a:defRPr sz="800" b="0" i="0">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Footer Placeholder 3">
            <a:extLst>
              <a:ext uri="{FF2B5EF4-FFF2-40B4-BE49-F238E27FC236}">
                <a16:creationId xmlns:a16="http://schemas.microsoft.com/office/drawing/2014/main" id="{8495C3AC-E4B9-F837-204B-FF01953D40BE}"/>
              </a:ext>
            </a:extLst>
          </p:cNvPr>
          <p:cNvSpPr>
            <a:spLocks noGrp="1"/>
          </p:cNvSpPr>
          <p:nvPr>
            <p:ph type="ftr" sz="quarter" idx="18"/>
          </p:nvPr>
        </p:nvSpPr>
        <p:spPr>
          <a:xfrm>
            <a:off x="287963" y="6408000"/>
            <a:ext cx="2477765" cy="190500"/>
          </a:xfrm>
        </p:spPr>
        <p:txBody>
          <a:bodyPr/>
          <a:lstStyle/>
          <a:p>
            <a:endParaRPr lang="en-US" dirty="0"/>
          </a:p>
        </p:txBody>
      </p:sp>
      <p:sp>
        <p:nvSpPr>
          <p:cNvPr id="8" name="Slide Number">
            <a:extLst>
              <a:ext uri="{FF2B5EF4-FFF2-40B4-BE49-F238E27FC236}">
                <a16:creationId xmlns:a16="http://schemas.microsoft.com/office/drawing/2014/main" id="{22119C11-B0BD-168C-0C07-D70B259D3906}"/>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631276995"/>
      </p:ext>
    </p:extLst>
  </p:cSld>
  <p:clrMapOvr>
    <a:masterClrMapping/>
  </p:clrMapOvr>
  <p:transition spd="med"/>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ext, 4 columns ">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7963" y="288036"/>
            <a:ext cx="2470717" cy="762794"/>
          </a:xfrm>
        </p:spPr>
        <p:txBody>
          <a:bodyPr/>
          <a:lstStyle>
            <a:lvl1pPr>
              <a:lnSpc>
                <a:spcPct val="110000"/>
              </a:lnSpc>
              <a:defRPr sz="1400">
                <a:solidFill>
                  <a:schemeClr val="tx2"/>
                </a:solidFill>
              </a:defRPr>
            </a:lvl1pPr>
          </a:lstStyle>
          <a:p>
            <a:r>
              <a:rPr lang="en-GB"/>
              <a:t>Click to edit Master title style</a:t>
            </a:r>
            <a:endParaRPr lang="en-US" dirty="0"/>
          </a:p>
        </p:txBody>
      </p:sp>
      <p:sp>
        <p:nvSpPr>
          <p:cNvPr id="5" name="Text Placeholder 4">
            <a:extLst>
              <a:ext uri="{FF2B5EF4-FFF2-40B4-BE49-F238E27FC236}">
                <a16:creationId xmlns:a16="http://schemas.microsoft.com/office/drawing/2014/main" id="{1C17B282-9F6A-839A-442D-69BC9DF3749A}"/>
              </a:ext>
            </a:extLst>
          </p:cNvPr>
          <p:cNvSpPr>
            <a:spLocks noGrp="1"/>
          </p:cNvSpPr>
          <p:nvPr>
            <p:ph type="body" sz="quarter" idx="11"/>
          </p:nvPr>
        </p:nvSpPr>
        <p:spPr>
          <a:xfrm>
            <a:off x="287963" y="1524000"/>
            <a:ext cx="2477765" cy="4576763"/>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3334904" y="1524000"/>
            <a:ext cx="2475384" cy="4576763"/>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6389168" y="1524000"/>
            <a:ext cx="2476178" cy="4576763"/>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9430110" y="1524000"/>
            <a:ext cx="2479352" cy="4576763"/>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Footer Placeholder 3">
            <a:extLst>
              <a:ext uri="{FF2B5EF4-FFF2-40B4-BE49-F238E27FC236}">
                <a16:creationId xmlns:a16="http://schemas.microsoft.com/office/drawing/2014/main" id="{2D830AE7-F6A6-A339-0B24-876A9554C9E3}"/>
              </a:ext>
            </a:extLst>
          </p:cNvPr>
          <p:cNvSpPr>
            <a:spLocks noGrp="1"/>
          </p:cNvSpPr>
          <p:nvPr>
            <p:ph type="ftr" sz="quarter" idx="18"/>
          </p:nvPr>
        </p:nvSpPr>
        <p:spPr>
          <a:xfrm>
            <a:off x="287963" y="6408000"/>
            <a:ext cx="2477765" cy="190500"/>
          </a:xfrm>
        </p:spPr>
        <p:txBody>
          <a:bodyPr/>
          <a:lstStyle/>
          <a:p>
            <a:endParaRPr lang="en-US" dirty="0"/>
          </a:p>
        </p:txBody>
      </p:sp>
      <p:sp>
        <p:nvSpPr>
          <p:cNvPr id="8" name="Slide Number">
            <a:extLst>
              <a:ext uri="{FF2B5EF4-FFF2-40B4-BE49-F238E27FC236}">
                <a16:creationId xmlns:a16="http://schemas.microsoft.com/office/drawing/2014/main" id="{31A616C3-34A8-1D7A-67C9-8B76F2D30BD0}"/>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49479831"/>
      </p:ext>
    </p:extLst>
  </p:cSld>
  <p:clrMapOvr>
    <a:masterClrMapping/>
  </p:clrMapOvr>
  <p:transition spd="med"/>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ext, 4 columns, short divider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7963" y="288036"/>
            <a:ext cx="2474590" cy="762794"/>
          </a:xfrm>
        </p:spPr>
        <p:txBody>
          <a:bodyPr/>
          <a:lstStyle>
            <a:lvl1pPr>
              <a:lnSpc>
                <a:spcPct val="110000"/>
              </a:lnSpc>
              <a:defRPr sz="1400">
                <a:solidFill>
                  <a:schemeClr val="tx2"/>
                </a:solidFill>
              </a:defRPr>
            </a:lvl1pPr>
          </a:lstStyle>
          <a:p>
            <a:r>
              <a:rPr lang="en-GB"/>
              <a:t>Click to edit Master title style</a:t>
            </a:r>
            <a:endParaRPr lang="en-US" dirty="0"/>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3334903" y="288036"/>
            <a:ext cx="2477765" cy="762794"/>
          </a:xfrm>
        </p:spPr>
        <p:txBody>
          <a:bodyPr/>
          <a:lstStyle>
            <a:lvl1pPr>
              <a:lnSpc>
                <a:spcPct val="110000"/>
              </a:lnSpc>
              <a:spcBef>
                <a:spcPts val="0"/>
              </a:spcBef>
              <a:defRPr sz="1000" b="0" i="0">
                <a:solidFill>
                  <a:schemeClr val="tx1"/>
                </a:solidFill>
                <a:latin typeface="IBM Plex Sans" panose="020B0503050203000203" pitchFamily="34" charset="0"/>
              </a:defRPr>
            </a:lvl1pPr>
            <a:lvl2pPr marL="91422" indent="-91422">
              <a:lnSpc>
                <a:spcPct val="110000"/>
              </a:lnSpc>
              <a:spcBef>
                <a:spcPts val="0"/>
              </a:spcBef>
              <a:defRPr sz="1000" b="0" i="0">
                <a:solidFill>
                  <a:schemeClr val="tx1"/>
                </a:solidFill>
                <a:latin typeface="IBM Plex Sans" panose="020B0503050203000203" pitchFamily="34" charset="0"/>
              </a:defRPr>
            </a:lvl2pPr>
            <a:lvl3pPr marL="182843" indent="-91422">
              <a:lnSpc>
                <a:spcPct val="110000"/>
              </a:lnSpc>
              <a:spcBef>
                <a:spcPts val="0"/>
              </a:spcBef>
              <a:defRPr sz="1000" b="0" i="0">
                <a:solidFill>
                  <a:schemeClr val="tx1"/>
                </a:solidFill>
                <a:latin typeface="IBM Plex Sans" panose="020B0503050203000203" pitchFamily="34" charset="0"/>
              </a:defRPr>
            </a:lvl3pPr>
            <a:lvl4pPr marL="274265" indent="-91422">
              <a:lnSpc>
                <a:spcPct val="110000"/>
              </a:lnSpc>
              <a:spcBef>
                <a:spcPts val="0"/>
              </a:spcBef>
              <a:defRPr sz="1000" b="0" i="0">
                <a:solidFill>
                  <a:schemeClr val="tx1"/>
                </a:solidFill>
                <a:latin typeface="IBM Plex Sans" panose="020B0503050203000203" pitchFamily="34" charset="0"/>
              </a:defRPr>
            </a:lvl4pPr>
            <a:lvl5pPr>
              <a:lnSpc>
                <a:spcPct val="110000"/>
              </a:lnSpc>
              <a:spcBef>
                <a:spcPts val="0"/>
              </a:spcBef>
              <a:defRPr sz="1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cxnSp>
        <p:nvCxnSpPr>
          <p:cNvPr id="20" name="Straight Connector 19" descr="Vertical column divider">
            <a:extLst>
              <a:ext uri="{FF2B5EF4-FFF2-40B4-BE49-F238E27FC236}">
                <a16:creationId xmlns:a16="http://schemas.microsoft.com/office/drawing/2014/main" id="{ABAB2974-AD95-0BF2-C41A-265AEF03B4F7}"/>
              </a:ext>
            </a:extLst>
          </p:cNvPr>
          <p:cNvCxnSpPr>
            <a:cxnSpLocks/>
          </p:cNvCxnSpPr>
          <p:nvPr userDrawn="1"/>
        </p:nvCxnSpPr>
        <p:spPr bwMode="auto">
          <a:xfrm>
            <a:off x="3047603" y="1522413"/>
            <a:ext cx="0" cy="4572736"/>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1" name="Straight Connector 20" descr="Vertical column divider">
            <a:extLst>
              <a:ext uri="{FF2B5EF4-FFF2-40B4-BE49-F238E27FC236}">
                <a16:creationId xmlns:a16="http://schemas.microsoft.com/office/drawing/2014/main" id="{CDB8CB8D-C4DB-E357-4948-59CD6A18A9DC}"/>
              </a:ext>
            </a:extLst>
          </p:cNvPr>
          <p:cNvCxnSpPr/>
          <p:nvPr userDrawn="1"/>
        </p:nvCxnSpPr>
        <p:spPr bwMode="auto">
          <a:xfrm>
            <a:off x="6093683" y="1522413"/>
            <a:ext cx="0" cy="4575175"/>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2" name="Straight Connector 21" descr="Vertical column divider">
            <a:extLst>
              <a:ext uri="{FF2B5EF4-FFF2-40B4-BE49-F238E27FC236}">
                <a16:creationId xmlns:a16="http://schemas.microsoft.com/office/drawing/2014/main" id="{8B5887E5-28C4-AA99-EBD5-E34B88F46F25}"/>
              </a:ext>
            </a:extLst>
          </p:cNvPr>
          <p:cNvCxnSpPr/>
          <p:nvPr userDrawn="1"/>
        </p:nvCxnSpPr>
        <p:spPr bwMode="auto">
          <a:xfrm>
            <a:off x="9142810" y="1522413"/>
            <a:ext cx="0" cy="4575175"/>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4" name="Footer Placeholder 3">
            <a:extLst>
              <a:ext uri="{FF2B5EF4-FFF2-40B4-BE49-F238E27FC236}">
                <a16:creationId xmlns:a16="http://schemas.microsoft.com/office/drawing/2014/main" id="{9A5E154F-497D-F356-4526-C17B1B098AC9}"/>
              </a:ext>
            </a:extLst>
          </p:cNvPr>
          <p:cNvSpPr>
            <a:spLocks noGrp="1"/>
          </p:cNvSpPr>
          <p:nvPr userDrawn="1">
            <p:ph type="ftr" sz="quarter" idx="18"/>
          </p:nvPr>
        </p:nvSpPr>
        <p:spPr>
          <a:xfrm>
            <a:off x="287963" y="6408000"/>
            <a:ext cx="2477765" cy="190500"/>
          </a:xfrm>
        </p:spPr>
        <p:txBody>
          <a:bodyPr/>
          <a:lstStyle/>
          <a:p>
            <a:endParaRPr lang="en-US" dirty="0"/>
          </a:p>
        </p:txBody>
      </p:sp>
      <p:sp>
        <p:nvSpPr>
          <p:cNvPr id="8" name="Slide Number">
            <a:extLst>
              <a:ext uri="{FF2B5EF4-FFF2-40B4-BE49-F238E27FC236}">
                <a16:creationId xmlns:a16="http://schemas.microsoft.com/office/drawing/2014/main" id="{A3714515-3CA1-0F75-0503-3208A09DFA76}"/>
              </a:ext>
            </a:extLst>
          </p:cNvPr>
          <p:cNvSpPr txBox="1">
            <a:spLocks noGrp="1"/>
          </p:cNvSpPr>
          <p:nvPr userDrawn="1">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10" name="Text Placeholder 4">
            <a:extLst>
              <a:ext uri="{FF2B5EF4-FFF2-40B4-BE49-F238E27FC236}">
                <a16:creationId xmlns:a16="http://schemas.microsoft.com/office/drawing/2014/main" id="{4B531E36-2064-83A6-3D5A-E40E324F8495}"/>
              </a:ext>
            </a:extLst>
          </p:cNvPr>
          <p:cNvSpPr>
            <a:spLocks noGrp="1"/>
          </p:cNvSpPr>
          <p:nvPr userDrawn="1">
            <p:ph type="body" sz="quarter" idx="11"/>
          </p:nvPr>
        </p:nvSpPr>
        <p:spPr>
          <a:xfrm>
            <a:off x="291173" y="1524000"/>
            <a:ext cx="2477765" cy="4576763"/>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2" name="Text Placeholder 6">
            <a:extLst>
              <a:ext uri="{FF2B5EF4-FFF2-40B4-BE49-F238E27FC236}">
                <a16:creationId xmlns:a16="http://schemas.microsoft.com/office/drawing/2014/main" id="{70587680-FBD6-A326-93E3-B3437A4124A3}"/>
              </a:ext>
            </a:extLst>
          </p:cNvPr>
          <p:cNvSpPr>
            <a:spLocks noGrp="1"/>
          </p:cNvSpPr>
          <p:nvPr userDrawn="1">
            <p:ph type="body" sz="quarter" idx="12"/>
          </p:nvPr>
        </p:nvSpPr>
        <p:spPr>
          <a:xfrm>
            <a:off x="3334904" y="1524000"/>
            <a:ext cx="2475384" cy="4576763"/>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3" name="Text Placeholder 8">
            <a:extLst>
              <a:ext uri="{FF2B5EF4-FFF2-40B4-BE49-F238E27FC236}">
                <a16:creationId xmlns:a16="http://schemas.microsoft.com/office/drawing/2014/main" id="{CAE80882-A798-33A6-BF3F-DF9C75646C23}"/>
              </a:ext>
            </a:extLst>
          </p:cNvPr>
          <p:cNvSpPr>
            <a:spLocks noGrp="1"/>
          </p:cNvSpPr>
          <p:nvPr userDrawn="1">
            <p:ph type="body" sz="quarter" idx="13"/>
          </p:nvPr>
        </p:nvSpPr>
        <p:spPr>
          <a:xfrm>
            <a:off x="6389168" y="1524000"/>
            <a:ext cx="2476178" cy="4576763"/>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5" name="Text Placeholder 10">
            <a:extLst>
              <a:ext uri="{FF2B5EF4-FFF2-40B4-BE49-F238E27FC236}">
                <a16:creationId xmlns:a16="http://schemas.microsoft.com/office/drawing/2014/main" id="{1809E051-5EDC-532B-0D86-AA9349AAA053}"/>
              </a:ext>
            </a:extLst>
          </p:cNvPr>
          <p:cNvSpPr>
            <a:spLocks noGrp="1"/>
          </p:cNvSpPr>
          <p:nvPr userDrawn="1">
            <p:ph type="body" sz="quarter" idx="14"/>
          </p:nvPr>
        </p:nvSpPr>
        <p:spPr>
          <a:xfrm>
            <a:off x="9430110" y="1524000"/>
            <a:ext cx="2479352" cy="4576763"/>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Tree>
    <p:extLst>
      <p:ext uri="{BB962C8B-B14F-4D97-AF65-F5344CB8AC3E}">
        <p14:creationId xmlns:p14="http://schemas.microsoft.com/office/powerpoint/2010/main" val="4050020826"/>
      </p:ext>
    </p:extLst>
  </p:cSld>
  <p:clrMapOvr>
    <a:masterClrMapping/>
  </p:clrMapOvr>
  <p:transition spd="med"/>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ext, 4 columns, dividers, headline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7963" y="288036"/>
            <a:ext cx="2474590" cy="1234377"/>
          </a:xfrm>
        </p:spPr>
        <p:txBody>
          <a:bodyPr/>
          <a:lstStyle>
            <a:lvl1pPr>
              <a:lnSpc>
                <a:spcPct val="110000"/>
              </a:lnSpc>
              <a:defRPr sz="1400">
                <a:solidFill>
                  <a:schemeClr val="tx2"/>
                </a:solidFill>
              </a:defRPr>
            </a:lvl1pPr>
          </a:lstStyle>
          <a:p>
            <a:r>
              <a:rPr lang="en-GB"/>
              <a:t>Click to edit Master title style</a:t>
            </a:r>
            <a:endParaRPr lang="en-US" dirty="0"/>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3333316" y="288036"/>
            <a:ext cx="2477765" cy="921519"/>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3333316" y="1523999"/>
            <a:ext cx="2475384" cy="4578351"/>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6389168" y="288036"/>
            <a:ext cx="2476178" cy="921519"/>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6389168" y="1524000"/>
            <a:ext cx="2476178" cy="4578350"/>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cxnSp>
        <p:nvCxnSpPr>
          <p:cNvPr id="14" name="Straight Connector 13" descr="Vertical column divider">
            <a:extLst>
              <a:ext uri="{FF2B5EF4-FFF2-40B4-BE49-F238E27FC236}">
                <a16:creationId xmlns:a16="http://schemas.microsoft.com/office/drawing/2014/main" id="{C6EB28FF-C21F-A83D-2D19-2242B76C6B09}"/>
              </a:ext>
            </a:extLst>
          </p:cNvPr>
          <p:cNvCxnSpPr>
            <a:cxnSpLocks/>
          </p:cNvCxnSpPr>
          <p:nvPr userDrawn="1"/>
        </p:nvCxnSpPr>
        <p:spPr bwMode="auto">
          <a:xfrm>
            <a:off x="3047603" y="285051"/>
            <a:ext cx="0" cy="581104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8" name="Straight Connector 17" descr="Vertical column divider">
            <a:extLst>
              <a:ext uri="{FF2B5EF4-FFF2-40B4-BE49-F238E27FC236}">
                <a16:creationId xmlns:a16="http://schemas.microsoft.com/office/drawing/2014/main" id="{3D7A0E74-695D-C6F5-07CD-01209D58A70A}"/>
              </a:ext>
            </a:extLst>
          </p:cNvPr>
          <p:cNvCxnSpPr>
            <a:cxnSpLocks/>
          </p:cNvCxnSpPr>
          <p:nvPr userDrawn="1"/>
        </p:nvCxnSpPr>
        <p:spPr bwMode="auto">
          <a:xfrm>
            <a:off x="6093683" y="285051"/>
            <a:ext cx="0" cy="5812536"/>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9" name="Straight Connector 18" descr="Vertical column divider">
            <a:extLst>
              <a:ext uri="{FF2B5EF4-FFF2-40B4-BE49-F238E27FC236}">
                <a16:creationId xmlns:a16="http://schemas.microsoft.com/office/drawing/2014/main" id="{19E1AC9A-B000-435B-E4BC-54B09FB7957C}"/>
              </a:ext>
            </a:extLst>
          </p:cNvPr>
          <p:cNvCxnSpPr>
            <a:cxnSpLocks/>
          </p:cNvCxnSpPr>
          <p:nvPr userDrawn="1"/>
        </p:nvCxnSpPr>
        <p:spPr bwMode="auto">
          <a:xfrm>
            <a:off x="9142810" y="285051"/>
            <a:ext cx="0" cy="581104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3" name="Text Placeholder 12">
            <a:extLst>
              <a:ext uri="{FF2B5EF4-FFF2-40B4-BE49-F238E27FC236}">
                <a16:creationId xmlns:a16="http://schemas.microsoft.com/office/drawing/2014/main" id="{2A62B128-D226-0D9B-89EC-51AFD07F30CF}"/>
              </a:ext>
            </a:extLst>
          </p:cNvPr>
          <p:cNvSpPr>
            <a:spLocks noGrp="1"/>
          </p:cNvSpPr>
          <p:nvPr userDrawn="1">
            <p:ph type="body" sz="quarter" idx="17"/>
          </p:nvPr>
        </p:nvSpPr>
        <p:spPr>
          <a:xfrm>
            <a:off x="9428522" y="288036"/>
            <a:ext cx="2479352" cy="921519"/>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userDrawn="1">
            <p:ph type="body" sz="quarter" idx="14"/>
          </p:nvPr>
        </p:nvSpPr>
        <p:spPr>
          <a:xfrm>
            <a:off x="9428522" y="1524000"/>
            <a:ext cx="2479352" cy="4578350"/>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Footer Placeholder 3">
            <a:extLst>
              <a:ext uri="{FF2B5EF4-FFF2-40B4-BE49-F238E27FC236}">
                <a16:creationId xmlns:a16="http://schemas.microsoft.com/office/drawing/2014/main" id="{6C3F2C39-1D80-7B1C-F53D-B11D6327AF07}"/>
              </a:ext>
            </a:extLst>
          </p:cNvPr>
          <p:cNvSpPr>
            <a:spLocks noGrp="1"/>
          </p:cNvSpPr>
          <p:nvPr userDrawn="1">
            <p:ph type="ftr" sz="quarter" idx="18"/>
          </p:nvPr>
        </p:nvSpPr>
        <p:spPr>
          <a:xfrm>
            <a:off x="287963" y="6408000"/>
            <a:ext cx="2477765" cy="190500"/>
          </a:xfrm>
        </p:spPr>
        <p:txBody>
          <a:bodyPr/>
          <a:lstStyle/>
          <a:p>
            <a:endParaRPr lang="en-US" dirty="0"/>
          </a:p>
        </p:txBody>
      </p:sp>
      <p:sp>
        <p:nvSpPr>
          <p:cNvPr id="8" name="Slide Number">
            <a:extLst>
              <a:ext uri="{FF2B5EF4-FFF2-40B4-BE49-F238E27FC236}">
                <a16:creationId xmlns:a16="http://schemas.microsoft.com/office/drawing/2014/main" id="{56961C62-D766-8A68-1FA3-BF6BE095543D}"/>
              </a:ext>
            </a:extLst>
          </p:cNvPr>
          <p:cNvSpPr txBox="1">
            <a:spLocks noGrp="1"/>
          </p:cNvSpPr>
          <p:nvPr userDrawn="1">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396049653"/>
      </p:ext>
    </p:extLst>
  </p:cSld>
  <p:clrMapOvr>
    <a:masterClrMapping/>
  </p:clrMapOvr>
  <p:transition spd="med"/>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ext, 4 columns, dividers, pictogram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34332-B5B5-4358-3C72-8B35F374A887}"/>
              </a:ext>
            </a:extLst>
          </p:cNvPr>
          <p:cNvSpPr>
            <a:spLocks noGrp="1"/>
          </p:cNvSpPr>
          <p:nvPr>
            <p:ph type="title"/>
          </p:nvPr>
        </p:nvSpPr>
        <p:spPr>
          <a:xfrm>
            <a:off x="287999" y="288036"/>
            <a:ext cx="2474590" cy="1048544"/>
          </a:xfrm>
        </p:spPr>
        <p:txBody>
          <a:bodyPr/>
          <a:lstStyle>
            <a:lvl1pPr>
              <a:lnSpc>
                <a:spcPct val="110000"/>
              </a:lnSpc>
              <a:defRPr sz="1200">
                <a:solidFill>
                  <a:schemeClr val="tx2"/>
                </a:solidFill>
              </a:defRPr>
            </a:lvl1pPr>
          </a:lstStyle>
          <a:p>
            <a:r>
              <a:rPr lang="en-GB"/>
              <a:t>Click to edit Master title style</a:t>
            </a:r>
            <a:endParaRPr lang="en-US" dirty="0"/>
          </a:p>
        </p:txBody>
      </p:sp>
      <p:sp>
        <p:nvSpPr>
          <p:cNvPr id="5" name="Text Placeholder 4">
            <a:extLst>
              <a:ext uri="{FF2B5EF4-FFF2-40B4-BE49-F238E27FC236}">
                <a16:creationId xmlns:a16="http://schemas.microsoft.com/office/drawing/2014/main" id="{A59C4772-2960-241E-274D-18A4B5568DAB}"/>
              </a:ext>
            </a:extLst>
          </p:cNvPr>
          <p:cNvSpPr>
            <a:spLocks noGrp="1"/>
          </p:cNvSpPr>
          <p:nvPr>
            <p:ph type="body" sz="quarter" idx="11"/>
          </p:nvPr>
        </p:nvSpPr>
        <p:spPr>
          <a:xfrm>
            <a:off x="287963" y="1524000"/>
            <a:ext cx="2470717" cy="2289175"/>
          </a:xfrm>
        </p:spPr>
        <p:txBody>
          <a:bodyPr/>
          <a:lstStyle>
            <a:lvl1pPr>
              <a:lnSpc>
                <a:spcPct val="100000"/>
              </a:lnSpc>
              <a:spcBef>
                <a:spcPts val="0"/>
              </a:spcBef>
              <a:defRPr sz="1800">
                <a:solidFill>
                  <a:schemeClr val="tx1"/>
                </a:solidFill>
              </a:defRPr>
            </a:lvl1pPr>
          </a:lstStyle>
          <a:p>
            <a:pPr lvl="0"/>
            <a:r>
              <a:rPr lang="en-GB"/>
              <a:t>Click to edit Master text styles</a:t>
            </a:r>
          </a:p>
        </p:txBody>
      </p:sp>
      <p:sp>
        <p:nvSpPr>
          <p:cNvPr id="14" name="Picture Placeholder 13" descr="Place pictogram here">
            <a:extLst>
              <a:ext uri="{FF2B5EF4-FFF2-40B4-BE49-F238E27FC236}">
                <a16:creationId xmlns:a16="http://schemas.microsoft.com/office/drawing/2014/main" id="{637C5D5A-A533-DB2D-8BBE-C9DAA013CA01}"/>
              </a:ext>
            </a:extLst>
          </p:cNvPr>
          <p:cNvSpPr>
            <a:spLocks noGrp="1"/>
          </p:cNvSpPr>
          <p:nvPr>
            <p:ph type="pic" sz="quarter" idx="15" hasCustomPrompt="1"/>
          </p:nvPr>
        </p:nvSpPr>
        <p:spPr>
          <a:xfrm>
            <a:off x="3333316" y="288036"/>
            <a:ext cx="607997" cy="608076"/>
          </a:xfrm>
        </p:spPr>
        <p:txBody>
          <a:bodyPr anchor="ctr"/>
          <a:lstStyle>
            <a:lvl1pPr algn="ctr">
              <a:defRPr sz="800">
                <a:solidFill>
                  <a:schemeClr val="tx1"/>
                </a:solidFill>
              </a:defRPr>
            </a:lvl1pPr>
          </a:lstStyle>
          <a:p>
            <a:r>
              <a:rPr lang="en-US" dirty="0"/>
              <a:t>Pictogram</a:t>
            </a:r>
          </a:p>
        </p:txBody>
      </p:sp>
      <p:sp>
        <p:nvSpPr>
          <p:cNvPr id="10" name="Text Placeholder 9">
            <a:extLst>
              <a:ext uri="{FF2B5EF4-FFF2-40B4-BE49-F238E27FC236}">
                <a16:creationId xmlns:a16="http://schemas.microsoft.com/office/drawing/2014/main" id="{627CF39F-F0FC-7815-2582-A13E0599BC21}"/>
              </a:ext>
            </a:extLst>
          </p:cNvPr>
          <p:cNvSpPr>
            <a:spLocks noGrp="1"/>
          </p:cNvSpPr>
          <p:nvPr>
            <p:ph type="body" sz="quarter" idx="12"/>
          </p:nvPr>
        </p:nvSpPr>
        <p:spPr>
          <a:xfrm>
            <a:off x="3334904" y="1524000"/>
            <a:ext cx="2475384" cy="4576763"/>
          </a:xfrm>
        </p:spPr>
        <p:txBody>
          <a:bodyPr/>
          <a:lstStyle>
            <a:lvl1pPr>
              <a:lnSpc>
                <a:spcPct val="110000"/>
              </a:lnSpc>
              <a:spcBef>
                <a:spcPts val="0"/>
              </a:spcBef>
              <a:defRPr sz="1200">
                <a:solidFill>
                  <a:schemeClr val="tx1"/>
                </a:solidFill>
              </a:defRPr>
            </a:lvl1pPr>
            <a:lvl2pPr marL="109706" indent="-109706">
              <a:lnSpc>
                <a:spcPct val="110000"/>
              </a:lnSpc>
              <a:spcBef>
                <a:spcPts val="0"/>
              </a:spcBef>
              <a:defRPr sz="1200">
                <a:solidFill>
                  <a:schemeClr val="tx1"/>
                </a:solidFill>
              </a:defRPr>
            </a:lvl2pPr>
            <a:lvl3pPr marL="219412" indent="-109706">
              <a:lnSpc>
                <a:spcPct val="110000"/>
              </a:lnSpc>
              <a:spcBef>
                <a:spcPts val="0"/>
              </a:spcBef>
              <a:defRPr sz="1200">
                <a:solidFill>
                  <a:schemeClr val="tx1"/>
                </a:solidFill>
              </a:defRPr>
            </a:lvl3pPr>
            <a:lvl4pPr marL="329118" indent="-109706">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5" name="Picture Placeholder 13" descr="Place pictogram here">
            <a:extLst>
              <a:ext uri="{FF2B5EF4-FFF2-40B4-BE49-F238E27FC236}">
                <a16:creationId xmlns:a16="http://schemas.microsoft.com/office/drawing/2014/main" id="{81413BEF-DDD1-548F-409B-224DE030B67E}"/>
              </a:ext>
            </a:extLst>
          </p:cNvPr>
          <p:cNvSpPr>
            <a:spLocks noGrp="1"/>
          </p:cNvSpPr>
          <p:nvPr>
            <p:ph type="pic" sz="quarter" idx="16" hasCustomPrompt="1"/>
          </p:nvPr>
        </p:nvSpPr>
        <p:spPr>
          <a:xfrm>
            <a:off x="6389168" y="288036"/>
            <a:ext cx="607997" cy="608076"/>
          </a:xfrm>
        </p:spPr>
        <p:txBody>
          <a:bodyPr anchor="ctr"/>
          <a:lstStyle>
            <a:lvl1pPr algn="ctr">
              <a:defRPr sz="800">
                <a:solidFill>
                  <a:schemeClr val="tx1"/>
                </a:solidFill>
              </a:defRPr>
            </a:lvl1pPr>
          </a:lstStyle>
          <a:p>
            <a:r>
              <a:rPr lang="en-US" dirty="0"/>
              <a:t>Pictogram</a:t>
            </a:r>
          </a:p>
        </p:txBody>
      </p:sp>
      <p:sp>
        <p:nvSpPr>
          <p:cNvPr id="11" name="Text Placeholder 9">
            <a:extLst>
              <a:ext uri="{FF2B5EF4-FFF2-40B4-BE49-F238E27FC236}">
                <a16:creationId xmlns:a16="http://schemas.microsoft.com/office/drawing/2014/main" id="{68C92137-8AC3-46D8-C9A2-F6F058938BEF}"/>
              </a:ext>
            </a:extLst>
          </p:cNvPr>
          <p:cNvSpPr>
            <a:spLocks noGrp="1"/>
          </p:cNvSpPr>
          <p:nvPr>
            <p:ph type="body" sz="quarter" idx="13"/>
          </p:nvPr>
        </p:nvSpPr>
        <p:spPr>
          <a:xfrm>
            <a:off x="6389168" y="1524000"/>
            <a:ext cx="2470738" cy="4576762"/>
          </a:xfrm>
        </p:spPr>
        <p:txBody>
          <a:bodyPr/>
          <a:lstStyle>
            <a:lvl1pPr>
              <a:lnSpc>
                <a:spcPct val="110000"/>
              </a:lnSpc>
              <a:spcBef>
                <a:spcPts val="0"/>
              </a:spcBef>
              <a:defRPr sz="1200">
                <a:solidFill>
                  <a:schemeClr val="tx1"/>
                </a:solidFill>
              </a:defRPr>
            </a:lvl1pPr>
            <a:lvl2pPr marL="109706" indent="-109706">
              <a:lnSpc>
                <a:spcPct val="110000"/>
              </a:lnSpc>
              <a:spcBef>
                <a:spcPts val="0"/>
              </a:spcBef>
              <a:defRPr sz="1200">
                <a:solidFill>
                  <a:schemeClr val="tx1"/>
                </a:solidFill>
              </a:defRPr>
            </a:lvl2pPr>
            <a:lvl3pPr marL="219412" indent="-109706">
              <a:lnSpc>
                <a:spcPct val="110000"/>
              </a:lnSpc>
              <a:spcBef>
                <a:spcPts val="0"/>
              </a:spcBef>
              <a:defRPr sz="1200">
                <a:solidFill>
                  <a:schemeClr val="tx1"/>
                </a:solidFill>
              </a:defRPr>
            </a:lvl3pPr>
            <a:lvl4pPr marL="329118" indent="-109706">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6" name="Picture Placeholder 13" descr="Place pictogram here">
            <a:extLst>
              <a:ext uri="{FF2B5EF4-FFF2-40B4-BE49-F238E27FC236}">
                <a16:creationId xmlns:a16="http://schemas.microsoft.com/office/drawing/2014/main" id="{B37C3DBB-1177-5FC6-7F7F-E6C5931C9620}"/>
              </a:ext>
            </a:extLst>
          </p:cNvPr>
          <p:cNvSpPr>
            <a:spLocks noGrp="1"/>
          </p:cNvSpPr>
          <p:nvPr>
            <p:ph type="pic" sz="quarter" idx="17" hasCustomPrompt="1"/>
          </p:nvPr>
        </p:nvSpPr>
        <p:spPr>
          <a:xfrm>
            <a:off x="9428522" y="288036"/>
            <a:ext cx="607997" cy="608076"/>
          </a:xfrm>
        </p:spPr>
        <p:txBody>
          <a:bodyPr anchor="ctr"/>
          <a:lstStyle>
            <a:lvl1pPr algn="ctr">
              <a:defRPr sz="800">
                <a:solidFill>
                  <a:schemeClr val="tx1"/>
                </a:solidFill>
              </a:defRPr>
            </a:lvl1pPr>
          </a:lstStyle>
          <a:p>
            <a:r>
              <a:rPr lang="en-US" dirty="0"/>
              <a:t>Pictogram</a:t>
            </a:r>
          </a:p>
        </p:txBody>
      </p:sp>
      <p:sp>
        <p:nvSpPr>
          <p:cNvPr id="12" name="Text Placeholder 9">
            <a:extLst>
              <a:ext uri="{FF2B5EF4-FFF2-40B4-BE49-F238E27FC236}">
                <a16:creationId xmlns:a16="http://schemas.microsoft.com/office/drawing/2014/main" id="{AC380211-AA5F-2F8D-309F-DC766DF1EF52}"/>
              </a:ext>
            </a:extLst>
          </p:cNvPr>
          <p:cNvSpPr>
            <a:spLocks noGrp="1"/>
          </p:cNvSpPr>
          <p:nvPr>
            <p:ph type="body" sz="quarter" idx="14"/>
          </p:nvPr>
        </p:nvSpPr>
        <p:spPr>
          <a:xfrm>
            <a:off x="9430111" y="1524000"/>
            <a:ext cx="2470621" cy="4576763"/>
          </a:xfrm>
        </p:spPr>
        <p:txBody>
          <a:bodyPr/>
          <a:lstStyle>
            <a:lvl1pPr>
              <a:lnSpc>
                <a:spcPct val="110000"/>
              </a:lnSpc>
              <a:spcBef>
                <a:spcPts val="0"/>
              </a:spcBef>
              <a:defRPr sz="1200">
                <a:solidFill>
                  <a:schemeClr val="tx1"/>
                </a:solidFill>
              </a:defRPr>
            </a:lvl1pPr>
            <a:lvl2pPr marL="109706" indent="-109706">
              <a:lnSpc>
                <a:spcPct val="110000"/>
              </a:lnSpc>
              <a:spcBef>
                <a:spcPts val="0"/>
              </a:spcBef>
              <a:defRPr sz="1200">
                <a:solidFill>
                  <a:schemeClr val="tx1"/>
                </a:solidFill>
              </a:defRPr>
            </a:lvl2pPr>
            <a:lvl3pPr marL="219412" indent="-109706">
              <a:lnSpc>
                <a:spcPct val="110000"/>
              </a:lnSpc>
              <a:spcBef>
                <a:spcPts val="0"/>
              </a:spcBef>
              <a:defRPr sz="1200">
                <a:solidFill>
                  <a:schemeClr val="tx1"/>
                </a:solidFill>
              </a:defRPr>
            </a:lvl3pPr>
            <a:lvl4pPr marL="329118" indent="-109706">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3" name="Footer Placeholder 3">
            <a:extLst>
              <a:ext uri="{FF2B5EF4-FFF2-40B4-BE49-F238E27FC236}">
                <a16:creationId xmlns:a16="http://schemas.microsoft.com/office/drawing/2014/main" id="{8C59ECBB-8567-F0FF-2B81-7CCA543AC3AF}"/>
              </a:ext>
            </a:extLst>
          </p:cNvPr>
          <p:cNvSpPr>
            <a:spLocks noGrp="1"/>
          </p:cNvSpPr>
          <p:nvPr>
            <p:ph type="ftr" sz="quarter" idx="18"/>
          </p:nvPr>
        </p:nvSpPr>
        <p:spPr>
          <a:xfrm>
            <a:off x="287963" y="6408000"/>
            <a:ext cx="2477765" cy="190500"/>
          </a:xfrm>
        </p:spPr>
        <p:txBody>
          <a:bodyPr/>
          <a:lstStyle/>
          <a:p>
            <a:endParaRPr lang="en-US" dirty="0"/>
          </a:p>
        </p:txBody>
      </p:sp>
      <p:sp>
        <p:nvSpPr>
          <p:cNvPr id="7" name="Slide Number">
            <a:extLst>
              <a:ext uri="{FF2B5EF4-FFF2-40B4-BE49-F238E27FC236}">
                <a16:creationId xmlns:a16="http://schemas.microsoft.com/office/drawing/2014/main" id="{193F0BFF-6925-3869-6436-5F209217E4E7}"/>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cxnSp>
        <p:nvCxnSpPr>
          <p:cNvPr id="4" name="Straight Connector 3" descr="Vertical column divider">
            <a:extLst>
              <a:ext uri="{FF2B5EF4-FFF2-40B4-BE49-F238E27FC236}">
                <a16:creationId xmlns:a16="http://schemas.microsoft.com/office/drawing/2014/main" id="{3EC1ADC5-863A-1C19-32F5-F71459CCBF15}"/>
              </a:ext>
            </a:extLst>
          </p:cNvPr>
          <p:cNvCxnSpPr>
            <a:cxnSpLocks/>
          </p:cNvCxnSpPr>
          <p:nvPr userDrawn="1"/>
        </p:nvCxnSpPr>
        <p:spPr bwMode="auto">
          <a:xfrm>
            <a:off x="3047603" y="285052"/>
            <a:ext cx="0" cy="581571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 name="Straight Connector 5" descr="Vertical column divider">
            <a:extLst>
              <a:ext uri="{FF2B5EF4-FFF2-40B4-BE49-F238E27FC236}">
                <a16:creationId xmlns:a16="http://schemas.microsoft.com/office/drawing/2014/main" id="{72E1DB67-171C-F7FE-B9F6-5778755FF746}"/>
              </a:ext>
            </a:extLst>
          </p:cNvPr>
          <p:cNvCxnSpPr>
            <a:cxnSpLocks/>
          </p:cNvCxnSpPr>
          <p:nvPr userDrawn="1"/>
        </p:nvCxnSpPr>
        <p:spPr bwMode="auto">
          <a:xfrm>
            <a:off x="6095270" y="285051"/>
            <a:ext cx="0" cy="5812536"/>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8" name="Straight Connector 7" descr="Vertical column divider">
            <a:extLst>
              <a:ext uri="{FF2B5EF4-FFF2-40B4-BE49-F238E27FC236}">
                <a16:creationId xmlns:a16="http://schemas.microsoft.com/office/drawing/2014/main" id="{6EF3DAE3-95FD-80AD-F6F4-79B5745FA451}"/>
              </a:ext>
            </a:extLst>
          </p:cNvPr>
          <p:cNvCxnSpPr>
            <a:cxnSpLocks/>
          </p:cNvCxnSpPr>
          <p:nvPr userDrawn="1"/>
        </p:nvCxnSpPr>
        <p:spPr bwMode="auto">
          <a:xfrm>
            <a:off x="9142810" y="285051"/>
            <a:ext cx="0" cy="581104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298639756"/>
      </p:ext>
    </p:extLst>
  </p:cSld>
  <p:clrMapOvr>
    <a:masterClrMapping/>
  </p:clrMapOvr>
  <p:transition spd="med"/>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ext, 1 wide column, divid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7963" y="192024"/>
            <a:ext cx="2470717" cy="1558989"/>
          </a:xfrm>
        </p:spPr>
        <p:txBody>
          <a:bodyPr/>
          <a:lstStyle>
            <a:lvl1pPr>
              <a:lnSpc>
                <a:spcPct val="100000"/>
              </a:lnSpc>
              <a:defRPr sz="3399">
                <a:solidFill>
                  <a:schemeClr val="tx2"/>
                </a:solidFill>
              </a:defRPr>
            </a:lvl1pPr>
          </a:lstStyle>
          <a:p>
            <a:r>
              <a:rPr lang="en-GB"/>
              <a:t>Click to edit Master title style</a:t>
            </a:r>
            <a:endParaRPr lang="en-US" dirty="0"/>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3334142" y="192024"/>
            <a:ext cx="2475385" cy="1100635"/>
          </a:xfrm>
        </p:spPr>
        <p:txBody>
          <a:bodyPr/>
          <a:lstStyle>
            <a:lvl1pPr>
              <a:lnSpc>
                <a:spcPct val="100000"/>
              </a:lnSpc>
              <a:spcBef>
                <a:spcPts val="0"/>
              </a:spcBef>
              <a:defRPr sz="3399">
                <a:solidFill>
                  <a:schemeClr val="tx2"/>
                </a:solidFill>
              </a:defRPr>
            </a:lvl1pPr>
            <a:lvl2pPr>
              <a:spcBef>
                <a:spcPts val="0"/>
              </a:spcBef>
              <a:defRPr sz="1400"/>
            </a:lvl2pPr>
            <a:lvl3pPr>
              <a:spcBef>
                <a:spcPts val="0"/>
              </a:spcBef>
              <a:defRPr sz="1400"/>
            </a:lvl3pPr>
            <a:lvl4pPr>
              <a:spcBef>
                <a:spcPts val="0"/>
              </a:spcBef>
              <a:defRPr sz="1400"/>
            </a:lvl4pPr>
            <a:lvl5pPr>
              <a:spcBef>
                <a:spcPts val="0"/>
              </a:spcBef>
              <a:defRPr sz="1400"/>
            </a:lvl5pPr>
          </a:lstStyle>
          <a:p>
            <a:pPr lvl="0"/>
            <a:r>
              <a:rPr lang="en-GB"/>
              <a:t>Click to edit Master text styles</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3334143" y="1524000"/>
            <a:ext cx="2475384" cy="4576763"/>
          </a:xfrm>
        </p:spPr>
        <p:txBody>
          <a:bodyPr/>
          <a:lstStyle>
            <a:lvl1pPr>
              <a:spcBef>
                <a:spcPts val="0"/>
              </a:spcBef>
              <a:defRPr sz="1400" b="0" i="0">
                <a:solidFill>
                  <a:schemeClr val="tx1"/>
                </a:solidFill>
                <a:latin typeface="IBM Plex Sans Light" panose="020B0403050203000203" pitchFamily="34" charset="0"/>
              </a:defRPr>
            </a:lvl1pPr>
            <a:lvl2pPr marL="127990" indent="-127990">
              <a:spcBef>
                <a:spcPts val="0"/>
              </a:spcBef>
              <a:defRPr sz="1400" b="0" i="0">
                <a:solidFill>
                  <a:schemeClr val="tx1"/>
                </a:solidFill>
                <a:latin typeface="IBM Plex Sans Light" panose="020B0403050203000203" pitchFamily="34" charset="0"/>
              </a:defRPr>
            </a:lvl2pPr>
            <a:lvl3pPr marL="255981" indent="-127990">
              <a:spcBef>
                <a:spcPts val="0"/>
              </a:spcBef>
              <a:defRPr sz="1400" b="0" i="0">
                <a:solidFill>
                  <a:schemeClr val="tx1"/>
                </a:solidFill>
                <a:latin typeface="IBM Plex Sans Light" panose="020B0403050203000203" pitchFamily="34" charset="0"/>
              </a:defRPr>
            </a:lvl3pPr>
            <a:lvl4pPr marL="383971" indent="-127990">
              <a:spcBef>
                <a:spcPts val="0"/>
              </a:spcBef>
              <a:defRPr sz="1400" b="0" i="0">
                <a:solidFill>
                  <a:schemeClr val="tx1"/>
                </a:solidFill>
                <a:latin typeface="IBM Plex Sans Light" panose="020B0403050203000203" pitchFamily="34" charset="0"/>
              </a:defRPr>
            </a:lvl4pPr>
            <a:lvl5pPr>
              <a:spcBef>
                <a:spcPts val="0"/>
              </a:spcBef>
              <a:defRPr sz="14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6381745" y="1524000"/>
            <a:ext cx="5047593" cy="4576763"/>
          </a:xfrm>
        </p:spPr>
        <p:txBody>
          <a:bodyPr/>
          <a:lstStyle>
            <a:lvl1pPr>
              <a:spcBef>
                <a:spcPts val="0"/>
              </a:spcBef>
              <a:defRPr sz="1400" b="0" i="0">
                <a:solidFill>
                  <a:schemeClr val="tx1"/>
                </a:solidFill>
                <a:latin typeface="IBM Plex Sans Light" panose="020B0403050203000203" pitchFamily="34" charset="0"/>
              </a:defRPr>
            </a:lvl1pPr>
            <a:lvl2pPr marL="127990" indent="-127990">
              <a:spcBef>
                <a:spcPts val="0"/>
              </a:spcBef>
              <a:defRPr sz="1400" b="0" i="0">
                <a:solidFill>
                  <a:schemeClr val="tx1"/>
                </a:solidFill>
                <a:latin typeface="IBM Plex Sans Light" panose="020B0403050203000203" pitchFamily="34" charset="0"/>
              </a:defRPr>
            </a:lvl2pPr>
            <a:lvl3pPr marL="255981" indent="-127990">
              <a:spcBef>
                <a:spcPts val="0"/>
              </a:spcBef>
              <a:defRPr sz="1400" b="0" i="0">
                <a:solidFill>
                  <a:schemeClr val="tx1"/>
                </a:solidFill>
                <a:latin typeface="IBM Plex Sans Light" panose="020B0403050203000203" pitchFamily="34" charset="0"/>
              </a:defRPr>
            </a:lvl3pPr>
            <a:lvl4pPr marL="383971" indent="-127990">
              <a:spcBef>
                <a:spcPts val="0"/>
              </a:spcBef>
              <a:defRPr sz="1400" b="0" i="0">
                <a:solidFill>
                  <a:schemeClr val="tx1"/>
                </a:solidFill>
                <a:latin typeface="IBM Plex Sans Light" panose="020B0403050203000203" pitchFamily="34" charset="0"/>
              </a:defRPr>
            </a:lvl4pPr>
            <a:lvl5pPr>
              <a:spcBef>
                <a:spcPts val="0"/>
              </a:spcBef>
              <a:defRPr sz="14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3" name="Footer Placeholder 3">
            <a:extLst>
              <a:ext uri="{FF2B5EF4-FFF2-40B4-BE49-F238E27FC236}">
                <a16:creationId xmlns:a16="http://schemas.microsoft.com/office/drawing/2014/main" id="{FC93AC5E-9451-FF93-87DD-889A48A00DD1}"/>
              </a:ext>
            </a:extLst>
          </p:cNvPr>
          <p:cNvSpPr>
            <a:spLocks noGrp="1"/>
          </p:cNvSpPr>
          <p:nvPr>
            <p:ph type="ftr" sz="quarter" idx="18"/>
          </p:nvPr>
        </p:nvSpPr>
        <p:spPr>
          <a:xfrm>
            <a:off x="287963" y="6408000"/>
            <a:ext cx="2477765" cy="190500"/>
          </a:xfrm>
        </p:spPr>
        <p:txBody>
          <a:bodyPr/>
          <a:lstStyle/>
          <a:p>
            <a:endParaRPr lang="en-US" dirty="0"/>
          </a:p>
        </p:txBody>
      </p:sp>
      <p:sp>
        <p:nvSpPr>
          <p:cNvPr id="8" name="Slide Number">
            <a:extLst>
              <a:ext uri="{FF2B5EF4-FFF2-40B4-BE49-F238E27FC236}">
                <a16:creationId xmlns:a16="http://schemas.microsoft.com/office/drawing/2014/main" id="{D1F6E83E-BB80-D71A-7819-884C0CD4799E}"/>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811666955"/>
      </p:ext>
    </p:extLst>
  </p:cSld>
  <p:clrMapOvr>
    <a:masterClrMapping/>
  </p:clrMapOvr>
  <p:transition spd="med"/>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ext, 2 wide column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46C39-902F-3DA0-AAF4-319DA8AE384D}"/>
              </a:ext>
            </a:extLst>
          </p:cNvPr>
          <p:cNvSpPr>
            <a:spLocks noGrp="1"/>
          </p:cNvSpPr>
          <p:nvPr>
            <p:ph type="title"/>
          </p:nvPr>
        </p:nvSpPr>
        <p:spPr>
          <a:xfrm>
            <a:off x="287963" y="288036"/>
            <a:ext cx="3711980" cy="953294"/>
          </a:xfrm>
        </p:spPr>
        <p:txBody>
          <a:bodyPr/>
          <a:lstStyle>
            <a:lvl1pPr>
              <a:lnSpc>
                <a:spcPct val="110000"/>
              </a:lnSpc>
              <a:defRPr sz="1800">
                <a:solidFill>
                  <a:schemeClr val="tx2"/>
                </a:solidFill>
              </a:defRPr>
            </a:lvl1pPr>
          </a:lstStyle>
          <a:p>
            <a:r>
              <a:rPr lang="en-GB"/>
              <a:t>Click to edit Master title style</a:t>
            </a:r>
            <a:endParaRPr lang="en-US" dirty="0"/>
          </a:p>
        </p:txBody>
      </p:sp>
      <p:sp>
        <p:nvSpPr>
          <p:cNvPr id="5" name="Text Placeholder 4">
            <a:extLst>
              <a:ext uri="{FF2B5EF4-FFF2-40B4-BE49-F238E27FC236}">
                <a16:creationId xmlns:a16="http://schemas.microsoft.com/office/drawing/2014/main" id="{DABBA43D-8D00-4EDB-B803-D1EEE6CE2CB5}"/>
              </a:ext>
            </a:extLst>
          </p:cNvPr>
          <p:cNvSpPr>
            <a:spLocks noGrp="1"/>
          </p:cNvSpPr>
          <p:nvPr>
            <p:ph type="body" sz="quarter" idx="11"/>
          </p:nvPr>
        </p:nvSpPr>
        <p:spPr>
          <a:xfrm>
            <a:off x="287963" y="1524000"/>
            <a:ext cx="5049180" cy="4576762"/>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6" name="Text Placeholder 4">
            <a:extLst>
              <a:ext uri="{FF2B5EF4-FFF2-40B4-BE49-F238E27FC236}">
                <a16:creationId xmlns:a16="http://schemas.microsoft.com/office/drawing/2014/main" id="{D32DCE7C-29C5-BC86-B154-7DD0C4F0553A}"/>
              </a:ext>
            </a:extLst>
          </p:cNvPr>
          <p:cNvSpPr>
            <a:spLocks noGrp="1"/>
          </p:cNvSpPr>
          <p:nvPr>
            <p:ph type="body" sz="quarter" idx="12"/>
          </p:nvPr>
        </p:nvSpPr>
        <p:spPr>
          <a:xfrm>
            <a:off x="6389168" y="1524000"/>
            <a:ext cx="5047593" cy="4576763"/>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3" name="Footer Placeholder 3">
            <a:extLst>
              <a:ext uri="{FF2B5EF4-FFF2-40B4-BE49-F238E27FC236}">
                <a16:creationId xmlns:a16="http://schemas.microsoft.com/office/drawing/2014/main" id="{C9E836C4-97D9-E198-E7C4-C2E94BADE6BD}"/>
              </a:ext>
            </a:extLst>
          </p:cNvPr>
          <p:cNvSpPr>
            <a:spLocks noGrp="1"/>
          </p:cNvSpPr>
          <p:nvPr>
            <p:ph type="ftr" sz="quarter" idx="18"/>
          </p:nvPr>
        </p:nvSpPr>
        <p:spPr>
          <a:xfrm>
            <a:off x="287963" y="6408000"/>
            <a:ext cx="2477765" cy="190500"/>
          </a:xfrm>
        </p:spPr>
        <p:txBody>
          <a:bodyPr/>
          <a:lstStyle/>
          <a:p>
            <a:endParaRPr lang="en-US" dirty="0"/>
          </a:p>
        </p:txBody>
      </p:sp>
      <p:sp>
        <p:nvSpPr>
          <p:cNvPr id="8" name="Slide Number">
            <a:extLst>
              <a:ext uri="{FF2B5EF4-FFF2-40B4-BE49-F238E27FC236}">
                <a16:creationId xmlns:a16="http://schemas.microsoft.com/office/drawing/2014/main" id="{A861A72C-9D4B-8178-79CE-382DDE87CD24}"/>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912879906"/>
      </p:ext>
    </p:extLst>
  </p:cSld>
  <p:clrMapOvr>
    <a:masterClrMapping/>
  </p:clrMapOvr>
  <p:transition spd="med"/>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ext, 2 columns,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691A7-388D-D543-2C74-58FA1F3BC20C}"/>
              </a:ext>
            </a:extLst>
          </p:cNvPr>
          <p:cNvSpPr>
            <a:spLocks noGrp="1"/>
          </p:cNvSpPr>
          <p:nvPr>
            <p:ph type="title"/>
          </p:nvPr>
        </p:nvSpPr>
        <p:spPr>
          <a:xfrm>
            <a:off x="287963" y="192024"/>
            <a:ext cx="5517527" cy="2105089"/>
          </a:xfrm>
        </p:spPr>
        <p:txBody>
          <a:bodyPr rIns="457200"/>
          <a:lstStyle>
            <a:lvl1pPr>
              <a:lnSpc>
                <a:spcPct val="100000"/>
              </a:lnSpc>
              <a:defRPr sz="3399">
                <a:solidFill>
                  <a:schemeClr val="tx2"/>
                </a:solidFill>
              </a:defRPr>
            </a:lvl1pPr>
          </a:lstStyle>
          <a:p>
            <a:r>
              <a:rPr lang="en-GB"/>
              <a:t>Click to edit Master title style</a:t>
            </a:r>
            <a:endParaRPr lang="en-US" dirty="0"/>
          </a:p>
        </p:txBody>
      </p:sp>
      <p:sp>
        <p:nvSpPr>
          <p:cNvPr id="5" name="Text Placeholder 4">
            <a:extLst>
              <a:ext uri="{FF2B5EF4-FFF2-40B4-BE49-F238E27FC236}">
                <a16:creationId xmlns:a16="http://schemas.microsoft.com/office/drawing/2014/main" id="{CDE09569-73DF-2226-A7D7-ABBE84A47048}"/>
              </a:ext>
            </a:extLst>
          </p:cNvPr>
          <p:cNvSpPr>
            <a:spLocks noGrp="1"/>
          </p:cNvSpPr>
          <p:nvPr>
            <p:ph type="body" sz="quarter" idx="11"/>
          </p:nvPr>
        </p:nvSpPr>
        <p:spPr>
          <a:xfrm>
            <a:off x="6382507" y="288035"/>
            <a:ext cx="2474590" cy="5809552"/>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6" name="Text Placeholder 4">
            <a:extLst>
              <a:ext uri="{FF2B5EF4-FFF2-40B4-BE49-F238E27FC236}">
                <a16:creationId xmlns:a16="http://schemas.microsoft.com/office/drawing/2014/main" id="{9B0D0BB0-9896-0353-D972-26B687C3D8DD}"/>
              </a:ext>
            </a:extLst>
          </p:cNvPr>
          <p:cNvSpPr>
            <a:spLocks noGrp="1"/>
          </p:cNvSpPr>
          <p:nvPr>
            <p:ph type="body" sz="quarter" idx="12"/>
          </p:nvPr>
        </p:nvSpPr>
        <p:spPr>
          <a:xfrm>
            <a:off x="9430110" y="288035"/>
            <a:ext cx="2470622" cy="5809552"/>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3" name="Footer Placeholder 3">
            <a:extLst>
              <a:ext uri="{FF2B5EF4-FFF2-40B4-BE49-F238E27FC236}">
                <a16:creationId xmlns:a16="http://schemas.microsoft.com/office/drawing/2014/main" id="{A8BE2778-A9AA-3756-3479-C4A6DD4F0F00}"/>
              </a:ext>
            </a:extLst>
          </p:cNvPr>
          <p:cNvSpPr>
            <a:spLocks noGrp="1"/>
          </p:cNvSpPr>
          <p:nvPr>
            <p:ph type="ftr" sz="quarter" idx="18"/>
          </p:nvPr>
        </p:nvSpPr>
        <p:spPr>
          <a:xfrm>
            <a:off x="287963" y="6408000"/>
            <a:ext cx="2477765" cy="190500"/>
          </a:xfrm>
        </p:spPr>
        <p:txBody>
          <a:bodyPr/>
          <a:lstStyle/>
          <a:p>
            <a:endParaRPr lang="en-US" dirty="0"/>
          </a:p>
        </p:txBody>
      </p:sp>
      <p:sp>
        <p:nvSpPr>
          <p:cNvPr id="8" name="Slide Number">
            <a:extLst>
              <a:ext uri="{FF2B5EF4-FFF2-40B4-BE49-F238E27FC236}">
                <a16:creationId xmlns:a16="http://schemas.microsoft.com/office/drawing/2014/main" id="{31D49C41-81F4-5A73-2F6D-EF2D5E383721}"/>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791176237"/>
      </p:ext>
    </p:extLst>
  </p:cSld>
  <p:clrMapOvr>
    <a:masterClrMapping/>
  </p:clrMapOvr>
  <p:transition spd="med"/>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ext, 2 columns,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691A7-388D-D543-2C74-58FA1F3BC20C}"/>
              </a:ext>
            </a:extLst>
          </p:cNvPr>
          <p:cNvSpPr>
            <a:spLocks noGrp="1"/>
          </p:cNvSpPr>
          <p:nvPr>
            <p:ph type="title"/>
          </p:nvPr>
        </p:nvSpPr>
        <p:spPr>
          <a:xfrm>
            <a:off x="287963" y="288036"/>
            <a:ext cx="2470717" cy="1997964"/>
          </a:xfrm>
        </p:spPr>
        <p:txBody>
          <a:bodyPr/>
          <a:lstStyle>
            <a:lvl1pPr>
              <a:lnSpc>
                <a:spcPct val="110000"/>
              </a:lnSpc>
              <a:defRPr sz="1800">
                <a:solidFill>
                  <a:schemeClr val="tx2"/>
                </a:solidFill>
              </a:defRPr>
            </a:lvl1pPr>
          </a:lstStyle>
          <a:p>
            <a:r>
              <a:rPr lang="en-GB"/>
              <a:t>Click to edit Master title style</a:t>
            </a:r>
            <a:endParaRPr lang="en-US" dirty="0"/>
          </a:p>
        </p:txBody>
      </p:sp>
      <p:sp>
        <p:nvSpPr>
          <p:cNvPr id="5" name="Text Placeholder 4">
            <a:extLst>
              <a:ext uri="{FF2B5EF4-FFF2-40B4-BE49-F238E27FC236}">
                <a16:creationId xmlns:a16="http://schemas.microsoft.com/office/drawing/2014/main" id="{CDE09569-73DF-2226-A7D7-ABBE84A47048}"/>
              </a:ext>
            </a:extLst>
          </p:cNvPr>
          <p:cNvSpPr>
            <a:spLocks noGrp="1"/>
          </p:cNvSpPr>
          <p:nvPr>
            <p:ph type="body" sz="quarter" idx="11"/>
          </p:nvPr>
        </p:nvSpPr>
        <p:spPr>
          <a:xfrm>
            <a:off x="6389168" y="288000"/>
            <a:ext cx="2476178" cy="581104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6" name="Text Placeholder 4">
            <a:extLst>
              <a:ext uri="{FF2B5EF4-FFF2-40B4-BE49-F238E27FC236}">
                <a16:creationId xmlns:a16="http://schemas.microsoft.com/office/drawing/2014/main" id="{9B0D0BB0-9896-0353-D972-26B687C3D8DD}"/>
              </a:ext>
            </a:extLst>
          </p:cNvPr>
          <p:cNvSpPr>
            <a:spLocks noGrp="1"/>
          </p:cNvSpPr>
          <p:nvPr>
            <p:ph type="body" sz="quarter" idx="12"/>
          </p:nvPr>
        </p:nvSpPr>
        <p:spPr>
          <a:xfrm>
            <a:off x="9430110" y="288000"/>
            <a:ext cx="2470622" cy="581104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3" name="Footer Placeholder 3">
            <a:extLst>
              <a:ext uri="{FF2B5EF4-FFF2-40B4-BE49-F238E27FC236}">
                <a16:creationId xmlns:a16="http://schemas.microsoft.com/office/drawing/2014/main" id="{CB9B0455-A1CF-B58E-3124-86D0B0DD2BB2}"/>
              </a:ext>
            </a:extLst>
          </p:cNvPr>
          <p:cNvSpPr>
            <a:spLocks noGrp="1"/>
          </p:cNvSpPr>
          <p:nvPr>
            <p:ph type="ftr" sz="quarter" idx="18"/>
          </p:nvPr>
        </p:nvSpPr>
        <p:spPr>
          <a:xfrm>
            <a:off x="287963" y="6408000"/>
            <a:ext cx="2477765" cy="190500"/>
          </a:xfrm>
        </p:spPr>
        <p:txBody>
          <a:bodyPr/>
          <a:lstStyle/>
          <a:p>
            <a:endParaRPr lang="en-US" dirty="0"/>
          </a:p>
        </p:txBody>
      </p:sp>
      <p:sp>
        <p:nvSpPr>
          <p:cNvPr id="8" name="Slide Number">
            <a:extLst>
              <a:ext uri="{FF2B5EF4-FFF2-40B4-BE49-F238E27FC236}">
                <a16:creationId xmlns:a16="http://schemas.microsoft.com/office/drawing/2014/main" id="{964E5562-E403-533D-BEAD-AB50713ED183}"/>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926139655"/>
      </p:ext>
    </p:extLst>
  </p:cSld>
  <p:clrMapOvr>
    <a:masterClrMapping/>
  </p:clrMapOvr>
  <p:transition spd="med"/>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ext, 2 columns, dividers,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E75BA-E283-08AE-B230-A89A2245C127}"/>
              </a:ext>
            </a:extLst>
          </p:cNvPr>
          <p:cNvSpPr>
            <a:spLocks noGrp="1"/>
          </p:cNvSpPr>
          <p:nvPr>
            <p:ph type="title"/>
          </p:nvPr>
        </p:nvSpPr>
        <p:spPr>
          <a:xfrm>
            <a:off x="287963" y="192024"/>
            <a:ext cx="5519019" cy="2105088"/>
          </a:xfrm>
        </p:spPr>
        <p:txBody>
          <a:bodyPr rIns="457200"/>
          <a:lstStyle>
            <a:lvl1pPr>
              <a:lnSpc>
                <a:spcPct val="100000"/>
              </a:lnSpc>
              <a:defRPr sz="3399">
                <a:solidFill>
                  <a:schemeClr val="tx2"/>
                </a:solidFill>
              </a:defRPr>
            </a:lvl1pPr>
          </a:lstStyle>
          <a:p>
            <a:r>
              <a:rPr lang="en-GB"/>
              <a:t>Click to edit Master title style</a:t>
            </a:r>
            <a:endParaRPr lang="en-US" dirty="0"/>
          </a:p>
        </p:txBody>
      </p:sp>
      <p:sp>
        <p:nvSpPr>
          <p:cNvPr id="4" name="Text Placeholder 9">
            <a:extLst>
              <a:ext uri="{FF2B5EF4-FFF2-40B4-BE49-F238E27FC236}">
                <a16:creationId xmlns:a16="http://schemas.microsoft.com/office/drawing/2014/main" id="{8AF10F27-0178-9C93-8741-F0241501B4B0}"/>
              </a:ext>
            </a:extLst>
          </p:cNvPr>
          <p:cNvSpPr>
            <a:spLocks noGrp="1"/>
          </p:cNvSpPr>
          <p:nvPr>
            <p:ph type="body" sz="quarter" idx="16"/>
          </p:nvPr>
        </p:nvSpPr>
        <p:spPr>
          <a:xfrm>
            <a:off x="6389168" y="288036"/>
            <a:ext cx="2476178" cy="938881"/>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9" name="Text Placeholder 8">
            <a:extLst>
              <a:ext uri="{FF2B5EF4-FFF2-40B4-BE49-F238E27FC236}">
                <a16:creationId xmlns:a16="http://schemas.microsoft.com/office/drawing/2014/main" id="{5898D950-EA52-ABF9-D15D-C6C8FE946495}"/>
              </a:ext>
            </a:extLst>
          </p:cNvPr>
          <p:cNvSpPr>
            <a:spLocks noGrp="1"/>
          </p:cNvSpPr>
          <p:nvPr>
            <p:ph type="body" sz="quarter" idx="18"/>
          </p:nvPr>
        </p:nvSpPr>
        <p:spPr>
          <a:xfrm>
            <a:off x="6389168" y="1524000"/>
            <a:ext cx="2476178" cy="4576763"/>
          </a:xfrm>
        </p:spPr>
        <p:txBody>
          <a:bodyPr/>
          <a:lstStyle>
            <a:lvl1pPr>
              <a:lnSpc>
                <a:spcPct val="110000"/>
              </a:lnSpc>
              <a:spcBef>
                <a:spcPts val="0"/>
              </a:spcBef>
              <a:defRPr sz="1000" b="0" i="0">
                <a:solidFill>
                  <a:schemeClr val="tx1"/>
                </a:solidFill>
                <a:latin typeface="IBM Plex Sans" panose="020B0503050203000203" pitchFamily="34" charset="0"/>
              </a:defRPr>
            </a:lvl1pPr>
            <a:lvl2pPr marL="91422" indent="-91422">
              <a:lnSpc>
                <a:spcPct val="110000"/>
              </a:lnSpc>
              <a:spcBef>
                <a:spcPts val="0"/>
              </a:spcBef>
              <a:defRPr sz="1000" b="0" i="0">
                <a:solidFill>
                  <a:schemeClr val="tx1"/>
                </a:solidFill>
                <a:latin typeface="IBM Plex Sans" panose="020B0503050203000203" pitchFamily="34" charset="0"/>
              </a:defRPr>
            </a:lvl2pPr>
            <a:lvl3pPr marL="182843" indent="-91422">
              <a:lnSpc>
                <a:spcPct val="110000"/>
              </a:lnSpc>
              <a:spcBef>
                <a:spcPts val="0"/>
              </a:spcBef>
              <a:defRPr sz="1000" b="0" i="0">
                <a:solidFill>
                  <a:schemeClr val="tx1"/>
                </a:solidFill>
                <a:latin typeface="IBM Plex Sans" panose="020B0503050203000203" pitchFamily="34" charset="0"/>
              </a:defRPr>
            </a:lvl3pPr>
            <a:lvl4pPr marL="274265" indent="-91422">
              <a:lnSpc>
                <a:spcPct val="110000"/>
              </a:lnSpc>
              <a:spcBef>
                <a:spcPts val="0"/>
              </a:spcBef>
              <a:defRPr sz="1000" b="0" i="0">
                <a:solidFill>
                  <a:schemeClr val="tx1"/>
                </a:solidFill>
                <a:latin typeface="IBM Plex Sans" panose="020B0503050203000203" pitchFamily="34" charset="0"/>
              </a:defRPr>
            </a:lvl4pPr>
            <a:lvl5pPr>
              <a:lnSpc>
                <a:spcPct val="110000"/>
              </a:lnSpc>
              <a:spcBef>
                <a:spcPts val="0"/>
              </a:spcBef>
              <a:defRPr sz="1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5" name="Text Placeholder 12">
            <a:extLst>
              <a:ext uri="{FF2B5EF4-FFF2-40B4-BE49-F238E27FC236}">
                <a16:creationId xmlns:a16="http://schemas.microsoft.com/office/drawing/2014/main" id="{17CD3DC6-7946-2D82-C3E4-10BC579C88DE}"/>
              </a:ext>
            </a:extLst>
          </p:cNvPr>
          <p:cNvSpPr>
            <a:spLocks noGrp="1"/>
          </p:cNvSpPr>
          <p:nvPr>
            <p:ph type="body" sz="quarter" idx="17"/>
          </p:nvPr>
        </p:nvSpPr>
        <p:spPr>
          <a:xfrm>
            <a:off x="9428522" y="288036"/>
            <a:ext cx="2479352" cy="938881"/>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0" name="Text Placeholder 8">
            <a:extLst>
              <a:ext uri="{FF2B5EF4-FFF2-40B4-BE49-F238E27FC236}">
                <a16:creationId xmlns:a16="http://schemas.microsoft.com/office/drawing/2014/main" id="{A501ADC5-5846-FF23-F5DB-93E8D05863E8}"/>
              </a:ext>
            </a:extLst>
          </p:cNvPr>
          <p:cNvSpPr>
            <a:spLocks noGrp="1"/>
          </p:cNvSpPr>
          <p:nvPr>
            <p:ph type="body" sz="quarter" idx="19"/>
          </p:nvPr>
        </p:nvSpPr>
        <p:spPr>
          <a:xfrm>
            <a:off x="9430109" y="1524000"/>
            <a:ext cx="2476178" cy="4576762"/>
          </a:xfrm>
        </p:spPr>
        <p:txBody>
          <a:bodyPr/>
          <a:lstStyle>
            <a:lvl1pPr>
              <a:lnSpc>
                <a:spcPct val="110000"/>
              </a:lnSpc>
              <a:spcBef>
                <a:spcPts val="0"/>
              </a:spcBef>
              <a:defRPr sz="1000" b="0" i="0">
                <a:solidFill>
                  <a:schemeClr val="tx1"/>
                </a:solidFill>
                <a:latin typeface="IBM Plex Sans" panose="020B0503050203000203" pitchFamily="34" charset="0"/>
              </a:defRPr>
            </a:lvl1pPr>
            <a:lvl2pPr marL="91422" indent="-91422">
              <a:lnSpc>
                <a:spcPct val="110000"/>
              </a:lnSpc>
              <a:spcBef>
                <a:spcPts val="0"/>
              </a:spcBef>
              <a:defRPr sz="1000" b="0" i="0">
                <a:solidFill>
                  <a:schemeClr val="tx1"/>
                </a:solidFill>
                <a:latin typeface="IBM Plex Sans" panose="020B0503050203000203" pitchFamily="34" charset="0"/>
              </a:defRPr>
            </a:lvl2pPr>
            <a:lvl3pPr marL="182843" indent="-91422">
              <a:lnSpc>
                <a:spcPct val="110000"/>
              </a:lnSpc>
              <a:spcBef>
                <a:spcPts val="0"/>
              </a:spcBef>
              <a:defRPr sz="1000" b="0" i="0">
                <a:solidFill>
                  <a:schemeClr val="tx1"/>
                </a:solidFill>
                <a:latin typeface="IBM Plex Sans" panose="020B0503050203000203" pitchFamily="34" charset="0"/>
              </a:defRPr>
            </a:lvl3pPr>
            <a:lvl4pPr marL="274265" indent="-91422">
              <a:lnSpc>
                <a:spcPct val="110000"/>
              </a:lnSpc>
              <a:spcBef>
                <a:spcPts val="0"/>
              </a:spcBef>
              <a:defRPr sz="1000" b="0" i="0">
                <a:solidFill>
                  <a:schemeClr val="tx1"/>
                </a:solidFill>
                <a:latin typeface="IBM Plex Sans" panose="020B0503050203000203" pitchFamily="34" charset="0"/>
              </a:defRPr>
            </a:lvl4pPr>
            <a:lvl5pPr>
              <a:lnSpc>
                <a:spcPct val="110000"/>
              </a:lnSpc>
              <a:spcBef>
                <a:spcPts val="0"/>
              </a:spcBef>
              <a:defRPr sz="1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3" name="Footer Placeholder 3">
            <a:extLst>
              <a:ext uri="{FF2B5EF4-FFF2-40B4-BE49-F238E27FC236}">
                <a16:creationId xmlns:a16="http://schemas.microsoft.com/office/drawing/2014/main" id="{C196BE21-C69D-85CB-EE77-49D2E4993A04}"/>
              </a:ext>
            </a:extLst>
          </p:cNvPr>
          <p:cNvSpPr>
            <a:spLocks noGrp="1"/>
          </p:cNvSpPr>
          <p:nvPr>
            <p:ph type="ftr" sz="quarter" idx="20"/>
          </p:nvPr>
        </p:nvSpPr>
        <p:spPr>
          <a:xfrm>
            <a:off x="287963" y="6408000"/>
            <a:ext cx="2477765" cy="190500"/>
          </a:xfrm>
        </p:spPr>
        <p:txBody>
          <a:bodyPr/>
          <a:lstStyle/>
          <a:p>
            <a:endParaRPr lang="en-US" dirty="0"/>
          </a:p>
        </p:txBody>
      </p:sp>
      <p:sp>
        <p:nvSpPr>
          <p:cNvPr id="8" name="Slide Number">
            <a:extLst>
              <a:ext uri="{FF2B5EF4-FFF2-40B4-BE49-F238E27FC236}">
                <a16:creationId xmlns:a16="http://schemas.microsoft.com/office/drawing/2014/main" id="{DBB179B0-7DF8-112C-BC38-B65090C6DD68}"/>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540637250"/>
      </p:ext>
    </p:extLst>
  </p:cSld>
  <p:clrMapOvr>
    <a:masterClrMapping/>
  </p:clrMapOvr>
  <p:transition spd="med"/>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ext, 2 columns, dividers,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E75BA-E283-08AE-B230-A89A2245C127}"/>
              </a:ext>
            </a:extLst>
          </p:cNvPr>
          <p:cNvSpPr>
            <a:spLocks noGrp="1"/>
          </p:cNvSpPr>
          <p:nvPr>
            <p:ph type="title"/>
          </p:nvPr>
        </p:nvSpPr>
        <p:spPr>
          <a:xfrm>
            <a:off x="287962" y="288036"/>
            <a:ext cx="2474591" cy="1997964"/>
          </a:xfrm>
        </p:spPr>
        <p:txBody>
          <a:bodyPr rIns="0"/>
          <a:lstStyle>
            <a:lvl1pPr>
              <a:lnSpc>
                <a:spcPct val="110000"/>
              </a:lnSpc>
              <a:defRPr sz="1400">
                <a:solidFill>
                  <a:schemeClr val="tx2"/>
                </a:solidFill>
              </a:defRPr>
            </a:lvl1pPr>
          </a:lstStyle>
          <a:p>
            <a:r>
              <a:rPr lang="en-GB"/>
              <a:t>Click to edit Master title style</a:t>
            </a:r>
            <a:endParaRPr lang="en-US" dirty="0"/>
          </a:p>
        </p:txBody>
      </p:sp>
      <p:sp>
        <p:nvSpPr>
          <p:cNvPr id="4" name="Text Placeholder 9">
            <a:extLst>
              <a:ext uri="{FF2B5EF4-FFF2-40B4-BE49-F238E27FC236}">
                <a16:creationId xmlns:a16="http://schemas.microsoft.com/office/drawing/2014/main" id="{8AF10F27-0178-9C93-8741-F0241501B4B0}"/>
              </a:ext>
            </a:extLst>
          </p:cNvPr>
          <p:cNvSpPr>
            <a:spLocks noGrp="1"/>
          </p:cNvSpPr>
          <p:nvPr>
            <p:ph type="body" sz="quarter" idx="16"/>
          </p:nvPr>
        </p:nvSpPr>
        <p:spPr>
          <a:xfrm>
            <a:off x="6389168" y="288036"/>
            <a:ext cx="2476178" cy="938881"/>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9" name="Text Placeholder 8">
            <a:extLst>
              <a:ext uri="{FF2B5EF4-FFF2-40B4-BE49-F238E27FC236}">
                <a16:creationId xmlns:a16="http://schemas.microsoft.com/office/drawing/2014/main" id="{5898D950-EA52-ABF9-D15D-C6C8FE946495}"/>
              </a:ext>
            </a:extLst>
          </p:cNvPr>
          <p:cNvSpPr>
            <a:spLocks noGrp="1"/>
          </p:cNvSpPr>
          <p:nvPr>
            <p:ph type="body" sz="quarter" idx="18"/>
          </p:nvPr>
        </p:nvSpPr>
        <p:spPr>
          <a:xfrm>
            <a:off x="6389168" y="1524000"/>
            <a:ext cx="2476178" cy="4576763"/>
          </a:xfrm>
        </p:spPr>
        <p:txBody>
          <a:bodyPr/>
          <a:lstStyle>
            <a:lvl1pPr>
              <a:lnSpc>
                <a:spcPct val="110000"/>
              </a:lnSpc>
              <a:spcBef>
                <a:spcPts val="0"/>
              </a:spcBef>
              <a:defRPr sz="1000" b="0" i="0">
                <a:solidFill>
                  <a:schemeClr val="tx1"/>
                </a:solidFill>
                <a:latin typeface="IBM Plex Sans" panose="020B0503050203000203" pitchFamily="34" charset="0"/>
              </a:defRPr>
            </a:lvl1pPr>
            <a:lvl2pPr marL="91422" indent="-91422">
              <a:lnSpc>
                <a:spcPct val="110000"/>
              </a:lnSpc>
              <a:spcBef>
                <a:spcPts val="0"/>
              </a:spcBef>
              <a:defRPr sz="1000" b="0" i="0">
                <a:solidFill>
                  <a:schemeClr val="tx1"/>
                </a:solidFill>
                <a:latin typeface="IBM Plex Sans" panose="020B0503050203000203" pitchFamily="34" charset="0"/>
              </a:defRPr>
            </a:lvl2pPr>
            <a:lvl3pPr marL="182843" indent="-91422">
              <a:lnSpc>
                <a:spcPct val="110000"/>
              </a:lnSpc>
              <a:spcBef>
                <a:spcPts val="0"/>
              </a:spcBef>
              <a:defRPr sz="1000" b="0" i="0">
                <a:solidFill>
                  <a:schemeClr val="tx1"/>
                </a:solidFill>
                <a:latin typeface="IBM Plex Sans" panose="020B0503050203000203" pitchFamily="34" charset="0"/>
              </a:defRPr>
            </a:lvl3pPr>
            <a:lvl4pPr marL="274265" indent="-91422">
              <a:lnSpc>
                <a:spcPct val="110000"/>
              </a:lnSpc>
              <a:spcBef>
                <a:spcPts val="0"/>
              </a:spcBef>
              <a:defRPr sz="1000" b="0" i="0">
                <a:solidFill>
                  <a:schemeClr val="tx1"/>
                </a:solidFill>
                <a:latin typeface="IBM Plex Sans" panose="020B0503050203000203" pitchFamily="34" charset="0"/>
              </a:defRPr>
            </a:lvl4pPr>
            <a:lvl5pPr>
              <a:lnSpc>
                <a:spcPct val="110000"/>
              </a:lnSpc>
              <a:spcBef>
                <a:spcPts val="0"/>
              </a:spcBef>
              <a:defRPr sz="1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5" name="Text Placeholder 12">
            <a:extLst>
              <a:ext uri="{FF2B5EF4-FFF2-40B4-BE49-F238E27FC236}">
                <a16:creationId xmlns:a16="http://schemas.microsoft.com/office/drawing/2014/main" id="{17CD3DC6-7946-2D82-C3E4-10BC579C88DE}"/>
              </a:ext>
            </a:extLst>
          </p:cNvPr>
          <p:cNvSpPr>
            <a:spLocks noGrp="1"/>
          </p:cNvSpPr>
          <p:nvPr>
            <p:ph type="body" sz="quarter" idx="17"/>
          </p:nvPr>
        </p:nvSpPr>
        <p:spPr>
          <a:xfrm>
            <a:off x="9430110" y="288036"/>
            <a:ext cx="2470717" cy="938881"/>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0" name="Text Placeholder 8">
            <a:extLst>
              <a:ext uri="{FF2B5EF4-FFF2-40B4-BE49-F238E27FC236}">
                <a16:creationId xmlns:a16="http://schemas.microsoft.com/office/drawing/2014/main" id="{A501ADC5-5846-FF23-F5DB-93E8D05863E8}"/>
              </a:ext>
            </a:extLst>
          </p:cNvPr>
          <p:cNvSpPr>
            <a:spLocks noGrp="1"/>
          </p:cNvSpPr>
          <p:nvPr>
            <p:ph type="body" sz="quarter" idx="19"/>
          </p:nvPr>
        </p:nvSpPr>
        <p:spPr>
          <a:xfrm>
            <a:off x="9430109" y="1524000"/>
            <a:ext cx="2476178" cy="4576763"/>
          </a:xfrm>
        </p:spPr>
        <p:txBody>
          <a:bodyPr/>
          <a:lstStyle>
            <a:lvl1pPr>
              <a:lnSpc>
                <a:spcPct val="110000"/>
              </a:lnSpc>
              <a:spcBef>
                <a:spcPts val="0"/>
              </a:spcBef>
              <a:defRPr sz="1000" b="0" i="0">
                <a:solidFill>
                  <a:schemeClr val="tx1"/>
                </a:solidFill>
                <a:latin typeface="IBM Plex Sans" panose="020B0503050203000203" pitchFamily="34" charset="0"/>
              </a:defRPr>
            </a:lvl1pPr>
            <a:lvl2pPr marL="91422" indent="-91422">
              <a:lnSpc>
                <a:spcPct val="110000"/>
              </a:lnSpc>
              <a:spcBef>
                <a:spcPts val="0"/>
              </a:spcBef>
              <a:defRPr sz="1000" b="0" i="0">
                <a:solidFill>
                  <a:schemeClr val="tx1"/>
                </a:solidFill>
                <a:latin typeface="IBM Plex Sans" panose="020B0503050203000203" pitchFamily="34" charset="0"/>
              </a:defRPr>
            </a:lvl2pPr>
            <a:lvl3pPr marL="182843" indent="-91422">
              <a:lnSpc>
                <a:spcPct val="110000"/>
              </a:lnSpc>
              <a:spcBef>
                <a:spcPts val="0"/>
              </a:spcBef>
              <a:defRPr sz="1000" b="0" i="0">
                <a:solidFill>
                  <a:schemeClr val="tx1"/>
                </a:solidFill>
                <a:latin typeface="IBM Plex Sans" panose="020B0503050203000203" pitchFamily="34" charset="0"/>
              </a:defRPr>
            </a:lvl3pPr>
            <a:lvl4pPr marL="274265" indent="-91422">
              <a:lnSpc>
                <a:spcPct val="110000"/>
              </a:lnSpc>
              <a:spcBef>
                <a:spcPts val="0"/>
              </a:spcBef>
              <a:defRPr sz="1000" b="0" i="0">
                <a:solidFill>
                  <a:schemeClr val="tx1"/>
                </a:solidFill>
                <a:latin typeface="IBM Plex Sans" panose="020B0503050203000203" pitchFamily="34" charset="0"/>
              </a:defRPr>
            </a:lvl4pPr>
            <a:lvl5pPr>
              <a:lnSpc>
                <a:spcPct val="110000"/>
              </a:lnSpc>
              <a:spcBef>
                <a:spcPts val="0"/>
              </a:spcBef>
              <a:defRPr sz="1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3" name="Footer Placeholder 3">
            <a:extLst>
              <a:ext uri="{FF2B5EF4-FFF2-40B4-BE49-F238E27FC236}">
                <a16:creationId xmlns:a16="http://schemas.microsoft.com/office/drawing/2014/main" id="{12FA1770-E046-DD8F-9F28-19D80D1D67C2}"/>
              </a:ext>
            </a:extLst>
          </p:cNvPr>
          <p:cNvSpPr>
            <a:spLocks noGrp="1"/>
          </p:cNvSpPr>
          <p:nvPr>
            <p:ph type="ftr" sz="quarter" idx="20"/>
          </p:nvPr>
        </p:nvSpPr>
        <p:spPr>
          <a:xfrm>
            <a:off x="287963" y="6408000"/>
            <a:ext cx="2477765" cy="190500"/>
          </a:xfrm>
        </p:spPr>
        <p:txBody>
          <a:bodyPr/>
          <a:lstStyle/>
          <a:p>
            <a:endParaRPr lang="en-US" dirty="0"/>
          </a:p>
        </p:txBody>
      </p:sp>
      <p:sp>
        <p:nvSpPr>
          <p:cNvPr id="8" name="Slide Number">
            <a:extLst>
              <a:ext uri="{FF2B5EF4-FFF2-40B4-BE49-F238E27FC236}">
                <a16:creationId xmlns:a16="http://schemas.microsoft.com/office/drawing/2014/main" id="{91ADA982-549A-4D2D-490A-DE5610A50878}"/>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024900940"/>
      </p:ext>
    </p:extLst>
  </p:cSld>
  <p:clrMapOvr>
    <a:masterClrMapping/>
  </p:clrMapOvr>
  <p:transition spd="med"/>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ext, 2 columns, dividers, pictogram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7963" y="192024"/>
            <a:ext cx="2474590" cy="2105089"/>
          </a:xfrm>
        </p:spPr>
        <p:txBody>
          <a:bodyPr/>
          <a:lstStyle>
            <a:lvl1pPr>
              <a:lnSpc>
                <a:spcPct val="100000"/>
              </a:lnSpc>
              <a:defRPr sz="3399">
                <a:solidFill>
                  <a:schemeClr val="tx2"/>
                </a:solidFill>
              </a:defRPr>
            </a:lvl1pPr>
          </a:lstStyle>
          <a:p>
            <a:r>
              <a:rPr lang="en-GB"/>
              <a:t>Click to edit Master title style</a:t>
            </a:r>
            <a:endParaRPr lang="en-US" dirty="0"/>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3334142" y="192024"/>
            <a:ext cx="2477765" cy="1555292"/>
          </a:xfrm>
        </p:spPr>
        <p:txBody>
          <a:bodyPr/>
          <a:lstStyle>
            <a:lvl1pPr>
              <a:lnSpc>
                <a:spcPct val="100000"/>
              </a:lnSpc>
              <a:spcBef>
                <a:spcPts val="0"/>
              </a:spcBef>
              <a:defRPr sz="3399">
                <a:solidFill>
                  <a:schemeClr val="tx2"/>
                </a:solidFill>
              </a:defRPr>
            </a:lvl1pPr>
            <a:lvl2pPr>
              <a:lnSpc>
                <a:spcPct val="90000"/>
              </a:lnSpc>
              <a:spcBef>
                <a:spcPts val="0"/>
              </a:spcBef>
              <a:defRPr sz="1400"/>
            </a:lvl2pPr>
            <a:lvl3pPr>
              <a:lnSpc>
                <a:spcPct val="90000"/>
              </a:lnSpc>
              <a:spcBef>
                <a:spcPts val="0"/>
              </a:spcBef>
              <a:defRPr sz="1400"/>
            </a:lvl3pPr>
            <a:lvl4pPr>
              <a:lnSpc>
                <a:spcPct val="90000"/>
              </a:lnSpc>
              <a:spcBef>
                <a:spcPts val="0"/>
              </a:spcBef>
              <a:defRPr sz="1400"/>
            </a:lvl4pPr>
            <a:lvl5pPr>
              <a:lnSpc>
                <a:spcPct val="90000"/>
              </a:lnSpc>
              <a:spcBef>
                <a:spcPts val="0"/>
              </a:spcBef>
              <a:defRPr sz="1400"/>
            </a:lvl5pPr>
          </a:lstStyle>
          <a:p>
            <a:pPr lvl="0"/>
            <a:r>
              <a:rPr lang="en-GB"/>
              <a:t>Click to edit Master text styles</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3334904" y="1508395"/>
            <a:ext cx="2475384" cy="4594294"/>
          </a:xfrm>
        </p:spPr>
        <p:txBody>
          <a:bodyPr/>
          <a:lstStyle>
            <a:lvl1pPr>
              <a:spcBef>
                <a:spcPts val="0"/>
              </a:spcBef>
              <a:defRPr sz="1400" b="0" i="0">
                <a:solidFill>
                  <a:schemeClr val="tx1"/>
                </a:solidFill>
                <a:latin typeface="IBM Plex Sans Light" panose="020B0403050203000203" pitchFamily="34" charset="0"/>
              </a:defRPr>
            </a:lvl1pPr>
            <a:lvl2pPr marL="127990" indent="-127990">
              <a:spcBef>
                <a:spcPts val="0"/>
              </a:spcBef>
              <a:defRPr sz="1400" b="0" i="0">
                <a:solidFill>
                  <a:schemeClr val="tx1"/>
                </a:solidFill>
                <a:latin typeface="IBM Plex Sans Light" panose="020B0403050203000203" pitchFamily="34" charset="0"/>
              </a:defRPr>
            </a:lvl2pPr>
            <a:lvl3pPr marL="255981" indent="-127990">
              <a:spcBef>
                <a:spcPts val="0"/>
              </a:spcBef>
              <a:defRPr sz="1400" b="0" i="0">
                <a:solidFill>
                  <a:schemeClr val="tx1"/>
                </a:solidFill>
                <a:latin typeface="IBM Plex Sans Light" panose="020B0403050203000203" pitchFamily="34" charset="0"/>
              </a:defRPr>
            </a:lvl3pPr>
            <a:lvl4pPr marL="383971" indent="-127990">
              <a:spcBef>
                <a:spcPts val="0"/>
              </a:spcBef>
              <a:defRPr sz="1400" b="0" i="0">
                <a:solidFill>
                  <a:schemeClr val="tx1"/>
                </a:solidFill>
                <a:latin typeface="IBM Plex Sans Light" panose="020B0403050203000203" pitchFamily="34" charset="0"/>
              </a:defRPr>
            </a:lvl4pPr>
            <a:lvl5pPr>
              <a:spcBef>
                <a:spcPts val="0"/>
              </a:spcBef>
              <a:defRPr sz="14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5" name="Picture Placeholder 4" descr="Place pictogram here">
            <a:extLst>
              <a:ext uri="{FF2B5EF4-FFF2-40B4-BE49-F238E27FC236}">
                <a16:creationId xmlns:a16="http://schemas.microsoft.com/office/drawing/2014/main" id="{4E8FFEFF-CCD0-A436-418A-5FB8624CCC89}"/>
              </a:ext>
            </a:extLst>
          </p:cNvPr>
          <p:cNvSpPr>
            <a:spLocks noGrp="1" noChangeAspect="1"/>
          </p:cNvSpPr>
          <p:nvPr>
            <p:ph type="pic" sz="quarter" idx="16" hasCustomPrompt="1"/>
          </p:nvPr>
        </p:nvSpPr>
        <p:spPr>
          <a:xfrm>
            <a:off x="6389168" y="288036"/>
            <a:ext cx="607997" cy="607231"/>
          </a:xfrm>
        </p:spPr>
        <p:txBody>
          <a:bodyPr anchor="ctr"/>
          <a:lstStyle>
            <a:lvl1pPr algn="ctr">
              <a:defRPr sz="800">
                <a:solidFill>
                  <a:schemeClr val="tx1"/>
                </a:solidFill>
              </a:defRPr>
            </a:lvl1pPr>
          </a:lstStyle>
          <a:p>
            <a:r>
              <a:rPr lang="en-US" dirty="0"/>
              <a:t>Pictogram</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6389168" y="1524000"/>
            <a:ext cx="2476178" cy="4576763"/>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2" name="Picture Placeholder 11" descr="Place pictogram here">
            <a:extLst>
              <a:ext uri="{FF2B5EF4-FFF2-40B4-BE49-F238E27FC236}">
                <a16:creationId xmlns:a16="http://schemas.microsoft.com/office/drawing/2014/main" id="{484E55D7-CBB2-992D-3E77-5CB7B7CADA9C}"/>
              </a:ext>
            </a:extLst>
          </p:cNvPr>
          <p:cNvSpPr>
            <a:spLocks noGrp="1" noChangeAspect="1"/>
          </p:cNvSpPr>
          <p:nvPr>
            <p:ph type="pic" sz="quarter" idx="17" hasCustomPrompt="1"/>
          </p:nvPr>
        </p:nvSpPr>
        <p:spPr>
          <a:xfrm>
            <a:off x="9428522" y="288036"/>
            <a:ext cx="608843" cy="608076"/>
          </a:xfrm>
        </p:spPr>
        <p:txBody>
          <a:bodyPr anchor="ctr"/>
          <a:lstStyle>
            <a:lvl1pPr algn="ctr">
              <a:defRPr sz="800">
                <a:solidFill>
                  <a:schemeClr val="tx1"/>
                </a:solidFill>
              </a:defRPr>
            </a:lvl1pPr>
          </a:lstStyle>
          <a:p>
            <a:r>
              <a:rPr lang="en-US" dirty="0"/>
              <a:t>Pictogram</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9428522" y="1524000"/>
            <a:ext cx="2479352" cy="4576763"/>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3" name="Footer Placeholder 3">
            <a:extLst>
              <a:ext uri="{FF2B5EF4-FFF2-40B4-BE49-F238E27FC236}">
                <a16:creationId xmlns:a16="http://schemas.microsoft.com/office/drawing/2014/main" id="{E7E14D98-D346-214C-0437-7A0B4A7F3F06}"/>
              </a:ext>
            </a:extLst>
          </p:cNvPr>
          <p:cNvSpPr>
            <a:spLocks noGrp="1"/>
          </p:cNvSpPr>
          <p:nvPr>
            <p:ph type="ftr" sz="quarter" idx="18"/>
          </p:nvPr>
        </p:nvSpPr>
        <p:spPr>
          <a:xfrm>
            <a:off x="290474" y="6411643"/>
            <a:ext cx="2477765" cy="190500"/>
          </a:xfrm>
        </p:spPr>
        <p:txBody>
          <a:bodyPr/>
          <a:lstStyle/>
          <a:p>
            <a:endParaRPr lang="en-US" dirty="0"/>
          </a:p>
        </p:txBody>
      </p:sp>
      <p:sp>
        <p:nvSpPr>
          <p:cNvPr id="10" name="Slide Number">
            <a:extLst>
              <a:ext uri="{FF2B5EF4-FFF2-40B4-BE49-F238E27FC236}">
                <a16:creationId xmlns:a16="http://schemas.microsoft.com/office/drawing/2014/main" id="{8CDC5D22-5EFB-A82A-2192-76A569B4B0D5}"/>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cxnSp>
        <p:nvCxnSpPr>
          <p:cNvPr id="8" name="Straight Connector 7" descr="Vertical column divider">
            <a:extLst>
              <a:ext uri="{FF2B5EF4-FFF2-40B4-BE49-F238E27FC236}">
                <a16:creationId xmlns:a16="http://schemas.microsoft.com/office/drawing/2014/main" id="{75E2B956-D8A8-9075-0842-BD0DAFFD4122}"/>
              </a:ext>
            </a:extLst>
          </p:cNvPr>
          <p:cNvCxnSpPr>
            <a:cxnSpLocks/>
          </p:cNvCxnSpPr>
          <p:nvPr userDrawn="1"/>
        </p:nvCxnSpPr>
        <p:spPr bwMode="auto">
          <a:xfrm>
            <a:off x="6095270" y="285051"/>
            <a:ext cx="0" cy="5812536"/>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5" name="Straight Connector 14" descr="Vertical column divider">
            <a:extLst>
              <a:ext uri="{FF2B5EF4-FFF2-40B4-BE49-F238E27FC236}">
                <a16:creationId xmlns:a16="http://schemas.microsoft.com/office/drawing/2014/main" id="{BE2C4D34-A499-856F-2ED0-C6A511B884A1}"/>
              </a:ext>
            </a:extLst>
          </p:cNvPr>
          <p:cNvCxnSpPr>
            <a:cxnSpLocks/>
          </p:cNvCxnSpPr>
          <p:nvPr userDrawn="1"/>
        </p:nvCxnSpPr>
        <p:spPr bwMode="auto">
          <a:xfrm>
            <a:off x="9142810" y="285051"/>
            <a:ext cx="0" cy="5812536"/>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231735658"/>
      </p:ext>
    </p:extLst>
  </p:cSld>
  <p:clrMapOvr>
    <a:masterClrMapping/>
  </p:clrMapOvr>
  <p:transition spd="med"/>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Boxes, 4 stacked wide, pictograms">
    <p:bg>
      <p:bgPr>
        <a:solidFill>
          <a:schemeClr val="bg1"/>
        </a:solidFill>
        <a:effectLst/>
      </p:bgPr>
    </p:bg>
    <p:spTree>
      <p:nvGrpSpPr>
        <p:cNvPr id="1" name=""/>
        <p:cNvGrpSpPr/>
        <p:nvPr/>
      </p:nvGrpSpPr>
      <p:grpSpPr>
        <a:xfrm>
          <a:off x="0" y="0"/>
          <a:ext cx="0" cy="0"/>
          <a:chOff x="0" y="0"/>
          <a:chExt cx="0" cy="0"/>
        </a:xfrm>
      </p:grpSpPr>
      <p:sp>
        <p:nvSpPr>
          <p:cNvPr id="13" name="Picture Placeholder 12" descr="Place pictogram here">
            <a:extLst>
              <a:ext uri="{FF2B5EF4-FFF2-40B4-BE49-F238E27FC236}">
                <a16:creationId xmlns:a16="http://schemas.microsoft.com/office/drawing/2014/main" id="{30AB5158-BCB8-39EE-DA85-F2CD01699FBB}"/>
              </a:ext>
            </a:extLst>
          </p:cNvPr>
          <p:cNvSpPr>
            <a:spLocks noGrp="1"/>
          </p:cNvSpPr>
          <p:nvPr>
            <p:ph type="pic" sz="quarter" idx="15" hasCustomPrompt="1"/>
          </p:nvPr>
        </p:nvSpPr>
        <p:spPr>
          <a:xfrm>
            <a:off x="287998" y="288036"/>
            <a:ext cx="607997" cy="608076"/>
          </a:xfrm>
        </p:spPr>
        <p:txBody>
          <a:bodyPr anchor="ctr"/>
          <a:lstStyle>
            <a:lvl1pPr algn="ctr">
              <a:defRPr sz="800"/>
            </a:lvl1pPr>
          </a:lstStyle>
          <a:p>
            <a:r>
              <a:rPr lang="en-US" dirty="0"/>
              <a:t>Pictogram</a:t>
            </a:r>
          </a:p>
        </p:txBody>
      </p:sp>
      <p:sp>
        <p:nvSpPr>
          <p:cNvPr id="5" name="Text Placeholder 4">
            <a:extLst>
              <a:ext uri="{FF2B5EF4-FFF2-40B4-BE49-F238E27FC236}">
                <a16:creationId xmlns:a16="http://schemas.microsoft.com/office/drawing/2014/main" id="{931099CB-CB87-D5D5-506D-4B49C08161D3}"/>
              </a:ext>
            </a:extLst>
          </p:cNvPr>
          <p:cNvSpPr>
            <a:spLocks noGrp="1"/>
          </p:cNvSpPr>
          <p:nvPr>
            <p:ph type="body" sz="quarter" idx="11"/>
          </p:nvPr>
        </p:nvSpPr>
        <p:spPr>
          <a:xfrm>
            <a:off x="287999" y="1239012"/>
            <a:ext cx="3334903" cy="1524000"/>
          </a:xfrm>
        </p:spPr>
        <p:txBody>
          <a:bodyPr/>
          <a:lstStyle>
            <a:lvl1pPr>
              <a:lnSpc>
                <a:spcPct val="100000"/>
              </a:lnSpc>
              <a:spcBef>
                <a:spcPts val="0"/>
              </a:spcBef>
              <a:defRPr sz="2100">
                <a:solidFill>
                  <a:schemeClr val="tx1"/>
                </a:solidFill>
              </a:defRPr>
            </a:lvl1pPr>
            <a:lvl2pPr marL="201128" indent="-201128">
              <a:lnSpc>
                <a:spcPct val="100000"/>
              </a:lnSpc>
              <a:spcBef>
                <a:spcPts val="0"/>
              </a:spcBef>
              <a:defRPr sz="2100">
                <a:solidFill>
                  <a:schemeClr val="tx1"/>
                </a:solidFill>
              </a:defRPr>
            </a:lvl2pPr>
            <a:lvl3pPr marL="402256" indent="-201128">
              <a:lnSpc>
                <a:spcPct val="100000"/>
              </a:lnSpc>
              <a:spcBef>
                <a:spcPts val="0"/>
              </a:spcBef>
              <a:defRPr sz="2100">
                <a:solidFill>
                  <a:schemeClr val="tx1"/>
                </a:solidFill>
              </a:defRPr>
            </a:lvl3pPr>
            <a:lvl4pPr marL="557672" indent="-201128">
              <a:lnSpc>
                <a:spcPct val="100000"/>
              </a:lnSpc>
              <a:spcBef>
                <a:spcPts val="0"/>
              </a:spcBef>
              <a:defRPr sz="2100">
                <a:solidFill>
                  <a:schemeClr val="tx1"/>
                </a:solidFill>
              </a:defRPr>
            </a:lvl4pPr>
            <a:lvl5pPr>
              <a:lnSpc>
                <a:spcPct val="100000"/>
              </a:lnSpc>
              <a:spcBef>
                <a:spcPts val="0"/>
              </a:spcBef>
              <a:defRPr sz="22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5" name="Picture Placeholder 14" descr="Place pictogram here">
            <a:extLst>
              <a:ext uri="{FF2B5EF4-FFF2-40B4-BE49-F238E27FC236}">
                <a16:creationId xmlns:a16="http://schemas.microsoft.com/office/drawing/2014/main" id="{3C3730E5-61EB-7405-CC85-AB04242CDBC4}"/>
              </a:ext>
            </a:extLst>
          </p:cNvPr>
          <p:cNvSpPr>
            <a:spLocks noGrp="1"/>
          </p:cNvSpPr>
          <p:nvPr>
            <p:ph type="pic" sz="quarter" idx="16" hasCustomPrompt="1"/>
          </p:nvPr>
        </p:nvSpPr>
        <p:spPr>
          <a:xfrm>
            <a:off x="6389168" y="288036"/>
            <a:ext cx="607997" cy="608076"/>
          </a:xfrm>
        </p:spPr>
        <p:txBody>
          <a:bodyPr anchor="ctr"/>
          <a:lstStyle>
            <a:lvl1pPr algn="ctr">
              <a:defRPr sz="800"/>
            </a:lvl1pPr>
          </a:lstStyle>
          <a:p>
            <a:r>
              <a:rPr lang="en-US" dirty="0"/>
              <a:t>Pictogram</a:t>
            </a:r>
          </a:p>
        </p:txBody>
      </p:sp>
      <p:sp>
        <p:nvSpPr>
          <p:cNvPr id="7" name="Text Placeholder 6">
            <a:extLst>
              <a:ext uri="{FF2B5EF4-FFF2-40B4-BE49-F238E27FC236}">
                <a16:creationId xmlns:a16="http://schemas.microsoft.com/office/drawing/2014/main" id="{FC1DA3C4-E728-0E45-C91D-8EDF4B495FFC}"/>
              </a:ext>
            </a:extLst>
          </p:cNvPr>
          <p:cNvSpPr>
            <a:spLocks noGrp="1"/>
          </p:cNvSpPr>
          <p:nvPr>
            <p:ph type="body" sz="quarter" idx="12"/>
          </p:nvPr>
        </p:nvSpPr>
        <p:spPr>
          <a:xfrm>
            <a:off x="6389168" y="1238250"/>
            <a:ext cx="3337125" cy="1524000"/>
          </a:xfrm>
        </p:spPr>
        <p:txBody>
          <a:bodyPr/>
          <a:lstStyle>
            <a:lvl1pPr>
              <a:lnSpc>
                <a:spcPct val="100000"/>
              </a:lnSpc>
              <a:spcBef>
                <a:spcPts val="0"/>
              </a:spcBef>
              <a:defRPr sz="2100">
                <a:solidFill>
                  <a:schemeClr val="tx1"/>
                </a:solidFill>
              </a:defRPr>
            </a:lvl1pPr>
            <a:lvl2pPr marL="201128" indent="-201128">
              <a:lnSpc>
                <a:spcPct val="100000"/>
              </a:lnSpc>
              <a:spcBef>
                <a:spcPts val="0"/>
              </a:spcBef>
              <a:defRPr sz="2100">
                <a:solidFill>
                  <a:schemeClr val="tx1"/>
                </a:solidFill>
              </a:defRPr>
            </a:lvl2pPr>
            <a:lvl3pPr marL="402256" indent="-201128">
              <a:lnSpc>
                <a:spcPct val="100000"/>
              </a:lnSpc>
              <a:spcBef>
                <a:spcPts val="0"/>
              </a:spcBef>
              <a:defRPr sz="2100">
                <a:solidFill>
                  <a:schemeClr val="tx1"/>
                </a:solidFill>
              </a:defRPr>
            </a:lvl3pPr>
            <a:lvl4pPr marL="557672" indent="-201128">
              <a:lnSpc>
                <a:spcPct val="100000"/>
              </a:lnSpc>
              <a:spcBef>
                <a:spcPts val="0"/>
              </a:spcBef>
              <a:defRPr sz="2100">
                <a:solidFill>
                  <a:schemeClr val="tx1"/>
                </a:solidFill>
              </a:defRPr>
            </a:lvl4pPr>
            <a:lvl5pPr>
              <a:lnSpc>
                <a:spcPct val="100000"/>
              </a:lnSpc>
              <a:spcBef>
                <a:spcPts val="0"/>
              </a:spcBef>
              <a:defRPr sz="22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cxnSp>
        <p:nvCxnSpPr>
          <p:cNvPr id="16" name="Straight Connector 15" descr="Horizontal row divider">
            <a:extLst>
              <a:ext uri="{FF2B5EF4-FFF2-40B4-BE49-F238E27FC236}">
                <a16:creationId xmlns:a16="http://schemas.microsoft.com/office/drawing/2014/main" id="{9C5483A0-0E31-72CE-21C3-6248FAEBC09A}"/>
              </a:ext>
              <a:ext uri="{C183D7F6-B498-43B3-948B-1728B52AA6E4}">
                <adec:decorative xmlns:adec="http://schemas.microsoft.com/office/drawing/2017/decorative" val="0"/>
              </a:ext>
            </a:extLst>
          </p:cNvPr>
          <p:cNvCxnSpPr>
            <a:cxnSpLocks/>
          </p:cNvCxnSpPr>
          <p:nvPr userDrawn="1"/>
        </p:nvCxnSpPr>
        <p:spPr bwMode="auto">
          <a:xfrm>
            <a:off x="287999" y="3048000"/>
            <a:ext cx="11616701"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7" name="Picture Placeholder 16" descr="Place pictogram here">
            <a:extLst>
              <a:ext uri="{FF2B5EF4-FFF2-40B4-BE49-F238E27FC236}">
                <a16:creationId xmlns:a16="http://schemas.microsoft.com/office/drawing/2014/main" id="{62C94928-6A9B-2EA7-301C-71E5F2547C8A}"/>
              </a:ext>
            </a:extLst>
          </p:cNvPr>
          <p:cNvSpPr>
            <a:spLocks noGrp="1"/>
          </p:cNvSpPr>
          <p:nvPr>
            <p:ph type="pic" sz="quarter" idx="17" hasCustomPrompt="1"/>
          </p:nvPr>
        </p:nvSpPr>
        <p:spPr>
          <a:xfrm>
            <a:off x="287998" y="3236976"/>
            <a:ext cx="607997" cy="608076"/>
          </a:xfrm>
        </p:spPr>
        <p:txBody>
          <a:bodyPr anchor="ctr"/>
          <a:lstStyle>
            <a:lvl1pPr algn="ctr">
              <a:defRPr sz="800"/>
            </a:lvl1pPr>
          </a:lstStyle>
          <a:p>
            <a:r>
              <a:rPr lang="en-US" dirty="0"/>
              <a:t>Pictogram</a:t>
            </a:r>
          </a:p>
        </p:txBody>
      </p:sp>
      <p:sp>
        <p:nvSpPr>
          <p:cNvPr id="9" name="Text Placeholder 8">
            <a:extLst>
              <a:ext uri="{FF2B5EF4-FFF2-40B4-BE49-F238E27FC236}">
                <a16:creationId xmlns:a16="http://schemas.microsoft.com/office/drawing/2014/main" id="{B0565063-698E-31B0-B619-B99A9A0B3DB6}"/>
              </a:ext>
            </a:extLst>
          </p:cNvPr>
          <p:cNvSpPr>
            <a:spLocks noGrp="1"/>
          </p:cNvSpPr>
          <p:nvPr>
            <p:ph type="body" sz="quarter" idx="13"/>
          </p:nvPr>
        </p:nvSpPr>
        <p:spPr>
          <a:xfrm>
            <a:off x="287998" y="4192524"/>
            <a:ext cx="3334904" cy="1524000"/>
          </a:xfrm>
        </p:spPr>
        <p:txBody>
          <a:bodyPr/>
          <a:lstStyle>
            <a:lvl1pPr>
              <a:lnSpc>
                <a:spcPct val="100000"/>
              </a:lnSpc>
              <a:spcBef>
                <a:spcPts val="0"/>
              </a:spcBef>
              <a:defRPr sz="2100">
                <a:solidFill>
                  <a:schemeClr val="tx1"/>
                </a:solidFill>
              </a:defRPr>
            </a:lvl1pPr>
            <a:lvl2pPr marL="201128" indent="-201128">
              <a:lnSpc>
                <a:spcPct val="100000"/>
              </a:lnSpc>
              <a:spcBef>
                <a:spcPts val="0"/>
              </a:spcBef>
              <a:defRPr sz="2100">
                <a:solidFill>
                  <a:schemeClr val="tx1"/>
                </a:solidFill>
              </a:defRPr>
            </a:lvl2pPr>
            <a:lvl3pPr marL="402256" indent="-201128">
              <a:lnSpc>
                <a:spcPct val="100000"/>
              </a:lnSpc>
              <a:spcBef>
                <a:spcPts val="0"/>
              </a:spcBef>
              <a:defRPr sz="2100">
                <a:solidFill>
                  <a:schemeClr val="tx1"/>
                </a:solidFill>
              </a:defRPr>
            </a:lvl3pPr>
            <a:lvl4pPr marL="557672" indent="-201128">
              <a:lnSpc>
                <a:spcPct val="100000"/>
              </a:lnSpc>
              <a:spcBef>
                <a:spcPts val="0"/>
              </a:spcBef>
              <a:defRPr sz="2100">
                <a:solidFill>
                  <a:schemeClr val="tx1"/>
                </a:solidFill>
              </a:defRPr>
            </a:lvl4pPr>
            <a:lvl5pPr>
              <a:lnSpc>
                <a:spcPct val="100000"/>
              </a:lnSpc>
              <a:spcBef>
                <a:spcPts val="0"/>
              </a:spcBef>
              <a:defRPr sz="22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9" name="Picture Placeholder 18" descr="Place pictogram here">
            <a:extLst>
              <a:ext uri="{FF2B5EF4-FFF2-40B4-BE49-F238E27FC236}">
                <a16:creationId xmlns:a16="http://schemas.microsoft.com/office/drawing/2014/main" id="{2E840026-2FAF-826F-DCFD-3FF0082B0823}"/>
              </a:ext>
            </a:extLst>
          </p:cNvPr>
          <p:cNvSpPr>
            <a:spLocks noGrp="1"/>
          </p:cNvSpPr>
          <p:nvPr>
            <p:ph type="pic" sz="quarter" idx="18" hasCustomPrompt="1"/>
          </p:nvPr>
        </p:nvSpPr>
        <p:spPr>
          <a:xfrm>
            <a:off x="6389168" y="3238500"/>
            <a:ext cx="607997" cy="608076"/>
          </a:xfrm>
        </p:spPr>
        <p:txBody>
          <a:bodyPr anchor="ctr"/>
          <a:lstStyle>
            <a:lvl1pPr algn="ctr">
              <a:defRPr sz="800"/>
            </a:lvl1pPr>
          </a:lstStyle>
          <a:p>
            <a:r>
              <a:rPr lang="en-US" dirty="0"/>
              <a:t>Pictogram</a:t>
            </a:r>
          </a:p>
        </p:txBody>
      </p:sp>
      <p:sp>
        <p:nvSpPr>
          <p:cNvPr id="11" name="Text Placeholder 10">
            <a:extLst>
              <a:ext uri="{FF2B5EF4-FFF2-40B4-BE49-F238E27FC236}">
                <a16:creationId xmlns:a16="http://schemas.microsoft.com/office/drawing/2014/main" id="{B4E44FFD-1EB7-1873-F6D1-67DE839EF09E}"/>
              </a:ext>
            </a:extLst>
          </p:cNvPr>
          <p:cNvSpPr>
            <a:spLocks noGrp="1"/>
          </p:cNvSpPr>
          <p:nvPr>
            <p:ph type="body" sz="quarter" idx="14"/>
          </p:nvPr>
        </p:nvSpPr>
        <p:spPr>
          <a:xfrm>
            <a:off x="6389168" y="4191000"/>
            <a:ext cx="3337125" cy="1524000"/>
          </a:xfrm>
        </p:spPr>
        <p:txBody>
          <a:bodyPr/>
          <a:lstStyle>
            <a:lvl1pPr>
              <a:lnSpc>
                <a:spcPct val="100000"/>
              </a:lnSpc>
              <a:spcBef>
                <a:spcPts val="0"/>
              </a:spcBef>
              <a:defRPr sz="2100">
                <a:solidFill>
                  <a:schemeClr val="tx1"/>
                </a:solidFill>
              </a:defRPr>
            </a:lvl1pPr>
            <a:lvl2pPr marL="201128" indent="-201128">
              <a:lnSpc>
                <a:spcPct val="100000"/>
              </a:lnSpc>
              <a:spcBef>
                <a:spcPts val="0"/>
              </a:spcBef>
              <a:defRPr sz="2100">
                <a:solidFill>
                  <a:schemeClr val="tx1"/>
                </a:solidFill>
              </a:defRPr>
            </a:lvl2pPr>
            <a:lvl3pPr marL="402256" indent="-201128">
              <a:lnSpc>
                <a:spcPct val="100000"/>
              </a:lnSpc>
              <a:spcBef>
                <a:spcPts val="0"/>
              </a:spcBef>
              <a:defRPr sz="2100">
                <a:solidFill>
                  <a:schemeClr val="tx1"/>
                </a:solidFill>
              </a:defRPr>
            </a:lvl3pPr>
            <a:lvl4pPr marL="557672" indent="-201128">
              <a:lnSpc>
                <a:spcPct val="100000"/>
              </a:lnSpc>
              <a:spcBef>
                <a:spcPts val="0"/>
              </a:spcBef>
              <a:defRPr sz="2100">
                <a:solidFill>
                  <a:schemeClr val="tx1"/>
                </a:solidFill>
              </a:defRPr>
            </a:lvl4pPr>
            <a:lvl5pPr>
              <a:lnSpc>
                <a:spcPct val="100000"/>
              </a:lnSpc>
              <a:spcBef>
                <a:spcPts val="0"/>
              </a:spcBef>
              <a:defRPr sz="22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3" name="Footer Placeholder 3">
            <a:extLst>
              <a:ext uri="{FF2B5EF4-FFF2-40B4-BE49-F238E27FC236}">
                <a16:creationId xmlns:a16="http://schemas.microsoft.com/office/drawing/2014/main" id="{1FC9DA86-6E63-7EF1-DAC1-73040332758F}"/>
              </a:ext>
            </a:extLst>
          </p:cNvPr>
          <p:cNvSpPr>
            <a:spLocks noGrp="1"/>
          </p:cNvSpPr>
          <p:nvPr>
            <p:ph type="ftr" sz="quarter" idx="19"/>
          </p:nvPr>
        </p:nvSpPr>
        <p:spPr>
          <a:xfrm>
            <a:off x="287963" y="6408000"/>
            <a:ext cx="2477765" cy="190500"/>
          </a:xfrm>
        </p:spPr>
        <p:txBody>
          <a:bodyPr/>
          <a:lstStyle/>
          <a:p>
            <a:endParaRPr lang="en-US" dirty="0"/>
          </a:p>
        </p:txBody>
      </p:sp>
      <p:sp>
        <p:nvSpPr>
          <p:cNvPr id="6" name="Slide Number">
            <a:extLst>
              <a:ext uri="{FF2B5EF4-FFF2-40B4-BE49-F238E27FC236}">
                <a16:creationId xmlns:a16="http://schemas.microsoft.com/office/drawing/2014/main" id="{BE7CD285-42F9-CF03-AB5C-1DC86205FBC3}"/>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cxnSp>
        <p:nvCxnSpPr>
          <p:cNvPr id="4" name="Straight Connector 3" descr="Vertical column divider">
            <a:extLst>
              <a:ext uri="{FF2B5EF4-FFF2-40B4-BE49-F238E27FC236}">
                <a16:creationId xmlns:a16="http://schemas.microsoft.com/office/drawing/2014/main" id="{E664AD27-CDB8-1E16-6F0A-1A4FF8BD97F5}"/>
              </a:ext>
            </a:extLst>
          </p:cNvPr>
          <p:cNvCxnSpPr>
            <a:cxnSpLocks/>
          </p:cNvCxnSpPr>
          <p:nvPr userDrawn="1"/>
        </p:nvCxnSpPr>
        <p:spPr bwMode="auto">
          <a:xfrm>
            <a:off x="6095270" y="285051"/>
            <a:ext cx="0" cy="5812536"/>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607780480"/>
      </p:ext>
    </p:extLst>
  </p:cSld>
  <p:clrMapOvr>
    <a:masterClrMapping/>
  </p:clrMapOvr>
  <p:transition spd="med"/>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Boxes, 4 stacked, small title">
    <p:bg>
      <p:bgPr>
        <a:solidFill>
          <a:schemeClr val="bg1"/>
        </a:soli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E29EF9E2-1551-8357-22BD-8C43EF5EBE34}"/>
              </a:ext>
            </a:extLst>
          </p:cNvPr>
          <p:cNvSpPr>
            <a:spLocks noGrp="1"/>
          </p:cNvSpPr>
          <p:nvPr>
            <p:ph type="body" sz="quarter" idx="21"/>
          </p:nvPr>
        </p:nvSpPr>
        <p:spPr>
          <a:xfrm>
            <a:off x="287963" y="288036"/>
            <a:ext cx="2480241" cy="231077"/>
          </a:xfrm>
        </p:spPr>
        <p:txBody>
          <a:bodyPr/>
          <a:lstStyle>
            <a:lvl1pPr>
              <a:defRPr sz="1400">
                <a:solidFill>
                  <a:schemeClr val="tx2"/>
                </a:solidFill>
              </a:defRPr>
            </a:lvl1pPr>
          </a:lstStyle>
          <a:p>
            <a:pPr lvl="0"/>
            <a:r>
              <a:rPr lang="en-GB"/>
              <a:t>Click to edit Master text styles</a:t>
            </a:r>
          </a:p>
        </p:txBody>
      </p:sp>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7962" y="762000"/>
            <a:ext cx="2473892" cy="1524000"/>
          </a:xfrm>
        </p:spPr>
        <p:txBody>
          <a:bodyPr/>
          <a:lstStyle>
            <a:lvl1pPr>
              <a:lnSpc>
                <a:spcPct val="110000"/>
              </a:lnSpc>
              <a:defRPr sz="1800">
                <a:solidFill>
                  <a:schemeClr val="tx2"/>
                </a:solidFill>
              </a:defRPr>
            </a:lvl1pPr>
          </a:lstStyle>
          <a:p>
            <a:r>
              <a:rPr lang="en-GB"/>
              <a:t>Click to edit Master title style</a:t>
            </a:r>
            <a:endParaRPr lang="en-US" dirty="0"/>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6389168" y="288036"/>
            <a:ext cx="2476178" cy="2474214"/>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9430110" y="288036"/>
            <a:ext cx="2479352" cy="2474214"/>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5" name="Text Placeholder 4">
            <a:extLst>
              <a:ext uri="{FF2B5EF4-FFF2-40B4-BE49-F238E27FC236}">
                <a16:creationId xmlns:a16="http://schemas.microsoft.com/office/drawing/2014/main" id="{A5DD5CF1-28D6-74AF-B345-5911CB10D454}"/>
              </a:ext>
            </a:extLst>
          </p:cNvPr>
          <p:cNvSpPr>
            <a:spLocks noGrp="1"/>
          </p:cNvSpPr>
          <p:nvPr>
            <p:ph type="body" sz="quarter" idx="18"/>
          </p:nvPr>
        </p:nvSpPr>
        <p:spPr>
          <a:xfrm>
            <a:off x="6389168" y="3335338"/>
            <a:ext cx="2476178" cy="2474214"/>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2" name="Text Placeholder 11">
            <a:extLst>
              <a:ext uri="{FF2B5EF4-FFF2-40B4-BE49-F238E27FC236}">
                <a16:creationId xmlns:a16="http://schemas.microsoft.com/office/drawing/2014/main" id="{67B1C684-915C-90D4-C69F-C24979A42EFC}"/>
              </a:ext>
            </a:extLst>
          </p:cNvPr>
          <p:cNvSpPr>
            <a:spLocks noGrp="1"/>
          </p:cNvSpPr>
          <p:nvPr>
            <p:ph type="body" sz="quarter" idx="19"/>
          </p:nvPr>
        </p:nvSpPr>
        <p:spPr>
          <a:xfrm>
            <a:off x="9430109" y="3335338"/>
            <a:ext cx="2476178" cy="2474214"/>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3" name="Footer Placeholder 3">
            <a:extLst>
              <a:ext uri="{FF2B5EF4-FFF2-40B4-BE49-F238E27FC236}">
                <a16:creationId xmlns:a16="http://schemas.microsoft.com/office/drawing/2014/main" id="{4D288907-977D-2E2D-D334-59684842A637}"/>
              </a:ext>
            </a:extLst>
          </p:cNvPr>
          <p:cNvSpPr>
            <a:spLocks noGrp="1"/>
          </p:cNvSpPr>
          <p:nvPr>
            <p:ph type="ftr" sz="quarter" idx="22"/>
          </p:nvPr>
        </p:nvSpPr>
        <p:spPr>
          <a:xfrm>
            <a:off x="287963" y="6408000"/>
            <a:ext cx="2477765" cy="190500"/>
          </a:xfrm>
        </p:spPr>
        <p:txBody>
          <a:bodyPr/>
          <a:lstStyle/>
          <a:p>
            <a:endParaRPr lang="en-US" dirty="0"/>
          </a:p>
        </p:txBody>
      </p:sp>
      <p:sp>
        <p:nvSpPr>
          <p:cNvPr id="8" name="Slide Number">
            <a:extLst>
              <a:ext uri="{FF2B5EF4-FFF2-40B4-BE49-F238E27FC236}">
                <a16:creationId xmlns:a16="http://schemas.microsoft.com/office/drawing/2014/main" id="{299C7C32-4361-2D42-DB76-E3E2316F597E}"/>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703391600"/>
      </p:ext>
    </p:extLst>
  </p:cSld>
  <p:clrMapOvr>
    <a:masterClrMapping/>
  </p:clrMapOvr>
  <p:transition spd="med"/>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Boxes, 4 stacked, large title">
    <p:bg>
      <p:bgPr>
        <a:solidFill>
          <a:schemeClr val="bg1"/>
        </a:soli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E29EF9E2-1551-8357-22BD-8C43EF5EBE34}"/>
              </a:ext>
            </a:extLst>
          </p:cNvPr>
          <p:cNvSpPr>
            <a:spLocks noGrp="1"/>
          </p:cNvSpPr>
          <p:nvPr>
            <p:ph type="body" sz="quarter" idx="21"/>
          </p:nvPr>
        </p:nvSpPr>
        <p:spPr>
          <a:xfrm>
            <a:off x="287963" y="288036"/>
            <a:ext cx="2480241" cy="231077"/>
          </a:xfrm>
        </p:spPr>
        <p:txBody>
          <a:bodyPr/>
          <a:lstStyle>
            <a:lvl1pPr>
              <a:defRPr sz="1400">
                <a:solidFill>
                  <a:schemeClr val="tx2"/>
                </a:solidFill>
              </a:defRPr>
            </a:lvl1pPr>
          </a:lstStyle>
          <a:p>
            <a:pPr lvl="0"/>
            <a:r>
              <a:rPr lang="en-GB"/>
              <a:t>Click to edit Master text styles</a:t>
            </a:r>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6389168" y="288036"/>
            <a:ext cx="2476178" cy="2474214"/>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9430110" y="288036"/>
            <a:ext cx="2479352" cy="2474214"/>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5" name="Text Placeholder 4">
            <a:extLst>
              <a:ext uri="{FF2B5EF4-FFF2-40B4-BE49-F238E27FC236}">
                <a16:creationId xmlns:a16="http://schemas.microsoft.com/office/drawing/2014/main" id="{A5DD5CF1-28D6-74AF-B345-5911CB10D454}"/>
              </a:ext>
            </a:extLst>
          </p:cNvPr>
          <p:cNvSpPr>
            <a:spLocks noGrp="1"/>
          </p:cNvSpPr>
          <p:nvPr>
            <p:ph type="body" sz="quarter" idx="18"/>
          </p:nvPr>
        </p:nvSpPr>
        <p:spPr>
          <a:xfrm>
            <a:off x="6389168" y="3335338"/>
            <a:ext cx="2476178" cy="2474214"/>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2" name="Text Placeholder 11">
            <a:extLst>
              <a:ext uri="{FF2B5EF4-FFF2-40B4-BE49-F238E27FC236}">
                <a16:creationId xmlns:a16="http://schemas.microsoft.com/office/drawing/2014/main" id="{67B1C684-915C-90D4-C69F-C24979A42EFC}"/>
              </a:ext>
            </a:extLst>
          </p:cNvPr>
          <p:cNvSpPr>
            <a:spLocks noGrp="1"/>
          </p:cNvSpPr>
          <p:nvPr>
            <p:ph type="body" sz="quarter" idx="19"/>
          </p:nvPr>
        </p:nvSpPr>
        <p:spPr>
          <a:xfrm>
            <a:off x="9430109" y="3335338"/>
            <a:ext cx="2476178" cy="2474214"/>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3" name="Footer Placeholder 3">
            <a:extLst>
              <a:ext uri="{FF2B5EF4-FFF2-40B4-BE49-F238E27FC236}">
                <a16:creationId xmlns:a16="http://schemas.microsoft.com/office/drawing/2014/main" id="{4D288907-977D-2E2D-D334-59684842A637}"/>
              </a:ext>
            </a:extLst>
          </p:cNvPr>
          <p:cNvSpPr>
            <a:spLocks noGrp="1"/>
          </p:cNvSpPr>
          <p:nvPr>
            <p:ph type="ftr" sz="quarter" idx="22"/>
          </p:nvPr>
        </p:nvSpPr>
        <p:spPr>
          <a:xfrm>
            <a:off x="287963" y="6408000"/>
            <a:ext cx="2477765" cy="190500"/>
          </a:xfrm>
        </p:spPr>
        <p:txBody>
          <a:bodyPr/>
          <a:lstStyle/>
          <a:p>
            <a:endParaRPr lang="en-US" dirty="0"/>
          </a:p>
        </p:txBody>
      </p:sp>
      <p:sp>
        <p:nvSpPr>
          <p:cNvPr id="8" name="Slide Number">
            <a:extLst>
              <a:ext uri="{FF2B5EF4-FFF2-40B4-BE49-F238E27FC236}">
                <a16:creationId xmlns:a16="http://schemas.microsoft.com/office/drawing/2014/main" id="{299C7C32-4361-2D42-DB76-E3E2316F597E}"/>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4" name="Title 1">
            <a:extLst>
              <a:ext uri="{FF2B5EF4-FFF2-40B4-BE49-F238E27FC236}">
                <a16:creationId xmlns:a16="http://schemas.microsoft.com/office/drawing/2014/main" id="{8009016F-5759-0B27-8DB2-77BDD7980942}"/>
              </a:ext>
            </a:extLst>
          </p:cNvPr>
          <p:cNvSpPr>
            <a:spLocks noGrp="1"/>
          </p:cNvSpPr>
          <p:nvPr>
            <p:ph type="title"/>
          </p:nvPr>
        </p:nvSpPr>
        <p:spPr>
          <a:xfrm>
            <a:off x="287963" y="761936"/>
            <a:ext cx="5521401" cy="2286064"/>
          </a:xfrm>
        </p:spPr>
        <p:txBody>
          <a:bodyPr rIns="457200"/>
          <a:lstStyle>
            <a:lvl1pPr>
              <a:lnSpc>
                <a:spcPct val="110000"/>
              </a:lnSpc>
              <a:defRPr sz="3399">
                <a:solidFill>
                  <a:schemeClr val="tx2"/>
                </a:solidFill>
              </a:defRPr>
            </a:lvl1pPr>
          </a:lstStyle>
          <a:p>
            <a:r>
              <a:rPr lang="en-GB"/>
              <a:t>Click to edit Master title style</a:t>
            </a:r>
            <a:endParaRPr lang="en-US" dirty="0"/>
          </a:p>
        </p:txBody>
      </p:sp>
    </p:spTree>
    <p:extLst>
      <p:ext uri="{BB962C8B-B14F-4D97-AF65-F5344CB8AC3E}">
        <p14:creationId xmlns:p14="http://schemas.microsoft.com/office/powerpoint/2010/main" val="1417820648"/>
      </p:ext>
    </p:extLst>
  </p:cSld>
  <p:clrMapOvr>
    <a:masterClrMapping/>
  </p:clrMapOvr>
  <p:transition spd="med"/>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Boxes, 4 horizontal, small title">
    <p:bg>
      <p:bgPr>
        <a:solidFill>
          <a:schemeClr val="bg1"/>
        </a:solidFill>
        <a:effectLst/>
      </p:bgPr>
    </p:bg>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2A71C2BF-857E-B291-7D82-5920AF4A5278}"/>
              </a:ext>
            </a:extLst>
          </p:cNvPr>
          <p:cNvSpPr>
            <a:spLocks noGrp="1"/>
          </p:cNvSpPr>
          <p:nvPr>
            <p:ph type="body" sz="quarter" idx="11"/>
          </p:nvPr>
        </p:nvSpPr>
        <p:spPr>
          <a:xfrm>
            <a:off x="287999" y="3337941"/>
            <a:ext cx="2474590" cy="2759647"/>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2" name="Text Placeholder 10">
            <a:extLst>
              <a:ext uri="{FF2B5EF4-FFF2-40B4-BE49-F238E27FC236}">
                <a16:creationId xmlns:a16="http://schemas.microsoft.com/office/drawing/2014/main" id="{257EC586-7CBB-7AC4-C2FA-85F4BA8AA030}"/>
              </a:ext>
            </a:extLst>
          </p:cNvPr>
          <p:cNvSpPr>
            <a:spLocks noGrp="1"/>
          </p:cNvSpPr>
          <p:nvPr>
            <p:ph type="body" sz="quarter" idx="12"/>
          </p:nvPr>
        </p:nvSpPr>
        <p:spPr>
          <a:xfrm>
            <a:off x="3331187" y="3336926"/>
            <a:ext cx="2474590" cy="2760662"/>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3" name="Text Placeholder 10">
            <a:extLst>
              <a:ext uri="{FF2B5EF4-FFF2-40B4-BE49-F238E27FC236}">
                <a16:creationId xmlns:a16="http://schemas.microsoft.com/office/drawing/2014/main" id="{A0ABD1EA-F6CD-F56B-B5E1-034EEB64D63E}"/>
              </a:ext>
            </a:extLst>
          </p:cNvPr>
          <p:cNvSpPr>
            <a:spLocks noGrp="1"/>
          </p:cNvSpPr>
          <p:nvPr>
            <p:ph type="body" sz="quarter" idx="13"/>
          </p:nvPr>
        </p:nvSpPr>
        <p:spPr>
          <a:xfrm>
            <a:off x="6383049" y="3336926"/>
            <a:ext cx="2474590" cy="2760662"/>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4" name="Text Placeholder 10">
            <a:extLst>
              <a:ext uri="{FF2B5EF4-FFF2-40B4-BE49-F238E27FC236}">
                <a16:creationId xmlns:a16="http://schemas.microsoft.com/office/drawing/2014/main" id="{0F2DD97F-E181-3C33-32D8-844B57967D83}"/>
              </a:ext>
            </a:extLst>
          </p:cNvPr>
          <p:cNvSpPr>
            <a:spLocks noGrp="1"/>
          </p:cNvSpPr>
          <p:nvPr>
            <p:ph type="body" sz="quarter" idx="14"/>
          </p:nvPr>
        </p:nvSpPr>
        <p:spPr>
          <a:xfrm>
            <a:off x="9428523" y="3336926"/>
            <a:ext cx="2474590" cy="2760662"/>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3" name="Footer Placeholder 3">
            <a:extLst>
              <a:ext uri="{FF2B5EF4-FFF2-40B4-BE49-F238E27FC236}">
                <a16:creationId xmlns:a16="http://schemas.microsoft.com/office/drawing/2014/main" id="{EB933E98-EDAA-167B-D822-384AE57CFD41}"/>
              </a:ext>
            </a:extLst>
          </p:cNvPr>
          <p:cNvSpPr>
            <a:spLocks noGrp="1"/>
          </p:cNvSpPr>
          <p:nvPr>
            <p:ph type="ftr" sz="quarter" idx="18"/>
          </p:nvPr>
        </p:nvSpPr>
        <p:spPr>
          <a:xfrm>
            <a:off x="287963" y="6408000"/>
            <a:ext cx="2477765" cy="190500"/>
          </a:xfrm>
        </p:spPr>
        <p:txBody>
          <a:bodyPr/>
          <a:lstStyle/>
          <a:p>
            <a:endParaRPr lang="en-US" dirty="0"/>
          </a:p>
        </p:txBody>
      </p:sp>
      <p:sp>
        <p:nvSpPr>
          <p:cNvPr id="6" name="Slide Number">
            <a:extLst>
              <a:ext uri="{FF2B5EF4-FFF2-40B4-BE49-F238E27FC236}">
                <a16:creationId xmlns:a16="http://schemas.microsoft.com/office/drawing/2014/main" id="{9CE74F70-DD3B-B787-1122-8CC2F06AD01A}"/>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17" name="Text Placeholder 6">
            <a:extLst>
              <a:ext uri="{FF2B5EF4-FFF2-40B4-BE49-F238E27FC236}">
                <a16:creationId xmlns:a16="http://schemas.microsoft.com/office/drawing/2014/main" id="{73047254-F916-4821-F269-6EDEB3A3FAD7}"/>
              </a:ext>
            </a:extLst>
          </p:cNvPr>
          <p:cNvSpPr>
            <a:spLocks noGrp="1"/>
          </p:cNvSpPr>
          <p:nvPr>
            <p:ph type="body" sz="quarter" idx="21"/>
          </p:nvPr>
        </p:nvSpPr>
        <p:spPr>
          <a:xfrm>
            <a:off x="287963" y="288036"/>
            <a:ext cx="2470717" cy="1997964"/>
          </a:xfrm>
        </p:spPr>
        <p:txBody>
          <a:bodyPr/>
          <a:lstStyle>
            <a:lvl1pPr>
              <a:defRPr sz="1400">
                <a:solidFill>
                  <a:schemeClr val="tx2"/>
                </a:solidFill>
              </a:defRPr>
            </a:lvl1pPr>
          </a:lstStyle>
          <a:p>
            <a:pPr lvl="0"/>
            <a:r>
              <a:rPr lang="en-GB"/>
              <a:t>Click to edit Master text styles</a:t>
            </a:r>
          </a:p>
        </p:txBody>
      </p:sp>
    </p:spTree>
    <p:extLst>
      <p:ext uri="{BB962C8B-B14F-4D97-AF65-F5344CB8AC3E}">
        <p14:creationId xmlns:p14="http://schemas.microsoft.com/office/powerpoint/2010/main" val="3446078039"/>
      </p:ext>
    </p:extLst>
  </p:cSld>
  <p:clrMapOvr>
    <a:masterClrMapping/>
  </p:clrMapOvr>
  <p:transition spd="med"/>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Boxes, 4 horizontal,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4353C-7670-AC55-CDA3-888971A5482E}"/>
              </a:ext>
            </a:extLst>
          </p:cNvPr>
          <p:cNvSpPr>
            <a:spLocks noGrp="1"/>
          </p:cNvSpPr>
          <p:nvPr>
            <p:ph type="title"/>
          </p:nvPr>
        </p:nvSpPr>
        <p:spPr>
          <a:xfrm>
            <a:off x="287962" y="192024"/>
            <a:ext cx="5517779" cy="2105089"/>
          </a:xfrm>
        </p:spPr>
        <p:txBody>
          <a:bodyPr rIns="457200"/>
          <a:lstStyle>
            <a:lvl1pPr>
              <a:lnSpc>
                <a:spcPct val="100000"/>
              </a:lnSpc>
              <a:defRPr sz="3399">
                <a:solidFill>
                  <a:schemeClr val="tx2"/>
                </a:solidFill>
              </a:defRPr>
            </a:lvl1pPr>
          </a:lstStyle>
          <a:p>
            <a:r>
              <a:rPr lang="en-GB"/>
              <a:t>Click to edit Master title style</a:t>
            </a:r>
            <a:endParaRPr lang="en-US" dirty="0"/>
          </a:p>
        </p:txBody>
      </p:sp>
      <p:sp>
        <p:nvSpPr>
          <p:cNvPr id="3" name="Footer Placeholder 3">
            <a:extLst>
              <a:ext uri="{FF2B5EF4-FFF2-40B4-BE49-F238E27FC236}">
                <a16:creationId xmlns:a16="http://schemas.microsoft.com/office/drawing/2014/main" id="{A61589D3-5821-F43C-9924-D7FBDD5E84A5}"/>
              </a:ext>
            </a:extLst>
          </p:cNvPr>
          <p:cNvSpPr>
            <a:spLocks noGrp="1"/>
          </p:cNvSpPr>
          <p:nvPr>
            <p:ph type="ftr" sz="quarter" idx="18"/>
          </p:nvPr>
        </p:nvSpPr>
        <p:spPr>
          <a:xfrm>
            <a:off x="290474" y="6411643"/>
            <a:ext cx="2477765" cy="190500"/>
          </a:xfrm>
        </p:spPr>
        <p:txBody>
          <a:bodyPr/>
          <a:lstStyle/>
          <a:p>
            <a:endParaRPr lang="en-US" dirty="0"/>
          </a:p>
        </p:txBody>
      </p:sp>
      <p:sp>
        <p:nvSpPr>
          <p:cNvPr id="6" name="Slide Number">
            <a:extLst>
              <a:ext uri="{FF2B5EF4-FFF2-40B4-BE49-F238E27FC236}">
                <a16:creationId xmlns:a16="http://schemas.microsoft.com/office/drawing/2014/main" id="{9EA471B4-B30A-F4D7-84E4-C54A4D1ACDB2}"/>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4" name="Text Placeholder 10">
            <a:extLst>
              <a:ext uri="{FF2B5EF4-FFF2-40B4-BE49-F238E27FC236}">
                <a16:creationId xmlns:a16="http://schemas.microsoft.com/office/drawing/2014/main" id="{C5CEBFE7-AD2E-DFE8-B046-3B866828612E}"/>
              </a:ext>
            </a:extLst>
          </p:cNvPr>
          <p:cNvSpPr>
            <a:spLocks noGrp="1"/>
          </p:cNvSpPr>
          <p:nvPr>
            <p:ph type="body" sz="quarter" idx="11"/>
          </p:nvPr>
        </p:nvSpPr>
        <p:spPr>
          <a:xfrm>
            <a:off x="287999" y="3337941"/>
            <a:ext cx="2474590" cy="2759647"/>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5" name="Text Placeholder 10">
            <a:extLst>
              <a:ext uri="{FF2B5EF4-FFF2-40B4-BE49-F238E27FC236}">
                <a16:creationId xmlns:a16="http://schemas.microsoft.com/office/drawing/2014/main" id="{42695C8E-740F-09FE-EEF5-F2D3F3F88137}"/>
              </a:ext>
            </a:extLst>
          </p:cNvPr>
          <p:cNvSpPr>
            <a:spLocks noGrp="1"/>
          </p:cNvSpPr>
          <p:nvPr>
            <p:ph type="body" sz="quarter" idx="12"/>
          </p:nvPr>
        </p:nvSpPr>
        <p:spPr>
          <a:xfrm>
            <a:off x="3331187" y="3336926"/>
            <a:ext cx="2474590" cy="2760662"/>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7" name="Text Placeholder 10">
            <a:extLst>
              <a:ext uri="{FF2B5EF4-FFF2-40B4-BE49-F238E27FC236}">
                <a16:creationId xmlns:a16="http://schemas.microsoft.com/office/drawing/2014/main" id="{59937119-9484-C422-CDBB-7ACF8FB463EA}"/>
              </a:ext>
            </a:extLst>
          </p:cNvPr>
          <p:cNvSpPr>
            <a:spLocks noGrp="1"/>
          </p:cNvSpPr>
          <p:nvPr>
            <p:ph type="body" sz="quarter" idx="13"/>
          </p:nvPr>
        </p:nvSpPr>
        <p:spPr>
          <a:xfrm>
            <a:off x="6383049" y="3336926"/>
            <a:ext cx="2474590" cy="2760662"/>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8" name="Text Placeholder 10">
            <a:extLst>
              <a:ext uri="{FF2B5EF4-FFF2-40B4-BE49-F238E27FC236}">
                <a16:creationId xmlns:a16="http://schemas.microsoft.com/office/drawing/2014/main" id="{031FDB97-22F2-B958-137D-E25328D2B01D}"/>
              </a:ext>
            </a:extLst>
          </p:cNvPr>
          <p:cNvSpPr>
            <a:spLocks noGrp="1"/>
          </p:cNvSpPr>
          <p:nvPr>
            <p:ph type="body" sz="quarter" idx="14"/>
          </p:nvPr>
        </p:nvSpPr>
        <p:spPr>
          <a:xfrm>
            <a:off x="9428523" y="3336926"/>
            <a:ext cx="2474590" cy="2760662"/>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Tree>
    <p:extLst>
      <p:ext uri="{BB962C8B-B14F-4D97-AF65-F5344CB8AC3E}">
        <p14:creationId xmlns:p14="http://schemas.microsoft.com/office/powerpoint/2010/main" val="3123032388"/>
      </p:ext>
    </p:extLst>
  </p:cSld>
  <p:clrMapOvr>
    <a:masterClrMapping/>
  </p:clrMapOvr>
  <p:transition spd="med"/>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Boxes, 6 stacke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7963" y="288036"/>
            <a:ext cx="2474590" cy="1997964"/>
          </a:xfrm>
        </p:spPr>
        <p:txBody>
          <a:bodyPr/>
          <a:lstStyle>
            <a:lvl1pPr>
              <a:lnSpc>
                <a:spcPct val="110000"/>
              </a:lnSpc>
              <a:defRPr sz="1400">
                <a:solidFill>
                  <a:schemeClr val="tx2"/>
                </a:solidFill>
              </a:defRPr>
            </a:lvl1pPr>
          </a:lstStyle>
          <a:p>
            <a:r>
              <a:rPr lang="en-GB"/>
              <a:t>Click to edit Master title style</a:t>
            </a:r>
            <a:endParaRPr lang="en-US" dirty="0"/>
          </a:p>
        </p:txBody>
      </p:sp>
      <p:sp>
        <p:nvSpPr>
          <p:cNvPr id="14" name="Text Placeholder 9">
            <a:extLst>
              <a:ext uri="{FF2B5EF4-FFF2-40B4-BE49-F238E27FC236}">
                <a16:creationId xmlns:a16="http://schemas.microsoft.com/office/drawing/2014/main" id="{B1D44C30-196F-B4B1-540A-E556579735DB}"/>
              </a:ext>
            </a:extLst>
          </p:cNvPr>
          <p:cNvSpPr>
            <a:spLocks noGrp="1"/>
          </p:cNvSpPr>
          <p:nvPr>
            <p:ph type="body" sz="quarter" idx="20"/>
          </p:nvPr>
        </p:nvSpPr>
        <p:spPr>
          <a:xfrm>
            <a:off x="3332774" y="288035"/>
            <a:ext cx="2477701" cy="2478024"/>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6380919" y="288035"/>
            <a:ext cx="2477701" cy="2478024"/>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9428522" y="288035"/>
            <a:ext cx="2473130" cy="2478024"/>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3" name="Footer Placeholder 3">
            <a:extLst>
              <a:ext uri="{FF2B5EF4-FFF2-40B4-BE49-F238E27FC236}">
                <a16:creationId xmlns:a16="http://schemas.microsoft.com/office/drawing/2014/main" id="{06DFE032-E717-840D-774E-AC6218CA01A8}"/>
              </a:ext>
            </a:extLst>
          </p:cNvPr>
          <p:cNvSpPr>
            <a:spLocks noGrp="1"/>
          </p:cNvSpPr>
          <p:nvPr>
            <p:ph type="ftr" sz="quarter" idx="22"/>
          </p:nvPr>
        </p:nvSpPr>
        <p:spPr>
          <a:xfrm>
            <a:off x="290474" y="6411643"/>
            <a:ext cx="2477765" cy="190500"/>
          </a:xfrm>
        </p:spPr>
        <p:txBody>
          <a:bodyPr/>
          <a:lstStyle/>
          <a:p>
            <a:endParaRPr lang="en-US" dirty="0"/>
          </a:p>
        </p:txBody>
      </p:sp>
      <p:sp>
        <p:nvSpPr>
          <p:cNvPr id="7" name="Slide Number">
            <a:extLst>
              <a:ext uri="{FF2B5EF4-FFF2-40B4-BE49-F238E27FC236}">
                <a16:creationId xmlns:a16="http://schemas.microsoft.com/office/drawing/2014/main" id="{219EFD5E-874A-DCAB-55D5-D376C79F2C67}"/>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6" name="Text Placeholder 10">
            <a:extLst>
              <a:ext uri="{FF2B5EF4-FFF2-40B4-BE49-F238E27FC236}">
                <a16:creationId xmlns:a16="http://schemas.microsoft.com/office/drawing/2014/main" id="{0813F20A-BEE4-B8A6-B7C6-A452A39FAD7F}"/>
              </a:ext>
            </a:extLst>
          </p:cNvPr>
          <p:cNvSpPr>
            <a:spLocks noGrp="1"/>
          </p:cNvSpPr>
          <p:nvPr>
            <p:ph type="body" sz="quarter" idx="12"/>
          </p:nvPr>
        </p:nvSpPr>
        <p:spPr>
          <a:xfrm>
            <a:off x="3332774" y="3336925"/>
            <a:ext cx="2477701" cy="247802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8" name="Text Placeholder 10">
            <a:extLst>
              <a:ext uri="{FF2B5EF4-FFF2-40B4-BE49-F238E27FC236}">
                <a16:creationId xmlns:a16="http://schemas.microsoft.com/office/drawing/2014/main" id="{150973AC-ED14-F5BF-FFA2-3AA73BE9F47C}"/>
              </a:ext>
            </a:extLst>
          </p:cNvPr>
          <p:cNvSpPr>
            <a:spLocks noGrp="1"/>
          </p:cNvSpPr>
          <p:nvPr>
            <p:ph type="body" sz="quarter" idx="13"/>
          </p:nvPr>
        </p:nvSpPr>
        <p:spPr>
          <a:xfrm>
            <a:off x="6380919" y="3336925"/>
            <a:ext cx="2477701" cy="247802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9" name="Text Placeholder 10">
            <a:extLst>
              <a:ext uri="{FF2B5EF4-FFF2-40B4-BE49-F238E27FC236}">
                <a16:creationId xmlns:a16="http://schemas.microsoft.com/office/drawing/2014/main" id="{BE127C12-10BF-D35C-4112-2B9F89481529}"/>
              </a:ext>
            </a:extLst>
          </p:cNvPr>
          <p:cNvSpPr>
            <a:spLocks noGrp="1"/>
          </p:cNvSpPr>
          <p:nvPr>
            <p:ph type="body" sz="quarter" idx="14"/>
          </p:nvPr>
        </p:nvSpPr>
        <p:spPr>
          <a:xfrm>
            <a:off x="9428522" y="3336925"/>
            <a:ext cx="2473130" cy="247802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Tree>
    <p:extLst>
      <p:ext uri="{BB962C8B-B14F-4D97-AF65-F5344CB8AC3E}">
        <p14:creationId xmlns:p14="http://schemas.microsoft.com/office/powerpoint/2010/main" val="3961136399"/>
      </p:ext>
    </p:extLst>
  </p:cSld>
  <p:clrMapOvr>
    <a:masterClrMapping/>
  </p:clrMapOvr>
  <p:transition spd="med"/>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Boxes, 6 stacked, icon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A5819-78ED-4475-16CD-65C8A2C5EC85}"/>
              </a:ext>
            </a:extLst>
          </p:cNvPr>
          <p:cNvSpPr>
            <a:spLocks noGrp="1"/>
          </p:cNvSpPr>
          <p:nvPr>
            <p:ph type="title"/>
          </p:nvPr>
        </p:nvSpPr>
        <p:spPr>
          <a:xfrm>
            <a:off x="287963" y="288036"/>
            <a:ext cx="2474590" cy="1997964"/>
          </a:xfrm>
        </p:spPr>
        <p:txBody>
          <a:bodyPr/>
          <a:lstStyle>
            <a:lvl1pPr>
              <a:lnSpc>
                <a:spcPct val="110000"/>
              </a:lnSpc>
              <a:defRPr sz="1400">
                <a:solidFill>
                  <a:schemeClr val="tx2"/>
                </a:solidFill>
              </a:defRPr>
            </a:lvl1pPr>
          </a:lstStyle>
          <a:p>
            <a:r>
              <a:rPr lang="en-GB"/>
              <a:t>Click to edit Master title style</a:t>
            </a:r>
            <a:endParaRPr lang="en-US" dirty="0"/>
          </a:p>
        </p:txBody>
      </p:sp>
      <p:sp>
        <p:nvSpPr>
          <p:cNvPr id="16" name="Picture Placeholder 15" descr="Place icon here">
            <a:extLst>
              <a:ext uri="{FF2B5EF4-FFF2-40B4-BE49-F238E27FC236}">
                <a16:creationId xmlns:a16="http://schemas.microsoft.com/office/drawing/2014/main" id="{DD1F0C48-79E5-E356-43FC-0FCF2DE89A20}"/>
              </a:ext>
            </a:extLst>
          </p:cNvPr>
          <p:cNvSpPr>
            <a:spLocks noGrp="1"/>
          </p:cNvSpPr>
          <p:nvPr>
            <p:ph type="pic" sz="quarter" idx="17" hasCustomPrompt="1"/>
          </p:nvPr>
        </p:nvSpPr>
        <p:spPr>
          <a:xfrm>
            <a:off x="3333316" y="288036"/>
            <a:ext cx="201142" cy="201613"/>
          </a:xfrm>
        </p:spPr>
        <p:txBody>
          <a:bodyPr/>
          <a:lstStyle>
            <a:lvl1pPr>
              <a:defRPr sz="700">
                <a:solidFill>
                  <a:schemeClr val="tx1"/>
                </a:solidFill>
              </a:defRPr>
            </a:lvl1pPr>
          </a:lstStyle>
          <a:p>
            <a:r>
              <a:rPr lang="en-US" dirty="0"/>
              <a:t>Icon</a:t>
            </a:r>
          </a:p>
        </p:txBody>
      </p:sp>
      <p:sp>
        <p:nvSpPr>
          <p:cNvPr id="5" name="Text Placeholder 4">
            <a:extLst>
              <a:ext uri="{FF2B5EF4-FFF2-40B4-BE49-F238E27FC236}">
                <a16:creationId xmlns:a16="http://schemas.microsoft.com/office/drawing/2014/main" id="{B3148C06-F3C6-0E95-A225-29F730DD158B}"/>
              </a:ext>
            </a:extLst>
          </p:cNvPr>
          <p:cNvSpPr>
            <a:spLocks noGrp="1"/>
          </p:cNvSpPr>
          <p:nvPr>
            <p:ph type="body" sz="quarter" idx="11"/>
          </p:nvPr>
        </p:nvSpPr>
        <p:spPr>
          <a:xfrm>
            <a:off x="3333316" y="762000"/>
            <a:ext cx="2477701" cy="1999551"/>
          </a:xfrm>
        </p:spPr>
        <p:txBody>
          <a:bodyPr/>
          <a:lstStyle>
            <a:lvl1pPr>
              <a:lnSpc>
                <a:spcPct val="110000"/>
              </a:lnSpc>
              <a:spcBef>
                <a:spcPts val="0"/>
              </a:spcBef>
              <a:defRPr sz="1200">
                <a:solidFill>
                  <a:schemeClr val="tx1"/>
                </a:solidFill>
              </a:defRPr>
            </a:lvl1pPr>
            <a:lvl2pPr marL="109706" indent="-109706">
              <a:lnSpc>
                <a:spcPct val="110000"/>
              </a:lnSpc>
              <a:spcBef>
                <a:spcPts val="0"/>
              </a:spcBef>
              <a:defRPr sz="1200">
                <a:solidFill>
                  <a:schemeClr val="tx1"/>
                </a:solidFill>
              </a:defRPr>
            </a:lvl2pPr>
            <a:lvl3pPr marL="219412" indent="-109706">
              <a:lnSpc>
                <a:spcPct val="110000"/>
              </a:lnSpc>
              <a:spcBef>
                <a:spcPts val="0"/>
              </a:spcBef>
              <a:defRPr sz="1200">
                <a:solidFill>
                  <a:schemeClr val="tx1"/>
                </a:solidFill>
              </a:defRPr>
            </a:lvl3pPr>
            <a:lvl4pPr marL="329118" indent="-109706">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7" name="Picture Placeholder 15" descr="Place icon here">
            <a:extLst>
              <a:ext uri="{FF2B5EF4-FFF2-40B4-BE49-F238E27FC236}">
                <a16:creationId xmlns:a16="http://schemas.microsoft.com/office/drawing/2014/main" id="{18E9E323-0756-7849-8F52-19C58A517BD5}"/>
              </a:ext>
            </a:extLst>
          </p:cNvPr>
          <p:cNvSpPr>
            <a:spLocks noGrp="1"/>
          </p:cNvSpPr>
          <p:nvPr>
            <p:ph type="pic" sz="quarter" idx="18" hasCustomPrompt="1"/>
          </p:nvPr>
        </p:nvSpPr>
        <p:spPr>
          <a:xfrm>
            <a:off x="6389168" y="288036"/>
            <a:ext cx="201142" cy="201613"/>
          </a:xfrm>
        </p:spPr>
        <p:txBody>
          <a:bodyPr/>
          <a:lstStyle>
            <a:lvl1pPr>
              <a:defRPr sz="700">
                <a:solidFill>
                  <a:schemeClr val="tx1"/>
                </a:solidFill>
              </a:defRPr>
            </a:lvl1pPr>
          </a:lstStyle>
          <a:p>
            <a:r>
              <a:rPr lang="en-US" dirty="0"/>
              <a:t>Icon</a:t>
            </a:r>
          </a:p>
        </p:txBody>
      </p:sp>
      <p:sp>
        <p:nvSpPr>
          <p:cNvPr id="6" name="Text Placeholder 4">
            <a:extLst>
              <a:ext uri="{FF2B5EF4-FFF2-40B4-BE49-F238E27FC236}">
                <a16:creationId xmlns:a16="http://schemas.microsoft.com/office/drawing/2014/main" id="{81FD5E03-A007-B728-4616-E05622A43A3D}"/>
              </a:ext>
            </a:extLst>
          </p:cNvPr>
          <p:cNvSpPr>
            <a:spLocks noGrp="1"/>
          </p:cNvSpPr>
          <p:nvPr>
            <p:ph type="body" sz="quarter" idx="12"/>
          </p:nvPr>
        </p:nvSpPr>
        <p:spPr>
          <a:xfrm>
            <a:off x="6389168" y="762000"/>
            <a:ext cx="2476178" cy="1999551"/>
          </a:xfrm>
        </p:spPr>
        <p:txBody>
          <a:bodyPr/>
          <a:lstStyle>
            <a:lvl1pPr>
              <a:lnSpc>
                <a:spcPct val="110000"/>
              </a:lnSpc>
              <a:spcBef>
                <a:spcPts val="0"/>
              </a:spcBef>
              <a:defRPr sz="1200">
                <a:solidFill>
                  <a:schemeClr val="tx1"/>
                </a:solidFill>
              </a:defRPr>
            </a:lvl1pPr>
            <a:lvl2pPr marL="109706" indent="-109706">
              <a:lnSpc>
                <a:spcPct val="110000"/>
              </a:lnSpc>
              <a:spcBef>
                <a:spcPts val="0"/>
              </a:spcBef>
              <a:defRPr sz="1200">
                <a:solidFill>
                  <a:schemeClr val="tx1"/>
                </a:solidFill>
              </a:defRPr>
            </a:lvl2pPr>
            <a:lvl3pPr marL="219412" indent="-109706">
              <a:lnSpc>
                <a:spcPct val="110000"/>
              </a:lnSpc>
              <a:spcBef>
                <a:spcPts val="0"/>
              </a:spcBef>
              <a:defRPr sz="1200">
                <a:solidFill>
                  <a:schemeClr val="tx1"/>
                </a:solidFill>
              </a:defRPr>
            </a:lvl3pPr>
            <a:lvl4pPr marL="329118" indent="-109706">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8" name="Picture Placeholder 15" descr="Place icon here">
            <a:extLst>
              <a:ext uri="{FF2B5EF4-FFF2-40B4-BE49-F238E27FC236}">
                <a16:creationId xmlns:a16="http://schemas.microsoft.com/office/drawing/2014/main" id="{7C3BFFDB-5499-B3D7-98B2-1ABDA7D5C9DD}"/>
              </a:ext>
            </a:extLst>
          </p:cNvPr>
          <p:cNvSpPr>
            <a:spLocks noGrp="1"/>
          </p:cNvSpPr>
          <p:nvPr>
            <p:ph type="pic" sz="quarter" idx="19" hasCustomPrompt="1"/>
          </p:nvPr>
        </p:nvSpPr>
        <p:spPr>
          <a:xfrm>
            <a:off x="9428523" y="288036"/>
            <a:ext cx="201142" cy="201613"/>
          </a:xfrm>
        </p:spPr>
        <p:txBody>
          <a:bodyPr/>
          <a:lstStyle>
            <a:lvl1pPr>
              <a:defRPr sz="700">
                <a:solidFill>
                  <a:schemeClr val="tx1"/>
                </a:solidFill>
              </a:defRPr>
            </a:lvl1pPr>
          </a:lstStyle>
          <a:p>
            <a:r>
              <a:rPr lang="en-US" dirty="0"/>
              <a:t>Icon</a:t>
            </a:r>
          </a:p>
        </p:txBody>
      </p:sp>
      <p:sp>
        <p:nvSpPr>
          <p:cNvPr id="7" name="Text Placeholder 4">
            <a:extLst>
              <a:ext uri="{FF2B5EF4-FFF2-40B4-BE49-F238E27FC236}">
                <a16:creationId xmlns:a16="http://schemas.microsoft.com/office/drawing/2014/main" id="{EEC06719-7195-BBE7-0154-56A039A4B388}"/>
              </a:ext>
            </a:extLst>
          </p:cNvPr>
          <p:cNvSpPr>
            <a:spLocks noGrp="1"/>
          </p:cNvSpPr>
          <p:nvPr>
            <p:ph type="body" sz="quarter" idx="13"/>
          </p:nvPr>
        </p:nvSpPr>
        <p:spPr>
          <a:xfrm>
            <a:off x="9428523" y="761999"/>
            <a:ext cx="2473130" cy="1999550"/>
          </a:xfrm>
        </p:spPr>
        <p:txBody>
          <a:bodyPr/>
          <a:lstStyle>
            <a:lvl1pPr>
              <a:lnSpc>
                <a:spcPct val="110000"/>
              </a:lnSpc>
              <a:spcBef>
                <a:spcPts val="0"/>
              </a:spcBef>
              <a:defRPr sz="1200">
                <a:solidFill>
                  <a:schemeClr val="tx1"/>
                </a:solidFill>
              </a:defRPr>
            </a:lvl1pPr>
            <a:lvl2pPr marL="109706" indent="-109706">
              <a:lnSpc>
                <a:spcPct val="110000"/>
              </a:lnSpc>
              <a:spcBef>
                <a:spcPts val="0"/>
              </a:spcBef>
              <a:defRPr sz="1200">
                <a:solidFill>
                  <a:schemeClr val="tx1"/>
                </a:solidFill>
              </a:defRPr>
            </a:lvl2pPr>
            <a:lvl3pPr marL="219412" indent="-109706">
              <a:lnSpc>
                <a:spcPct val="110000"/>
              </a:lnSpc>
              <a:spcBef>
                <a:spcPts val="0"/>
              </a:spcBef>
              <a:defRPr sz="1200">
                <a:solidFill>
                  <a:schemeClr val="tx1"/>
                </a:solidFill>
              </a:defRPr>
            </a:lvl3pPr>
            <a:lvl4pPr marL="329118" indent="-109706">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cxnSp>
        <p:nvCxnSpPr>
          <p:cNvPr id="23" name="Straight Connector 22" descr="Horizontal row divider">
            <a:extLst>
              <a:ext uri="{FF2B5EF4-FFF2-40B4-BE49-F238E27FC236}">
                <a16:creationId xmlns:a16="http://schemas.microsoft.com/office/drawing/2014/main" id="{252CDB94-BA57-B58F-95F0-D406FE34BB40}"/>
              </a:ext>
              <a:ext uri="{C183D7F6-B498-43B3-948B-1728B52AA6E4}">
                <adec:decorative xmlns:adec="http://schemas.microsoft.com/office/drawing/2017/decorative" val="0"/>
              </a:ext>
            </a:extLst>
          </p:cNvPr>
          <p:cNvCxnSpPr>
            <a:cxnSpLocks/>
          </p:cNvCxnSpPr>
          <p:nvPr userDrawn="1"/>
        </p:nvCxnSpPr>
        <p:spPr bwMode="auto">
          <a:xfrm>
            <a:off x="3047603" y="3048000"/>
            <a:ext cx="8860271"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9" name="Picture Placeholder 15" descr="Place icon here">
            <a:extLst>
              <a:ext uri="{FF2B5EF4-FFF2-40B4-BE49-F238E27FC236}">
                <a16:creationId xmlns:a16="http://schemas.microsoft.com/office/drawing/2014/main" id="{C00295A2-8D30-455D-EBB9-FA7A46791936}"/>
              </a:ext>
            </a:extLst>
          </p:cNvPr>
          <p:cNvSpPr>
            <a:spLocks noGrp="1"/>
          </p:cNvSpPr>
          <p:nvPr>
            <p:ph type="pic" sz="quarter" idx="20" hasCustomPrompt="1"/>
          </p:nvPr>
        </p:nvSpPr>
        <p:spPr>
          <a:xfrm>
            <a:off x="3333316" y="3347315"/>
            <a:ext cx="201142" cy="201613"/>
          </a:xfrm>
        </p:spPr>
        <p:txBody>
          <a:bodyPr/>
          <a:lstStyle>
            <a:lvl1pPr>
              <a:defRPr sz="700">
                <a:solidFill>
                  <a:schemeClr val="tx1"/>
                </a:solidFill>
              </a:defRPr>
            </a:lvl1pPr>
          </a:lstStyle>
          <a:p>
            <a:r>
              <a:rPr lang="en-US" dirty="0"/>
              <a:t>Icon</a:t>
            </a:r>
          </a:p>
        </p:txBody>
      </p:sp>
      <p:sp>
        <p:nvSpPr>
          <p:cNvPr id="8" name="Text Placeholder 4">
            <a:extLst>
              <a:ext uri="{FF2B5EF4-FFF2-40B4-BE49-F238E27FC236}">
                <a16:creationId xmlns:a16="http://schemas.microsoft.com/office/drawing/2014/main" id="{2704E464-B0E0-CDD0-B14B-FA6386285AEC}"/>
              </a:ext>
            </a:extLst>
          </p:cNvPr>
          <p:cNvSpPr>
            <a:spLocks noGrp="1"/>
          </p:cNvSpPr>
          <p:nvPr>
            <p:ph type="body" sz="quarter" idx="14"/>
          </p:nvPr>
        </p:nvSpPr>
        <p:spPr>
          <a:xfrm>
            <a:off x="3333316" y="3811797"/>
            <a:ext cx="2477701" cy="1999148"/>
          </a:xfrm>
        </p:spPr>
        <p:txBody>
          <a:bodyPr/>
          <a:lstStyle>
            <a:lvl1pPr>
              <a:lnSpc>
                <a:spcPct val="110000"/>
              </a:lnSpc>
              <a:spcBef>
                <a:spcPts val="0"/>
              </a:spcBef>
              <a:defRPr sz="1200">
                <a:solidFill>
                  <a:schemeClr val="tx1"/>
                </a:solidFill>
              </a:defRPr>
            </a:lvl1pPr>
            <a:lvl2pPr marL="109706" indent="-109706">
              <a:lnSpc>
                <a:spcPct val="110000"/>
              </a:lnSpc>
              <a:spcBef>
                <a:spcPts val="0"/>
              </a:spcBef>
              <a:defRPr sz="1200">
                <a:solidFill>
                  <a:schemeClr val="tx1"/>
                </a:solidFill>
              </a:defRPr>
            </a:lvl2pPr>
            <a:lvl3pPr marL="219412" indent="-109706">
              <a:lnSpc>
                <a:spcPct val="110000"/>
              </a:lnSpc>
              <a:spcBef>
                <a:spcPts val="0"/>
              </a:spcBef>
              <a:defRPr sz="1200">
                <a:solidFill>
                  <a:schemeClr val="tx1"/>
                </a:solidFill>
              </a:defRPr>
            </a:lvl3pPr>
            <a:lvl4pPr marL="329118" indent="-109706">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20" name="Picture Placeholder 15" descr="Place icon here">
            <a:extLst>
              <a:ext uri="{FF2B5EF4-FFF2-40B4-BE49-F238E27FC236}">
                <a16:creationId xmlns:a16="http://schemas.microsoft.com/office/drawing/2014/main" id="{F30F0F2C-CA19-3A79-4375-EB8A00FA887C}"/>
              </a:ext>
            </a:extLst>
          </p:cNvPr>
          <p:cNvSpPr>
            <a:spLocks noGrp="1"/>
          </p:cNvSpPr>
          <p:nvPr>
            <p:ph type="pic" sz="quarter" idx="21" hasCustomPrompt="1"/>
          </p:nvPr>
        </p:nvSpPr>
        <p:spPr>
          <a:xfrm>
            <a:off x="6389168" y="3347315"/>
            <a:ext cx="201142" cy="201613"/>
          </a:xfrm>
        </p:spPr>
        <p:txBody>
          <a:bodyPr/>
          <a:lstStyle>
            <a:lvl1pPr>
              <a:defRPr sz="700">
                <a:solidFill>
                  <a:schemeClr val="tx1"/>
                </a:solidFill>
              </a:defRPr>
            </a:lvl1pPr>
          </a:lstStyle>
          <a:p>
            <a:r>
              <a:rPr lang="en-US" dirty="0"/>
              <a:t>Icon</a:t>
            </a:r>
          </a:p>
        </p:txBody>
      </p:sp>
      <p:sp>
        <p:nvSpPr>
          <p:cNvPr id="9" name="Text Placeholder 4">
            <a:extLst>
              <a:ext uri="{FF2B5EF4-FFF2-40B4-BE49-F238E27FC236}">
                <a16:creationId xmlns:a16="http://schemas.microsoft.com/office/drawing/2014/main" id="{E96B64B8-6DA8-8704-DD30-37587B3E6824}"/>
              </a:ext>
            </a:extLst>
          </p:cNvPr>
          <p:cNvSpPr>
            <a:spLocks noGrp="1"/>
          </p:cNvSpPr>
          <p:nvPr>
            <p:ph type="body" sz="quarter" idx="15"/>
          </p:nvPr>
        </p:nvSpPr>
        <p:spPr>
          <a:xfrm>
            <a:off x="6389168" y="3811797"/>
            <a:ext cx="2477701" cy="1999146"/>
          </a:xfrm>
        </p:spPr>
        <p:txBody>
          <a:bodyPr/>
          <a:lstStyle>
            <a:lvl1pPr>
              <a:lnSpc>
                <a:spcPct val="110000"/>
              </a:lnSpc>
              <a:spcBef>
                <a:spcPts val="0"/>
              </a:spcBef>
              <a:defRPr sz="1200">
                <a:solidFill>
                  <a:schemeClr val="tx1"/>
                </a:solidFill>
              </a:defRPr>
            </a:lvl1pPr>
            <a:lvl2pPr marL="109706" indent="-109706">
              <a:lnSpc>
                <a:spcPct val="110000"/>
              </a:lnSpc>
              <a:spcBef>
                <a:spcPts val="0"/>
              </a:spcBef>
              <a:defRPr sz="1200">
                <a:solidFill>
                  <a:schemeClr val="tx1"/>
                </a:solidFill>
              </a:defRPr>
            </a:lvl2pPr>
            <a:lvl3pPr marL="219412" indent="-109706">
              <a:lnSpc>
                <a:spcPct val="110000"/>
              </a:lnSpc>
              <a:spcBef>
                <a:spcPts val="0"/>
              </a:spcBef>
              <a:defRPr sz="1200">
                <a:solidFill>
                  <a:schemeClr val="tx1"/>
                </a:solidFill>
              </a:defRPr>
            </a:lvl3pPr>
            <a:lvl4pPr marL="329118" indent="-109706">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21" name="Picture Placeholder 15" descr="Place icon here">
            <a:extLst>
              <a:ext uri="{FF2B5EF4-FFF2-40B4-BE49-F238E27FC236}">
                <a16:creationId xmlns:a16="http://schemas.microsoft.com/office/drawing/2014/main" id="{9354D8C6-F61D-3FC1-07F8-FEE730E2D7A8}"/>
              </a:ext>
            </a:extLst>
          </p:cNvPr>
          <p:cNvSpPr>
            <a:spLocks noGrp="1"/>
          </p:cNvSpPr>
          <p:nvPr>
            <p:ph type="pic" sz="quarter" idx="22" hasCustomPrompt="1"/>
          </p:nvPr>
        </p:nvSpPr>
        <p:spPr>
          <a:xfrm>
            <a:off x="9428523" y="3347315"/>
            <a:ext cx="201142" cy="201613"/>
          </a:xfrm>
        </p:spPr>
        <p:txBody>
          <a:bodyPr/>
          <a:lstStyle>
            <a:lvl1pPr>
              <a:defRPr sz="700">
                <a:solidFill>
                  <a:schemeClr val="tx1"/>
                </a:solidFill>
              </a:defRPr>
            </a:lvl1pPr>
          </a:lstStyle>
          <a:p>
            <a:r>
              <a:rPr lang="en-US" dirty="0"/>
              <a:t>Icon</a:t>
            </a:r>
          </a:p>
        </p:txBody>
      </p:sp>
      <p:sp>
        <p:nvSpPr>
          <p:cNvPr id="10" name="Text Placeholder 4">
            <a:extLst>
              <a:ext uri="{FF2B5EF4-FFF2-40B4-BE49-F238E27FC236}">
                <a16:creationId xmlns:a16="http://schemas.microsoft.com/office/drawing/2014/main" id="{AF965C82-A0A6-A670-C10A-6073DD3549EB}"/>
              </a:ext>
            </a:extLst>
          </p:cNvPr>
          <p:cNvSpPr>
            <a:spLocks noGrp="1"/>
          </p:cNvSpPr>
          <p:nvPr>
            <p:ph type="body" sz="quarter" idx="16"/>
          </p:nvPr>
        </p:nvSpPr>
        <p:spPr>
          <a:xfrm>
            <a:off x="9428523" y="3811797"/>
            <a:ext cx="2473130" cy="1999144"/>
          </a:xfrm>
        </p:spPr>
        <p:txBody>
          <a:bodyPr/>
          <a:lstStyle>
            <a:lvl1pPr>
              <a:lnSpc>
                <a:spcPct val="110000"/>
              </a:lnSpc>
              <a:spcBef>
                <a:spcPts val="0"/>
              </a:spcBef>
              <a:defRPr sz="1200">
                <a:solidFill>
                  <a:schemeClr val="tx1"/>
                </a:solidFill>
              </a:defRPr>
            </a:lvl1pPr>
            <a:lvl2pPr marL="109706" indent="-109706">
              <a:lnSpc>
                <a:spcPct val="110000"/>
              </a:lnSpc>
              <a:spcBef>
                <a:spcPts val="0"/>
              </a:spcBef>
              <a:defRPr sz="1200">
                <a:solidFill>
                  <a:schemeClr val="tx1"/>
                </a:solidFill>
              </a:defRPr>
            </a:lvl2pPr>
            <a:lvl3pPr marL="219412" indent="-109706">
              <a:lnSpc>
                <a:spcPct val="110000"/>
              </a:lnSpc>
              <a:spcBef>
                <a:spcPts val="0"/>
              </a:spcBef>
              <a:defRPr sz="1200">
                <a:solidFill>
                  <a:schemeClr val="tx1"/>
                </a:solidFill>
              </a:defRPr>
            </a:lvl3pPr>
            <a:lvl4pPr marL="329118" indent="-109706">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3" name="Footer Placeholder 3">
            <a:extLst>
              <a:ext uri="{FF2B5EF4-FFF2-40B4-BE49-F238E27FC236}">
                <a16:creationId xmlns:a16="http://schemas.microsoft.com/office/drawing/2014/main" id="{56C9A7FC-6BA2-EF1D-18D5-F605D8C7C003}"/>
              </a:ext>
            </a:extLst>
          </p:cNvPr>
          <p:cNvSpPr>
            <a:spLocks noGrp="1"/>
          </p:cNvSpPr>
          <p:nvPr>
            <p:ph type="ftr" sz="quarter" idx="23"/>
          </p:nvPr>
        </p:nvSpPr>
        <p:spPr>
          <a:xfrm>
            <a:off x="287963" y="6408000"/>
            <a:ext cx="2477765" cy="190500"/>
          </a:xfrm>
        </p:spPr>
        <p:txBody>
          <a:bodyPr/>
          <a:lstStyle/>
          <a:p>
            <a:endParaRPr lang="en-US" dirty="0"/>
          </a:p>
        </p:txBody>
      </p:sp>
      <p:sp>
        <p:nvSpPr>
          <p:cNvPr id="12" name="Slide Number">
            <a:extLst>
              <a:ext uri="{FF2B5EF4-FFF2-40B4-BE49-F238E27FC236}">
                <a16:creationId xmlns:a16="http://schemas.microsoft.com/office/drawing/2014/main" id="{C0294F07-890E-B2F9-0CAD-1B5AFB7648AB}"/>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cxnSp>
        <p:nvCxnSpPr>
          <p:cNvPr id="4" name="Straight Connector 3" descr="Vertical column divider">
            <a:extLst>
              <a:ext uri="{FF2B5EF4-FFF2-40B4-BE49-F238E27FC236}">
                <a16:creationId xmlns:a16="http://schemas.microsoft.com/office/drawing/2014/main" id="{0E795639-6102-AB6C-5918-29F86236BFD2}"/>
              </a:ext>
            </a:extLst>
          </p:cNvPr>
          <p:cNvCxnSpPr>
            <a:cxnSpLocks/>
          </p:cNvCxnSpPr>
          <p:nvPr userDrawn="1"/>
        </p:nvCxnSpPr>
        <p:spPr bwMode="auto">
          <a:xfrm>
            <a:off x="3047603" y="285051"/>
            <a:ext cx="0" cy="581104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1" name="Straight Connector 10" descr="Vertical column divider">
            <a:extLst>
              <a:ext uri="{FF2B5EF4-FFF2-40B4-BE49-F238E27FC236}">
                <a16:creationId xmlns:a16="http://schemas.microsoft.com/office/drawing/2014/main" id="{357E5319-53C7-E291-189E-B5A9A71EC85F}"/>
              </a:ext>
            </a:extLst>
          </p:cNvPr>
          <p:cNvCxnSpPr>
            <a:cxnSpLocks/>
          </p:cNvCxnSpPr>
          <p:nvPr userDrawn="1"/>
        </p:nvCxnSpPr>
        <p:spPr bwMode="auto">
          <a:xfrm>
            <a:off x="6095270" y="285051"/>
            <a:ext cx="0" cy="5812536"/>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 name="Straight Connector 12" descr="Vertical column divider">
            <a:extLst>
              <a:ext uri="{FF2B5EF4-FFF2-40B4-BE49-F238E27FC236}">
                <a16:creationId xmlns:a16="http://schemas.microsoft.com/office/drawing/2014/main" id="{C5786CF5-FEFB-F111-90C8-4410630FD7A3}"/>
              </a:ext>
            </a:extLst>
          </p:cNvPr>
          <p:cNvCxnSpPr>
            <a:cxnSpLocks/>
          </p:cNvCxnSpPr>
          <p:nvPr userDrawn="1"/>
        </p:nvCxnSpPr>
        <p:spPr bwMode="auto">
          <a:xfrm>
            <a:off x="9142810" y="285051"/>
            <a:ext cx="0" cy="581104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206861602"/>
      </p:ext>
    </p:extLst>
  </p:cSld>
  <p:clrMapOvr>
    <a:masterClrMapping/>
  </p:clrMapOvr>
  <p:transition spd="med"/>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Boxes, 6 stacked, alternate,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3E52F-EEA1-D56F-5E7A-C1983151DCC0}"/>
              </a:ext>
            </a:extLst>
          </p:cNvPr>
          <p:cNvSpPr>
            <a:spLocks noGrp="1"/>
          </p:cNvSpPr>
          <p:nvPr>
            <p:ph type="title"/>
          </p:nvPr>
        </p:nvSpPr>
        <p:spPr>
          <a:xfrm>
            <a:off x="287963" y="192024"/>
            <a:ext cx="5519019" cy="1706563"/>
          </a:xfrm>
        </p:spPr>
        <p:txBody>
          <a:bodyPr rIns="457200"/>
          <a:lstStyle>
            <a:lvl1pPr>
              <a:lnSpc>
                <a:spcPct val="100000"/>
              </a:lnSpc>
              <a:defRPr sz="3399">
                <a:solidFill>
                  <a:schemeClr val="tx2"/>
                </a:solidFill>
              </a:defRPr>
            </a:lvl1pPr>
          </a:lstStyle>
          <a:p>
            <a:r>
              <a:rPr lang="en-GB"/>
              <a:t>Click to edit Master title style</a:t>
            </a:r>
            <a:endParaRPr lang="en-US" dirty="0"/>
          </a:p>
        </p:txBody>
      </p:sp>
      <p:sp>
        <p:nvSpPr>
          <p:cNvPr id="7" name="Text Placeholder 6">
            <a:extLst>
              <a:ext uri="{FF2B5EF4-FFF2-40B4-BE49-F238E27FC236}">
                <a16:creationId xmlns:a16="http://schemas.microsoft.com/office/drawing/2014/main" id="{6D534223-A15F-A9E6-C7FA-95FFDF117A57}"/>
              </a:ext>
            </a:extLst>
          </p:cNvPr>
          <p:cNvSpPr>
            <a:spLocks noGrp="1"/>
          </p:cNvSpPr>
          <p:nvPr>
            <p:ph type="body" sz="quarter" idx="12"/>
          </p:nvPr>
        </p:nvSpPr>
        <p:spPr>
          <a:xfrm>
            <a:off x="6389168" y="288036"/>
            <a:ext cx="2476178" cy="247729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cxnSp>
        <p:nvCxnSpPr>
          <p:cNvPr id="19" name="Straight Connector 18" descr="Vertical column divider">
            <a:extLst>
              <a:ext uri="{FF2B5EF4-FFF2-40B4-BE49-F238E27FC236}">
                <a16:creationId xmlns:a16="http://schemas.microsoft.com/office/drawing/2014/main" id="{B87B78A1-A315-98D3-1692-18AAAF4C6002}"/>
              </a:ext>
              <a:ext uri="{C183D7F6-B498-43B3-948B-1728B52AA6E4}">
                <adec:decorative xmlns:adec="http://schemas.microsoft.com/office/drawing/2017/decorative" val="0"/>
              </a:ext>
            </a:extLst>
          </p:cNvPr>
          <p:cNvCxnSpPr>
            <a:cxnSpLocks/>
          </p:cNvCxnSpPr>
          <p:nvPr userDrawn="1"/>
        </p:nvCxnSpPr>
        <p:spPr bwMode="auto">
          <a:xfrm>
            <a:off x="9142810" y="286569"/>
            <a:ext cx="0" cy="5811019"/>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8" name="Text Placeholder 6">
            <a:extLst>
              <a:ext uri="{FF2B5EF4-FFF2-40B4-BE49-F238E27FC236}">
                <a16:creationId xmlns:a16="http://schemas.microsoft.com/office/drawing/2014/main" id="{C1675E3B-BB72-1CF2-CC6C-1977AEAF5921}"/>
              </a:ext>
            </a:extLst>
          </p:cNvPr>
          <p:cNvSpPr>
            <a:spLocks noGrp="1"/>
          </p:cNvSpPr>
          <p:nvPr userDrawn="1">
            <p:ph type="body" sz="quarter" idx="13"/>
          </p:nvPr>
        </p:nvSpPr>
        <p:spPr>
          <a:xfrm>
            <a:off x="9430109" y="288036"/>
            <a:ext cx="2476178" cy="247729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cxnSp>
        <p:nvCxnSpPr>
          <p:cNvPr id="16" name="Straight Connector 15" descr="Horizontal row divider">
            <a:extLst>
              <a:ext uri="{FF2B5EF4-FFF2-40B4-BE49-F238E27FC236}">
                <a16:creationId xmlns:a16="http://schemas.microsoft.com/office/drawing/2014/main" id="{4F455E69-0B51-1D31-E569-651079398D33}"/>
              </a:ext>
              <a:ext uri="{C183D7F6-B498-43B3-948B-1728B52AA6E4}">
                <adec:decorative xmlns:adec="http://schemas.microsoft.com/office/drawing/2017/decorative" val="0"/>
              </a:ext>
            </a:extLst>
          </p:cNvPr>
          <p:cNvCxnSpPr>
            <a:cxnSpLocks/>
          </p:cNvCxnSpPr>
          <p:nvPr userDrawn="1"/>
        </p:nvCxnSpPr>
        <p:spPr bwMode="auto">
          <a:xfrm>
            <a:off x="287999" y="3048000"/>
            <a:ext cx="11612733"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8" name="Straight Connector 17" descr="Vertical column divider">
            <a:extLst>
              <a:ext uri="{FF2B5EF4-FFF2-40B4-BE49-F238E27FC236}">
                <a16:creationId xmlns:a16="http://schemas.microsoft.com/office/drawing/2014/main" id="{54C560F4-CB2D-6B04-588B-57BB4D4E6DC3}"/>
              </a:ext>
              <a:ext uri="{C183D7F6-B498-43B3-948B-1728B52AA6E4}">
                <adec:decorative xmlns:adec="http://schemas.microsoft.com/office/drawing/2017/decorative" val="0"/>
              </a:ext>
            </a:extLst>
          </p:cNvPr>
          <p:cNvCxnSpPr>
            <a:cxnSpLocks/>
          </p:cNvCxnSpPr>
          <p:nvPr userDrawn="1"/>
        </p:nvCxnSpPr>
        <p:spPr bwMode="auto">
          <a:xfrm>
            <a:off x="3047603" y="3048000"/>
            <a:ext cx="0" cy="304958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3" name="Footer Placeholder 3">
            <a:extLst>
              <a:ext uri="{FF2B5EF4-FFF2-40B4-BE49-F238E27FC236}">
                <a16:creationId xmlns:a16="http://schemas.microsoft.com/office/drawing/2014/main" id="{59A0B1DF-AF8B-38B3-B47C-60722DFBF162}"/>
              </a:ext>
            </a:extLst>
          </p:cNvPr>
          <p:cNvSpPr>
            <a:spLocks noGrp="1"/>
          </p:cNvSpPr>
          <p:nvPr userDrawn="1">
            <p:ph type="ftr" sz="quarter" idx="18"/>
          </p:nvPr>
        </p:nvSpPr>
        <p:spPr>
          <a:xfrm>
            <a:off x="287963" y="6408000"/>
            <a:ext cx="2477765" cy="190500"/>
          </a:xfrm>
        </p:spPr>
        <p:txBody>
          <a:bodyPr/>
          <a:lstStyle/>
          <a:p>
            <a:endParaRPr lang="en-US" dirty="0"/>
          </a:p>
        </p:txBody>
      </p:sp>
      <p:sp>
        <p:nvSpPr>
          <p:cNvPr id="6" name="Slide Number">
            <a:extLst>
              <a:ext uri="{FF2B5EF4-FFF2-40B4-BE49-F238E27FC236}">
                <a16:creationId xmlns:a16="http://schemas.microsoft.com/office/drawing/2014/main" id="{EFD38FC2-A92F-D3A8-74D5-CE6E95D9C133}"/>
              </a:ext>
            </a:extLst>
          </p:cNvPr>
          <p:cNvSpPr txBox="1">
            <a:spLocks noGrp="1"/>
          </p:cNvSpPr>
          <p:nvPr userDrawn="1">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cxnSp>
        <p:nvCxnSpPr>
          <p:cNvPr id="5" name="Straight Connector 4" descr="Vertical column divider">
            <a:extLst>
              <a:ext uri="{FF2B5EF4-FFF2-40B4-BE49-F238E27FC236}">
                <a16:creationId xmlns:a16="http://schemas.microsoft.com/office/drawing/2014/main" id="{A5B6E0FE-2F6F-9D77-9834-2DF9E13E2262}"/>
              </a:ext>
            </a:extLst>
          </p:cNvPr>
          <p:cNvCxnSpPr>
            <a:cxnSpLocks/>
          </p:cNvCxnSpPr>
          <p:nvPr userDrawn="1"/>
        </p:nvCxnSpPr>
        <p:spPr bwMode="auto">
          <a:xfrm>
            <a:off x="6095270" y="285051"/>
            <a:ext cx="0" cy="5812536"/>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9" name="Text Placeholder 10">
            <a:extLst>
              <a:ext uri="{FF2B5EF4-FFF2-40B4-BE49-F238E27FC236}">
                <a16:creationId xmlns:a16="http://schemas.microsoft.com/office/drawing/2014/main" id="{022E65FD-CDEF-1AA2-2521-5B200BF4B6BD}"/>
              </a:ext>
            </a:extLst>
          </p:cNvPr>
          <p:cNvSpPr>
            <a:spLocks noGrp="1"/>
          </p:cNvSpPr>
          <p:nvPr>
            <p:ph type="body" sz="quarter" idx="11"/>
          </p:nvPr>
        </p:nvSpPr>
        <p:spPr>
          <a:xfrm>
            <a:off x="287999" y="3337941"/>
            <a:ext cx="2474590" cy="2759647"/>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0" name="Text Placeholder 10">
            <a:extLst>
              <a:ext uri="{FF2B5EF4-FFF2-40B4-BE49-F238E27FC236}">
                <a16:creationId xmlns:a16="http://schemas.microsoft.com/office/drawing/2014/main" id="{83C43A7A-FFA5-D00F-7BEB-AA5C5DA6FB8E}"/>
              </a:ext>
            </a:extLst>
          </p:cNvPr>
          <p:cNvSpPr>
            <a:spLocks noGrp="1"/>
          </p:cNvSpPr>
          <p:nvPr>
            <p:ph type="body" sz="quarter" idx="19"/>
          </p:nvPr>
        </p:nvSpPr>
        <p:spPr>
          <a:xfrm>
            <a:off x="3331187" y="3336926"/>
            <a:ext cx="2474590" cy="2760662"/>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1" name="Text Placeholder 10">
            <a:extLst>
              <a:ext uri="{FF2B5EF4-FFF2-40B4-BE49-F238E27FC236}">
                <a16:creationId xmlns:a16="http://schemas.microsoft.com/office/drawing/2014/main" id="{6558C27E-CF79-F761-3827-DA392178DC8E}"/>
              </a:ext>
            </a:extLst>
          </p:cNvPr>
          <p:cNvSpPr>
            <a:spLocks noGrp="1"/>
          </p:cNvSpPr>
          <p:nvPr>
            <p:ph type="body" sz="quarter" idx="20"/>
          </p:nvPr>
        </p:nvSpPr>
        <p:spPr>
          <a:xfrm>
            <a:off x="6389168" y="3336926"/>
            <a:ext cx="2474590" cy="2760662"/>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2" name="Text Placeholder 10">
            <a:extLst>
              <a:ext uri="{FF2B5EF4-FFF2-40B4-BE49-F238E27FC236}">
                <a16:creationId xmlns:a16="http://schemas.microsoft.com/office/drawing/2014/main" id="{C0BF9C6F-22AC-2FF0-D8C9-37373CDEB3A5}"/>
              </a:ext>
            </a:extLst>
          </p:cNvPr>
          <p:cNvSpPr>
            <a:spLocks noGrp="1"/>
          </p:cNvSpPr>
          <p:nvPr>
            <p:ph type="body" sz="quarter" idx="14"/>
          </p:nvPr>
        </p:nvSpPr>
        <p:spPr>
          <a:xfrm>
            <a:off x="9428523" y="3336926"/>
            <a:ext cx="2474590" cy="2760662"/>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Tree>
    <p:extLst>
      <p:ext uri="{BB962C8B-B14F-4D97-AF65-F5344CB8AC3E}">
        <p14:creationId xmlns:p14="http://schemas.microsoft.com/office/powerpoint/2010/main" val="2532113438"/>
      </p:ext>
    </p:extLst>
  </p:cSld>
  <p:clrMapOvr>
    <a:masterClrMapping/>
  </p:clrMapOvr>
  <p:transition spd="med"/>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Boxes, 6 stacked, alternate,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3E52F-EEA1-D56F-5E7A-C1983151DCC0}"/>
              </a:ext>
            </a:extLst>
          </p:cNvPr>
          <p:cNvSpPr>
            <a:spLocks noGrp="1"/>
          </p:cNvSpPr>
          <p:nvPr>
            <p:ph type="title"/>
          </p:nvPr>
        </p:nvSpPr>
        <p:spPr>
          <a:xfrm>
            <a:off x="287963" y="288036"/>
            <a:ext cx="2474590" cy="1706563"/>
          </a:xfrm>
        </p:spPr>
        <p:txBody>
          <a:bodyPr rIns="0"/>
          <a:lstStyle>
            <a:lvl1pPr>
              <a:lnSpc>
                <a:spcPct val="110000"/>
              </a:lnSpc>
              <a:defRPr sz="1800">
                <a:solidFill>
                  <a:schemeClr val="tx2"/>
                </a:solidFill>
              </a:defRPr>
            </a:lvl1pPr>
          </a:lstStyle>
          <a:p>
            <a:r>
              <a:rPr lang="en-GB"/>
              <a:t>Click to edit Master title style</a:t>
            </a:r>
            <a:endParaRPr lang="en-US" dirty="0"/>
          </a:p>
        </p:txBody>
      </p:sp>
      <p:sp>
        <p:nvSpPr>
          <p:cNvPr id="7" name="Text Placeholder 6">
            <a:extLst>
              <a:ext uri="{FF2B5EF4-FFF2-40B4-BE49-F238E27FC236}">
                <a16:creationId xmlns:a16="http://schemas.microsoft.com/office/drawing/2014/main" id="{6D534223-A15F-A9E6-C7FA-95FFDF117A57}"/>
              </a:ext>
            </a:extLst>
          </p:cNvPr>
          <p:cNvSpPr>
            <a:spLocks noGrp="1"/>
          </p:cNvSpPr>
          <p:nvPr>
            <p:ph type="body" sz="quarter" idx="12"/>
          </p:nvPr>
        </p:nvSpPr>
        <p:spPr>
          <a:xfrm>
            <a:off x="6389168" y="288036"/>
            <a:ext cx="2476178" cy="247729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8" name="Text Placeholder 6">
            <a:extLst>
              <a:ext uri="{FF2B5EF4-FFF2-40B4-BE49-F238E27FC236}">
                <a16:creationId xmlns:a16="http://schemas.microsoft.com/office/drawing/2014/main" id="{C1675E3B-BB72-1CF2-CC6C-1977AEAF5921}"/>
              </a:ext>
            </a:extLst>
          </p:cNvPr>
          <p:cNvSpPr>
            <a:spLocks noGrp="1"/>
          </p:cNvSpPr>
          <p:nvPr>
            <p:ph type="body" sz="quarter" idx="13"/>
          </p:nvPr>
        </p:nvSpPr>
        <p:spPr>
          <a:xfrm>
            <a:off x="9430109" y="288036"/>
            <a:ext cx="2476178" cy="247729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3" name="Footer Placeholder 3">
            <a:extLst>
              <a:ext uri="{FF2B5EF4-FFF2-40B4-BE49-F238E27FC236}">
                <a16:creationId xmlns:a16="http://schemas.microsoft.com/office/drawing/2014/main" id="{7C192388-DAC3-247F-4457-03A65F8CDF36}"/>
              </a:ext>
            </a:extLst>
          </p:cNvPr>
          <p:cNvSpPr>
            <a:spLocks noGrp="1"/>
          </p:cNvSpPr>
          <p:nvPr>
            <p:ph type="ftr" sz="quarter" idx="18"/>
          </p:nvPr>
        </p:nvSpPr>
        <p:spPr>
          <a:xfrm>
            <a:off x="287963" y="6408000"/>
            <a:ext cx="2477765" cy="190500"/>
          </a:xfrm>
        </p:spPr>
        <p:txBody>
          <a:bodyPr/>
          <a:lstStyle/>
          <a:p>
            <a:endParaRPr lang="en-US" dirty="0"/>
          </a:p>
        </p:txBody>
      </p:sp>
      <p:sp>
        <p:nvSpPr>
          <p:cNvPr id="6" name="Slide Number">
            <a:extLst>
              <a:ext uri="{FF2B5EF4-FFF2-40B4-BE49-F238E27FC236}">
                <a16:creationId xmlns:a16="http://schemas.microsoft.com/office/drawing/2014/main" id="{72D75691-23B7-FADC-4357-CB3662EB3779}"/>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cxnSp>
        <p:nvCxnSpPr>
          <p:cNvPr id="5" name="Straight Connector 4" descr="Vertical column divider">
            <a:extLst>
              <a:ext uri="{FF2B5EF4-FFF2-40B4-BE49-F238E27FC236}">
                <a16:creationId xmlns:a16="http://schemas.microsoft.com/office/drawing/2014/main" id="{CB17488F-3B5A-CD3F-8D89-787477C1F946}"/>
              </a:ext>
              <a:ext uri="{C183D7F6-B498-43B3-948B-1728B52AA6E4}">
                <adec:decorative xmlns:adec="http://schemas.microsoft.com/office/drawing/2017/decorative" val="0"/>
              </a:ext>
            </a:extLst>
          </p:cNvPr>
          <p:cNvCxnSpPr>
            <a:cxnSpLocks/>
          </p:cNvCxnSpPr>
          <p:nvPr userDrawn="1"/>
        </p:nvCxnSpPr>
        <p:spPr bwMode="auto">
          <a:xfrm>
            <a:off x="9142810" y="286569"/>
            <a:ext cx="0" cy="5811019"/>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 name="Straight Connector 12" descr="Horizontal row divider">
            <a:extLst>
              <a:ext uri="{FF2B5EF4-FFF2-40B4-BE49-F238E27FC236}">
                <a16:creationId xmlns:a16="http://schemas.microsoft.com/office/drawing/2014/main" id="{7B2108DD-FE3A-F98C-D857-CDFA3DAD9666}"/>
              </a:ext>
              <a:ext uri="{C183D7F6-B498-43B3-948B-1728B52AA6E4}">
                <adec:decorative xmlns:adec="http://schemas.microsoft.com/office/drawing/2017/decorative" val="0"/>
              </a:ext>
            </a:extLst>
          </p:cNvPr>
          <p:cNvCxnSpPr>
            <a:cxnSpLocks/>
          </p:cNvCxnSpPr>
          <p:nvPr userDrawn="1"/>
        </p:nvCxnSpPr>
        <p:spPr bwMode="auto">
          <a:xfrm>
            <a:off x="287999" y="3048000"/>
            <a:ext cx="11612733"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4" name="Straight Connector 13" descr="Vertical column divider">
            <a:extLst>
              <a:ext uri="{FF2B5EF4-FFF2-40B4-BE49-F238E27FC236}">
                <a16:creationId xmlns:a16="http://schemas.microsoft.com/office/drawing/2014/main" id="{03D0E68D-02AF-474A-3224-FF5108D23382}"/>
              </a:ext>
              <a:ext uri="{C183D7F6-B498-43B3-948B-1728B52AA6E4}">
                <adec:decorative xmlns:adec="http://schemas.microsoft.com/office/drawing/2017/decorative" val="0"/>
              </a:ext>
            </a:extLst>
          </p:cNvPr>
          <p:cNvCxnSpPr>
            <a:cxnSpLocks/>
          </p:cNvCxnSpPr>
          <p:nvPr userDrawn="1"/>
        </p:nvCxnSpPr>
        <p:spPr bwMode="auto">
          <a:xfrm>
            <a:off x="3047603" y="3041650"/>
            <a:ext cx="0" cy="305593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5" name="Straight Connector 14" descr="Vertical column divider">
            <a:extLst>
              <a:ext uri="{FF2B5EF4-FFF2-40B4-BE49-F238E27FC236}">
                <a16:creationId xmlns:a16="http://schemas.microsoft.com/office/drawing/2014/main" id="{5600EFDE-928F-B419-8585-5582A68373F2}"/>
              </a:ext>
            </a:extLst>
          </p:cNvPr>
          <p:cNvCxnSpPr>
            <a:cxnSpLocks/>
          </p:cNvCxnSpPr>
          <p:nvPr userDrawn="1"/>
        </p:nvCxnSpPr>
        <p:spPr bwMode="auto">
          <a:xfrm>
            <a:off x="6095270" y="285051"/>
            <a:ext cx="0" cy="5812536"/>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6" name="Text Placeholder 10">
            <a:extLst>
              <a:ext uri="{FF2B5EF4-FFF2-40B4-BE49-F238E27FC236}">
                <a16:creationId xmlns:a16="http://schemas.microsoft.com/office/drawing/2014/main" id="{5C1B1885-0510-1907-4EAD-DB9018C133E5}"/>
              </a:ext>
            </a:extLst>
          </p:cNvPr>
          <p:cNvSpPr>
            <a:spLocks noGrp="1"/>
          </p:cNvSpPr>
          <p:nvPr>
            <p:ph type="body" sz="quarter" idx="11"/>
          </p:nvPr>
        </p:nvSpPr>
        <p:spPr>
          <a:xfrm>
            <a:off x="287999" y="3337941"/>
            <a:ext cx="2474590" cy="2759647"/>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7" name="Text Placeholder 10">
            <a:extLst>
              <a:ext uri="{FF2B5EF4-FFF2-40B4-BE49-F238E27FC236}">
                <a16:creationId xmlns:a16="http://schemas.microsoft.com/office/drawing/2014/main" id="{5804D2DB-0651-E704-D761-49FB6352B7C3}"/>
              </a:ext>
            </a:extLst>
          </p:cNvPr>
          <p:cNvSpPr>
            <a:spLocks noGrp="1"/>
          </p:cNvSpPr>
          <p:nvPr>
            <p:ph type="body" sz="quarter" idx="19"/>
          </p:nvPr>
        </p:nvSpPr>
        <p:spPr>
          <a:xfrm>
            <a:off x="3331187" y="3336926"/>
            <a:ext cx="2474590" cy="2760662"/>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8" name="Text Placeholder 10">
            <a:extLst>
              <a:ext uri="{FF2B5EF4-FFF2-40B4-BE49-F238E27FC236}">
                <a16:creationId xmlns:a16="http://schemas.microsoft.com/office/drawing/2014/main" id="{9900EBA3-CCC2-CE83-A620-B68ADAF8371C}"/>
              </a:ext>
            </a:extLst>
          </p:cNvPr>
          <p:cNvSpPr>
            <a:spLocks noGrp="1"/>
          </p:cNvSpPr>
          <p:nvPr>
            <p:ph type="body" sz="quarter" idx="20"/>
          </p:nvPr>
        </p:nvSpPr>
        <p:spPr>
          <a:xfrm>
            <a:off x="6389168" y="3336926"/>
            <a:ext cx="2474590" cy="2760662"/>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9" name="Text Placeholder 10">
            <a:extLst>
              <a:ext uri="{FF2B5EF4-FFF2-40B4-BE49-F238E27FC236}">
                <a16:creationId xmlns:a16="http://schemas.microsoft.com/office/drawing/2014/main" id="{FAB4091C-FF62-7BAF-B996-F22392D5E709}"/>
              </a:ext>
            </a:extLst>
          </p:cNvPr>
          <p:cNvSpPr>
            <a:spLocks noGrp="1"/>
          </p:cNvSpPr>
          <p:nvPr>
            <p:ph type="body" sz="quarter" idx="14"/>
          </p:nvPr>
        </p:nvSpPr>
        <p:spPr>
          <a:xfrm>
            <a:off x="9428523" y="3336926"/>
            <a:ext cx="2474590" cy="2760662"/>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Tree>
    <p:extLst>
      <p:ext uri="{BB962C8B-B14F-4D97-AF65-F5344CB8AC3E}">
        <p14:creationId xmlns:p14="http://schemas.microsoft.com/office/powerpoint/2010/main" val="824245942"/>
      </p:ext>
    </p:extLst>
  </p:cSld>
  <p:clrMapOvr>
    <a:masterClrMapping/>
  </p:clrMapOvr>
  <p:transition spd="med"/>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Video or imagery, half, inse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63" y="288036"/>
            <a:ext cx="2474590" cy="762794"/>
          </a:xfrm>
        </p:spPr>
        <p:txBody>
          <a:bodyPr/>
          <a:lstStyle>
            <a:lvl1pPr>
              <a:lnSpc>
                <a:spcPct val="110000"/>
              </a:lnSpc>
              <a:defRPr sz="1400">
                <a:solidFill>
                  <a:schemeClr val="tx2"/>
                </a:solidFill>
              </a:defRPr>
            </a:lvl1pPr>
          </a:lstStyle>
          <a:p>
            <a:r>
              <a:rPr lang="en-GB"/>
              <a:t>Click to edit Master title style</a:t>
            </a:r>
            <a:endParaRPr lang="en-US" dirty="0"/>
          </a:p>
        </p:txBody>
      </p:sp>
      <p:sp>
        <p:nvSpPr>
          <p:cNvPr id="6" name="Text Placeholder 5">
            <a:extLst>
              <a:ext uri="{FF2B5EF4-FFF2-40B4-BE49-F238E27FC236}">
                <a16:creationId xmlns:a16="http://schemas.microsoft.com/office/drawing/2014/main" id="{28FE37E5-0FED-B2B2-3150-F02A8956CD38}"/>
              </a:ext>
            </a:extLst>
          </p:cNvPr>
          <p:cNvSpPr>
            <a:spLocks noGrp="1"/>
          </p:cNvSpPr>
          <p:nvPr>
            <p:ph type="body" sz="quarter" idx="12"/>
          </p:nvPr>
        </p:nvSpPr>
        <p:spPr>
          <a:xfrm>
            <a:off x="287962" y="1520825"/>
            <a:ext cx="2473130" cy="4576763"/>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7" name="Text Placeholder 5">
            <a:extLst>
              <a:ext uri="{FF2B5EF4-FFF2-40B4-BE49-F238E27FC236}">
                <a16:creationId xmlns:a16="http://schemas.microsoft.com/office/drawing/2014/main" id="{88F00625-4E10-D884-2256-56B294B4BA89}"/>
              </a:ext>
            </a:extLst>
          </p:cNvPr>
          <p:cNvSpPr>
            <a:spLocks noGrp="1"/>
          </p:cNvSpPr>
          <p:nvPr>
            <p:ph type="body" sz="quarter" idx="13"/>
          </p:nvPr>
        </p:nvSpPr>
        <p:spPr>
          <a:xfrm>
            <a:off x="3334904" y="1520825"/>
            <a:ext cx="2475384" cy="4576763"/>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5" name="Picture Placeholder 10" descr="Place imagery here">
            <a:extLst>
              <a:ext uri="{FF2B5EF4-FFF2-40B4-BE49-F238E27FC236}">
                <a16:creationId xmlns:a16="http://schemas.microsoft.com/office/drawing/2014/main" id="{468A48E8-BE84-7972-AB73-8E31C1C13499}"/>
              </a:ext>
            </a:extLst>
          </p:cNvPr>
          <p:cNvSpPr>
            <a:spLocks noGrp="1"/>
          </p:cNvSpPr>
          <p:nvPr>
            <p:ph type="pic" sz="quarter" idx="15" hasCustomPrompt="1"/>
          </p:nvPr>
        </p:nvSpPr>
        <p:spPr>
          <a:xfrm>
            <a:off x="6380919" y="288037"/>
            <a:ext cx="5519908" cy="6285801"/>
          </a:xfrm>
          <a:solidFill>
            <a:srgbClr val="E0E0E0"/>
          </a:solidFill>
        </p:spPr>
        <p:txBody>
          <a:bodyPr anchor="ctr"/>
          <a:lstStyle>
            <a:lvl1pPr algn="ctr">
              <a:defRPr>
                <a:solidFill>
                  <a:schemeClr val="accent5"/>
                </a:solidFill>
              </a:defRPr>
            </a:lvl1pPr>
          </a:lstStyle>
          <a:p>
            <a:r>
              <a:rPr lang="en-US" dirty="0"/>
              <a:t>Place imagery here</a:t>
            </a:r>
          </a:p>
        </p:txBody>
      </p:sp>
      <p:sp>
        <p:nvSpPr>
          <p:cNvPr id="3" name="Footer Placeholder 3">
            <a:extLst>
              <a:ext uri="{FF2B5EF4-FFF2-40B4-BE49-F238E27FC236}">
                <a16:creationId xmlns:a16="http://schemas.microsoft.com/office/drawing/2014/main" id="{765F8DDE-78BD-E2B6-1CAB-2A9EF14E9F71}"/>
              </a:ext>
            </a:extLst>
          </p:cNvPr>
          <p:cNvSpPr>
            <a:spLocks noGrp="1"/>
          </p:cNvSpPr>
          <p:nvPr>
            <p:ph type="ftr" sz="quarter" idx="18"/>
          </p:nvPr>
        </p:nvSpPr>
        <p:spPr>
          <a:xfrm>
            <a:off x="287963" y="6408000"/>
            <a:ext cx="2477765" cy="190500"/>
          </a:xfrm>
        </p:spPr>
        <p:txBody>
          <a:bodyPr/>
          <a:lstStyle/>
          <a:p>
            <a:endParaRPr lang="en-US" dirty="0"/>
          </a:p>
        </p:txBody>
      </p:sp>
    </p:spTree>
    <p:extLst>
      <p:ext uri="{BB962C8B-B14F-4D97-AF65-F5344CB8AC3E}">
        <p14:creationId xmlns:p14="http://schemas.microsoft.com/office/powerpoint/2010/main" val="1810722143"/>
      </p:ext>
    </p:extLst>
  </p:cSld>
  <p:clrMapOvr>
    <a:masterClrMapping/>
  </p:clrMapOvr>
  <p:transition spd="med"/>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Video or imagery, 3/4, blee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63" y="288036"/>
            <a:ext cx="2474590" cy="762794"/>
          </a:xfrm>
        </p:spPr>
        <p:txBody>
          <a:bodyPr/>
          <a:lstStyle>
            <a:lvl1pPr>
              <a:lnSpc>
                <a:spcPct val="110000"/>
              </a:lnSpc>
              <a:defRPr sz="1400">
                <a:solidFill>
                  <a:schemeClr val="tx2"/>
                </a:solidFill>
              </a:defRPr>
            </a:lvl1pPr>
          </a:lstStyle>
          <a:p>
            <a:r>
              <a:rPr lang="en-GB"/>
              <a:t>Click to edit Master title style</a:t>
            </a:r>
            <a:endParaRPr lang="en-US" dirty="0"/>
          </a:p>
        </p:txBody>
      </p:sp>
      <p:sp>
        <p:nvSpPr>
          <p:cNvPr id="6" name="Text Placeholder 5">
            <a:extLst>
              <a:ext uri="{FF2B5EF4-FFF2-40B4-BE49-F238E27FC236}">
                <a16:creationId xmlns:a16="http://schemas.microsoft.com/office/drawing/2014/main" id="{75EDE688-75EF-DA04-F0B3-24F53FFC6BAF}"/>
              </a:ext>
            </a:extLst>
          </p:cNvPr>
          <p:cNvSpPr>
            <a:spLocks noGrp="1"/>
          </p:cNvSpPr>
          <p:nvPr>
            <p:ph type="body" sz="quarter" idx="13"/>
          </p:nvPr>
        </p:nvSpPr>
        <p:spPr>
          <a:xfrm>
            <a:off x="287963" y="1520825"/>
            <a:ext cx="2477765" cy="4576763"/>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2" name="Picture Placeholder 11" descr="Place imagery here">
            <a:extLst>
              <a:ext uri="{FF2B5EF4-FFF2-40B4-BE49-F238E27FC236}">
                <a16:creationId xmlns:a16="http://schemas.microsoft.com/office/drawing/2014/main" id="{DE390102-FDF4-C834-3F45-02B57A70ADB2}"/>
              </a:ext>
            </a:extLst>
          </p:cNvPr>
          <p:cNvSpPr>
            <a:spLocks noGrp="1"/>
          </p:cNvSpPr>
          <p:nvPr>
            <p:ph type="pic" sz="quarter" idx="14" hasCustomPrompt="1"/>
          </p:nvPr>
        </p:nvSpPr>
        <p:spPr>
          <a:xfrm>
            <a:off x="3047603" y="0"/>
            <a:ext cx="9144397" cy="6858000"/>
          </a:xfrm>
          <a:solidFill>
            <a:srgbClr val="E0E0E0"/>
          </a:solidFill>
        </p:spPr>
        <p:txBody>
          <a:bodyPr anchor="ctr"/>
          <a:lstStyle>
            <a:lvl1pPr algn="ctr">
              <a:defRPr>
                <a:solidFill>
                  <a:schemeClr val="accent5"/>
                </a:solidFill>
              </a:defRPr>
            </a:lvl1pPr>
          </a:lstStyle>
          <a:p>
            <a:r>
              <a:rPr lang="en-US" dirty="0"/>
              <a:t>Place imagery here</a:t>
            </a:r>
          </a:p>
        </p:txBody>
      </p:sp>
      <p:sp>
        <p:nvSpPr>
          <p:cNvPr id="5" name="Footer Placeholder 3">
            <a:extLst>
              <a:ext uri="{FF2B5EF4-FFF2-40B4-BE49-F238E27FC236}">
                <a16:creationId xmlns:a16="http://schemas.microsoft.com/office/drawing/2014/main" id="{7B09C899-A6D4-3826-EAB8-A75F78607CE3}"/>
              </a:ext>
            </a:extLst>
          </p:cNvPr>
          <p:cNvSpPr>
            <a:spLocks noGrp="1"/>
          </p:cNvSpPr>
          <p:nvPr>
            <p:ph type="ftr" sz="quarter" idx="18"/>
          </p:nvPr>
        </p:nvSpPr>
        <p:spPr>
          <a:xfrm>
            <a:off x="287963" y="6408000"/>
            <a:ext cx="2477765" cy="190500"/>
          </a:xfrm>
        </p:spPr>
        <p:txBody>
          <a:bodyPr/>
          <a:lstStyle/>
          <a:p>
            <a:endParaRPr lang="en-US" dirty="0"/>
          </a:p>
        </p:txBody>
      </p:sp>
      <p:sp>
        <p:nvSpPr>
          <p:cNvPr id="7" name="Slide Number">
            <a:extLst>
              <a:ext uri="{FF2B5EF4-FFF2-40B4-BE49-F238E27FC236}">
                <a16:creationId xmlns:a16="http://schemas.microsoft.com/office/drawing/2014/main" id="{BEB46264-65A0-272C-CC19-DCA9B586608B}"/>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201081086"/>
      </p:ext>
    </p:extLst>
  </p:cSld>
  <p:clrMapOvr>
    <a:masterClrMapping/>
  </p:clrMapOvr>
  <p:transition spd="med"/>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Video or imagery, 3/4, inse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63" y="288036"/>
            <a:ext cx="2474590" cy="762794"/>
          </a:xfrm>
        </p:spPr>
        <p:txBody>
          <a:bodyPr/>
          <a:lstStyle>
            <a:lvl1pPr>
              <a:lnSpc>
                <a:spcPct val="110000"/>
              </a:lnSpc>
              <a:defRPr sz="1400">
                <a:solidFill>
                  <a:schemeClr val="tx2"/>
                </a:solidFill>
              </a:defRPr>
            </a:lvl1pPr>
          </a:lstStyle>
          <a:p>
            <a:r>
              <a:rPr lang="en-GB"/>
              <a:t>Click to edit Master title style</a:t>
            </a:r>
            <a:endParaRPr lang="en-US" dirty="0"/>
          </a:p>
        </p:txBody>
      </p:sp>
      <p:sp>
        <p:nvSpPr>
          <p:cNvPr id="6" name="Text Placeholder 5">
            <a:extLst>
              <a:ext uri="{FF2B5EF4-FFF2-40B4-BE49-F238E27FC236}">
                <a16:creationId xmlns:a16="http://schemas.microsoft.com/office/drawing/2014/main" id="{28FE37E5-0FED-B2B2-3150-F02A8956CD38}"/>
              </a:ext>
            </a:extLst>
          </p:cNvPr>
          <p:cNvSpPr>
            <a:spLocks noGrp="1"/>
          </p:cNvSpPr>
          <p:nvPr>
            <p:ph type="body" sz="quarter" idx="12"/>
          </p:nvPr>
        </p:nvSpPr>
        <p:spPr>
          <a:xfrm>
            <a:off x="287963" y="1520825"/>
            <a:ext cx="2477765" cy="4576763"/>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7" name="Picture Placeholder 6" descr="Place imagery here">
            <a:extLst>
              <a:ext uri="{FF2B5EF4-FFF2-40B4-BE49-F238E27FC236}">
                <a16:creationId xmlns:a16="http://schemas.microsoft.com/office/drawing/2014/main" id="{CC70703B-65B6-4B78-8B7C-73857A06C3A8}"/>
              </a:ext>
            </a:extLst>
          </p:cNvPr>
          <p:cNvSpPr>
            <a:spLocks noGrp="1"/>
          </p:cNvSpPr>
          <p:nvPr>
            <p:ph type="pic" sz="quarter" idx="14" hasCustomPrompt="1"/>
          </p:nvPr>
        </p:nvSpPr>
        <p:spPr>
          <a:xfrm>
            <a:off x="3333316" y="285750"/>
            <a:ext cx="8567416" cy="6289675"/>
          </a:xfrm>
          <a:solidFill>
            <a:srgbClr val="E0E0E0"/>
          </a:solidFill>
        </p:spPr>
        <p:txBody>
          <a:bodyPr anchor="ctr"/>
          <a:lstStyle>
            <a:lvl1pPr algn="ctr">
              <a:defRPr>
                <a:solidFill>
                  <a:schemeClr val="accent5"/>
                </a:solidFill>
              </a:defRPr>
            </a:lvl1pPr>
          </a:lstStyle>
          <a:p>
            <a:r>
              <a:rPr lang="en-US" dirty="0"/>
              <a:t>Place imagery here</a:t>
            </a:r>
          </a:p>
        </p:txBody>
      </p:sp>
      <p:sp>
        <p:nvSpPr>
          <p:cNvPr id="3" name="Footer Placeholder 3">
            <a:extLst>
              <a:ext uri="{FF2B5EF4-FFF2-40B4-BE49-F238E27FC236}">
                <a16:creationId xmlns:a16="http://schemas.microsoft.com/office/drawing/2014/main" id="{547D5110-D587-CC11-18F6-FEB7AA2D7851}"/>
              </a:ext>
            </a:extLst>
          </p:cNvPr>
          <p:cNvSpPr>
            <a:spLocks noGrp="1"/>
          </p:cNvSpPr>
          <p:nvPr>
            <p:ph type="ftr" sz="quarter" idx="18"/>
          </p:nvPr>
        </p:nvSpPr>
        <p:spPr>
          <a:xfrm>
            <a:off x="287963" y="6408000"/>
            <a:ext cx="2477765" cy="190500"/>
          </a:xfrm>
        </p:spPr>
        <p:txBody>
          <a:bodyPr/>
          <a:lstStyle/>
          <a:p>
            <a:endParaRPr lang="en-US" dirty="0"/>
          </a:p>
        </p:txBody>
      </p:sp>
    </p:spTree>
    <p:extLst>
      <p:ext uri="{BB962C8B-B14F-4D97-AF65-F5344CB8AC3E}">
        <p14:creationId xmlns:p14="http://schemas.microsoft.com/office/powerpoint/2010/main" val="1745682929"/>
      </p:ext>
    </p:extLst>
  </p:cSld>
  <p:clrMapOvr>
    <a:masterClrMapping/>
  </p:clrMapOvr>
  <p:transition spd="med"/>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Video or imagery, bleed">
    <p:bg>
      <p:bgPr>
        <a:solidFill>
          <a:schemeClr val="bg1"/>
        </a:solidFill>
        <a:effectLst/>
      </p:bgPr>
    </p:bg>
    <p:spTree>
      <p:nvGrpSpPr>
        <p:cNvPr id="1" name=""/>
        <p:cNvGrpSpPr/>
        <p:nvPr/>
      </p:nvGrpSpPr>
      <p:grpSpPr>
        <a:xfrm>
          <a:off x="0" y="0"/>
          <a:ext cx="0" cy="0"/>
          <a:chOff x="0" y="0"/>
          <a:chExt cx="0" cy="0"/>
        </a:xfrm>
      </p:grpSpPr>
      <p:sp>
        <p:nvSpPr>
          <p:cNvPr id="4" name="Picture Placeholder 3" descr="Place imagery here">
            <a:extLst>
              <a:ext uri="{FF2B5EF4-FFF2-40B4-BE49-F238E27FC236}">
                <a16:creationId xmlns:a16="http://schemas.microsoft.com/office/drawing/2014/main" id="{F6679120-DB81-97FD-CD5A-00DC1F5E6658}"/>
              </a:ext>
            </a:extLst>
          </p:cNvPr>
          <p:cNvSpPr>
            <a:spLocks noGrp="1"/>
          </p:cNvSpPr>
          <p:nvPr>
            <p:ph type="pic" sz="quarter" idx="11" hasCustomPrompt="1"/>
          </p:nvPr>
        </p:nvSpPr>
        <p:spPr>
          <a:xfrm>
            <a:off x="0" y="0"/>
            <a:ext cx="12192000" cy="6858000"/>
          </a:xfrm>
          <a:solidFill>
            <a:srgbClr val="E0E0E0"/>
          </a:solidFill>
        </p:spPr>
        <p:txBody>
          <a:bodyPr anchor="ctr"/>
          <a:lstStyle>
            <a:lvl1pPr algn="ctr">
              <a:defRPr>
                <a:solidFill>
                  <a:schemeClr val="accent5"/>
                </a:solidFill>
              </a:defRPr>
            </a:lvl1pPr>
          </a:lstStyle>
          <a:p>
            <a:r>
              <a:rPr lang="en-US" dirty="0"/>
              <a:t>Place imagery here</a:t>
            </a:r>
          </a:p>
        </p:txBody>
      </p:sp>
      <p:sp>
        <p:nvSpPr>
          <p:cNvPr id="2" name="Slide Number">
            <a:extLst>
              <a:ext uri="{FF2B5EF4-FFF2-40B4-BE49-F238E27FC236}">
                <a16:creationId xmlns:a16="http://schemas.microsoft.com/office/drawing/2014/main" id="{8A69D316-0792-83BD-3912-71CDE3BB681F}"/>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877620389"/>
      </p:ext>
    </p:extLst>
  </p:cSld>
  <p:clrMapOvr>
    <a:masterClrMapping/>
  </p:clrMapOvr>
  <p:transition spd="med"/>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Video or imagery, inset">
    <p:bg>
      <p:bgPr>
        <a:solidFill>
          <a:schemeClr val="bg1"/>
        </a:solidFill>
        <a:effectLst/>
      </p:bgPr>
    </p:bg>
    <p:spTree>
      <p:nvGrpSpPr>
        <p:cNvPr id="1" name=""/>
        <p:cNvGrpSpPr/>
        <p:nvPr/>
      </p:nvGrpSpPr>
      <p:grpSpPr>
        <a:xfrm>
          <a:off x="0" y="0"/>
          <a:ext cx="0" cy="0"/>
          <a:chOff x="0" y="0"/>
          <a:chExt cx="0" cy="0"/>
        </a:xfrm>
      </p:grpSpPr>
      <p:sp>
        <p:nvSpPr>
          <p:cNvPr id="4" name="Picture Placeholder 3" descr="Place imagery here">
            <a:extLst>
              <a:ext uri="{FF2B5EF4-FFF2-40B4-BE49-F238E27FC236}">
                <a16:creationId xmlns:a16="http://schemas.microsoft.com/office/drawing/2014/main" id="{34239CCE-9A38-90E1-F860-FF40FBDA2409}"/>
              </a:ext>
            </a:extLst>
          </p:cNvPr>
          <p:cNvSpPr>
            <a:spLocks noGrp="1"/>
          </p:cNvSpPr>
          <p:nvPr>
            <p:ph type="pic" sz="quarter" idx="11" hasCustomPrompt="1"/>
          </p:nvPr>
        </p:nvSpPr>
        <p:spPr>
          <a:xfrm>
            <a:off x="288887" y="285750"/>
            <a:ext cx="11611845" cy="6289675"/>
          </a:xfrm>
          <a:solidFill>
            <a:srgbClr val="E0E0E0"/>
          </a:solidFill>
        </p:spPr>
        <p:txBody>
          <a:bodyPr anchor="ctr"/>
          <a:lstStyle>
            <a:lvl1pPr algn="ctr">
              <a:defRPr>
                <a:solidFill>
                  <a:schemeClr val="accent5"/>
                </a:solidFill>
              </a:defRPr>
            </a:lvl1pPr>
          </a:lstStyle>
          <a:p>
            <a:r>
              <a:rPr lang="en-US" dirty="0"/>
              <a:t>Place imagery here</a:t>
            </a:r>
          </a:p>
        </p:txBody>
      </p:sp>
    </p:spTree>
    <p:extLst>
      <p:ext uri="{BB962C8B-B14F-4D97-AF65-F5344CB8AC3E}">
        <p14:creationId xmlns:p14="http://schemas.microsoft.com/office/powerpoint/2010/main" val="1661405619"/>
      </p:ext>
    </p:extLst>
  </p:cSld>
  <p:clrMapOvr>
    <a:masterClrMapping/>
  </p:clrMapOvr>
  <p:transition spd="med"/>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Contacts, profiles, contributors">
    <p:bg>
      <p:bgPr>
        <a:solidFill>
          <a:schemeClr val="bg1"/>
        </a:solidFill>
        <a:effectLst/>
      </p:bgPr>
    </p:bg>
    <p:spTree>
      <p:nvGrpSpPr>
        <p:cNvPr id="1" name=""/>
        <p:cNvGrpSpPr/>
        <p:nvPr/>
      </p:nvGrpSpPr>
      <p:grpSpPr>
        <a:xfrm>
          <a:off x="0" y="0"/>
          <a:ext cx="0" cy="0"/>
          <a:chOff x="0" y="0"/>
          <a:chExt cx="0" cy="0"/>
        </a:xfrm>
      </p:grpSpPr>
      <p:sp>
        <p:nvSpPr>
          <p:cNvPr id="7" name="Picture Placeholder 7" descr="Place bio portrait here">
            <a:extLst>
              <a:ext uri="{FF2B5EF4-FFF2-40B4-BE49-F238E27FC236}">
                <a16:creationId xmlns:a16="http://schemas.microsoft.com/office/drawing/2014/main" id="{0B1677E6-5066-100D-29D6-CCAD04C21BCE}"/>
              </a:ext>
            </a:extLst>
          </p:cNvPr>
          <p:cNvSpPr>
            <a:spLocks noGrp="1"/>
          </p:cNvSpPr>
          <p:nvPr>
            <p:ph type="pic" sz="quarter" idx="28" hasCustomPrompt="1"/>
          </p:nvPr>
        </p:nvSpPr>
        <p:spPr>
          <a:xfrm>
            <a:off x="287962" y="1522412"/>
            <a:ext cx="1231041" cy="1238250"/>
          </a:xfrm>
          <a:solidFill>
            <a:srgbClr val="E0E0E0"/>
          </a:solidFill>
        </p:spPr>
        <p:txBody>
          <a:bodyPr anchor="ctr"/>
          <a:lstStyle>
            <a:lvl1pPr algn="ctr">
              <a:defRPr>
                <a:solidFill>
                  <a:schemeClr val="accent5"/>
                </a:solidFill>
              </a:defRPr>
            </a:lvl1pPr>
          </a:lstStyle>
          <a:p>
            <a:r>
              <a:rPr lang="en-US" dirty="0"/>
              <a:t>Place imagery here</a:t>
            </a:r>
          </a:p>
        </p:txBody>
      </p:sp>
      <p:sp>
        <p:nvSpPr>
          <p:cNvPr id="13" name="Picture Placeholder 7" descr="Place bio portrait here">
            <a:extLst>
              <a:ext uri="{FF2B5EF4-FFF2-40B4-BE49-F238E27FC236}">
                <a16:creationId xmlns:a16="http://schemas.microsoft.com/office/drawing/2014/main" id="{3DCE12BA-53E1-8B67-A029-029F1E6F9163}"/>
              </a:ext>
            </a:extLst>
          </p:cNvPr>
          <p:cNvSpPr>
            <a:spLocks noGrp="1"/>
          </p:cNvSpPr>
          <p:nvPr>
            <p:ph type="pic" sz="quarter" idx="30" hasCustomPrompt="1"/>
          </p:nvPr>
        </p:nvSpPr>
        <p:spPr>
          <a:xfrm>
            <a:off x="287962" y="3048000"/>
            <a:ext cx="1231041" cy="1238250"/>
          </a:xfrm>
          <a:solidFill>
            <a:srgbClr val="E0E0E0"/>
          </a:solidFill>
        </p:spPr>
        <p:txBody>
          <a:bodyPr anchor="ctr"/>
          <a:lstStyle>
            <a:lvl1pPr marL="0" marR="0" indent="0" algn="ctr" defTabSz="1218956"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1218956"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15" name="Picture Placeholder 7" descr="Place bio portrait here">
            <a:extLst>
              <a:ext uri="{FF2B5EF4-FFF2-40B4-BE49-F238E27FC236}">
                <a16:creationId xmlns:a16="http://schemas.microsoft.com/office/drawing/2014/main" id="{05E149CA-A25F-74EE-93DF-1A877CDE924F}"/>
              </a:ext>
            </a:extLst>
          </p:cNvPr>
          <p:cNvSpPr>
            <a:spLocks noGrp="1"/>
          </p:cNvSpPr>
          <p:nvPr>
            <p:ph type="pic" sz="quarter" idx="32" hasCustomPrompt="1"/>
          </p:nvPr>
        </p:nvSpPr>
        <p:spPr>
          <a:xfrm>
            <a:off x="287962" y="4570413"/>
            <a:ext cx="1231041" cy="1238250"/>
          </a:xfrm>
          <a:solidFill>
            <a:srgbClr val="E0E0E0"/>
          </a:solidFill>
        </p:spPr>
        <p:txBody>
          <a:bodyPr anchor="ctr"/>
          <a:lstStyle>
            <a:lvl1pPr marL="0" marR="0" indent="0" algn="ctr" defTabSz="1218956"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1218956"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25" name="Picture Placeholder 7" descr="Place bio portrait here">
            <a:extLst>
              <a:ext uri="{FF2B5EF4-FFF2-40B4-BE49-F238E27FC236}">
                <a16:creationId xmlns:a16="http://schemas.microsoft.com/office/drawing/2014/main" id="{AAC7C1AD-0F8C-4D02-0112-981444AFE98D}"/>
              </a:ext>
            </a:extLst>
          </p:cNvPr>
          <p:cNvSpPr>
            <a:spLocks noGrp="1"/>
          </p:cNvSpPr>
          <p:nvPr>
            <p:ph type="pic" sz="quarter" idx="34" hasCustomPrompt="1"/>
          </p:nvPr>
        </p:nvSpPr>
        <p:spPr>
          <a:xfrm>
            <a:off x="6389168" y="1522412"/>
            <a:ext cx="1229708" cy="1238250"/>
          </a:xfrm>
          <a:solidFill>
            <a:srgbClr val="E0E0E0"/>
          </a:solidFill>
        </p:spPr>
        <p:txBody>
          <a:bodyPr anchor="ctr"/>
          <a:lstStyle>
            <a:lvl1pPr marL="0" marR="0" indent="0" algn="ctr" defTabSz="1218956"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1218956"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27" name="Picture Placeholder 7" descr="Place bio portrait here">
            <a:extLst>
              <a:ext uri="{FF2B5EF4-FFF2-40B4-BE49-F238E27FC236}">
                <a16:creationId xmlns:a16="http://schemas.microsoft.com/office/drawing/2014/main" id="{22271FFB-E2D1-459B-4089-A291A1110AE8}"/>
              </a:ext>
            </a:extLst>
          </p:cNvPr>
          <p:cNvSpPr>
            <a:spLocks noGrp="1"/>
          </p:cNvSpPr>
          <p:nvPr>
            <p:ph type="pic" sz="quarter" idx="36" hasCustomPrompt="1"/>
          </p:nvPr>
        </p:nvSpPr>
        <p:spPr>
          <a:xfrm>
            <a:off x="6389168" y="3048000"/>
            <a:ext cx="1229708" cy="1238250"/>
          </a:xfrm>
          <a:solidFill>
            <a:srgbClr val="E0E0E0"/>
          </a:solidFill>
        </p:spPr>
        <p:txBody>
          <a:bodyPr anchor="ctr"/>
          <a:lstStyle>
            <a:lvl1pPr marL="0" marR="0" indent="0" algn="ctr" defTabSz="1218956"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1218956"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29" name="Picture Placeholder 7" descr="Place bio portrait here">
            <a:extLst>
              <a:ext uri="{FF2B5EF4-FFF2-40B4-BE49-F238E27FC236}">
                <a16:creationId xmlns:a16="http://schemas.microsoft.com/office/drawing/2014/main" id="{F3C99020-5BF1-8A8C-BDCB-42766A5B9BE5}"/>
              </a:ext>
            </a:extLst>
          </p:cNvPr>
          <p:cNvSpPr>
            <a:spLocks noGrp="1"/>
          </p:cNvSpPr>
          <p:nvPr>
            <p:ph type="pic" sz="quarter" idx="38" hasCustomPrompt="1"/>
          </p:nvPr>
        </p:nvSpPr>
        <p:spPr>
          <a:xfrm>
            <a:off x="6389168" y="4570413"/>
            <a:ext cx="1229708" cy="1238250"/>
          </a:xfrm>
          <a:solidFill>
            <a:srgbClr val="E0E0E0"/>
          </a:solidFill>
        </p:spPr>
        <p:txBody>
          <a:bodyPr anchor="ctr"/>
          <a:lstStyle>
            <a:lvl1pPr marL="0" marR="0" indent="0" algn="ctr" defTabSz="1218956"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1218956"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63" y="288036"/>
            <a:ext cx="2474590" cy="762794"/>
          </a:xfrm>
        </p:spPr>
        <p:txBody>
          <a:bodyPr/>
          <a:lstStyle>
            <a:lvl1pPr>
              <a:lnSpc>
                <a:spcPct val="110000"/>
              </a:lnSpc>
              <a:defRPr sz="1400">
                <a:solidFill>
                  <a:schemeClr val="tx2"/>
                </a:solidFill>
              </a:defRPr>
            </a:lvl1pPr>
          </a:lstStyle>
          <a:p>
            <a:r>
              <a:rPr lang="en-GB"/>
              <a:t>Click to edit Master title style</a:t>
            </a:r>
            <a:endParaRPr lang="en-US" dirty="0"/>
          </a:p>
        </p:txBody>
      </p:sp>
      <p:sp>
        <p:nvSpPr>
          <p:cNvPr id="18" name="Text Placeholder 9">
            <a:extLst>
              <a:ext uri="{FF2B5EF4-FFF2-40B4-BE49-F238E27FC236}">
                <a16:creationId xmlns:a16="http://schemas.microsoft.com/office/drawing/2014/main" id="{31D025A0-5106-DFB0-90B1-8B366B78913F}"/>
              </a:ext>
            </a:extLst>
          </p:cNvPr>
          <p:cNvSpPr>
            <a:spLocks noGrp="1"/>
          </p:cNvSpPr>
          <p:nvPr>
            <p:ph type="body" sz="quarter" idx="21"/>
          </p:nvPr>
        </p:nvSpPr>
        <p:spPr>
          <a:xfrm>
            <a:off x="1714277" y="1522412"/>
            <a:ext cx="2853953" cy="1238250"/>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0" name="Text Placeholder 9">
            <a:extLst>
              <a:ext uri="{FF2B5EF4-FFF2-40B4-BE49-F238E27FC236}">
                <a16:creationId xmlns:a16="http://schemas.microsoft.com/office/drawing/2014/main" id="{126F49A0-96BE-0B44-B1C8-17D765B10B3E}"/>
              </a:ext>
            </a:extLst>
          </p:cNvPr>
          <p:cNvSpPr>
            <a:spLocks noGrp="1"/>
          </p:cNvSpPr>
          <p:nvPr>
            <p:ph type="body" sz="quarter" idx="12"/>
          </p:nvPr>
        </p:nvSpPr>
        <p:spPr>
          <a:xfrm>
            <a:off x="1714277" y="3048000"/>
            <a:ext cx="2853953" cy="1238250"/>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2" name="Text Placeholder 9">
            <a:extLst>
              <a:ext uri="{FF2B5EF4-FFF2-40B4-BE49-F238E27FC236}">
                <a16:creationId xmlns:a16="http://schemas.microsoft.com/office/drawing/2014/main" id="{D4772377-8015-4C99-7ED3-E4475C524D2A}"/>
              </a:ext>
            </a:extLst>
          </p:cNvPr>
          <p:cNvSpPr>
            <a:spLocks noGrp="1"/>
          </p:cNvSpPr>
          <p:nvPr>
            <p:ph type="body" sz="quarter" idx="14"/>
          </p:nvPr>
        </p:nvSpPr>
        <p:spPr>
          <a:xfrm>
            <a:off x="1714277" y="4570413"/>
            <a:ext cx="2853953" cy="1238250"/>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24" name="Text Placeholder 9">
            <a:extLst>
              <a:ext uri="{FF2B5EF4-FFF2-40B4-BE49-F238E27FC236}">
                <a16:creationId xmlns:a16="http://schemas.microsoft.com/office/drawing/2014/main" id="{3E3566C7-C728-77B2-2A34-BBB83D482F56}"/>
              </a:ext>
            </a:extLst>
          </p:cNvPr>
          <p:cNvSpPr>
            <a:spLocks noGrp="1"/>
          </p:cNvSpPr>
          <p:nvPr>
            <p:ph type="body" sz="quarter" idx="27"/>
          </p:nvPr>
        </p:nvSpPr>
        <p:spPr>
          <a:xfrm>
            <a:off x="7807896" y="1522412"/>
            <a:ext cx="2853953" cy="1238250"/>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20" name="Text Placeholder 9">
            <a:extLst>
              <a:ext uri="{FF2B5EF4-FFF2-40B4-BE49-F238E27FC236}">
                <a16:creationId xmlns:a16="http://schemas.microsoft.com/office/drawing/2014/main" id="{A52D1EA1-405F-7875-BAB9-B258776E1460}"/>
              </a:ext>
            </a:extLst>
          </p:cNvPr>
          <p:cNvSpPr>
            <a:spLocks noGrp="1"/>
          </p:cNvSpPr>
          <p:nvPr>
            <p:ph type="body" sz="quarter" idx="23"/>
          </p:nvPr>
        </p:nvSpPr>
        <p:spPr>
          <a:xfrm>
            <a:off x="7807896" y="3048000"/>
            <a:ext cx="2853953" cy="1238250"/>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22" name="Text Placeholder 9">
            <a:extLst>
              <a:ext uri="{FF2B5EF4-FFF2-40B4-BE49-F238E27FC236}">
                <a16:creationId xmlns:a16="http://schemas.microsoft.com/office/drawing/2014/main" id="{73849969-24A3-113A-C58E-4A4B0FB29BAD}"/>
              </a:ext>
            </a:extLst>
          </p:cNvPr>
          <p:cNvSpPr>
            <a:spLocks noGrp="1"/>
          </p:cNvSpPr>
          <p:nvPr>
            <p:ph type="body" sz="quarter" idx="25"/>
          </p:nvPr>
        </p:nvSpPr>
        <p:spPr>
          <a:xfrm>
            <a:off x="7807896" y="4570413"/>
            <a:ext cx="2853953" cy="1238250"/>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3" name="Footer Placeholder 3">
            <a:extLst>
              <a:ext uri="{FF2B5EF4-FFF2-40B4-BE49-F238E27FC236}">
                <a16:creationId xmlns:a16="http://schemas.microsoft.com/office/drawing/2014/main" id="{7D4D4C25-96EE-FF6D-B301-962CD7A63666}"/>
              </a:ext>
            </a:extLst>
          </p:cNvPr>
          <p:cNvSpPr>
            <a:spLocks noGrp="1"/>
          </p:cNvSpPr>
          <p:nvPr>
            <p:ph type="ftr" sz="quarter" idx="18"/>
          </p:nvPr>
        </p:nvSpPr>
        <p:spPr>
          <a:xfrm>
            <a:off x="287963" y="6408000"/>
            <a:ext cx="2477765" cy="190500"/>
          </a:xfrm>
        </p:spPr>
        <p:txBody>
          <a:bodyPr/>
          <a:lstStyle/>
          <a:p>
            <a:endParaRPr lang="en-US" dirty="0"/>
          </a:p>
        </p:txBody>
      </p:sp>
      <p:sp>
        <p:nvSpPr>
          <p:cNvPr id="6" name="Slide Number">
            <a:extLst>
              <a:ext uri="{FF2B5EF4-FFF2-40B4-BE49-F238E27FC236}">
                <a16:creationId xmlns:a16="http://schemas.microsoft.com/office/drawing/2014/main" id="{DA0E5B0D-36A0-4281-7D57-C2CC4453113C}"/>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179580489"/>
      </p:ext>
    </p:extLst>
  </p:cSld>
  <p:clrMapOvr>
    <a:masterClrMapping/>
  </p:clrMapOvr>
  <p:transition spd="med"/>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Tab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63" y="288037"/>
            <a:ext cx="2474590" cy="1997964"/>
          </a:xfrm>
        </p:spPr>
        <p:txBody>
          <a:bodyPr/>
          <a:lstStyle>
            <a:lvl1pPr>
              <a:lnSpc>
                <a:spcPct val="110000"/>
              </a:lnSpc>
              <a:defRPr sz="1400">
                <a:solidFill>
                  <a:schemeClr val="tx2"/>
                </a:solidFill>
              </a:defRPr>
            </a:lvl1pPr>
          </a:lstStyle>
          <a:p>
            <a:r>
              <a:rPr lang="en-GB"/>
              <a:t>Click to edit Master title style</a:t>
            </a:r>
            <a:endParaRPr lang="en-US" dirty="0"/>
          </a:p>
        </p:txBody>
      </p:sp>
      <p:sp>
        <p:nvSpPr>
          <p:cNvPr id="5" name="Table Placeholder 4">
            <a:extLst>
              <a:ext uri="{FF2B5EF4-FFF2-40B4-BE49-F238E27FC236}">
                <a16:creationId xmlns:a16="http://schemas.microsoft.com/office/drawing/2014/main" id="{B3D8D357-75A1-F4FD-F531-380CF7DE4340}"/>
              </a:ext>
            </a:extLst>
          </p:cNvPr>
          <p:cNvSpPr>
            <a:spLocks noGrp="1"/>
          </p:cNvSpPr>
          <p:nvPr>
            <p:ph type="tbl" sz="quarter" idx="11"/>
          </p:nvPr>
        </p:nvSpPr>
        <p:spPr>
          <a:xfrm>
            <a:off x="3333316" y="288000"/>
            <a:ext cx="8571384" cy="5811838"/>
          </a:xfrm>
        </p:spPr>
        <p:txBody>
          <a:bodyPr anchor="ctr"/>
          <a:lstStyle>
            <a:lvl1pPr algn="ctr">
              <a:defRPr>
                <a:solidFill>
                  <a:schemeClr val="tx1"/>
                </a:solidFill>
              </a:defRPr>
            </a:lvl1pPr>
          </a:lstStyle>
          <a:p>
            <a:r>
              <a:rPr lang="en-GB"/>
              <a:t>Click icon to add table</a:t>
            </a:r>
            <a:endParaRPr lang="en-US" dirty="0"/>
          </a:p>
        </p:txBody>
      </p:sp>
      <p:sp>
        <p:nvSpPr>
          <p:cNvPr id="3" name="Footer Placeholder 3">
            <a:extLst>
              <a:ext uri="{FF2B5EF4-FFF2-40B4-BE49-F238E27FC236}">
                <a16:creationId xmlns:a16="http://schemas.microsoft.com/office/drawing/2014/main" id="{3694FFFD-5196-625E-C3FC-9AB6BB13FC34}"/>
              </a:ext>
            </a:extLst>
          </p:cNvPr>
          <p:cNvSpPr>
            <a:spLocks noGrp="1"/>
          </p:cNvSpPr>
          <p:nvPr>
            <p:ph type="ftr" sz="quarter" idx="18"/>
          </p:nvPr>
        </p:nvSpPr>
        <p:spPr>
          <a:xfrm>
            <a:off x="287963" y="6408000"/>
            <a:ext cx="2477765" cy="190500"/>
          </a:xfrm>
        </p:spPr>
        <p:txBody>
          <a:bodyPr/>
          <a:lstStyle/>
          <a:p>
            <a:endParaRPr lang="en-US" dirty="0"/>
          </a:p>
        </p:txBody>
      </p:sp>
      <p:sp>
        <p:nvSpPr>
          <p:cNvPr id="7" name="Slide Number">
            <a:extLst>
              <a:ext uri="{FF2B5EF4-FFF2-40B4-BE49-F238E27FC236}">
                <a16:creationId xmlns:a16="http://schemas.microsoft.com/office/drawing/2014/main" id="{DD2D25A8-2AEC-F554-8D58-47C112486D41}"/>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267194014"/>
      </p:ext>
    </p:extLst>
  </p:cSld>
  <p:clrMapOvr>
    <a:masterClrMapping/>
  </p:clrMapOvr>
  <p:transition spd="med"/>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Char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63" y="288036"/>
            <a:ext cx="2474590" cy="763525"/>
          </a:xfrm>
        </p:spPr>
        <p:txBody>
          <a:bodyPr/>
          <a:lstStyle>
            <a:lvl1pPr>
              <a:lnSpc>
                <a:spcPct val="110000"/>
              </a:lnSpc>
              <a:defRPr sz="1400">
                <a:solidFill>
                  <a:schemeClr val="tx2"/>
                </a:solidFill>
              </a:defRPr>
            </a:lvl1pPr>
          </a:lstStyle>
          <a:p>
            <a:r>
              <a:rPr lang="en-GB"/>
              <a:t>Click to edit Master title style</a:t>
            </a:r>
            <a:endParaRPr lang="en-US" dirty="0"/>
          </a:p>
        </p:txBody>
      </p:sp>
      <p:sp>
        <p:nvSpPr>
          <p:cNvPr id="3" name="Slide Number">
            <a:extLst>
              <a:ext uri="{FF2B5EF4-FFF2-40B4-BE49-F238E27FC236}">
                <a16:creationId xmlns:a16="http://schemas.microsoft.com/office/drawing/2014/main" id="{B0435695-E156-66C6-5CE4-B0F751F125D2}"/>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10" name="Text Placeholder 9">
            <a:extLst>
              <a:ext uri="{FF2B5EF4-FFF2-40B4-BE49-F238E27FC236}">
                <a16:creationId xmlns:a16="http://schemas.microsoft.com/office/drawing/2014/main" id="{BDFFC916-9B64-A7DC-672D-A4AFA1AE968C}"/>
              </a:ext>
            </a:extLst>
          </p:cNvPr>
          <p:cNvSpPr>
            <a:spLocks noGrp="1"/>
          </p:cNvSpPr>
          <p:nvPr>
            <p:ph type="body" sz="quarter" idx="13" hasCustomPrompt="1"/>
          </p:nvPr>
        </p:nvSpPr>
        <p:spPr>
          <a:xfrm>
            <a:off x="3333316" y="6391244"/>
            <a:ext cx="2761890" cy="212725"/>
          </a:xfrm>
        </p:spPr>
        <p:txBody>
          <a:bodyPr anchor="b" anchorCtr="0"/>
          <a:lstStyle>
            <a:lvl1pPr>
              <a:defRPr sz="800">
                <a:latin typeface="IBM Plex Sans" panose="020B0503050203000203" pitchFamily="34" charset="0"/>
              </a:defRPr>
            </a:lvl1pPr>
            <a:lvl2pPr>
              <a:defRPr sz="800"/>
            </a:lvl2pPr>
            <a:lvl3pPr>
              <a:defRPr sz="800"/>
            </a:lvl3pPr>
            <a:lvl4pPr>
              <a:defRPr sz="800"/>
            </a:lvl4pPr>
            <a:lvl5pPr>
              <a:defRPr sz="800"/>
            </a:lvl5pPr>
          </a:lstStyle>
          <a:p>
            <a:pPr lvl="0"/>
            <a:r>
              <a:rPr lang="en-US" dirty="0"/>
              <a:t>Source</a:t>
            </a:r>
          </a:p>
        </p:txBody>
      </p:sp>
      <p:sp>
        <p:nvSpPr>
          <p:cNvPr id="13" name="Text Placeholder 12">
            <a:extLst>
              <a:ext uri="{FF2B5EF4-FFF2-40B4-BE49-F238E27FC236}">
                <a16:creationId xmlns:a16="http://schemas.microsoft.com/office/drawing/2014/main" id="{81A85749-B0F2-6B16-9E7E-1C979593E9E7}"/>
              </a:ext>
            </a:extLst>
          </p:cNvPr>
          <p:cNvSpPr>
            <a:spLocks noGrp="1"/>
          </p:cNvSpPr>
          <p:nvPr>
            <p:ph type="body" sz="quarter" idx="14" hasCustomPrompt="1"/>
          </p:nvPr>
        </p:nvSpPr>
        <p:spPr>
          <a:xfrm>
            <a:off x="287963" y="1522413"/>
            <a:ext cx="2471416" cy="4575175"/>
          </a:xfrm>
        </p:spPr>
        <p:txBody>
          <a:bodyPr/>
          <a:lstStyle>
            <a:lvl1pPr>
              <a:defRPr sz="1400">
                <a:latin typeface="+mj-lt"/>
              </a:defRPr>
            </a:lvl1pPr>
            <a:lvl2pPr>
              <a:defRPr sz="1400">
                <a:latin typeface="+mj-lt"/>
              </a:defRPr>
            </a:lvl2pPr>
            <a:lvl3pPr>
              <a:defRPr sz="1400">
                <a:latin typeface="+mj-lt"/>
              </a:defRPr>
            </a:lvl3pPr>
            <a:lvl4pPr>
              <a:defRPr sz="1400">
                <a:latin typeface="+mj-lt"/>
              </a:defRPr>
            </a:lvl4pPr>
            <a:lvl5pPr>
              <a:defRPr sz="1400">
                <a:latin typeface="+mj-lt"/>
              </a:defRPr>
            </a:lvl5pPr>
          </a:lstStyle>
          <a:p>
            <a:pPr>
              <a:lnSpc>
                <a:spcPct val="110000"/>
              </a:lnSpc>
            </a:pPr>
            <a:r>
              <a:rPr lang="en-US" sz="1400" dirty="0">
                <a:latin typeface="IBM Plex Sans Light" panose="020B0403050203000203" pitchFamily="34" charset="0"/>
              </a:rPr>
              <a:t>Lorem ipsum dolor sit </a:t>
            </a:r>
            <a:r>
              <a:rPr lang="en-US" sz="1400" dirty="0" err="1">
                <a:latin typeface="IBM Plex Sans Light" panose="020B0403050203000203" pitchFamily="34" charset="0"/>
              </a:rPr>
              <a:t>amet</a:t>
            </a:r>
            <a:r>
              <a:rPr lang="en-US" sz="1400" dirty="0">
                <a:latin typeface="IBM Plex Sans Light" panose="020B0403050203000203" pitchFamily="34" charset="0"/>
              </a:rPr>
              <a:t> </a:t>
            </a:r>
            <a:r>
              <a:rPr lang="en-US" sz="1400" dirty="0" err="1">
                <a:latin typeface="IBM Plex Sans Light" panose="020B0403050203000203" pitchFamily="34" charset="0"/>
              </a:rPr>
              <a:t>donec</a:t>
            </a:r>
            <a:r>
              <a:rPr lang="en-US" sz="1400" dirty="0">
                <a:latin typeface="IBM Plex Sans Light" panose="020B0403050203000203" pitchFamily="34" charset="0"/>
              </a:rPr>
              <a:t> </a:t>
            </a:r>
            <a:r>
              <a:rPr lang="en-US" sz="1400" dirty="0" err="1">
                <a:latin typeface="IBM Plex Sans Light" panose="020B0403050203000203" pitchFamily="34" charset="0"/>
              </a:rPr>
              <a:t>quam</a:t>
            </a:r>
            <a:r>
              <a:rPr lang="en-US" sz="1400" dirty="0">
                <a:latin typeface="IBM Plex Sans Light" panose="020B0403050203000203" pitchFamily="34" charset="0"/>
              </a:rPr>
              <a:t> </a:t>
            </a:r>
            <a:r>
              <a:rPr lang="en-US" sz="1400" dirty="0" err="1">
                <a:latin typeface="IBM Plex Sans Light" panose="020B0403050203000203" pitchFamily="34" charset="0"/>
              </a:rPr>
              <a:t>felis</a:t>
            </a:r>
            <a:r>
              <a:rPr lang="en-US" sz="1400" dirty="0">
                <a:latin typeface="IBM Plex Sans Light" panose="020B0403050203000203" pitchFamily="34" charset="0"/>
              </a:rPr>
              <a:t> </a:t>
            </a:r>
            <a:r>
              <a:rPr lang="en-US" sz="1400" dirty="0" err="1">
                <a:latin typeface="IBM Plex Sans Light" panose="020B0403050203000203" pitchFamily="34" charset="0"/>
              </a:rPr>
              <a:t>ultricies</a:t>
            </a:r>
            <a:r>
              <a:rPr lang="en-US" sz="1400" dirty="0">
                <a:latin typeface="IBM Plex Sans Light" panose="020B0403050203000203" pitchFamily="34" charset="0"/>
              </a:rPr>
              <a:t> </a:t>
            </a:r>
            <a:r>
              <a:rPr lang="en-US" sz="1400" dirty="0" err="1">
                <a:latin typeface="IBM Plex Sans Light" panose="020B0403050203000203" pitchFamily="34" charset="0"/>
              </a:rPr>
              <a:t>nec</a:t>
            </a:r>
            <a:r>
              <a:rPr lang="en-US" sz="1400" dirty="0">
                <a:latin typeface="IBM Plex Sans Light" panose="020B0403050203000203" pitchFamily="34" charset="0"/>
              </a:rPr>
              <a:t> </a:t>
            </a:r>
            <a:r>
              <a:rPr lang="en-US" sz="1400" dirty="0" err="1">
                <a:latin typeface="IBM Plex Sans Light" panose="020B0403050203000203" pitchFamily="34" charset="0"/>
              </a:rPr>
              <a:t>pellentesque</a:t>
            </a:r>
            <a:r>
              <a:rPr lang="en-US" sz="1400" dirty="0">
                <a:latin typeface="IBM Plex Sans Light" panose="020B0403050203000203" pitchFamily="34" charset="0"/>
              </a:rPr>
              <a:t> </a:t>
            </a:r>
            <a:r>
              <a:rPr lang="en-US" sz="1400" dirty="0" err="1">
                <a:latin typeface="IBM Plex Sans Light" panose="020B0403050203000203" pitchFamily="34" charset="0"/>
              </a:rPr>
              <a:t>eu</a:t>
            </a:r>
            <a:r>
              <a:rPr lang="en-US" sz="1400" dirty="0">
                <a:latin typeface="IBM Plex Sans Light" panose="020B0403050203000203" pitchFamily="34" charset="0"/>
              </a:rPr>
              <a:t> </a:t>
            </a:r>
            <a:r>
              <a:rPr lang="en-US" sz="1400" dirty="0" err="1">
                <a:latin typeface="IBM Plex Sans Light" panose="020B0403050203000203" pitchFamily="34" charset="0"/>
              </a:rPr>
              <a:t>pretium</a:t>
            </a:r>
            <a:r>
              <a:rPr lang="en-US" sz="1400" dirty="0">
                <a:latin typeface="IBM Plex Sans Light" panose="020B0403050203000203" pitchFamily="34" charset="0"/>
              </a:rPr>
              <a:t> </a:t>
            </a:r>
            <a:r>
              <a:rPr lang="en-US" sz="1400" dirty="0" err="1">
                <a:latin typeface="IBM Plex Sans Light" panose="020B0403050203000203" pitchFamily="34" charset="0"/>
              </a:rPr>
              <a:t>quis</a:t>
            </a:r>
            <a:r>
              <a:rPr lang="en-US" sz="1400" dirty="0">
                <a:latin typeface="IBM Plex Sans Light" panose="020B0403050203000203" pitchFamily="34" charset="0"/>
              </a:rPr>
              <a:t> sem. </a:t>
            </a:r>
            <a:r>
              <a:rPr lang="en-US" sz="1400" dirty="0" err="1">
                <a:latin typeface="IBM Plex Sans Light" panose="020B0403050203000203" pitchFamily="34" charset="0"/>
              </a:rPr>
              <a:t>Nulla</a:t>
            </a:r>
            <a:r>
              <a:rPr lang="en-US" sz="1400" dirty="0">
                <a:latin typeface="IBM Plex Sans Light" panose="020B0403050203000203" pitchFamily="34" charset="0"/>
              </a:rPr>
              <a:t> </a:t>
            </a:r>
            <a:r>
              <a:rPr lang="en-US" sz="1400" dirty="0" err="1">
                <a:latin typeface="IBM Plex Sans Light" panose="020B0403050203000203" pitchFamily="34" charset="0"/>
              </a:rPr>
              <a:t>conset</a:t>
            </a:r>
            <a:r>
              <a:rPr lang="en-US" sz="1400" dirty="0">
                <a:latin typeface="IBM Plex Sans Light" panose="020B0403050203000203" pitchFamily="34" charset="0"/>
              </a:rPr>
              <a:t> </a:t>
            </a:r>
            <a:r>
              <a:rPr lang="en-US" sz="1400" dirty="0" err="1">
                <a:latin typeface="IBM Plex Sans Light" panose="020B0403050203000203" pitchFamily="34" charset="0"/>
              </a:rPr>
              <a:t>massa</a:t>
            </a:r>
            <a:r>
              <a:rPr lang="en-US" sz="1400" dirty="0">
                <a:latin typeface="IBM Plex Sans Light" panose="020B0403050203000203" pitchFamily="34" charset="0"/>
              </a:rPr>
              <a:t> </a:t>
            </a:r>
            <a:r>
              <a:rPr lang="en-US" sz="1400" dirty="0" err="1">
                <a:latin typeface="IBM Plex Sans Light" panose="020B0403050203000203" pitchFamily="34" charset="0"/>
              </a:rPr>
              <a:t>quis</a:t>
            </a:r>
            <a:r>
              <a:rPr lang="en-US" sz="1400" dirty="0">
                <a:latin typeface="IBM Plex Sans Light" panose="020B0403050203000203" pitchFamily="34" charset="0"/>
              </a:rPr>
              <a:t> </a:t>
            </a:r>
            <a:r>
              <a:rPr lang="en-US" sz="1400" dirty="0" err="1">
                <a:latin typeface="IBM Plex Sans Light" panose="020B0403050203000203" pitchFamily="34" charset="0"/>
              </a:rPr>
              <a:t>enim</a:t>
            </a:r>
            <a:r>
              <a:rPr lang="en-US" sz="1400" dirty="0">
                <a:latin typeface="IBM Plex Sans Light" panose="020B0403050203000203" pitchFamily="34" charset="0"/>
              </a:rPr>
              <a:t>.</a:t>
            </a:r>
          </a:p>
        </p:txBody>
      </p:sp>
      <p:sp>
        <p:nvSpPr>
          <p:cNvPr id="4" name="Footer Placeholder 3">
            <a:extLst>
              <a:ext uri="{FF2B5EF4-FFF2-40B4-BE49-F238E27FC236}">
                <a16:creationId xmlns:a16="http://schemas.microsoft.com/office/drawing/2014/main" id="{E71CF978-95F1-0188-4FBB-81AAB884C2C1}"/>
              </a:ext>
            </a:extLst>
          </p:cNvPr>
          <p:cNvSpPr>
            <a:spLocks noGrp="1"/>
          </p:cNvSpPr>
          <p:nvPr>
            <p:ph type="ftr" sz="quarter" idx="18"/>
          </p:nvPr>
        </p:nvSpPr>
        <p:spPr>
          <a:xfrm>
            <a:off x="287963" y="6408000"/>
            <a:ext cx="2477765" cy="190500"/>
          </a:xfrm>
        </p:spPr>
        <p:txBody>
          <a:bodyPr/>
          <a:lstStyle/>
          <a:p>
            <a:endParaRPr lang="en-US" dirty="0"/>
          </a:p>
        </p:txBody>
      </p:sp>
    </p:spTree>
    <p:extLst>
      <p:ext uri="{BB962C8B-B14F-4D97-AF65-F5344CB8AC3E}">
        <p14:creationId xmlns:p14="http://schemas.microsoft.com/office/powerpoint/2010/main" val="1951244420"/>
      </p:ext>
    </p:extLst>
  </p:cSld>
  <p:clrMapOvr>
    <a:masterClrMapping/>
  </p:clrMapOvr>
  <p:transition spd="med"/>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Legal disclaimer, one column">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BB717A5-5D28-36C3-250F-93E0C68721CA}"/>
              </a:ext>
            </a:extLst>
          </p:cNvPr>
          <p:cNvSpPr>
            <a:spLocks noGrp="1"/>
          </p:cNvSpPr>
          <p:nvPr>
            <p:ph type="body" sz="quarter" idx="14"/>
          </p:nvPr>
        </p:nvSpPr>
        <p:spPr>
          <a:xfrm>
            <a:off x="287963" y="192024"/>
            <a:ext cx="2477765" cy="1429544"/>
          </a:xfrm>
        </p:spPr>
        <p:txBody>
          <a:bodyPr/>
          <a:lstStyle>
            <a:lvl1pPr>
              <a:lnSpc>
                <a:spcPct val="100000"/>
              </a:lnSpc>
              <a:spcBef>
                <a:spcPts val="0"/>
              </a:spcBef>
              <a:defRPr sz="3399">
                <a:solidFill>
                  <a:schemeClr val="tx2"/>
                </a:solidFill>
              </a:defRPr>
            </a:lvl1pPr>
            <a:lvl2pPr>
              <a:lnSpc>
                <a:spcPct val="100000"/>
              </a:lnSpc>
              <a:spcBef>
                <a:spcPts val="0"/>
              </a:spcBef>
              <a:defRPr sz="3199">
                <a:solidFill>
                  <a:schemeClr val="tx1"/>
                </a:solidFill>
              </a:defRPr>
            </a:lvl2pPr>
            <a:lvl3pPr>
              <a:lnSpc>
                <a:spcPct val="100000"/>
              </a:lnSpc>
              <a:spcBef>
                <a:spcPts val="0"/>
              </a:spcBef>
              <a:defRPr sz="3199">
                <a:solidFill>
                  <a:schemeClr val="tx1"/>
                </a:solidFill>
              </a:defRPr>
            </a:lvl3pPr>
            <a:lvl4pPr>
              <a:lnSpc>
                <a:spcPct val="100000"/>
              </a:lnSpc>
              <a:spcBef>
                <a:spcPts val="0"/>
              </a:spcBef>
              <a:defRPr sz="3199">
                <a:solidFill>
                  <a:schemeClr val="tx1"/>
                </a:solidFill>
              </a:defRPr>
            </a:lvl4pPr>
            <a:lvl5pPr>
              <a:lnSpc>
                <a:spcPct val="100000"/>
              </a:lnSpc>
              <a:spcBef>
                <a:spcPts val="0"/>
              </a:spcBef>
              <a:defRPr sz="3199">
                <a:solidFill>
                  <a:schemeClr val="tx1"/>
                </a:solidFill>
              </a:defRPr>
            </a:lvl5pPr>
          </a:lstStyle>
          <a:p>
            <a:pPr lvl="0"/>
            <a:r>
              <a:rPr lang="en-GB"/>
              <a:t>Click to edit Master text styles</a:t>
            </a:r>
          </a:p>
        </p:txBody>
      </p:sp>
      <p:sp>
        <p:nvSpPr>
          <p:cNvPr id="7" name="Text Placeholder 6">
            <a:extLst>
              <a:ext uri="{FF2B5EF4-FFF2-40B4-BE49-F238E27FC236}">
                <a16:creationId xmlns:a16="http://schemas.microsoft.com/office/drawing/2014/main" id="{13FF5DC1-E283-8AC5-8620-936474303181}"/>
              </a:ext>
            </a:extLst>
          </p:cNvPr>
          <p:cNvSpPr>
            <a:spLocks noGrp="1"/>
          </p:cNvSpPr>
          <p:nvPr>
            <p:ph type="body" sz="quarter" idx="15" hasCustomPrompt="1"/>
          </p:nvPr>
        </p:nvSpPr>
        <p:spPr>
          <a:xfrm>
            <a:off x="9430109" y="288000"/>
            <a:ext cx="2476178" cy="5812631"/>
          </a:xfrm>
        </p:spPr>
        <p:txBody>
          <a:bodyPr/>
          <a:lstStyle>
            <a:lvl1pPr>
              <a:lnSpc>
                <a:spcPct val="120000"/>
              </a:lnSpc>
              <a:spcBef>
                <a:spcPts val="0"/>
              </a:spcBef>
              <a:defRPr sz="800" b="0" i="0">
                <a:solidFill>
                  <a:schemeClr val="tx1"/>
                </a:solidFill>
                <a:latin typeface="IBM Plex Sans" panose="020B0503050203000203" pitchFamily="34" charset="0"/>
              </a:defRPr>
            </a:lvl1pPr>
            <a:lvl2pPr marL="73137" indent="-73137">
              <a:lnSpc>
                <a:spcPct val="120000"/>
              </a:lnSpc>
              <a:spcBef>
                <a:spcPts val="0"/>
              </a:spcBef>
              <a:defRPr sz="800" b="0" i="0">
                <a:solidFill>
                  <a:schemeClr val="tx1"/>
                </a:solidFill>
                <a:latin typeface="IBM Plex Sans" panose="020B0503050203000203" pitchFamily="34" charset="0"/>
              </a:defRPr>
            </a:lvl2pPr>
            <a:lvl3pPr marL="146275" indent="-73137">
              <a:lnSpc>
                <a:spcPct val="120000"/>
              </a:lnSpc>
              <a:spcBef>
                <a:spcPts val="0"/>
              </a:spcBef>
              <a:defRPr sz="800" b="0" i="0">
                <a:solidFill>
                  <a:schemeClr val="tx1"/>
                </a:solidFill>
                <a:latin typeface="IBM Plex Sans" panose="020B0503050203000203" pitchFamily="34" charset="0"/>
              </a:defRPr>
            </a:lvl3pPr>
            <a:lvl4pPr marL="219412" indent="-73137">
              <a:lnSpc>
                <a:spcPct val="120000"/>
              </a:lnSpc>
              <a:spcBef>
                <a:spcPts val="0"/>
              </a:spcBef>
              <a:defRPr sz="800" b="0" i="0">
                <a:solidFill>
                  <a:schemeClr val="tx1"/>
                </a:solidFill>
                <a:latin typeface="IBM Plex Sans" panose="020B0503050203000203" pitchFamily="34" charset="0"/>
              </a:defRPr>
            </a:lvl4pPr>
            <a:lvl5pPr>
              <a:lnSpc>
                <a:spcPct val="120000"/>
              </a:lnSpc>
              <a:spcBef>
                <a:spcPts val="0"/>
              </a:spcBef>
              <a:defRPr sz="800" b="0" i="0">
                <a:solidFill>
                  <a:schemeClr val="tx1"/>
                </a:solidFill>
                <a:latin typeface="IBM Plex Sans" panose="020B0503050203000203" pitchFamily="34" charset="0"/>
              </a:defRPr>
            </a:lvl5pPr>
          </a:lstStyle>
          <a:p>
            <a:r>
              <a:rPr lang="en-US" dirty="0"/>
              <a:t>Copy and paste appropriate legal disclaimer text from one of the three options in the PDF guidance deck, found on pages 22-24. Always use the proper legal disclaimer for your presentation audience.</a:t>
            </a:r>
          </a:p>
        </p:txBody>
      </p:sp>
      <p:sp>
        <p:nvSpPr>
          <p:cNvPr id="2" name="Footer Placeholder 1">
            <a:extLst>
              <a:ext uri="{FF2B5EF4-FFF2-40B4-BE49-F238E27FC236}">
                <a16:creationId xmlns:a16="http://schemas.microsoft.com/office/drawing/2014/main" id="{04A6E1A4-1881-81E9-2BBE-BC4DBFE11A0E}"/>
              </a:ext>
            </a:extLst>
          </p:cNvPr>
          <p:cNvSpPr>
            <a:spLocks noGrp="1"/>
          </p:cNvSpPr>
          <p:nvPr>
            <p:ph type="ftr" sz="quarter" idx="16"/>
          </p:nvPr>
        </p:nvSpPr>
        <p:spPr>
          <a:xfrm>
            <a:off x="287963" y="6408000"/>
            <a:ext cx="2477765" cy="190500"/>
          </a:xfrm>
        </p:spPr>
        <p:txBody>
          <a:bodyPr/>
          <a:lstStyle/>
          <a:p>
            <a:endParaRPr lang="en-US" dirty="0"/>
          </a:p>
        </p:txBody>
      </p:sp>
      <p:sp>
        <p:nvSpPr>
          <p:cNvPr id="3" name="Slide Number">
            <a:extLst>
              <a:ext uri="{FF2B5EF4-FFF2-40B4-BE49-F238E27FC236}">
                <a16:creationId xmlns:a16="http://schemas.microsoft.com/office/drawing/2014/main" id="{0C628C1A-F2DD-6011-5846-A9A3A6D3BD72}"/>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162833986"/>
      </p:ext>
    </p:extLst>
  </p:cSld>
  <p:clrMapOvr>
    <a:masterClrMapping/>
  </p:clrMapOvr>
  <p:transition spd="med"/>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Legal disclaimer, two columns">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BB717A5-5D28-36C3-250F-93E0C68721CA}"/>
              </a:ext>
            </a:extLst>
          </p:cNvPr>
          <p:cNvSpPr>
            <a:spLocks noGrp="1"/>
          </p:cNvSpPr>
          <p:nvPr>
            <p:ph type="body" sz="quarter" idx="14"/>
          </p:nvPr>
        </p:nvSpPr>
        <p:spPr>
          <a:xfrm>
            <a:off x="287963" y="192024"/>
            <a:ext cx="2477765" cy="1429544"/>
          </a:xfrm>
        </p:spPr>
        <p:txBody>
          <a:bodyPr/>
          <a:lstStyle>
            <a:lvl1pPr>
              <a:lnSpc>
                <a:spcPct val="100000"/>
              </a:lnSpc>
              <a:spcBef>
                <a:spcPts val="0"/>
              </a:spcBef>
              <a:defRPr sz="3399">
                <a:solidFill>
                  <a:schemeClr val="tx2"/>
                </a:solidFill>
              </a:defRPr>
            </a:lvl1pPr>
            <a:lvl2pPr>
              <a:lnSpc>
                <a:spcPct val="100000"/>
              </a:lnSpc>
              <a:spcBef>
                <a:spcPts val="0"/>
              </a:spcBef>
              <a:defRPr sz="3199">
                <a:solidFill>
                  <a:schemeClr val="tx1"/>
                </a:solidFill>
              </a:defRPr>
            </a:lvl2pPr>
            <a:lvl3pPr>
              <a:lnSpc>
                <a:spcPct val="100000"/>
              </a:lnSpc>
              <a:spcBef>
                <a:spcPts val="0"/>
              </a:spcBef>
              <a:defRPr sz="3199">
                <a:solidFill>
                  <a:schemeClr val="tx1"/>
                </a:solidFill>
              </a:defRPr>
            </a:lvl3pPr>
            <a:lvl4pPr>
              <a:lnSpc>
                <a:spcPct val="100000"/>
              </a:lnSpc>
              <a:spcBef>
                <a:spcPts val="0"/>
              </a:spcBef>
              <a:defRPr sz="3199">
                <a:solidFill>
                  <a:schemeClr val="tx1"/>
                </a:solidFill>
              </a:defRPr>
            </a:lvl4pPr>
            <a:lvl5pPr>
              <a:lnSpc>
                <a:spcPct val="100000"/>
              </a:lnSpc>
              <a:spcBef>
                <a:spcPts val="0"/>
              </a:spcBef>
              <a:defRPr sz="3199">
                <a:solidFill>
                  <a:schemeClr val="tx1"/>
                </a:solidFill>
              </a:defRPr>
            </a:lvl5pPr>
          </a:lstStyle>
          <a:p>
            <a:pPr lvl="0"/>
            <a:r>
              <a:rPr lang="en-GB"/>
              <a:t>Click to edit Master text styles</a:t>
            </a:r>
          </a:p>
        </p:txBody>
      </p:sp>
      <p:sp>
        <p:nvSpPr>
          <p:cNvPr id="6" name="Text Placeholder 6">
            <a:extLst>
              <a:ext uri="{FF2B5EF4-FFF2-40B4-BE49-F238E27FC236}">
                <a16:creationId xmlns:a16="http://schemas.microsoft.com/office/drawing/2014/main" id="{54E531DA-4051-706E-065B-21A03914153D}"/>
              </a:ext>
            </a:extLst>
          </p:cNvPr>
          <p:cNvSpPr>
            <a:spLocks noGrp="1"/>
          </p:cNvSpPr>
          <p:nvPr>
            <p:ph type="body" sz="quarter" idx="17" hasCustomPrompt="1"/>
          </p:nvPr>
        </p:nvSpPr>
        <p:spPr>
          <a:xfrm>
            <a:off x="6389168" y="288000"/>
            <a:ext cx="2476178" cy="5812631"/>
          </a:xfrm>
        </p:spPr>
        <p:txBody>
          <a:bodyPr/>
          <a:lstStyle>
            <a:lvl1pPr>
              <a:lnSpc>
                <a:spcPct val="120000"/>
              </a:lnSpc>
              <a:spcBef>
                <a:spcPts val="0"/>
              </a:spcBef>
              <a:defRPr sz="800" b="0" i="0">
                <a:solidFill>
                  <a:schemeClr val="tx1"/>
                </a:solidFill>
                <a:latin typeface="IBM Plex Sans" panose="020B0503050203000203" pitchFamily="34" charset="0"/>
              </a:defRPr>
            </a:lvl1pPr>
            <a:lvl2pPr marL="73137" indent="-73137">
              <a:lnSpc>
                <a:spcPct val="120000"/>
              </a:lnSpc>
              <a:spcBef>
                <a:spcPts val="0"/>
              </a:spcBef>
              <a:defRPr sz="800" b="0" i="0">
                <a:solidFill>
                  <a:schemeClr val="tx1"/>
                </a:solidFill>
                <a:latin typeface="IBM Plex Sans" panose="020B0503050203000203" pitchFamily="34" charset="0"/>
              </a:defRPr>
            </a:lvl2pPr>
            <a:lvl3pPr marL="146275" indent="-73137">
              <a:lnSpc>
                <a:spcPct val="120000"/>
              </a:lnSpc>
              <a:spcBef>
                <a:spcPts val="0"/>
              </a:spcBef>
              <a:defRPr sz="800" b="0" i="0">
                <a:solidFill>
                  <a:schemeClr val="tx1"/>
                </a:solidFill>
                <a:latin typeface="IBM Plex Sans" panose="020B0503050203000203" pitchFamily="34" charset="0"/>
              </a:defRPr>
            </a:lvl3pPr>
            <a:lvl4pPr marL="219412" indent="-73137">
              <a:lnSpc>
                <a:spcPct val="120000"/>
              </a:lnSpc>
              <a:spcBef>
                <a:spcPts val="0"/>
              </a:spcBef>
              <a:defRPr sz="800" b="0" i="0">
                <a:solidFill>
                  <a:schemeClr val="tx1"/>
                </a:solidFill>
                <a:latin typeface="IBM Plex Sans" panose="020B0503050203000203" pitchFamily="34" charset="0"/>
              </a:defRPr>
            </a:lvl4pPr>
            <a:lvl5pPr>
              <a:lnSpc>
                <a:spcPct val="120000"/>
              </a:lnSpc>
              <a:spcBef>
                <a:spcPts val="0"/>
              </a:spcBef>
              <a:defRPr sz="800" b="0" i="0">
                <a:solidFill>
                  <a:schemeClr val="tx1"/>
                </a:solidFill>
                <a:latin typeface="IBM Plex Sans" panose="020B0503050203000203" pitchFamily="34" charset="0"/>
              </a:defRPr>
            </a:lvl5pPr>
          </a:lstStyle>
          <a:p>
            <a:r>
              <a:rPr lang="en-US" dirty="0"/>
              <a:t>Copy and paste appropriate legal disclaimer text from one of the three options in the PDF guidance deck, found on pages 22-24. Always use the proper legal disclaimer for your presentation audience.</a:t>
            </a:r>
          </a:p>
        </p:txBody>
      </p:sp>
      <p:sp>
        <p:nvSpPr>
          <p:cNvPr id="7" name="Text Placeholder 6">
            <a:extLst>
              <a:ext uri="{FF2B5EF4-FFF2-40B4-BE49-F238E27FC236}">
                <a16:creationId xmlns:a16="http://schemas.microsoft.com/office/drawing/2014/main" id="{13FF5DC1-E283-8AC5-8620-936474303181}"/>
              </a:ext>
            </a:extLst>
          </p:cNvPr>
          <p:cNvSpPr>
            <a:spLocks noGrp="1"/>
          </p:cNvSpPr>
          <p:nvPr>
            <p:ph type="body" sz="quarter" idx="15" hasCustomPrompt="1"/>
          </p:nvPr>
        </p:nvSpPr>
        <p:spPr>
          <a:xfrm>
            <a:off x="9428522" y="288000"/>
            <a:ext cx="2476178" cy="5812631"/>
          </a:xfrm>
        </p:spPr>
        <p:txBody>
          <a:bodyPr/>
          <a:lstStyle>
            <a:lvl1pPr>
              <a:lnSpc>
                <a:spcPct val="120000"/>
              </a:lnSpc>
              <a:spcBef>
                <a:spcPts val="0"/>
              </a:spcBef>
              <a:defRPr sz="800" b="0" i="0">
                <a:solidFill>
                  <a:schemeClr val="tx1"/>
                </a:solidFill>
                <a:latin typeface="IBM Plex Sans" panose="020B0503050203000203" pitchFamily="34" charset="0"/>
              </a:defRPr>
            </a:lvl1pPr>
            <a:lvl2pPr marL="73137" indent="-73137">
              <a:lnSpc>
                <a:spcPct val="120000"/>
              </a:lnSpc>
              <a:spcBef>
                <a:spcPts val="0"/>
              </a:spcBef>
              <a:defRPr sz="800" b="0" i="0">
                <a:solidFill>
                  <a:schemeClr val="tx1"/>
                </a:solidFill>
                <a:latin typeface="IBM Plex Sans" panose="020B0503050203000203" pitchFamily="34" charset="0"/>
              </a:defRPr>
            </a:lvl2pPr>
            <a:lvl3pPr marL="146275" indent="-73137">
              <a:lnSpc>
                <a:spcPct val="120000"/>
              </a:lnSpc>
              <a:spcBef>
                <a:spcPts val="0"/>
              </a:spcBef>
              <a:defRPr sz="800" b="0" i="0">
                <a:solidFill>
                  <a:schemeClr val="tx1"/>
                </a:solidFill>
                <a:latin typeface="IBM Plex Sans" panose="020B0503050203000203" pitchFamily="34" charset="0"/>
              </a:defRPr>
            </a:lvl3pPr>
            <a:lvl4pPr marL="219412" indent="-73137">
              <a:lnSpc>
                <a:spcPct val="120000"/>
              </a:lnSpc>
              <a:spcBef>
                <a:spcPts val="0"/>
              </a:spcBef>
              <a:defRPr sz="800" b="0" i="0">
                <a:solidFill>
                  <a:schemeClr val="tx1"/>
                </a:solidFill>
                <a:latin typeface="IBM Plex Sans" panose="020B0503050203000203" pitchFamily="34" charset="0"/>
              </a:defRPr>
            </a:lvl4pPr>
            <a:lvl5pPr>
              <a:lnSpc>
                <a:spcPct val="120000"/>
              </a:lnSpc>
              <a:spcBef>
                <a:spcPts val="0"/>
              </a:spcBef>
              <a:defRPr sz="800" b="0" i="0">
                <a:solidFill>
                  <a:schemeClr val="tx1"/>
                </a:solidFill>
                <a:latin typeface="IBM Plex Sans" panose="020B0503050203000203" pitchFamily="34" charset="0"/>
              </a:defRPr>
            </a:lvl5pPr>
          </a:lstStyle>
          <a:p>
            <a:r>
              <a:rPr lang="en-US" dirty="0"/>
              <a:t>Copy and paste appropriate legal disclaimer text from one of the three options in the PDF guidance deck, found on pages 22-24. Always use the proper legal disclaimer for your presentation audience.</a:t>
            </a:r>
          </a:p>
        </p:txBody>
      </p:sp>
      <p:sp>
        <p:nvSpPr>
          <p:cNvPr id="3" name="Footer Placeholder 3">
            <a:extLst>
              <a:ext uri="{FF2B5EF4-FFF2-40B4-BE49-F238E27FC236}">
                <a16:creationId xmlns:a16="http://schemas.microsoft.com/office/drawing/2014/main" id="{F5CA4A6F-2777-D002-EE9E-92C246A4DA85}"/>
              </a:ext>
            </a:extLst>
          </p:cNvPr>
          <p:cNvSpPr>
            <a:spLocks noGrp="1"/>
          </p:cNvSpPr>
          <p:nvPr>
            <p:ph type="ftr" sz="quarter" idx="18"/>
          </p:nvPr>
        </p:nvSpPr>
        <p:spPr>
          <a:xfrm>
            <a:off x="287963" y="6408000"/>
            <a:ext cx="2477765" cy="190500"/>
          </a:xfrm>
        </p:spPr>
        <p:txBody>
          <a:bodyPr/>
          <a:lstStyle/>
          <a:p>
            <a:endParaRPr lang="en-US" dirty="0"/>
          </a:p>
        </p:txBody>
      </p:sp>
      <p:sp>
        <p:nvSpPr>
          <p:cNvPr id="8" name="Slide Number">
            <a:extLst>
              <a:ext uri="{FF2B5EF4-FFF2-40B4-BE49-F238E27FC236}">
                <a16:creationId xmlns:a16="http://schemas.microsoft.com/office/drawing/2014/main" id="{3FBFB86A-A7DC-B54C-4EEC-B69E1897903E}"/>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83882423"/>
      </p:ext>
    </p:extLst>
  </p:cSld>
  <p:clrMapOvr>
    <a:masterClrMapping/>
  </p:clrMapOvr>
  <p:transition spd="med"/>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Blank slid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63" y="288036"/>
            <a:ext cx="2474590" cy="1234377"/>
          </a:xfrm>
        </p:spPr>
        <p:txBody>
          <a:bodyPr/>
          <a:lstStyle>
            <a:lvl1pPr>
              <a:lnSpc>
                <a:spcPct val="110000"/>
              </a:lnSpc>
              <a:defRPr sz="1400">
                <a:solidFill>
                  <a:schemeClr val="tx2"/>
                </a:solidFill>
              </a:defRPr>
            </a:lvl1pPr>
          </a:lstStyle>
          <a:p>
            <a:r>
              <a:rPr lang="en-GB"/>
              <a:t>Click to edit Master title style</a:t>
            </a:r>
            <a:endParaRPr lang="en-US" dirty="0"/>
          </a:p>
        </p:txBody>
      </p:sp>
      <p:sp>
        <p:nvSpPr>
          <p:cNvPr id="4" name="Footer Placeholder 3">
            <a:extLst>
              <a:ext uri="{FF2B5EF4-FFF2-40B4-BE49-F238E27FC236}">
                <a16:creationId xmlns:a16="http://schemas.microsoft.com/office/drawing/2014/main" id="{69559113-A66F-B148-0A73-FD8B5C2B023D}"/>
              </a:ext>
            </a:extLst>
          </p:cNvPr>
          <p:cNvSpPr>
            <a:spLocks noGrp="1"/>
          </p:cNvSpPr>
          <p:nvPr>
            <p:ph type="ftr" sz="quarter" idx="12"/>
          </p:nvPr>
        </p:nvSpPr>
        <p:spPr>
          <a:xfrm>
            <a:off x="287963" y="6408000"/>
            <a:ext cx="2477765" cy="190500"/>
          </a:xfrm>
        </p:spPr>
        <p:txBody>
          <a:bodyPr/>
          <a:lstStyle/>
          <a:p>
            <a:endParaRPr lang="en-US" dirty="0"/>
          </a:p>
        </p:txBody>
      </p:sp>
      <p:sp>
        <p:nvSpPr>
          <p:cNvPr id="3" name="Slide Number">
            <a:extLst>
              <a:ext uri="{FF2B5EF4-FFF2-40B4-BE49-F238E27FC236}">
                <a16:creationId xmlns:a16="http://schemas.microsoft.com/office/drawing/2014/main" id="{B0435695-E156-66C6-5CE4-B0F751F125D2}"/>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519205529"/>
      </p:ext>
    </p:extLst>
  </p:cSld>
  <p:clrMapOvr>
    <a:masterClrMapping/>
  </p:clrMapOvr>
  <p:transition spd="med"/>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Blank slide, no foot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63" y="288036"/>
            <a:ext cx="2474590" cy="1234377"/>
          </a:xfrm>
        </p:spPr>
        <p:txBody>
          <a:bodyPr/>
          <a:lstStyle>
            <a:lvl1pPr>
              <a:lnSpc>
                <a:spcPct val="110000"/>
              </a:lnSpc>
              <a:defRPr sz="1400">
                <a:solidFill>
                  <a:schemeClr val="tx2"/>
                </a:solidFill>
              </a:defRPr>
            </a:lvl1pPr>
          </a:lstStyle>
          <a:p>
            <a:r>
              <a:rPr lang="en-GB"/>
              <a:t>Click to edit Master title style</a:t>
            </a:r>
            <a:endParaRPr lang="en-US" dirty="0"/>
          </a:p>
        </p:txBody>
      </p:sp>
      <p:sp>
        <p:nvSpPr>
          <p:cNvPr id="3" name="Slide Number">
            <a:extLst>
              <a:ext uri="{FF2B5EF4-FFF2-40B4-BE49-F238E27FC236}">
                <a16:creationId xmlns:a16="http://schemas.microsoft.com/office/drawing/2014/main" id="{B0435695-E156-66C6-5CE4-B0F751F125D2}"/>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960155675"/>
      </p:ext>
    </p:extLst>
  </p:cSld>
  <p:clrMapOvr>
    <a:masterClrMapping/>
  </p:clrMapOvr>
  <p:transition spd="med"/>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End slide">
    <p:bg>
      <p:bgPr>
        <a:solidFill>
          <a:schemeClr val="bg1"/>
        </a:solidFill>
        <a:effectLst/>
      </p:bgPr>
    </p:bg>
    <p:spTree>
      <p:nvGrpSpPr>
        <p:cNvPr id="1" name=""/>
        <p:cNvGrpSpPr/>
        <p:nvPr/>
      </p:nvGrpSpPr>
      <p:grpSpPr>
        <a:xfrm>
          <a:off x="0" y="0"/>
          <a:ext cx="0" cy="0"/>
          <a:chOff x="0" y="0"/>
          <a:chExt cx="0" cy="0"/>
        </a:xfrm>
      </p:grpSpPr>
      <p:pic>
        <p:nvPicPr>
          <p:cNvPr id="4" name="Picture 3" descr="IBM 8-bar logo">
            <a:extLst>
              <a:ext uri="{FF2B5EF4-FFF2-40B4-BE49-F238E27FC236}">
                <a16:creationId xmlns:a16="http://schemas.microsoft.com/office/drawing/2014/main" id="{F7060FE5-C047-4041-AB41-F553D2847ED5}"/>
              </a:ext>
            </a:extLst>
          </p:cNvPr>
          <p:cNvPicPr>
            <a:picLocks noChangeAspect="1"/>
          </p:cNvPicPr>
          <p:nvPr userDrawn="1"/>
        </p:nvPicPr>
        <p:blipFill>
          <a:blip r:embed="rId2"/>
          <a:stretch>
            <a:fillRect/>
          </a:stretch>
        </p:blipFill>
        <p:spPr>
          <a:xfrm>
            <a:off x="5232004" y="3084230"/>
            <a:ext cx="1727991" cy="689541"/>
          </a:xfrm>
          <a:prstGeom prst="rect">
            <a:avLst/>
          </a:prstGeom>
        </p:spPr>
      </p:pic>
    </p:spTree>
    <p:extLst>
      <p:ext uri="{BB962C8B-B14F-4D97-AF65-F5344CB8AC3E}">
        <p14:creationId xmlns:p14="http://schemas.microsoft.com/office/powerpoint/2010/main" val="2988801950"/>
      </p:ext>
    </p:extLst>
  </p:cSld>
  <p:clrMapOvr>
    <a:masterClrMapping/>
  </p:clrMapOvr>
  <p:transition spd="med"/>
</p:sldLayout>
</file>

<file path=ppt/slideLayouts/slideLayout90.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6"/>
        <p:cNvGrpSpPr/>
        <p:nvPr/>
      </p:nvGrpSpPr>
      <p:grpSpPr>
        <a:xfrm>
          <a:off x="0" y="0"/>
          <a:ext cx="0" cy="0"/>
          <a:chOff x="0" y="0"/>
          <a:chExt cx="0" cy="0"/>
        </a:xfrm>
      </p:grpSpPr>
    </p:spTree>
    <p:extLst>
      <p:ext uri="{BB962C8B-B14F-4D97-AF65-F5344CB8AC3E}">
        <p14:creationId xmlns:p14="http://schemas.microsoft.com/office/powerpoint/2010/main" val="76033816"/>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userDrawn="1">
  <p:cSld name="Blank slid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63" y="288036"/>
            <a:ext cx="2474590" cy="1234377"/>
          </a:xfrm>
        </p:spPr>
        <p:txBody>
          <a:bodyPr/>
          <a:lstStyle>
            <a:lvl1pPr>
              <a:lnSpc>
                <a:spcPct val="110000"/>
              </a:lnSpc>
              <a:defRPr sz="1400">
                <a:solidFill>
                  <a:schemeClr val="tx2"/>
                </a:solidFill>
              </a:defRPr>
            </a:lvl1pPr>
          </a:lstStyle>
          <a:p>
            <a:r>
              <a:rPr lang="en-GB"/>
              <a:t>Click to edit Master title style</a:t>
            </a:r>
            <a:endParaRPr lang="en-US" dirty="0"/>
          </a:p>
        </p:txBody>
      </p:sp>
      <p:sp>
        <p:nvSpPr>
          <p:cNvPr id="4" name="Footer Placeholder 3">
            <a:extLst>
              <a:ext uri="{FF2B5EF4-FFF2-40B4-BE49-F238E27FC236}">
                <a16:creationId xmlns:a16="http://schemas.microsoft.com/office/drawing/2014/main" id="{69559113-A66F-B148-0A73-FD8B5C2B023D}"/>
              </a:ext>
            </a:extLst>
          </p:cNvPr>
          <p:cNvSpPr>
            <a:spLocks noGrp="1"/>
          </p:cNvSpPr>
          <p:nvPr>
            <p:ph type="ftr" sz="quarter" idx="12"/>
          </p:nvPr>
        </p:nvSpPr>
        <p:spPr>
          <a:xfrm>
            <a:off x="287963" y="6408000"/>
            <a:ext cx="2477765" cy="190500"/>
          </a:xfrm>
        </p:spPr>
        <p:txBody>
          <a:bodyPr/>
          <a:lstStyle/>
          <a:p>
            <a:endParaRPr lang="en-US"/>
          </a:p>
        </p:txBody>
      </p:sp>
      <p:sp>
        <p:nvSpPr>
          <p:cNvPr id="3" name="Slide Number">
            <a:extLst>
              <a:ext uri="{FF2B5EF4-FFF2-40B4-BE49-F238E27FC236}">
                <a16:creationId xmlns:a16="http://schemas.microsoft.com/office/drawing/2014/main" id="{B0435695-E156-66C6-5CE4-B0F751F125D2}"/>
              </a:ext>
            </a:extLst>
          </p:cNvPr>
          <p:cNvSpPr txBox="1">
            <a:spLocks noGrp="1"/>
          </p:cNvSpPr>
          <p:nvPr>
            <p:ph type="sldNum" sz="quarter" idx="4"/>
          </p:nvPr>
        </p:nvSpPr>
        <p:spPr>
          <a:xfrm>
            <a:off x="11769264" y="6475770"/>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537451347"/>
      </p:ext>
    </p:extLst>
  </p:cSld>
  <p:clrMapOvr>
    <a:masterClrMapping/>
  </p:clrMapOvr>
  <p:transition spd="med"/>
</p:sldLayout>
</file>

<file path=ppt/slideLayouts/slideLayout92.xml><?xml version="1.0" encoding="utf-8"?>
<p:sldLayout xmlns:a="http://schemas.openxmlformats.org/drawingml/2006/main" xmlns:r="http://schemas.openxmlformats.org/officeDocument/2006/relationships" xmlns:p="http://schemas.openxmlformats.org/presentationml/2006/main" userDrawn="1">
  <p:cSld name="Section divid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287963" y="192024"/>
            <a:ext cx="5517527" cy="1331913"/>
          </a:xfrm>
        </p:spPr>
        <p:txBody>
          <a:bodyPr rIns="457200"/>
          <a:lstStyle>
            <a:lvl1pPr>
              <a:lnSpc>
                <a:spcPct val="100000"/>
              </a:lnSpc>
              <a:defRPr sz="3399">
                <a:solidFill>
                  <a:schemeClr val="tx2"/>
                </a:solidFill>
              </a:defRPr>
            </a:lvl1pPr>
          </a:lstStyle>
          <a:p>
            <a:r>
              <a:rPr lang="en-GB" dirty="0"/>
              <a:t>Click to edit Master title style</a:t>
            </a:r>
            <a:endParaRPr lang="en-US" dirty="0"/>
          </a:p>
        </p:txBody>
      </p:sp>
      <p:sp>
        <p:nvSpPr>
          <p:cNvPr id="3" name="Footer Placeholder 3">
            <a:extLst>
              <a:ext uri="{FF2B5EF4-FFF2-40B4-BE49-F238E27FC236}">
                <a16:creationId xmlns:a16="http://schemas.microsoft.com/office/drawing/2014/main" id="{42F412B5-726F-373A-86F7-2FBA60F14014}"/>
              </a:ext>
            </a:extLst>
          </p:cNvPr>
          <p:cNvSpPr>
            <a:spLocks noGrp="1"/>
          </p:cNvSpPr>
          <p:nvPr>
            <p:ph type="ftr" sz="quarter" idx="18"/>
          </p:nvPr>
        </p:nvSpPr>
        <p:spPr>
          <a:xfrm>
            <a:off x="287963" y="6408000"/>
            <a:ext cx="2477765" cy="190500"/>
          </a:xfrm>
        </p:spPr>
        <p:txBody>
          <a:bodyPr/>
          <a:lstStyle/>
          <a:p>
            <a:endParaRPr lang="en-US"/>
          </a:p>
        </p:txBody>
      </p:sp>
      <p:sp>
        <p:nvSpPr>
          <p:cNvPr id="6" name="Slide Number">
            <a:extLst>
              <a:ext uri="{FF2B5EF4-FFF2-40B4-BE49-F238E27FC236}">
                <a16:creationId xmlns:a16="http://schemas.microsoft.com/office/drawing/2014/main" id="{6E2B1415-A9D9-645B-4DF0-7D16976DF727}"/>
              </a:ext>
            </a:extLst>
          </p:cNvPr>
          <p:cNvSpPr txBox="1">
            <a:spLocks noGrp="1"/>
          </p:cNvSpPr>
          <p:nvPr>
            <p:ph type="sldNum" sz="quarter" idx="4"/>
          </p:nvPr>
        </p:nvSpPr>
        <p:spPr>
          <a:xfrm>
            <a:off x="11769264" y="6475770"/>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633568767"/>
      </p:ext>
    </p:extLst>
  </p:cSld>
  <p:clrMapOvr>
    <a:masterClrMapping/>
  </p:clrMapOvr>
  <p:transition spd="med"/>
</p:sldLayout>
</file>

<file path=ppt/slideLayouts/slideLayout93.xml><?xml version="1.0" encoding="utf-8"?>
<p:sldLayout xmlns:a="http://schemas.openxmlformats.org/drawingml/2006/main" xmlns:r="http://schemas.openxmlformats.org/officeDocument/2006/relationships" xmlns:p="http://schemas.openxmlformats.org/presentationml/2006/main" userDrawn="1">
  <p:cSld name="Video or imagery, 3/4, blee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63" y="288036"/>
            <a:ext cx="2474590" cy="762794"/>
          </a:xfrm>
        </p:spPr>
        <p:txBody>
          <a:bodyPr/>
          <a:lstStyle>
            <a:lvl1pPr>
              <a:lnSpc>
                <a:spcPct val="110000"/>
              </a:lnSpc>
              <a:defRPr sz="1400">
                <a:solidFill>
                  <a:schemeClr val="tx2"/>
                </a:solidFill>
              </a:defRPr>
            </a:lvl1pPr>
          </a:lstStyle>
          <a:p>
            <a:r>
              <a:rPr lang="en-GB"/>
              <a:t>Click to edit Master title style</a:t>
            </a:r>
            <a:endParaRPr lang="en-US" dirty="0"/>
          </a:p>
        </p:txBody>
      </p:sp>
      <p:sp>
        <p:nvSpPr>
          <p:cNvPr id="6" name="Text Placeholder 5">
            <a:extLst>
              <a:ext uri="{FF2B5EF4-FFF2-40B4-BE49-F238E27FC236}">
                <a16:creationId xmlns:a16="http://schemas.microsoft.com/office/drawing/2014/main" id="{75EDE688-75EF-DA04-F0B3-24F53FFC6BAF}"/>
              </a:ext>
            </a:extLst>
          </p:cNvPr>
          <p:cNvSpPr>
            <a:spLocks noGrp="1"/>
          </p:cNvSpPr>
          <p:nvPr>
            <p:ph type="body" sz="quarter" idx="13"/>
          </p:nvPr>
        </p:nvSpPr>
        <p:spPr>
          <a:xfrm>
            <a:off x="287963" y="1520825"/>
            <a:ext cx="2477765" cy="4576763"/>
          </a:xfrm>
        </p:spPr>
        <p:txBody>
          <a:bodyPr/>
          <a:lstStyle>
            <a:lvl1pPr>
              <a:lnSpc>
                <a:spcPct val="110000"/>
              </a:lnSpc>
              <a:spcBef>
                <a:spcPts val="0"/>
              </a:spcBef>
              <a:defRPr sz="1400">
                <a:solidFill>
                  <a:schemeClr val="tx1"/>
                </a:solidFill>
              </a:defRPr>
            </a:lvl1pPr>
            <a:lvl2pPr marL="128003" indent="-128003">
              <a:lnSpc>
                <a:spcPct val="110000"/>
              </a:lnSpc>
              <a:spcBef>
                <a:spcPts val="0"/>
              </a:spcBef>
              <a:defRPr sz="1400">
                <a:solidFill>
                  <a:schemeClr val="tx1"/>
                </a:solidFill>
              </a:defRPr>
            </a:lvl2pPr>
            <a:lvl3pPr marL="256007" indent="-128003">
              <a:lnSpc>
                <a:spcPct val="110000"/>
              </a:lnSpc>
              <a:spcBef>
                <a:spcPts val="0"/>
              </a:spcBef>
              <a:defRPr sz="1400">
                <a:solidFill>
                  <a:schemeClr val="tx1"/>
                </a:solidFill>
              </a:defRPr>
            </a:lvl3pPr>
            <a:lvl4pPr marL="384010" indent="-128003">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2" name="Picture Placeholder 11" descr="Place imagery here">
            <a:extLst>
              <a:ext uri="{FF2B5EF4-FFF2-40B4-BE49-F238E27FC236}">
                <a16:creationId xmlns:a16="http://schemas.microsoft.com/office/drawing/2014/main" id="{DE390102-FDF4-C834-3F45-02B57A70ADB2}"/>
              </a:ext>
            </a:extLst>
          </p:cNvPr>
          <p:cNvSpPr>
            <a:spLocks noGrp="1"/>
          </p:cNvSpPr>
          <p:nvPr>
            <p:ph type="pic" sz="quarter" idx="14" hasCustomPrompt="1"/>
          </p:nvPr>
        </p:nvSpPr>
        <p:spPr>
          <a:xfrm>
            <a:off x="3047604" y="0"/>
            <a:ext cx="9144397" cy="6858000"/>
          </a:xfrm>
          <a:solidFill>
            <a:srgbClr val="E0E0E0"/>
          </a:solidFill>
        </p:spPr>
        <p:txBody>
          <a:bodyPr anchor="ctr"/>
          <a:lstStyle>
            <a:lvl1pPr algn="ctr">
              <a:defRPr>
                <a:solidFill>
                  <a:schemeClr val="accent5"/>
                </a:solidFill>
              </a:defRPr>
            </a:lvl1pPr>
          </a:lstStyle>
          <a:p>
            <a:r>
              <a:rPr lang="en-US"/>
              <a:t>Place imagery here</a:t>
            </a:r>
          </a:p>
        </p:txBody>
      </p:sp>
      <p:sp>
        <p:nvSpPr>
          <p:cNvPr id="5" name="Footer Placeholder 3">
            <a:extLst>
              <a:ext uri="{FF2B5EF4-FFF2-40B4-BE49-F238E27FC236}">
                <a16:creationId xmlns:a16="http://schemas.microsoft.com/office/drawing/2014/main" id="{7B09C899-A6D4-3826-EAB8-A75F78607CE3}"/>
              </a:ext>
            </a:extLst>
          </p:cNvPr>
          <p:cNvSpPr>
            <a:spLocks noGrp="1"/>
          </p:cNvSpPr>
          <p:nvPr>
            <p:ph type="ftr" sz="quarter" idx="18"/>
          </p:nvPr>
        </p:nvSpPr>
        <p:spPr>
          <a:xfrm>
            <a:off x="287963" y="6408000"/>
            <a:ext cx="2477765" cy="190500"/>
          </a:xfrm>
        </p:spPr>
        <p:txBody>
          <a:bodyPr/>
          <a:lstStyle/>
          <a:p>
            <a:endParaRPr lang="en-US"/>
          </a:p>
        </p:txBody>
      </p:sp>
      <p:sp>
        <p:nvSpPr>
          <p:cNvPr id="7" name="Slide Number">
            <a:extLst>
              <a:ext uri="{FF2B5EF4-FFF2-40B4-BE49-F238E27FC236}">
                <a16:creationId xmlns:a16="http://schemas.microsoft.com/office/drawing/2014/main" id="{BEB46264-65A0-272C-CC19-DCA9B586608B}"/>
              </a:ext>
            </a:extLst>
          </p:cNvPr>
          <p:cNvSpPr txBox="1">
            <a:spLocks noGrp="1"/>
          </p:cNvSpPr>
          <p:nvPr>
            <p:ph type="sldNum" sz="quarter" idx="4"/>
          </p:nvPr>
        </p:nvSpPr>
        <p:spPr>
          <a:xfrm>
            <a:off x="11769264" y="6475770"/>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898803980"/>
      </p:ext>
    </p:extLst>
  </p:cSld>
  <p:clrMapOvr>
    <a:masterClrMapping/>
  </p:clrMapOvr>
  <p:transition spd="med"/>
</p:sldLayout>
</file>

<file path=ppt/slideLayouts/slideLayout94.xml><?xml version="1.0" encoding="utf-8"?>
<p:sldLayout xmlns:a="http://schemas.openxmlformats.org/drawingml/2006/main" xmlns:r="http://schemas.openxmlformats.org/officeDocument/2006/relationships" xmlns:p="http://schemas.openxmlformats.org/presentationml/2006/main" userDrawn="1">
  <p:cSld name="Video or imagery, half, inse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63" y="288036"/>
            <a:ext cx="2474590" cy="762794"/>
          </a:xfrm>
        </p:spPr>
        <p:txBody>
          <a:bodyPr/>
          <a:lstStyle>
            <a:lvl1pPr>
              <a:lnSpc>
                <a:spcPct val="110000"/>
              </a:lnSpc>
              <a:defRPr sz="1400">
                <a:solidFill>
                  <a:schemeClr val="tx2"/>
                </a:solidFill>
              </a:defRPr>
            </a:lvl1pPr>
          </a:lstStyle>
          <a:p>
            <a:r>
              <a:rPr lang="en-GB"/>
              <a:t>Click to edit Master title style</a:t>
            </a:r>
            <a:endParaRPr lang="en-US" dirty="0"/>
          </a:p>
        </p:txBody>
      </p:sp>
      <p:sp>
        <p:nvSpPr>
          <p:cNvPr id="6" name="Text Placeholder 5">
            <a:extLst>
              <a:ext uri="{FF2B5EF4-FFF2-40B4-BE49-F238E27FC236}">
                <a16:creationId xmlns:a16="http://schemas.microsoft.com/office/drawing/2014/main" id="{28FE37E5-0FED-B2B2-3150-F02A8956CD38}"/>
              </a:ext>
            </a:extLst>
          </p:cNvPr>
          <p:cNvSpPr>
            <a:spLocks noGrp="1"/>
          </p:cNvSpPr>
          <p:nvPr>
            <p:ph type="body" sz="quarter" idx="12"/>
          </p:nvPr>
        </p:nvSpPr>
        <p:spPr>
          <a:xfrm>
            <a:off x="287963" y="1520825"/>
            <a:ext cx="2473130" cy="4576763"/>
          </a:xfrm>
        </p:spPr>
        <p:txBody>
          <a:bodyPr/>
          <a:lstStyle>
            <a:lvl1pPr>
              <a:lnSpc>
                <a:spcPct val="110000"/>
              </a:lnSpc>
              <a:spcBef>
                <a:spcPts val="0"/>
              </a:spcBef>
              <a:defRPr sz="1400">
                <a:solidFill>
                  <a:schemeClr val="tx1"/>
                </a:solidFill>
              </a:defRPr>
            </a:lvl1pPr>
            <a:lvl2pPr marL="128003" indent="-128003">
              <a:lnSpc>
                <a:spcPct val="110000"/>
              </a:lnSpc>
              <a:spcBef>
                <a:spcPts val="0"/>
              </a:spcBef>
              <a:defRPr sz="1400">
                <a:solidFill>
                  <a:schemeClr val="tx1"/>
                </a:solidFill>
              </a:defRPr>
            </a:lvl2pPr>
            <a:lvl3pPr marL="256007" indent="-128003">
              <a:lnSpc>
                <a:spcPct val="110000"/>
              </a:lnSpc>
              <a:spcBef>
                <a:spcPts val="0"/>
              </a:spcBef>
              <a:defRPr sz="1400">
                <a:solidFill>
                  <a:schemeClr val="tx1"/>
                </a:solidFill>
              </a:defRPr>
            </a:lvl3pPr>
            <a:lvl4pPr marL="384010" indent="-128003">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p:txBody>
      </p:sp>
      <p:sp>
        <p:nvSpPr>
          <p:cNvPr id="7" name="Text Placeholder 5">
            <a:extLst>
              <a:ext uri="{FF2B5EF4-FFF2-40B4-BE49-F238E27FC236}">
                <a16:creationId xmlns:a16="http://schemas.microsoft.com/office/drawing/2014/main" id="{88F00625-4E10-D884-2256-56B294B4BA89}"/>
              </a:ext>
            </a:extLst>
          </p:cNvPr>
          <p:cNvSpPr>
            <a:spLocks noGrp="1"/>
          </p:cNvSpPr>
          <p:nvPr>
            <p:ph type="body" sz="quarter" idx="13"/>
          </p:nvPr>
        </p:nvSpPr>
        <p:spPr>
          <a:xfrm>
            <a:off x="3334904" y="1520825"/>
            <a:ext cx="2475384" cy="4576763"/>
          </a:xfrm>
        </p:spPr>
        <p:txBody>
          <a:bodyPr/>
          <a:lstStyle>
            <a:lvl1pPr>
              <a:lnSpc>
                <a:spcPct val="110000"/>
              </a:lnSpc>
              <a:spcBef>
                <a:spcPts val="0"/>
              </a:spcBef>
              <a:defRPr sz="1400">
                <a:solidFill>
                  <a:schemeClr val="tx1"/>
                </a:solidFill>
              </a:defRPr>
            </a:lvl1pPr>
            <a:lvl2pPr marL="128003" indent="-128003">
              <a:lnSpc>
                <a:spcPct val="110000"/>
              </a:lnSpc>
              <a:spcBef>
                <a:spcPts val="0"/>
              </a:spcBef>
              <a:defRPr sz="1400">
                <a:solidFill>
                  <a:schemeClr val="tx1"/>
                </a:solidFill>
              </a:defRPr>
            </a:lvl2pPr>
            <a:lvl3pPr marL="256007" indent="-128003">
              <a:lnSpc>
                <a:spcPct val="110000"/>
              </a:lnSpc>
              <a:spcBef>
                <a:spcPts val="0"/>
              </a:spcBef>
              <a:defRPr sz="1400">
                <a:solidFill>
                  <a:schemeClr val="tx1"/>
                </a:solidFill>
              </a:defRPr>
            </a:lvl3pPr>
            <a:lvl4pPr marL="384010" indent="-128003">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5" name="Picture Placeholder 10" descr="Place imagery here">
            <a:extLst>
              <a:ext uri="{FF2B5EF4-FFF2-40B4-BE49-F238E27FC236}">
                <a16:creationId xmlns:a16="http://schemas.microsoft.com/office/drawing/2014/main" id="{468A48E8-BE84-7972-AB73-8E31C1C13499}"/>
              </a:ext>
            </a:extLst>
          </p:cNvPr>
          <p:cNvSpPr>
            <a:spLocks noGrp="1"/>
          </p:cNvSpPr>
          <p:nvPr>
            <p:ph type="pic" sz="quarter" idx="15" hasCustomPrompt="1"/>
          </p:nvPr>
        </p:nvSpPr>
        <p:spPr>
          <a:xfrm>
            <a:off x="6380919" y="288037"/>
            <a:ext cx="5519908" cy="6285801"/>
          </a:xfrm>
          <a:solidFill>
            <a:srgbClr val="E0E0E0"/>
          </a:solidFill>
        </p:spPr>
        <p:txBody>
          <a:bodyPr anchor="ctr"/>
          <a:lstStyle>
            <a:lvl1pPr algn="ctr">
              <a:defRPr>
                <a:solidFill>
                  <a:schemeClr val="accent5"/>
                </a:solidFill>
              </a:defRPr>
            </a:lvl1pPr>
          </a:lstStyle>
          <a:p>
            <a:r>
              <a:rPr lang="en-US"/>
              <a:t>Place imagery here</a:t>
            </a:r>
          </a:p>
        </p:txBody>
      </p:sp>
      <p:sp>
        <p:nvSpPr>
          <p:cNvPr id="3" name="Footer Placeholder 3">
            <a:extLst>
              <a:ext uri="{FF2B5EF4-FFF2-40B4-BE49-F238E27FC236}">
                <a16:creationId xmlns:a16="http://schemas.microsoft.com/office/drawing/2014/main" id="{765F8DDE-78BD-E2B6-1CAB-2A9EF14E9F71}"/>
              </a:ext>
            </a:extLst>
          </p:cNvPr>
          <p:cNvSpPr>
            <a:spLocks noGrp="1"/>
          </p:cNvSpPr>
          <p:nvPr>
            <p:ph type="ftr" sz="quarter" idx="18"/>
          </p:nvPr>
        </p:nvSpPr>
        <p:spPr>
          <a:xfrm>
            <a:off x="287963" y="6408000"/>
            <a:ext cx="2477765" cy="190500"/>
          </a:xfrm>
        </p:spPr>
        <p:txBody>
          <a:bodyPr/>
          <a:lstStyle/>
          <a:p>
            <a:endParaRPr lang="en-US"/>
          </a:p>
        </p:txBody>
      </p:sp>
    </p:spTree>
    <p:extLst>
      <p:ext uri="{BB962C8B-B14F-4D97-AF65-F5344CB8AC3E}">
        <p14:creationId xmlns:p14="http://schemas.microsoft.com/office/powerpoint/2010/main" val="1220219282"/>
      </p:ext>
    </p:extLst>
  </p:cSld>
  <p:clrMapOvr>
    <a:masterClrMapping/>
  </p:clrMapOvr>
  <p:transition spd="med"/>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preserve="1" userDrawn="1">
  <p:cSld name="Cover, imagery">
    <p:spTree>
      <p:nvGrpSpPr>
        <p:cNvPr id="1" name=""/>
        <p:cNvGrpSpPr/>
        <p:nvPr/>
      </p:nvGrpSpPr>
      <p:grpSpPr>
        <a:xfrm>
          <a:off x="0" y="0"/>
          <a:ext cx="0" cy="0"/>
          <a:chOff x="0" y="0"/>
          <a:chExt cx="0" cy="0"/>
        </a:xfrm>
      </p:grpSpPr>
      <p:grpSp>
        <p:nvGrpSpPr>
          <p:cNvPr id="69" name="グループ化 68">
            <a:extLst>
              <a:ext uri="{FF2B5EF4-FFF2-40B4-BE49-F238E27FC236}">
                <a16:creationId xmlns:a16="http://schemas.microsoft.com/office/drawing/2014/main" id="{58CC2476-BF7D-4DF0-26B6-BBE4BE03B9CA}"/>
              </a:ext>
            </a:extLst>
          </p:cNvPr>
          <p:cNvGrpSpPr/>
          <p:nvPr userDrawn="1"/>
        </p:nvGrpSpPr>
        <p:grpSpPr>
          <a:xfrm>
            <a:off x="-137160" y="-138793"/>
            <a:ext cx="12454128" cy="7133953"/>
            <a:chOff x="-137160" y="-138793"/>
            <a:chExt cx="12454128" cy="7133953"/>
          </a:xfrm>
        </p:grpSpPr>
        <p:cxnSp>
          <p:nvCxnSpPr>
            <p:cNvPr id="70" name="直線コネクタ 69">
              <a:extLst>
                <a:ext uri="{FF2B5EF4-FFF2-40B4-BE49-F238E27FC236}">
                  <a16:creationId xmlns:a16="http://schemas.microsoft.com/office/drawing/2014/main" id="{C69AA810-DD0B-F73A-DB55-32F3767E9E34}"/>
                </a:ext>
              </a:extLst>
            </p:cNvPr>
            <p:cNvCxnSpPr/>
            <p:nvPr/>
          </p:nvCxnSpPr>
          <p:spPr>
            <a:xfrm>
              <a:off x="285750" y="-138793"/>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1" name="直線コネクタ 70">
              <a:extLst>
                <a:ext uri="{FF2B5EF4-FFF2-40B4-BE49-F238E27FC236}">
                  <a16:creationId xmlns:a16="http://schemas.microsoft.com/office/drawing/2014/main" id="{F6D2AD60-6419-4CFC-20D2-64F9EAC5996B}"/>
                </a:ext>
              </a:extLst>
            </p:cNvPr>
            <p:cNvCxnSpPr/>
            <p:nvPr/>
          </p:nvCxnSpPr>
          <p:spPr>
            <a:xfrm>
              <a:off x="1524000" y="-138793"/>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2" name="直線コネクタ 71">
              <a:extLst>
                <a:ext uri="{FF2B5EF4-FFF2-40B4-BE49-F238E27FC236}">
                  <a16:creationId xmlns:a16="http://schemas.microsoft.com/office/drawing/2014/main" id="{2DA32C5F-781F-11D2-7066-E5E2349F9B2E}"/>
                </a:ext>
              </a:extLst>
            </p:cNvPr>
            <p:cNvCxnSpPr/>
            <p:nvPr/>
          </p:nvCxnSpPr>
          <p:spPr>
            <a:xfrm>
              <a:off x="2765425" y="-138793"/>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3" name="直線コネクタ 72">
              <a:extLst>
                <a:ext uri="{FF2B5EF4-FFF2-40B4-BE49-F238E27FC236}">
                  <a16:creationId xmlns:a16="http://schemas.microsoft.com/office/drawing/2014/main" id="{F8961383-5150-7DF7-724B-6A51B1532BE7}"/>
                </a:ext>
              </a:extLst>
            </p:cNvPr>
            <p:cNvCxnSpPr/>
            <p:nvPr/>
          </p:nvCxnSpPr>
          <p:spPr>
            <a:xfrm>
              <a:off x="3051175" y="-138793"/>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4" name="直線コネクタ 73">
              <a:extLst>
                <a:ext uri="{FF2B5EF4-FFF2-40B4-BE49-F238E27FC236}">
                  <a16:creationId xmlns:a16="http://schemas.microsoft.com/office/drawing/2014/main" id="{5142C1ED-E5D3-A21C-D463-93C8968655E1}"/>
                </a:ext>
              </a:extLst>
            </p:cNvPr>
            <p:cNvCxnSpPr>
              <a:cxnSpLocks/>
            </p:cNvCxnSpPr>
            <p:nvPr/>
          </p:nvCxnSpPr>
          <p:spPr>
            <a:xfrm>
              <a:off x="3340957" y="-138793"/>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5" name="直線コネクタ 74">
              <a:extLst>
                <a:ext uri="{FF2B5EF4-FFF2-40B4-BE49-F238E27FC236}">
                  <a16:creationId xmlns:a16="http://schemas.microsoft.com/office/drawing/2014/main" id="{72973109-5B9E-C914-3E4D-9E576E0DDBDD}"/>
                </a:ext>
              </a:extLst>
            </p:cNvPr>
            <p:cNvCxnSpPr>
              <a:cxnSpLocks/>
            </p:cNvCxnSpPr>
            <p:nvPr/>
          </p:nvCxnSpPr>
          <p:spPr>
            <a:xfrm>
              <a:off x="4575175" y="-138793"/>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6" name="直線コネクタ 75">
              <a:extLst>
                <a:ext uri="{FF2B5EF4-FFF2-40B4-BE49-F238E27FC236}">
                  <a16:creationId xmlns:a16="http://schemas.microsoft.com/office/drawing/2014/main" id="{55306F64-03DF-757F-739A-D7F9692E262F}"/>
                </a:ext>
              </a:extLst>
            </p:cNvPr>
            <p:cNvCxnSpPr>
              <a:cxnSpLocks/>
            </p:cNvCxnSpPr>
            <p:nvPr/>
          </p:nvCxnSpPr>
          <p:spPr>
            <a:xfrm>
              <a:off x="5819775" y="-138793"/>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7" name="直線コネクタ 76">
              <a:extLst>
                <a:ext uri="{FF2B5EF4-FFF2-40B4-BE49-F238E27FC236}">
                  <a16:creationId xmlns:a16="http://schemas.microsoft.com/office/drawing/2014/main" id="{ED35C1AD-3C10-B41E-9A1F-EEC6476FFF73}"/>
                </a:ext>
              </a:extLst>
            </p:cNvPr>
            <p:cNvCxnSpPr>
              <a:cxnSpLocks/>
            </p:cNvCxnSpPr>
            <p:nvPr/>
          </p:nvCxnSpPr>
          <p:spPr>
            <a:xfrm>
              <a:off x="6096000" y="-138793"/>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8" name="直線コネクタ 77">
              <a:extLst>
                <a:ext uri="{FF2B5EF4-FFF2-40B4-BE49-F238E27FC236}">
                  <a16:creationId xmlns:a16="http://schemas.microsoft.com/office/drawing/2014/main" id="{9C66691D-4047-0647-B55C-A607D568A634}"/>
                </a:ext>
              </a:extLst>
            </p:cNvPr>
            <p:cNvCxnSpPr>
              <a:cxnSpLocks/>
            </p:cNvCxnSpPr>
            <p:nvPr/>
          </p:nvCxnSpPr>
          <p:spPr>
            <a:xfrm>
              <a:off x="6380512" y="-138793"/>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9" name="直線コネクタ 78">
              <a:extLst>
                <a:ext uri="{FF2B5EF4-FFF2-40B4-BE49-F238E27FC236}">
                  <a16:creationId xmlns:a16="http://schemas.microsoft.com/office/drawing/2014/main" id="{ECC7D7B6-446A-506F-3CEF-AEF90261B402}"/>
                </a:ext>
              </a:extLst>
            </p:cNvPr>
            <p:cNvCxnSpPr>
              <a:cxnSpLocks/>
            </p:cNvCxnSpPr>
            <p:nvPr/>
          </p:nvCxnSpPr>
          <p:spPr>
            <a:xfrm>
              <a:off x="7616825" y="-138793"/>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0" name="直線コネクタ 79">
              <a:extLst>
                <a:ext uri="{FF2B5EF4-FFF2-40B4-BE49-F238E27FC236}">
                  <a16:creationId xmlns:a16="http://schemas.microsoft.com/office/drawing/2014/main" id="{3FF859E4-448F-A826-B925-664B566D8D6B}"/>
                </a:ext>
              </a:extLst>
            </p:cNvPr>
            <p:cNvCxnSpPr>
              <a:cxnSpLocks/>
            </p:cNvCxnSpPr>
            <p:nvPr/>
          </p:nvCxnSpPr>
          <p:spPr>
            <a:xfrm>
              <a:off x="8861425" y="-138793"/>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1" name="直線コネクタ 80">
              <a:extLst>
                <a:ext uri="{FF2B5EF4-FFF2-40B4-BE49-F238E27FC236}">
                  <a16:creationId xmlns:a16="http://schemas.microsoft.com/office/drawing/2014/main" id="{33227988-64FC-A061-8DB4-F65C661CCFC3}"/>
                </a:ext>
              </a:extLst>
            </p:cNvPr>
            <p:cNvCxnSpPr>
              <a:cxnSpLocks/>
            </p:cNvCxnSpPr>
            <p:nvPr/>
          </p:nvCxnSpPr>
          <p:spPr>
            <a:xfrm>
              <a:off x="9144000" y="-138793"/>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2" name="直線コネクタ 81">
              <a:extLst>
                <a:ext uri="{FF2B5EF4-FFF2-40B4-BE49-F238E27FC236}">
                  <a16:creationId xmlns:a16="http://schemas.microsoft.com/office/drawing/2014/main" id="{C7EC7B79-F085-3100-581D-A6E49F86CD85}"/>
                </a:ext>
              </a:extLst>
            </p:cNvPr>
            <p:cNvCxnSpPr>
              <a:cxnSpLocks/>
            </p:cNvCxnSpPr>
            <p:nvPr/>
          </p:nvCxnSpPr>
          <p:spPr>
            <a:xfrm>
              <a:off x="9420225" y="-138793"/>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3" name="直線コネクタ 82">
              <a:extLst>
                <a:ext uri="{FF2B5EF4-FFF2-40B4-BE49-F238E27FC236}">
                  <a16:creationId xmlns:a16="http://schemas.microsoft.com/office/drawing/2014/main" id="{06C8615D-6975-54B7-9239-2B551EFA817E}"/>
                </a:ext>
              </a:extLst>
            </p:cNvPr>
            <p:cNvCxnSpPr>
              <a:cxnSpLocks/>
            </p:cNvCxnSpPr>
            <p:nvPr/>
          </p:nvCxnSpPr>
          <p:spPr>
            <a:xfrm>
              <a:off x="10671175" y="-138793"/>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4" name="直線コネクタ 83">
              <a:extLst>
                <a:ext uri="{FF2B5EF4-FFF2-40B4-BE49-F238E27FC236}">
                  <a16:creationId xmlns:a16="http://schemas.microsoft.com/office/drawing/2014/main" id="{8976FA01-C831-23F3-5493-AB6B7C1BA737}"/>
                </a:ext>
              </a:extLst>
            </p:cNvPr>
            <p:cNvCxnSpPr>
              <a:cxnSpLocks/>
            </p:cNvCxnSpPr>
            <p:nvPr/>
          </p:nvCxnSpPr>
          <p:spPr>
            <a:xfrm>
              <a:off x="11905012" y="-138793"/>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5" name="直線コネクタ 84">
              <a:extLst>
                <a:ext uri="{FF2B5EF4-FFF2-40B4-BE49-F238E27FC236}">
                  <a16:creationId xmlns:a16="http://schemas.microsoft.com/office/drawing/2014/main" id="{0E1DCB8A-3F4E-7E96-4555-AD5E7EA04FAF}"/>
                </a:ext>
              </a:extLst>
            </p:cNvPr>
            <p:cNvCxnSpPr>
              <a:cxnSpLocks/>
            </p:cNvCxnSpPr>
            <p:nvPr/>
          </p:nvCxnSpPr>
          <p:spPr>
            <a:xfrm>
              <a:off x="285750" y="6885432"/>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6" name="直線コネクタ 85">
              <a:extLst>
                <a:ext uri="{FF2B5EF4-FFF2-40B4-BE49-F238E27FC236}">
                  <a16:creationId xmlns:a16="http://schemas.microsoft.com/office/drawing/2014/main" id="{80E665AC-B67F-D6F0-6866-FED70C42F984}"/>
                </a:ext>
              </a:extLst>
            </p:cNvPr>
            <p:cNvCxnSpPr>
              <a:cxnSpLocks/>
            </p:cNvCxnSpPr>
            <p:nvPr/>
          </p:nvCxnSpPr>
          <p:spPr>
            <a:xfrm>
              <a:off x="1524000" y="6885432"/>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7" name="直線コネクタ 86">
              <a:extLst>
                <a:ext uri="{FF2B5EF4-FFF2-40B4-BE49-F238E27FC236}">
                  <a16:creationId xmlns:a16="http://schemas.microsoft.com/office/drawing/2014/main" id="{30C079A3-172F-2CE4-2ABE-7E69C2500F24}"/>
                </a:ext>
              </a:extLst>
            </p:cNvPr>
            <p:cNvCxnSpPr>
              <a:cxnSpLocks/>
            </p:cNvCxnSpPr>
            <p:nvPr/>
          </p:nvCxnSpPr>
          <p:spPr>
            <a:xfrm>
              <a:off x="2765425" y="6885432"/>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8" name="直線コネクタ 87">
              <a:extLst>
                <a:ext uri="{FF2B5EF4-FFF2-40B4-BE49-F238E27FC236}">
                  <a16:creationId xmlns:a16="http://schemas.microsoft.com/office/drawing/2014/main" id="{8423C2D4-1FF3-D8DD-BA62-8FB11EDDBCBE}"/>
                </a:ext>
              </a:extLst>
            </p:cNvPr>
            <p:cNvCxnSpPr>
              <a:cxnSpLocks/>
            </p:cNvCxnSpPr>
            <p:nvPr/>
          </p:nvCxnSpPr>
          <p:spPr>
            <a:xfrm>
              <a:off x="3051175" y="6885432"/>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9" name="直線コネクタ 88">
              <a:extLst>
                <a:ext uri="{FF2B5EF4-FFF2-40B4-BE49-F238E27FC236}">
                  <a16:creationId xmlns:a16="http://schemas.microsoft.com/office/drawing/2014/main" id="{A34463A7-1230-E823-CDB1-F797D86E273D}"/>
                </a:ext>
              </a:extLst>
            </p:cNvPr>
            <p:cNvCxnSpPr>
              <a:cxnSpLocks/>
            </p:cNvCxnSpPr>
            <p:nvPr/>
          </p:nvCxnSpPr>
          <p:spPr>
            <a:xfrm>
              <a:off x="3340957" y="6885432"/>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90" name="直線コネクタ 89">
              <a:extLst>
                <a:ext uri="{FF2B5EF4-FFF2-40B4-BE49-F238E27FC236}">
                  <a16:creationId xmlns:a16="http://schemas.microsoft.com/office/drawing/2014/main" id="{E4E65D38-C508-09AD-48CF-EEFCEA3AAE03}"/>
                </a:ext>
              </a:extLst>
            </p:cNvPr>
            <p:cNvCxnSpPr>
              <a:cxnSpLocks/>
            </p:cNvCxnSpPr>
            <p:nvPr/>
          </p:nvCxnSpPr>
          <p:spPr>
            <a:xfrm>
              <a:off x="4575175" y="6885432"/>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91" name="直線コネクタ 90">
              <a:extLst>
                <a:ext uri="{FF2B5EF4-FFF2-40B4-BE49-F238E27FC236}">
                  <a16:creationId xmlns:a16="http://schemas.microsoft.com/office/drawing/2014/main" id="{7E858B33-6002-0C7E-3C93-114BA7EBF184}"/>
                </a:ext>
              </a:extLst>
            </p:cNvPr>
            <p:cNvCxnSpPr>
              <a:cxnSpLocks/>
            </p:cNvCxnSpPr>
            <p:nvPr/>
          </p:nvCxnSpPr>
          <p:spPr>
            <a:xfrm>
              <a:off x="5819775" y="6885432"/>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92" name="直線コネクタ 91">
              <a:extLst>
                <a:ext uri="{FF2B5EF4-FFF2-40B4-BE49-F238E27FC236}">
                  <a16:creationId xmlns:a16="http://schemas.microsoft.com/office/drawing/2014/main" id="{15442B44-6F35-5C22-174E-C6FE08E684BF}"/>
                </a:ext>
              </a:extLst>
            </p:cNvPr>
            <p:cNvCxnSpPr>
              <a:cxnSpLocks/>
            </p:cNvCxnSpPr>
            <p:nvPr/>
          </p:nvCxnSpPr>
          <p:spPr>
            <a:xfrm>
              <a:off x="6096000" y="6885432"/>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93" name="直線コネクタ 92">
              <a:extLst>
                <a:ext uri="{FF2B5EF4-FFF2-40B4-BE49-F238E27FC236}">
                  <a16:creationId xmlns:a16="http://schemas.microsoft.com/office/drawing/2014/main" id="{D868B07F-60B3-B12D-734A-18E0E110D689}"/>
                </a:ext>
              </a:extLst>
            </p:cNvPr>
            <p:cNvCxnSpPr>
              <a:cxnSpLocks/>
            </p:cNvCxnSpPr>
            <p:nvPr/>
          </p:nvCxnSpPr>
          <p:spPr>
            <a:xfrm>
              <a:off x="6380512" y="6885432"/>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94" name="直線コネクタ 93">
              <a:extLst>
                <a:ext uri="{FF2B5EF4-FFF2-40B4-BE49-F238E27FC236}">
                  <a16:creationId xmlns:a16="http://schemas.microsoft.com/office/drawing/2014/main" id="{58484F60-F19F-2733-2036-5BA6B23D7492}"/>
                </a:ext>
              </a:extLst>
            </p:cNvPr>
            <p:cNvCxnSpPr>
              <a:cxnSpLocks/>
            </p:cNvCxnSpPr>
            <p:nvPr/>
          </p:nvCxnSpPr>
          <p:spPr>
            <a:xfrm>
              <a:off x="7616825" y="6885432"/>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95" name="直線コネクタ 94">
              <a:extLst>
                <a:ext uri="{FF2B5EF4-FFF2-40B4-BE49-F238E27FC236}">
                  <a16:creationId xmlns:a16="http://schemas.microsoft.com/office/drawing/2014/main" id="{1DF578FF-0C9A-531C-C740-ECCB351F30B1}"/>
                </a:ext>
              </a:extLst>
            </p:cNvPr>
            <p:cNvCxnSpPr>
              <a:cxnSpLocks/>
            </p:cNvCxnSpPr>
            <p:nvPr/>
          </p:nvCxnSpPr>
          <p:spPr>
            <a:xfrm>
              <a:off x="8861425" y="6885432"/>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96" name="直線コネクタ 95">
              <a:extLst>
                <a:ext uri="{FF2B5EF4-FFF2-40B4-BE49-F238E27FC236}">
                  <a16:creationId xmlns:a16="http://schemas.microsoft.com/office/drawing/2014/main" id="{73B8A5FB-81F4-927B-1F26-BE1B1B74B2D5}"/>
                </a:ext>
              </a:extLst>
            </p:cNvPr>
            <p:cNvCxnSpPr>
              <a:cxnSpLocks/>
            </p:cNvCxnSpPr>
            <p:nvPr/>
          </p:nvCxnSpPr>
          <p:spPr>
            <a:xfrm>
              <a:off x="9144000" y="6885432"/>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97" name="直線コネクタ 96">
              <a:extLst>
                <a:ext uri="{FF2B5EF4-FFF2-40B4-BE49-F238E27FC236}">
                  <a16:creationId xmlns:a16="http://schemas.microsoft.com/office/drawing/2014/main" id="{0E90BB27-C646-3DFA-676B-37A021A23605}"/>
                </a:ext>
              </a:extLst>
            </p:cNvPr>
            <p:cNvCxnSpPr>
              <a:cxnSpLocks/>
            </p:cNvCxnSpPr>
            <p:nvPr/>
          </p:nvCxnSpPr>
          <p:spPr>
            <a:xfrm>
              <a:off x="9420225" y="6885432"/>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98" name="直線コネクタ 97">
              <a:extLst>
                <a:ext uri="{FF2B5EF4-FFF2-40B4-BE49-F238E27FC236}">
                  <a16:creationId xmlns:a16="http://schemas.microsoft.com/office/drawing/2014/main" id="{24762E5F-AF6C-1088-2E1D-6A254B7C4CD7}"/>
                </a:ext>
              </a:extLst>
            </p:cNvPr>
            <p:cNvCxnSpPr>
              <a:cxnSpLocks/>
            </p:cNvCxnSpPr>
            <p:nvPr/>
          </p:nvCxnSpPr>
          <p:spPr>
            <a:xfrm>
              <a:off x="10671175" y="6885432"/>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99" name="直線コネクタ 98">
              <a:extLst>
                <a:ext uri="{FF2B5EF4-FFF2-40B4-BE49-F238E27FC236}">
                  <a16:creationId xmlns:a16="http://schemas.microsoft.com/office/drawing/2014/main" id="{6CA6C945-C996-6602-20B5-35011A36198C}"/>
                </a:ext>
              </a:extLst>
            </p:cNvPr>
            <p:cNvCxnSpPr>
              <a:cxnSpLocks/>
            </p:cNvCxnSpPr>
            <p:nvPr/>
          </p:nvCxnSpPr>
          <p:spPr>
            <a:xfrm>
              <a:off x="11905012" y="6885432"/>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00" name="直線コネクタ 99">
              <a:extLst>
                <a:ext uri="{FF2B5EF4-FFF2-40B4-BE49-F238E27FC236}">
                  <a16:creationId xmlns:a16="http://schemas.microsoft.com/office/drawing/2014/main" id="{DC27BCEA-AF77-1280-814F-4F70008E2F7E}"/>
                </a:ext>
              </a:extLst>
            </p:cNvPr>
            <p:cNvCxnSpPr>
              <a:cxnSpLocks/>
            </p:cNvCxnSpPr>
            <p:nvPr/>
          </p:nvCxnSpPr>
          <p:spPr>
            <a:xfrm>
              <a:off x="-137160" y="302895"/>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01" name="直線コネクタ 100">
              <a:extLst>
                <a:ext uri="{FF2B5EF4-FFF2-40B4-BE49-F238E27FC236}">
                  <a16:creationId xmlns:a16="http://schemas.microsoft.com/office/drawing/2014/main" id="{6C1BD8AC-BDDC-6698-052D-86D7D7559360}"/>
                </a:ext>
              </a:extLst>
            </p:cNvPr>
            <p:cNvCxnSpPr>
              <a:cxnSpLocks/>
            </p:cNvCxnSpPr>
            <p:nvPr/>
          </p:nvCxnSpPr>
          <p:spPr>
            <a:xfrm>
              <a:off x="-137160" y="774476"/>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02" name="直線コネクタ 101">
              <a:extLst>
                <a:ext uri="{FF2B5EF4-FFF2-40B4-BE49-F238E27FC236}">
                  <a16:creationId xmlns:a16="http://schemas.microsoft.com/office/drawing/2014/main" id="{445D635E-F10B-49A6-B997-0A30195E2DDF}"/>
                </a:ext>
              </a:extLst>
            </p:cNvPr>
            <p:cNvCxnSpPr>
              <a:cxnSpLocks/>
            </p:cNvCxnSpPr>
            <p:nvPr/>
          </p:nvCxnSpPr>
          <p:spPr>
            <a:xfrm>
              <a:off x="-137160" y="1534349"/>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03" name="直線コネクタ 102">
              <a:extLst>
                <a:ext uri="{FF2B5EF4-FFF2-40B4-BE49-F238E27FC236}">
                  <a16:creationId xmlns:a16="http://schemas.microsoft.com/office/drawing/2014/main" id="{AB666F3E-58E8-33F8-D6E1-0743A1FA807C}"/>
                </a:ext>
              </a:extLst>
            </p:cNvPr>
            <p:cNvCxnSpPr>
              <a:cxnSpLocks/>
            </p:cNvCxnSpPr>
            <p:nvPr/>
          </p:nvCxnSpPr>
          <p:spPr>
            <a:xfrm>
              <a:off x="-137160" y="2294222"/>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04" name="直線コネクタ 103">
              <a:extLst>
                <a:ext uri="{FF2B5EF4-FFF2-40B4-BE49-F238E27FC236}">
                  <a16:creationId xmlns:a16="http://schemas.microsoft.com/office/drawing/2014/main" id="{6D64AA7D-3E3C-19DA-2149-A4B3A4EA0855}"/>
                </a:ext>
              </a:extLst>
            </p:cNvPr>
            <p:cNvCxnSpPr>
              <a:cxnSpLocks/>
            </p:cNvCxnSpPr>
            <p:nvPr/>
          </p:nvCxnSpPr>
          <p:spPr>
            <a:xfrm>
              <a:off x="-137160" y="3054095"/>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05" name="直線コネクタ 104">
              <a:extLst>
                <a:ext uri="{FF2B5EF4-FFF2-40B4-BE49-F238E27FC236}">
                  <a16:creationId xmlns:a16="http://schemas.microsoft.com/office/drawing/2014/main" id="{7E971A53-371A-96C1-C7C5-A01ED5122FBA}"/>
                </a:ext>
              </a:extLst>
            </p:cNvPr>
            <p:cNvCxnSpPr>
              <a:cxnSpLocks/>
            </p:cNvCxnSpPr>
            <p:nvPr/>
          </p:nvCxnSpPr>
          <p:spPr>
            <a:xfrm>
              <a:off x="-137160" y="3813968"/>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06" name="直線コネクタ 105">
              <a:extLst>
                <a:ext uri="{FF2B5EF4-FFF2-40B4-BE49-F238E27FC236}">
                  <a16:creationId xmlns:a16="http://schemas.microsoft.com/office/drawing/2014/main" id="{E4C982BE-12BC-7A86-6C22-27961D484691}"/>
                </a:ext>
              </a:extLst>
            </p:cNvPr>
            <p:cNvCxnSpPr>
              <a:cxnSpLocks/>
            </p:cNvCxnSpPr>
            <p:nvPr/>
          </p:nvCxnSpPr>
          <p:spPr>
            <a:xfrm>
              <a:off x="-137160" y="4573841"/>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07" name="直線コネクタ 106">
              <a:extLst>
                <a:ext uri="{FF2B5EF4-FFF2-40B4-BE49-F238E27FC236}">
                  <a16:creationId xmlns:a16="http://schemas.microsoft.com/office/drawing/2014/main" id="{80691F67-0791-5BC5-472C-0D5602D9F4A1}"/>
                </a:ext>
              </a:extLst>
            </p:cNvPr>
            <p:cNvCxnSpPr>
              <a:cxnSpLocks/>
            </p:cNvCxnSpPr>
            <p:nvPr/>
          </p:nvCxnSpPr>
          <p:spPr>
            <a:xfrm>
              <a:off x="-137160" y="5333714"/>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08" name="直線コネクタ 107">
              <a:extLst>
                <a:ext uri="{FF2B5EF4-FFF2-40B4-BE49-F238E27FC236}">
                  <a16:creationId xmlns:a16="http://schemas.microsoft.com/office/drawing/2014/main" id="{7CB5467A-8CA1-0144-F546-D51F9A7F8892}"/>
                </a:ext>
              </a:extLst>
            </p:cNvPr>
            <p:cNvCxnSpPr>
              <a:cxnSpLocks/>
            </p:cNvCxnSpPr>
            <p:nvPr/>
          </p:nvCxnSpPr>
          <p:spPr>
            <a:xfrm>
              <a:off x="-137160" y="6093587"/>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09" name="直線コネクタ 108">
              <a:extLst>
                <a:ext uri="{FF2B5EF4-FFF2-40B4-BE49-F238E27FC236}">
                  <a16:creationId xmlns:a16="http://schemas.microsoft.com/office/drawing/2014/main" id="{53B18454-E96B-CE1C-02F6-FDA501EF8F10}"/>
                </a:ext>
              </a:extLst>
            </p:cNvPr>
            <p:cNvCxnSpPr>
              <a:cxnSpLocks/>
            </p:cNvCxnSpPr>
            <p:nvPr/>
          </p:nvCxnSpPr>
          <p:spPr>
            <a:xfrm>
              <a:off x="12207240" y="302895"/>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10" name="直線コネクタ 109">
              <a:extLst>
                <a:ext uri="{FF2B5EF4-FFF2-40B4-BE49-F238E27FC236}">
                  <a16:creationId xmlns:a16="http://schemas.microsoft.com/office/drawing/2014/main" id="{FEAA7342-96E4-5949-529A-2F38C017FBB8}"/>
                </a:ext>
              </a:extLst>
            </p:cNvPr>
            <p:cNvCxnSpPr>
              <a:cxnSpLocks/>
            </p:cNvCxnSpPr>
            <p:nvPr/>
          </p:nvCxnSpPr>
          <p:spPr>
            <a:xfrm>
              <a:off x="12207240" y="774476"/>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11" name="直線コネクタ 110">
              <a:extLst>
                <a:ext uri="{FF2B5EF4-FFF2-40B4-BE49-F238E27FC236}">
                  <a16:creationId xmlns:a16="http://schemas.microsoft.com/office/drawing/2014/main" id="{CDD72FA0-3598-A9C5-4E8D-17FD80408BB8}"/>
                </a:ext>
              </a:extLst>
            </p:cNvPr>
            <p:cNvCxnSpPr>
              <a:cxnSpLocks/>
            </p:cNvCxnSpPr>
            <p:nvPr/>
          </p:nvCxnSpPr>
          <p:spPr>
            <a:xfrm>
              <a:off x="12207240" y="1534349"/>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12" name="直線コネクタ 111">
              <a:extLst>
                <a:ext uri="{FF2B5EF4-FFF2-40B4-BE49-F238E27FC236}">
                  <a16:creationId xmlns:a16="http://schemas.microsoft.com/office/drawing/2014/main" id="{85CA7FBC-ACC8-EC86-298B-515F4623C2A6}"/>
                </a:ext>
              </a:extLst>
            </p:cNvPr>
            <p:cNvCxnSpPr>
              <a:cxnSpLocks/>
            </p:cNvCxnSpPr>
            <p:nvPr/>
          </p:nvCxnSpPr>
          <p:spPr>
            <a:xfrm>
              <a:off x="12207240" y="2294222"/>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13" name="直線コネクタ 112">
              <a:extLst>
                <a:ext uri="{FF2B5EF4-FFF2-40B4-BE49-F238E27FC236}">
                  <a16:creationId xmlns:a16="http://schemas.microsoft.com/office/drawing/2014/main" id="{4CF8D118-98CC-0CEA-ADD7-87D244774639}"/>
                </a:ext>
              </a:extLst>
            </p:cNvPr>
            <p:cNvCxnSpPr>
              <a:cxnSpLocks/>
            </p:cNvCxnSpPr>
            <p:nvPr/>
          </p:nvCxnSpPr>
          <p:spPr>
            <a:xfrm>
              <a:off x="12207240" y="3054095"/>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14" name="直線コネクタ 113">
              <a:extLst>
                <a:ext uri="{FF2B5EF4-FFF2-40B4-BE49-F238E27FC236}">
                  <a16:creationId xmlns:a16="http://schemas.microsoft.com/office/drawing/2014/main" id="{15177543-6239-21AF-DD61-5A3C46299BB3}"/>
                </a:ext>
              </a:extLst>
            </p:cNvPr>
            <p:cNvCxnSpPr>
              <a:cxnSpLocks/>
            </p:cNvCxnSpPr>
            <p:nvPr/>
          </p:nvCxnSpPr>
          <p:spPr>
            <a:xfrm>
              <a:off x="12207240" y="3813968"/>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15" name="直線コネクタ 114">
              <a:extLst>
                <a:ext uri="{FF2B5EF4-FFF2-40B4-BE49-F238E27FC236}">
                  <a16:creationId xmlns:a16="http://schemas.microsoft.com/office/drawing/2014/main" id="{C6B0DA67-20A4-3E60-4D9F-3D375BCE49F2}"/>
                </a:ext>
              </a:extLst>
            </p:cNvPr>
            <p:cNvCxnSpPr>
              <a:cxnSpLocks/>
            </p:cNvCxnSpPr>
            <p:nvPr/>
          </p:nvCxnSpPr>
          <p:spPr>
            <a:xfrm>
              <a:off x="12207240" y="4573841"/>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16" name="直線コネクタ 115">
              <a:extLst>
                <a:ext uri="{FF2B5EF4-FFF2-40B4-BE49-F238E27FC236}">
                  <a16:creationId xmlns:a16="http://schemas.microsoft.com/office/drawing/2014/main" id="{394DC025-63CE-5478-C87E-C4E698ED093B}"/>
                </a:ext>
              </a:extLst>
            </p:cNvPr>
            <p:cNvCxnSpPr>
              <a:cxnSpLocks/>
            </p:cNvCxnSpPr>
            <p:nvPr/>
          </p:nvCxnSpPr>
          <p:spPr>
            <a:xfrm>
              <a:off x="12207240" y="5333714"/>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17" name="直線コネクタ 116">
              <a:extLst>
                <a:ext uri="{FF2B5EF4-FFF2-40B4-BE49-F238E27FC236}">
                  <a16:creationId xmlns:a16="http://schemas.microsoft.com/office/drawing/2014/main" id="{1C01CEBE-A30D-9CBA-FD92-F57A59EA561F}"/>
                </a:ext>
              </a:extLst>
            </p:cNvPr>
            <p:cNvCxnSpPr>
              <a:cxnSpLocks/>
            </p:cNvCxnSpPr>
            <p:nvPr/>
          </p:nvCxnSpPr>
          <p:spPr>
            <a:xfrm>
              <a:off x="12207240" y="6093587"/>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18" name="直線コネクタ 117">
              <a:extLst>
                <a:ext uri="{FF2B5EF4-FFF2-40B4-BE49-F238E27FC236}">
                  <a16:creationId xmlns:a16="http://schemas.microsoft.com/office/drawing/2014/main" id="{9331F896-E4B3-52AB-4584-192563EEB638}"/>
                </a:ext>
              </a:extLst>
            </p:cNvPr>
            <p:cNvCxnSpPr>
              <a:cxnSpLocks/>
            </p:cNvCxnSpPr>
            <p:nvPr userDrawn="1"/>
          </p:nvCxnSpPr>
          <p:spPr>
            <a:xfrm>
              <a:off x="-137160" y="6565392"/>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19" name="直線コネクタ 118">
              <a:extLst>
                <a:ext uri="{FF2B5EF4-FFF2-40B4-BE49-F238E27FC236}">
                  <a16:creationId xmlns:a16="http://schemas.microsoft.com/office/drawing/2014/main" id="{796DFFF9-3CAB-6758-F846-9FA6A55EDEA8}"/>
                </a:ext>
              </a:extLst>
            </p:cNvPr>
            <p:cNvCxnSpPr>
              <a:cxnSpLocks/>
            </p:cNvCxnSpPr>
            <p:nvPr userDrawn="1"/>
          </p:nvCxnSpPr>
          <p:spPr>
            <a:xfrm>
              <a:off x="12207240" y="6565392"/>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15" name="図プレースホルダー 1">
            <a:extLst>
              <a:ext uri="{FF2B5EF4-FFF2-40B4-BE49-F238E27FC236}">
                <a16:creationId xmlns:a16="http://schemas.microsoft.com/office/drawing/2014/main" id="{0AE3A54A-2DB0-E63B-5FF8-308E81746528}"/>
              </a:ext>
            </a:extLst>
          </p:cNvPr>
          <p:cNvSpPr>
            <a:spLocks noGrp="1"/>
          </p:cNvSpPr>
          <p:nvPr>
            <p:ph type="pic" sz="quarter" idx="15"/>
          </p:nvPr>
        </p:nvSpPr>
        <p:spPr>
          <a:xfrm>
            <a:off x="0" y="0"/>
            <a:ext cx="12188952" cy="6089903"/>
          </a:xfrm>
          <a:solidFill>
            <a:srgbClr val="E0E0E0"/>
          </a:solidFill>
        </p:spPr>
        <p:txBody>
          <a:bodyPr anchor="ctr"/>
          <a:lstStyle>
            <a:lvl1pPr algn="ctr">
              <a:defRPr>
                <a:solidFill>
                  <a:srgbClr val="D02670"/>
                </a:solidFill>
              </a:defRPr>
            </a:lvl1pPr>
          </a:lstStyle>
          <a:p>
            <a:r>
              <a:rPr kumimoji="1" lang="ja-JP" altLang="en-US"/>
              <a:t>アイコンをクリックして図を追加</a:t>
            </a:r>
          </a:p>
        </p:txBody>
      </p:sp>
      <p:sp>
        <p:nvSpPr>
          <p:cNvPr id="3" name="グラフィックス 3">
            <a:extLst>
              <a:ext uri="{FF2B5EF4-FFF2-40B4-BE49-F238E27FC236}">
                <a16:creationId xmlns:a16="http://schemas.microsoft.com/office/drawing/2014/main" id="{29DFE3EB-17BA-C9B7-EB66-A88DFD070B44}"/>
              </a:ext>
            </a:extLst>
          </p:cNvPr>
          <p:cNvSpPr>
            <a:spLocks noChangeAspect="1"/>
          </p:cNvSpPr>
          <p:nvPr userDrawn="1"/>
        </p:nvSpPr>
        <p:spPr>
          <a:xfrm>
            <a:off x="11185445" y="6288883"/>
            <a:ext cx="769062" cy="283732"/>
          </a:xfrm>
          <a:custGeom>
            <a:avLst/>
            <a:gdLst>
              <a:gd name="connsiteX0" fmla="*/ -158 w 4035240"/>
              <a:gd name="connsiteY0" fmla="*/ 1394109 h 1502868"/>
              <a:gd name="connsiteX1" fmla="*/ 731541 w 4035240"/>
              <a:gd name="connsiteY1" fmla="*/ 1394109 h 1502868"/>
              <a:gd name="connsiteX2" fmla="*/ 731541 w 4035240"/>
              <a:gd name="connsiteY2" fmla="*/ 1498442 h 1502868"/>
              <a:gd name="connsiteX3" fmla="*/ -158 w 4035240"/>
              <a:gd name="connsiteY3" fmla="*/ 1498442 h 1502868"/>
              <a:gd name="connsiteX4" fmla="*/ -158 w 4035240"/>
              <a:gd name="connsiteY4" fmla="*/ 1299261 h 1502868"/>
              <a:gd name="connsiteX5" fmla="*/ 731541 w 4035240"/>
              <a:gd name="connsiteY5" fmla="*/ 1299261 h 1502868"/>
              <a:gd name="connsiteX6" fmla="*/ 731541 w 4035240"/>
              <a:gd name="connsiteY6" fmla="*/ 1194928 h 1502868"/>
              <a:gd name="connsiteX7" fmla="*/ -158 w 4035240"/>
              <a:gd name="connsiteY7" fmla="*/ 1194928 h 1502868"/>
              <a:gd name="connsiteX8" fmla="*/ 208899 w 4035240"/>
              <a:gd name="connsiteY8" fmla="*/ 1100080 h 1502868"/>
              <a:gd name="connsiteX9" fmla="*/ 522484 w 4035240"/>
              <a:gd name="connsiteY9" fmla="*/ 1100080 h 1502868"/>
              <a:gd name="connsiteX10" fmla="*/ 522484 w 4035240"/>
              <a:gd name="connsiteY10" fmla="*/ 995747 h 1502868"/>
              <a:gd name="connsiteX11" fmla="*/ 208899 w 4035240"/>
              <a:gd name="connsiteY11" fmla="*/ 995747 h 1502868"/>
              <a:gd name="connsiteX12" fmla="*/ 208899 w 4035240"/>
              <a:gd name="connsiteY12" fmla="*/ 900899 h 1502868"/>
              <a:gd name="connsiteX13" fmla="*/ 522484 w 4035240"/>
              <a:gd name="connsiteY13" fmla="*/ 900899 h 1502868"/>
              <a:gd name="connsiteX14" fmla="*/ 522484 w 4035240"/>
              <a:gd name="connsiteY14" fmla="*/ 796566 h 1502868"/>
              <a:gd name="connsiteX15" fmla="*/ 208899 w 4035240"/>
              <a:gd name="connsiteY15" fmla="*/ 796566 h 1502868"/>
              <a:gd name="connsiteX16" fmla="*/ 208899 w 4035240"/>
              <a:gd name="connsiteY16" fmla="*/ 701718 h 1502868"/>
              <a:gd name="connsiteX17" fmla="*/ 522484 w 4035240"/>
              <a:gd name="connsiteY17" fmla="*/ 701718 h 1502868"/>
              <a:gd name="connsiteX18" fmla="*/ 522484 w 4035240"/>
              <a:gd name="connsiteY18" fmla="*/ 597385 h 1502868"/>
              <a:gd name="connsiteX19" fmla="*/ 208899 w 4035240"/>
              <a:gd name="connsiteY19" fmla="*/ 597385 h 1502868"/>
              <a:gd name="connsiteX20" fmla="*/ 522484 w 4035240"/>
              <a:gd name="connsiteY20" fmla="*/ 398204 h 1502868"/>
              <a:gd name="connsiteX21" fmla="*/ 208899 w 4035240"/>
              <a:gd name="connsiteY21" fmla="*/ 398204 h 1502868"/>
              <a:gd name="connsiteX22" fmla="*/ 208899 w 4035240"/>
              <a:gd name="connsiteY22" fmla="*/ 502537 h 1502868"/>
              <a:gd name="connsiteX23" fmla="*/ 522484 w 4035240"/>
              <a:gd name="connsiteY23" fmla="*/ 502537 h 1502868"/>
              <a:gd name="connsiteX24" fmla="*/ -158 w 4035240"/>
              <a:gd name="connsiteY24" fmla="*/ 303356 h 1502868"/>
              <a:gd name="connsiteX25" fmla="*/ 731541 w 4035240"/>
              <a:gd name="connsiteY25" fmla="*/ 303356 h 1502868"/>
              <a:gd name="connsiteX26" fmla="*/ 731541 w 4035240"/>
              <a:gd name="connsiteY26" fmla="*/ 199023 h 1502868"/>
              <a:gd name="connsiteX27" fmla="*/ -158 w 4035240"/>
              <a:gd name="connsiteY27" fmla="*/ 199023 h 1502868"/>
              <a:gd name="connsiteX28" fmla="*/ -158 w 4035240"/>
              <a:gd name="connsiteY28" fmla="*/ 104175 h 1502868"/>
              <a:gd name="connsiteX29" fmla="*/ 731541 w 4035240"/>
              <a:gd name="connsiteY29" fmla="*/ 104175 h 1502868"/>
              <a:gd name="connsiteX30" fmla="*/ 731541 w 4035240"/>
              <a:gd name="connsiteY30" fmla="*/ -158 h 1502868"/>
              <a:gd name="connsiteX31" fmla="*/ -158 w 4035240"/>
              <a:gd name="connsiteY31" fmla="*/ -158 h 1502868"/>
              <a:gd name="connsiteX32" fmla="*/ 836070 w 4035240"/>
              <a:gd name="connsiteY32" fmla="*/ 1299261 h 1502868"/>
              <a:gd name="connsiteX33" fmla="*/ 1951389 w 4035240"/>
              <a:gd name="connsiteY33" fmla="*/ 1299261 h 1502868"/>
              <a:gd name="connsiteX34" fmla="*/ 1993390 w 4035240"/>
              <a:gd name="connsiteY34" fmla="*/ 1194928 h 1502868"/>
              <a:gd name="connsiteX35" fmla="*/ 836070 w 4035240"/>
              <a:gd name="connsiteY35" fmla="*/ 1194928 h 1502868"/>
              <a:gd name="connsiteX36" fmla="*/ 1864060 w 4035240"/>
              <a:gd name="connsiteY36" fmla="*/ 796566 h 1502868"/>
              <a:gd name="connsiteX37" fmla="*/ 1045127 w 4035240"/>
              <a:gd name="connsiteY37" fmla="*/ 796566 h 1502868"/>
              <a:gd name="connsiteX38" fmla="*/ 1045127 w 4035240"/>
              <a:gd name="connsiteY38" fmla="*/ 900899 h 1502868"/>
              <a:gd name="connsiteX39" fmla="*/ 1951293 w 4035240"/>
              <a:gd name="connsiteY39" fmla="*/ 900899 h 1502868"/>
              <a:gd name="connsiteX40" fmla="*/ 1864060 w 4035240"/>
              <a:gd name="connsiteY40" fmla="*/ 796566 h 1502868"/>
              <a:gd name="connsiteX41" fmla="*/ 1045127 w 4035240"/>
              <a:gd name="connsiteY41" fmla="*/ 597385 h 1502868"/>
              <a:gd name="connsiteX42" fmla="*/ 1045127 w 4035240"/>
              <a:gd name="connsiteY42" fmla="*/ 701718 h 1502868"/>
              <a:gd name="connsiteX43" fmla="*/ 1864060 w 4035240"/>
              <a:gd name="connsiteY43" fmla="*/ 701718 h 1502868"/>
              <a:gd name="connsiteX44" fmla="*/ 1951293 w 4035240"/>
              <a:gd name="connsiteY44" fmla="*/ 597385 h 1502868"/>
              <a:gd name="connsiteX45" fmla="*/ 1951389 w 4035240"/>
              <a:gd name="connsiteY45" fmla="*/ 199023 h 1502868"/>
              <a:gd name="connsiteX46" fmla="*/ 836070 w 4035240"/>
              <a:gd name="connsiteY46" fmla="*/ 199023 h 1502868"/>
              <a:gd name="connsiteX47" fmla="*/ 836070 w 4035240"/>
              <a:gd name="connsiteY47" fmla="*/ 303356 h 1502868"/>
              <a:gd name="connsiteX48" fmla="*/ 1993390 w 4035240"/>
              <a:gd name="connsiteY48" fmla="*/ 303356 h 1502868"/>
              <a:gd name="connsiteX49" fmla="*/ 1951389 w 4035240"/>
              <a:gd name="connsiteY49" fmla="*/ 199023 h 1502868"/>
              <a:gd name="connsiteX50" fmla="*/ 1605779 w 4035240"/>
              <a:gd name="connsiteY50" fmla="*/ -158 h 1502868"/>
              <a:gd name="connsiteX51" fmla="*/ 836070 w 4035240"/>
              <a:gd name="connsiteY51" fmla="*/ -158 h 1502868"/>
              <a:gd name="connsiteX52" fmla="*/ 836070 w 4035240"/>
              <a:gd name="connsiteY52" fmla="*/ 104175 h 1502868"/>
              <a:gd name="connsiteX53" fmla="*/ 1874988 w 4035240"/>
              <a:gd name="connsiteY53" fmla="*/ 104175 h 1502868"/>
              <a:gd name="connsiteX54" fmla="*/ 1605779 w 4035240"/>
              <a:gd name="connsiteY54" fmla="*/ -158 h 1502868"/>
              <a:gd name="connsiteX55" fmla="*/ 1045127 w 4035240"/>
              <a:gd name="connsiteY55" fmla="*/ 502537 h 1502868"/>
              <a:gd name="connsiteX56" fmla="*/ 1358712 w 4035240"/>
              <a:gd name="connsiteY56" fmla="*/ 502537 h 1502868"/>
              <a:gd name="connsiteX57" fmla="*/ 1358712 w 4035240"/>
              <a:gd name="connsiteY57" fmla="*/ 398204 h 1502868"/>
              <a:gd name="connsiteX58" fmla="*/ 1045127 w 4035240"/>
              <a:gd name="connsiteY58" fmla="*/ 398204 h 1502868"/>
              <a:gd name="connsiteX59" fmla="*/ 1653292 w 4035240"/>
              <a:gd name="connsiteY59" fmla="*/ 502537 h 1502868"/>
              <a:gd name="connsiteX60" fmla="*/ 1990919 w 4035240"/>
              <a:gd name="connsiteY60" fmla="*/ 502537 h 1502868"/>
              <a:gd name="connsiteX61" fmla="*/ 2004888 w 4035240"/>
              <a:gd name="connsiteY61" fmla="*/ 398204 h 1502868"/>
              <a:gd name="connsiteX62" fmla="*/ 1653292 w 4035240"/>
              <a:gd name="connsiteY62" fmla="*/ 398204 h 1502868"/>
              <a:gd name="connsiteX63" fmla="*/ 1045127 w 4035240"/>
              <a:gd name="connsiteY63" fmla="*/ 1100080 h 1502868"/>
              <a:gd name="connsiteX64" fmla="*/ 1358712 w 4035240"/>
              <a:gd name="connsiteY64" fmla="*/ 1100080 h 1502868"/>
              <a:gd name="connsiteX65" fmla="*/ 1358712 w 4035240"/>
              <a:gd name="connsiteY65" fmla="*/ 995747 h 1502868"/>
              <a:gd name="connsiteX66" fmla="*/ 1045127 w 4035240"/>
              <a:gd name="connsiteY66" fmla="*/ 995747 h 1502868"/>
              <a:gd name="connsiteX67" fmla="*/ 1653292 w 4035240"/>
              <a:gd name="connsiteY67" fmla="*/ 995747 h 1502868"/>
              <a:gd name="connsiteX68" fmla="*/ 1653292 w 4035240"/>
              <a:gd name="connsiteY68" fmla="*/ 1100080 h 1502868"/>
              <a:gd name="connsiteX69" fmla="*/ 2004888 w 4035240"/>
              <a:gd name="connsiteY69" fmla="*/ 1100080 h 1502868"/>
              <a:gd name="connsiteX70" fmla="*/ 1990919 w 4035240"/>
              <a:gd name="connsiteY70" fmla="*/ 995747 h 1502868"/>
              <a:gd name="connsiteX71" fmla="*/ 836070 w 4035240"/>
              <a:gd name="connsiteY71" fmla="*/ 1498442 h 1502868"/>
              <a:gd name="connsiteX72" fmla="*/ 1605779 w 4035240"/>
              <a:gd name="connsiteY72" fmla="*/ 1498442 h 1502868"/>
              <a:gd name="connsiteX73" fmla="*/ 1874988 w 4035240"/>
              <a:gd name="connsiteY73" fmla="*/ 1394109 h 1502868"/>
              <a:gd name="connsiteX74" fmla="*/ 836070 w 4035240"/>
              <a:gd name="connsiteY74" fmla="*/ 1394109 h 1502868"/>
              <a:gd name="connsiteX75" fmla="*/ 2926639 w 4035240"/>
              <a:gd name="connsiteY75" fmla="*/ 1498442 h 1502868"/>
              <a:gd name="connsiteX76" fmla="*/ 2962939 w 4035240"/>
              <a:gd name="connsiteY76" fmla="*/ 1394109 h 1502868"/>
              <a:gd name="connsiteX77" fmla="*/ 2890339 w 4035240"/>
              <a:gd name="connsiteY77" fmla="*/ 1394109 h 1502868"/>
              <a:gd name="connsiteX78" fmla="*/ 2856985 w 4035240"/>
              <a:gd name="connsiteY78" fmla="*/ 1299261 h 1502868"/>
              <a:gd name="connsiteX79" fmla="*/ 2996293 w 4035240"/>
              <a:gd name="connsiteY79" fmla="*/ 1299261 h 1502868"/>
              <a:gd name="connsiteX80" fmla="*/ 3033068 w 4035240"/>
              <a:gd name="connsiteY80" fmla="*/ 1194928 h 1502868"/>
              <a:gd name="connsiteX81" fmla="*/ 2820210 w 4035240"/>
              <a:gd name="connsiteY81" fmla="*/ 1194928 h 1502868"/>
              <a:gd name="connsiteX82" fmla="*/ 2786856 w 4035240"/>
              <a:gd name="connsiteY82" fmla="*/ 1100080 h 1502868"/>
              <a:gd name="connsiteX83" fmla="*/ 3066422 w 4035240"/>
              <a:gd name="connsiteY83" fmla="*/ 1100080 h 1502868"/>
              <a:gd name="connsiteX84" fmla="*/ 3103102 w 4035240"/>
              <a:gd name="connsiteY84" fmla="*/ 995747 h 1502868"/>
              <a:gd name="connsiteX85" fmla="*/ 2750176 w 4035240"/>
              <a:gd name="connsiteY85" fmla="*/ 995747 h 1502868"/>
              <a:gd name="connsiteX86" fmla="*/ 2716822 w 4035240"/>
              <a:gd name="connsiteY86" fmla="*/ 900899 h 1502868"/>
              <a:gd name="connsiteX87" fmla="*/ 3136456 w 4035240"/>
              <a:gd name="connsiteY87" fmla="*/ 900899 h 1502868"/>
              <a:gd name="connsiteX88" fmla="*/ 3173136 w 4035240"/>
              <a:gd name="connsiteY88" fmla="*/ 796566 h 1502868"/>
              <a:gd name="connsiteX89" fmla="*/ 2680142 w 4035240"/>
              <a:gd name="connsiteY89" fmla="*/ 796566 h 1502868"/>
              <a:gd name="connsiteX90" fmla="*/ 2299468 w 4035240"/>
              <a:gd name="connsiteY90" fmla="*/ 502537 h 1502868"/>
              <a:gd name="connsiteX91" fmla="*/ 2864207 w 4035240"/>
              <a:gd name="connsiteY91" fmla="*/ 502537 h 1502868"/>
              <a:gd name="connsiteX92" fmla="*/ 2827907 w 4035240"/>
              <a:gd name="connsiteY92" fmla="*/ 398204 h 1502868"/>
              <a:gd name="connsiteX93" fmla="*/ 2299468 w 4035240"/>
              <a:gd name="connsiteY93" fmla="*/ 398204 h 1502868"/>
              <a:gd name="connsiteX94" fmla="*/ 3058440 w 4035240"/>
              <a:gd name="connsiteY94" fmla="*/ 303356 h 1502868"/>
              <a:gd name="connsiteX95" fmla="*/ 3762867 w 4035240"/>
              <a:gd name="connsiteY95" fmla="*/ 303356 h 1502868"/>
              <a:gd name="connsiteX96" fmla="*/ 3762867 w 4035240"/>
              <a:gd name="connsiteY96" fmla="*/ 199023 h 1502868"/>
              <a:gd name="connsiteX97" fmla="*/ 3094835 w 4035240"/>
              <a:gd name="connsiteY97" fmla="*/ 199023 h 1502868"/>
              <a:gd name="connsiteX98" fmla="*/ 3164204 w 4035240"/>
              <a:gd name="connsiteY98" fmla="*/ -158 h 1502868"/>
              <a:gd name="connsiteX99" fmla="*/ 3127904 w 4035240"/>
              <a:gd name="connsiteY99" fmla="*/ 104175 h 1502868"/>
              <a:gd name="connsiteX100" fmla="*/ 3762867 w 4035240"/>
              <a:gd name="connsiteY100" fmla="*/ 104175 h 1502868"/>
              <a:gd name="connsiteX101" fmla="*/ 3762867 w 4035240"/>
              <a:gd name="connsiteY101" fmla="*/ -158 h 1502868"/>
              <a:gd name="connsiteX102" fmla="*/ 2090411 w 4035240"/>
              <a:gd name="connsiteY102" fmla="*/ 1498442 h 1502868"/>
              <a:gd name="connsiteX103" fmla="*/ 2613054 w 4035240"/>
              <a:gd name="connsiteY103" fmla="*/ 1498442 h 1502868"/>
              <a:gd name="connsiteX104" fmla="*/ 2613054 w 4035240"/>
              <a:gd name="connsiteY104" fmla="*/ 1394109 h 1502868"/>
              <a:gd name="connsiteX105" fmla="*/ 2090411 w 4035240"/>
              <a:gd name="connsiteY105" fmla="*/ 1394109 h 1502868"/>
              <a:gd name="connsiteX106" fmla="*/ 2090411 w 4035240"/>
              <a:gd name="connsiteY106" fmla="*/ 1299261 h 1502868"/>
              <a:gd name="connsiteX107" fmla="*/ 2613054 w 4035240"/>
              <a:gd name="connsiteY107" fmla="*/ 1299261 h 1502868"/>
              <a:gd name="connsiteX108" fmla="*/ 2613054 w 4035240"/>
              <a:gd name="connsiteY108" fmla="*/ 1194928 h 1502868"/>
              <a:gd name="connsiteX109" fmla="*/ 2090411 w 4035240"/>
              <a:gd name="connsiteY109" fmla="*/ 1194928 h 1502868"/>
              <a:gd name="connsiteX110" fmla="*/ 2299468 w 4035240"/>
              <a:gd name="connsiteY110" fmla="*/ 1100080 h 1502868"/>
              <a:gd name="connsiteX111" fmla="*/ 2613054 w 4035240"/>
              <a:gd name="connsiteY111" fmla="*/ 1100080 h 1502868"/>
              <a:gd name="connsiteX112" fmla="*/ 2613054 w 4035240"/>
              <a:gd name="connsiteY112" fmla="*/ 995747 h 1502868"/>
              <a:gd name="connsiteX113" fmla="*/ 2299468 w 4035240"/>
              <a:gd name="connsiteY113" fmla="*/ 995747 h 1502868"/>
              <a:gd name="connsiteX114" fmla="*/ 2299468 w 4035240"/>
              <a:gd name="connsiteY114" fmla="*/ 900899 h 1502868"/>
              <a:gd name="connsiteX115" fmla="*/ 2613054 w 4035240"/>
              <a:gd name="connsiteY115" fmla="*/ 900899 h 1502868"/>
              <a:gd name="connsiteX116" fmla="*/ 2613054 w 4035240"/>
              <a:gd name="connsiteY116" fmla="*/ 796566 h 1502868"/>
              <a:gd name="connsiteX117" fmla="*/ 2299468 w 4035240"/>
              <a:gd name="connsiteY117" fmla="*/ 796566 h 1502868"/>
              <a:gd name="connsiteX118" fmla="*/ 3553810 w 4035240"/>
              <a:gd name="connsiteY118" fmla="*/ 398204 h 1502868"/>
              <a:gd name="connsiteX119" fmla="*/ 3025371 w 4035240"/>
              <a:gd name="connsiteY119" fmla="*/ 398204 h 1502868"/>
              <a:gd name="connsiteX120" fmla="*/ 2989071 w 4035240"/>
              <a:gd name="connsiteY120" fmla="*/ 502537 h 1502868"/>
              <a:gd name="connsiteX121" fmla="*/ 3553810 w 4035240"/>
              <a:gd name="connsiteY121" fmla="*/ 502537 h 1502868"/>
              <a:gd name="connsiteX122" fmla="*/ 3240225 w 4035240"/>
              <a:gd name="connsiteY122" fmla="*/ 701718 h 1502868"/>
              <a:gd name="connsiteX123" fmla="*/ 3553810 w 4035240"/>
              <a:gd name="connsiteY123" fmla="*/ 701718 h 1502868"/>
              <a:gd name="connsiteX124" fmla="*/ 3553810 w 4035240"/>
              <a:gd name="connsiteY124" fmla="*/ 597385 h 1502868"/>
              <a:gd name="connsiteX125" fmla="*/ 2956002 w 4035240"/>
              <a:gd name="connsiteY125" fmla="*/ 597385 h 1502868"/>
              <a:gd name="connsiteX126" fmla="*/ 2926639 w 4035240"/>
              <a:gd name="connsiteY126" fmla="*/ 681705 h 1502868"/>
              <a:gd name="connsiteX127" fmla="*/ 2897276 w 4035240"/>
              <a:gd name="connsiteY127" fmla="*/ 597385 h 1502868"/>
              <a:gd name="connsiteX128" fmla="*/ 2299468 w 4035240"/>
              <a:gd name="connsiteY128" fmla="*/ 597385 h 1502868"/>
              <a:gd name="connsiteX129" fmla="*/ 2299468 w 4035240"/>
              <a:gd name="connsiteY129" fmla="*/ 701718 h 1502868"/>
              <a:gd name="connsiteX130" fmla="*/ 2613054 w 4035240"/>
              <a:gd name="connsiteY130" fmla="*/ 701718 h 1502868"/>
              <a:gd name="connsiteX131" fmla="*/ 2613054 w 4035240"/>
              <a:gd name="connsiteY131" fmla="*/ 605827 h 1502868"/>
              <a:gd name="connsiteX132" fmla="*/ 2646788 w 4035240"/>
              <a:gd name="connsiteY132" fmla="*/ 701718 h 1502868"/>
              <a:gd name="connsiteX133" fmla="*/ 3206491 w 4035240"/>
              <a:gd name="connsiteY133" fmla="*/ 701718 h 1502868"/>
              <a:gd name="connsiteX134" fmla="*/ 3240225 w 4035240"/>
              <a:gd name="connsiteY134" fmla="*/ 605827 h 1502868"/>
              <a:gd name="connsiteX135" fmla="*/ 3553810 w 4035240"/>
              <a:gd name="connsiteY135" fmla="*/ 796566 h 1502868"/>
              <a:gd name="connsiteX136" fmla="*/ 3240225 w 4035240"/>
              <a:gd name="connsiteY136" fmla="*/ 796566 h 1502868"/>
              <a:gd name="connsiteX137" fmla="*/ 3240225 w 4035240"/>
              <a:gd name="connsiteY137" fmla="*/ 900899 h 1502868"/>
              <a:gd name="connsiteX138" fmla="*/ 3553810 w 4035240"/>
              <a:gd name="connsiteY138" fmla="*/ 900899 h 1502868"/>
              <a:gd name="connsiteX139" fmla="*/ 3240225 w 4035240"/>
              <a:gd name="connsiteY139" fmla="*/ 1100080 h 1502868"/>
              <a:gd name="connsiteX140" fmla="*/ 3553810 w 4035240"/>
              <a:gd name="connsiteY140" fmla="*/ 1100080 h 1502868"/>
              <a:gd name="connsiteX141" fmla="*/ 3553810 w 4035240"/>
              <a:gd name="connsiteY141" fmla="*/ 995747 h 1502868"/>
              <a:gd name="connsiteX142" fmla="*/ 3240225 w 4035240"/>
              <a:gd name="connsiteY142" fmla="*/ 995747 h 1502868"/>
              <a:gd name="connsiteX143" fmla="*/ 3240225 w 4035240"/>
              <a:gd name="connsiteY143" fmla="*/ 1299261 h 1502868"/>
              <a:gd name="connsiteX144" fmla="*/ 3762867 w 4035240"/>
              <a:gd name="connsiteY144" fmla="*/ 1299261 h 1502868"/>
              <a:gd name="connsiteX145" fmla="*/ 3762867 w 4035240"/>
              <a:gd name="connsiteY145" fmla="*/ 1194928 h 1502868"/>
              <a:gd name="connsiteX146" fmla="*/ 3240225 w 4035240"/>
              <a:gd name="connsiteY146" fmla="*/ 1194928 h 1502868"/>
              <a:gd name="connsiteX147" fmla="*/ 3240225 w 4035240"/>
              <a:gd name="connsiteY147" fmla="*/ 1498442 h 1502868"/>
              <a:gd name="connsiteX148" fmla="*/ 3762867 w 4035240"/>
              <a:gd name="connsiteY148" fmla="*/ 1498442 h 1502868"/>
              <a:gd name="connsiteX149" fmla="*/ 3762867 w 4035240"/>
              <a:gd name="connsiteY149" fmla="*/ 1394109 h 1502868"/>
              <a:gd name="connsiteX150" fmla="*/ 3240225 w 4035240"/>
              <a:gd name="connsiteY150" fmla="*/ 1394109 h 1502868"/>
              <a:gd name="connsiteX151" fmla="*/ 2794838 w 4035240"/>
              <a:gd name="connsiteY151" fmla="*/ 303356 h 1502868"/>
              <a:gd name="connsiteX152" fmla="*/ 2758443 w 4035240"/>
              <a:gd name="connsiteY152" fmla="*/ 199023 h 1502868"/>
              <a:gd name="connsiteX153" fmla="*/ 2090411 w 4035240"/>
              <a:gd name="connsiteY153" fmla="*/ 199023 h 1502868"/>
              <a:gd name="connsiteX154" fmla="*/ 2090411 w 4035240"/>
              <a:gd name="connsiteY154" fmla="*/ 303356 h 1502868"/>
              <a:gd name="connsiteX155" fmla="*/ 2725469 w 4035240"/>
              <a:gd name="connsiteY155" fmla="*/ 104175 h 1502868"/>
              <a:gd name="connsiteX156" fmla="*/ 2689075 w 4035240"/>
              <a:gd name="connsiteY156" fmla="*/ -158 h 1502868"/>
              <a:gd name="connsiteX157" fmla="*/ 2090411 w 4035240"/>
              <a:gd name="connsiteY157" fmla="*/ -158 h 1502868"/>
              <a:gd name="connsiteX158" fmla="*/ 2090411 w 4035240"/>
              <a:gd name="connsiteY158" fmla="*/ 104175 h 1502868"/>
              <a:gd name="connsiteX159" fmla="*/ 3875283 w 4035240"/>
              <a:gd name="connsiteY159" fmla="*/ 1420572 h 1502868"/>
              <a:gd name="connsiteX160" fmla="*/ 3957540 w 4035240"/>
              <a:gd name="connsiteY160" fmla="*/ 1343211 h 1502868"/>
              <a:gd name="connsiteX161" fmla="*/ 4035046 w 4035240"/>
              <a:gd name="connsiteY161" fmla="*/ 1425315 h 1502868"/>
              <a:gd name="connsiteX162" fmla="*/ 3955105 w 4035240"/>
              <a:gd name="connsiteY162" fmla="*/ 1502711 h 1502868"/>
              <a:gd name="connsiteX163" fmla="*/ 3875445 w 4035240"/>
              <a:gd name="connsiteY163" fmla="*/ 1422311 h 1502868"/>
              <a:gd name="connsiteX164" fmla="*/ 3875474 w 4035240"/>
              <a:gd name="connsiteY164" fmla="*/ 1420572 h 1502868"/>
              <a:gd name="connsiteX165" fmla="*/ 4016206 w 4035240"/>
              <a:gd name="connsiteY165" fmla="*/ 1425789 h 1502868"/>
              <a:gd name="connsiteX166" fmla="*/ 4016206 w 4035240"/>
              <a:gd name="connsiteY166" fmla="*/ 1415450 h 1502868"/>
              <a:gd name="connsiteX167" fmla="*/ 3952743 w 4035240"/>
              <a:gd name="connsiteY167" fmla="*/ 1356915 h 1502868"/>
              <a:gd name="connsiteX168" fmla="*/ 3894098 w 4035240"/>
              <a:gd name="connsiteY168" fmla="*/ 1415450 h 1502868"/>
              <a:gd name="connsiteX169" fmla="*/ 3894098 w 4035240"/>
              <a:gd name="connsiteY169" fmla="*/ 1425789 h 1502868"/>
              <a:gd name="connsiteX170" fmla="*/ 3957561 w 4035240"/>
              <a:gd name="connsiteY170" fmla="*/ 1484324 h 1502868"/>
              <a:gd name="connsiteX171" fmla="*/ 4016206 w 4035240"/>
              <a:gd name="connsiteY171" fmla="*/ 1425789 h 1502868"/>
              <a:gd name="connsiteX172" fmla="*/ 3943416 w 4035240"/>
              <a:gd name="connsiteY172" fmla="*/ 1462874 h 1502868"/>
              <a:gd name="connsiteX173" fmla="*/ 3923081 w 4035240"/>
              <a:gd name="connsiteY173" fmla="*/ 1462874 h 1502868"/>
              <a:gd name="connsiteX174" fmla="*/ 3923081 w 4035240"/>
              <a:gd name="connsiteY174" fmla="*/ 1379598 h 1502868"/>
              <a:gd name="connsiteX175" fmla="*/ 3961091 w 4035240"/>
              <a:gd name="connsiteY175" fmla="*/ 1379598 h 1502868"/>
              <a:gd name="connsiteX176" fmla="*/ 3989418 w 4035240"/>
              <a:gd name="connsiteY176" fmla="*/ 1401360 h 1502868"/>
              <a:gd name="connsiteX177" fmla="*/ 3989599 w 4035240"/>
              <a:gd name="connsiteY177" fmla="*/ 1405871 h 1502868"/>
              <a:gd name="connsiteX178" fmla="*/ 3974489 w 4035240"/>
              <a:gd name="connsiteY178" fmla="*/ 1431005 h 1502868"/>
              <a:gd name="connsiteX179" fmla="*/ 3993495 w 4035240"/>
              <a:gd name="connsiteY179" fmla="*/ 1462874 h 1502868"/>
              <a:gd name="connsiteX180" fmla="*/ 3971164 w 4035240"/>
              <a:gd name="connsiteY180" fmla="*/ 1462874 h 1502868"/>
              <a:gd name="connsiteX181" fmla="*/ 3955580 w 4035240"/>
              <a:gd name="connsiteY181" fmla="*/ 1434420 h 1502868"/>
              <a:gd name="connsiteX182" fmla="*/ 3943416 w 4035240"/>
              <a:gd name="connsiteY182" fmla="*/ 1434420 h 1502868"/>
              <a:gd name="connsiteX183" fmla="*/ 3958620 w 4035240"/>
              <a:gd name="connsiteY183" fmla="*/ 1419055 h 1502868"/>
              <a:gd name="connsiteX184" fmla="*/ 3968123 w 4035240"/>
              <a:gd name="connsiteY184" fmla="*/ 1410234 h 1502868"/>
              <a:gd name="connsiteX185" fmla="*/ 3968123 w 4035240"/>
              <a:gd name="connsiteY185" fmla="*/ 1404258 h 1502868"/>
              <a:gd name="connsiteX186" fmla="*/ 3958620 w 4035240"/>
              <a:gd name="connsiteY186" fmla="*/ 1395532 h 1502868"/>
              <a:gd name="connsiteX187" fmla="*/ 3943416 w 4035240"/>
              <a:gd name="connsiteY187" fmla="*/ 1395532 h 1502868"/>
              <a:gd name="connsiteX188" fmla="*/ 3943416 w 4035240"/>
              <a:gd name="connsiteY188" fmla="*/ 1419055 h 1502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Lst>
            <a:rect l="l" t="t" r="r" b="b"/>
            <a:pathLst>
              <a:path w="4035240" h="1502868">
                <a:moveTo>
                  <a:pt x="-158" y="1394109"/>
                </a:moveTo>
                <a:lnTo>
                  <a:pt x="731541" y="1394109"/>
                </a:lnTo>
                <a:lnTo>
                  <a:pt x="731541" y="1498442"/>
                </a:lnTo>
                <a:lnTo>
                  <a:pt x="-158" y="1498442"/>
                </a:lnTo>
                <a:close/>
                <a:moveTo>
                  <a:pt x="-158" y="1299261"/>
                </a:moveTo>
                <a:lnTo>
                  <a:pt x="731541" y="1299261"/>
                </a:lnTo>
                <a:lnTo>
                  <a:pt x="731541" y="1194928"/>
                </a:lnTo>
                <a:lnTo>
                  <a:pt x="-158" y="1194928"/>
                </a:lnTo>
                <a:close/>
                <a:moveTo>
                  <a:pt x="208899" y="1100080"/>
                </a:moveTo>
                <a:lnTo>
                  <a:pt x="522484" y="1100080"/>
                </a:lnTo>
                <a:lnTo>
                  <a:pt x="522484" y="995747"/>
                </a:lnTo>
                <a:lnTo>
                  <a:pt x="208899" y="995747"/>
                </a:lnTo>
                <a:close/>
                <a:moveTo>
                  <a:pt x="208899" y="900899"/>
                </a:moveTo>
                <a:lnTo>
                  <a:pt x="522484" y="900899"/>
                </a:lnTo>
                <a:lnTo>
                  <a:pt x="522484" y="796566"/>
                </a:lnTo>
                <a:lnTo>
                  <a:pt x="208899" y="796566"/>
                </a:lnTo>
                <a:close/>
                <a:moveTo>
                  <a:pt x="208899" y="701718"/>
                </a:moveTo>
                <a:lnTo>
                  <a:pt x="522484" y="701718"/>
                </a:lnTo>
                <a:lnTo>
                  <a:pt x="522484" y="597385"/>
                </a:lnTo>
                <a:lnTo>
                  <a:pt x="208899" y="597385"/>
                </a:lnTo>
                <a:close/>
                <a:moveTo>
                  <a:pt x="522484" y="398204"/>
                </a:moveTo>
                <a:lnTo>
                  <a:pt x="208899" y="398204"/>
                </a:lnTo>
                <a:lnTo>
                  <a:pt x="208899" y="502537"/>
                </a:lnTo>
                <a:lnTo>
                  <a:pt x="522484" y="502537"/>
                </a:lnTo>
                <a:close/>
                <a:moveTo>
                  <a:pt x="-158" y="303356"/>
                </a:moveTo>
                <a:lnTo>
                  <a:pt x="731541" y="303356"/>
                </a:lnTo>
                <a:lnTo>
                  <a:pt x="731541" y="199023"/>
                </a:lnTo>
                <a:lnTo>
                  <a:pt x="-158" y="199023"/>
                </a:lnTo>
                <a:close/>
                <a:moveTo>
                  <a:pt x="-158" y="104175"/>
                </a:moveTo>
                <a:lnTo>
                  <a:pt x="731541" y="104175"/>
                </a:lnTo>
                <a:lnTo>
                  <a:pt x="731541" y="-158"/>
                </a:lnTo>
                <a:lnTo>
                  <a:pt x="-158" y="-158"/>
                </a:lnTo>
                <a:close/>
                <a:moveTo>
                  <a:pt x="836070" y="1299261"/>
                </a:moveTo>
                <a:lnTo>
                  <a:pt x="1951389" y="1299261"/>
                </a:lnTo>
                <a:cubicBezTo>
                  <a:pt x="1970288" y="1266654"/>
                  <a:pt x="1984432" y="1231523"/>
                  <a:pt x="1993390" y="1194928"/>
                </a:cubicBezTo>
                <a:lnTo>
                  <a:pt x="836070" y="1194928"/>
                </a:lnTo>
                <a:close/>
                <a:moveTo>
                  <a:pt x="1864060" y="796566"/>
                </a:moveTo>
                <a:lnTo>
                  <a:pt x="1045127" y="796566"/>
                </a:lnTo>
                <a:lnTo>
                  <a:pt x="1045127" y="900899"/>
                </a:lnTo>
                <a:lnTo>
                  <a:pt x="1951293" y="900899"/>
                </a:lnTo>
                <a:cubicBezTo>
                  <a:pt x="1928348" y="861440"/>
                  <a:pt x="1898850" y="826160"/>
                  <a:pt x="1864060" y="796566"/>
                </a:cubicBezTo>
                <a:close/>
                <a:moveTo>
                  <a:pt x="1045127" y="597385"/>
                </a:moveTo>
                <a:lnTo>
                  <a:pt x="1045127" y="701718"/>
                </a:lnTo>
                <a:lnTo>
                  <a:pt x="1864060" y="701718"/>
                </a:lnTo>
                <a:cubicBezTo>
                  <a:pt x="1898850" y="672125"/>
                  <a:pt x="1928348" y="636845"/>
                  <a:pt x="1951293" y="597385"/>
                </a:cubicBezTo>
                <a:close/>
                <a:moveTo>
                  <a:pt x="1951389" y="199023"/>
                </a:moveTo>
                <a:lnTo>
                  <a:pt x="836070" y="199023"/>
                </a:lnTo>
                <a:lnTo>
                  <a:pt x="836070" y="303356"/>
                </a:lnTo>
                <a:lnTo>
                  <a:pt x="1993390" y="303356"/>
                </a:lnTo>
                <a:cubicBezTo>
                  <a:pt x="1984432" y="266762"/>
                  <a:pt x="1970289" y="231630"/>
                  <a:pt x="1951389" y="199023"/>
                </a:cubicBezTo>
                <a:close/>
                <a:moveTo>
                  <a:pt x="1605779" y="-158"/>
                </a:moveTo>
                <a:lnTo>
                  <a:pt x="836070" y="-158"/>
                </a:lnTo>
                <a:lnTo>
                  <a:pt x="836070" y="104175"/>
                </a:lnTo>
                <a:lnTo>
                  <a:pt x="1874988" y="104175"/>
                </a:lnTo>
                <a:cubicBezTo>
                  <a:pt x="1801525" y="36948"/>
                  <a:pt x="1705445" y="-288"/>
                  <a:pt x="1605779" y="-158"/>
                </a:cubicBezTo>
                <a:close/>
                <a:moveTo>
                  <a:pt x="1045127" y="502537"/>
                </a:moveTo>
                <a:lnTo>
                  <a:pt x="1358712" y="502537"/>
                </a:lnTo>
                <a:lnTo>
                  <a:pt x="1358712" y="398204"/>
                </a:lnTo>
                <a:lnTo>
                  <a:pt x="1045127" y="398204"/>
                </a:lnTo>
                <a:close/>
                <a:moveTo>
                  <a:pt x="1653292" y="502537"/>
                </a:moveTo>
                <a:lnTo>
                  <a:pt x="1990919" y="502537"/>
                </a:lnTo>
                <a:cubicBezTo>
                  <a:pt x="2000179" y="468529"/>
                  <a:pt x="2004876" y="433446"/>
                  <a:pt x="2004888" y="398204"/>
                </a:cubicBezTo>
                <a:lnTo>
                  <a:pt x="1653292" y="398204"/>
                </a:lnTo>
                <a:close/>
                <a:moveTo>
                  <a:pt x="1045127" y="1100080"/>
                </a:moveTo>
                <a:lnTo>
                  <a:pt x="1358712" y="1100080"/>
                </a:lnTo>
                <a:lnTo>
                  <a:pt x="1358712" y="995747"/>
                </a:lnTo>
                <a:lnTo>
                  <a:pt x="1045127" y="995747"/>
                </a:lnTo>
                <a:close/>
                <a:moveTo>
                  <a:pt x="1653292" y="995747"/>
                </a:moveTo>
                <a:lnTo>
                  <a:pt x="1653292" y="1100080"/>
                </a:lnTo>
                <a:lnTo>
                  <a:pt x="2004888" y="1100080"/>
                </a:lnTo>
                <a:cubicBezTo>
                  <a:pt x="2004876" y="1064839"/>
                  <a:pt x="2000179" y="1029755"/>
                  <a:pt x="1990919" y="995747"/>
                </a:cubicBezTo>
                <a:close/>
                <a:moveTo>
                  <a:pt x="836070" y="1498442"/>
                </a:moveTo>
                <a:lnTo>
                  <a:pt x="1605779" y="1498442"/>
                </a:lnTo>
                <a:cubicBezTo>
                  <a:pt x="1705471" y="1498712"/>
                  <a:pt x="1801600" y="1461457"/>
                  <a:pt x="1874988" y="1394109"/>
                </a:cubicBezTo>
                <a:lnTo>
                  <a:pt x="836070" y="1394109"/>
                </a:lnTo>
                <a:close/>
                <a:moveTo>
                  <a:pt x="2926639" y="1498442"/>
                </a:moveTo>
                <a:lnTo>
                  <a:pt x="2962939" y="1394109"/>
                </a:lnTo>
                <a:lnTo>
                  <a:pt x="2890339" y="1394109"/>
                </a:lnTo>
                <a:close/>
                <a:moveTo>
                  <a:pt x="2856985" y="1299261"/>
                </a:moveTo>
                <a:lnTo>
                  <a:pt x="2996293" y="1299261"/>
                </a:lnTo>
                <a:lnTo>
                  <a:pt x="3033068" y="1194928"/>
                </a:lnTo>
                <a:lnTo>
                  <a:pt x="2820210" y="1194928"/>
                </a:lnTo>
                <a:close/>
                <a:moveTo>
                  <a:pt x="2786856" y="1100080"/>
                </a:moveTo>
                <a:lnTo>
                  <a:pt x="3066422" y="1100080"/>
                </a:lnTo>
                <a:lnTo>
                  <a:pt x="3103102" y="995747"/>
                </a:lnTo>
                <a:lnTo>
                  <a:pt x="2750176" y="995747"/>
                </a:lnTo>
                <a:close/>
                <a:moveTo>
                  <a:pt x="2716822" y="900899"/>
                </a:moveTo>
                <a:lnTo>
                  <a:pt x="3136456" y="900899"/>
                </a:lnTo>
                <a:lnTo>
                  <a:pt x="3173136" y="796566"/>
                </a:lnTo>
                <a:lnTo>
                  <a:pt x="2680142" y="796566"/>
                </a:lnTo>
                <a:close/>
                <a:moveTo>
                  <a:pt x="2299468" y="502537"/>
                </a:moveTo>
                <a:lnTo>
                  <a:pt x="2864207" y="502537"/>
                </a:lnTo>
                <a:lnTo>
                  <a:pt x="2827907" y="398204"/>
                </a:lnTo>
                <a:lnTo>
                  <a:pt x="2299468" y="398204"/>
                </a:lnTo>
                <a:close/>
                <a:moveTo>
                  <a:pt x="3058440" y="303356"/>
                </a:moveTo>
                <a:lnTo>
                  <a:pt x="3762867" y="303356"/>
                </a:lnTo>
                <a:lnTo>
                  <a:pt x="3762867" y="199023"/>
                </a:lnTo>
                <a:lnTo>
                  <a:pt x="3094835" y="199023"/>
                </a:lnTo>
                <a:close/>
                <a:moveTo>
                  <a:pt x="3164204" y="-158"/>
                </a:moveTo>
                <a:lnTo>
                  <a:pt x="3127904" y="104175"/>
                </a:lnTo>
                <a:lnTo>
                  <a:pt x="3762867" y="104175"/>
                </a:lnTo>
                <a:lnTo>
                  <a:pt x="3762867" y="-158"/>
                </a:lnTo>
                <a:close/>
                <a:moveTo>
                  <a:pt x="2090411" y="1498442"/>
                </a:moveTo>
                <a:lnTo>
                  <a:pt x="2613054" y="1498442"/>
                </a:lnTo>
                <a:lnTo>
                  <a:pt x="2613054" y="1394109"/>
                </a:lnTo>
                <a:lnTo>
                  <a:pt x="2090411" y="1394109"/>
                </a:lnTo>
                <a:close/>
                <a:moveTo>
                  <a:pt x="2090411" y="1299261"/>
                </a:moveTo>
                <a:lnTo>
                  <a:pt x="2613054" y="1299261"/>
                </a:lnTo>
                <a:lnTo>
                  <a:pt x="2613054" y="1194928"/>
                </a:lnTo>
                <a:lnTo>
                  <a:pt x="2090411" y="1194928"/>
                </a:lnTo>
                <a:close/>
                <a:moveTo>
                  <a:pt x="2299468" y="1100080"/>
                </a:moveTo>
                <a:lnTo>
                  <a:pt x="2613054" y="1100080"/>
                </a:lnTo>
                <a:lnTo>
                  <a:pt x="2613054" y="995747"/>
                </a:lnTo>
                <a:lnTo>
                  <a:pt x="2299468" y="995747"/>
                </a:lnTo>
                <a:close/>
                <a:moveTo>
                  <a:pt x="2299468" y="900899"/>
                </a:moveTo>
                <a:lnTo>
                  <a:pt x="2613054" y="900899"/>
                </a:lnTo>
                <a:lnTo>
                  <a:pt x="2613054" y="796566"/>
                </a:lnTo>
                <a:lnTo>
                  <a:pt x="2299468" y="796566"/>
                </a:lnTo>
                <a:close/>
                <a:moveTo>
                  <a:pt x="3553810" y="398204"/>
                </a:moveTo>
                <a:lnTo>
                  <a:pt x="3025371" y="398204"/>
                </a:lnTo>
                <a:lnTo>
                  <a:pt x="2989071" y="502537"/>
                </a:lnTo>
                <a:lnTo>
                  <a:pt x="3553810" y="502537"/>
                </a:lnTo>
                <a:close/>
                <a:moveTo>
                  <a:pt x="3240225" y="701718"/>
                </a:moveTo>
                <a:lnTo>
                  <a:pt x="3553810" y="701718"/>
                </a:lnTo>
                <a:lnTo>
                  <a:pt x="3553810" y="597385"/>
                </a:lnTo>
                <a:lnTo>
                  <a:pt x="2956002" y="597385"/>
                </a:lnTo>
                <a:lnTo>
                  <a:pt x="2926639" y="681705"/>
                </a:lnTo>
                <a:lnTo>
                  <a:pt x="2897276" y="597385"/>
                </a:lnTo>
                <a:lnTo>
                  <a:pt x="2299468" y="597385"/>
                </a:lnTo>
                <a:lnTo>
                  <a:pt x="2299468" y="701718"/>
                </a:lnTo>
                <a:lnTo>
                  <a:pt x="2613054" y="701718"/>
                </a:lnTo>
                <a:lnTo>
                  <a:pt x="2613054" y="605827"/>
                </a:lnTo>
                <a:lnTo>
                  <a:pt x="2646788" y="701718"/>
                </a:lnTo>
                <a:lnTo>
                  <a:pt x="3206491" y="701718"/>
                </a:lnTo>
                <a:lnTo>
                  <a:pt x="3240225" y="605827"/>
                </a:lnTo>
                <a:close/>
                <a:moveTo>
                  <a:pt x="3553810" y="796566"/>
                </a:moveTo>
                <a:lnTo>
                  <a:pt x="3240225" y="796566"/>
                </a:lnTo>
                <a:lnTo>
                  <a:pt x="3240225" y="900899"/>
                </a:lnTo>
                <a:lnTo>
                  <a:pt x="3553810" y="900899"/>
                </a:lnTo>
                <a:close/>
                <a:moveTo>
                  <a:pt x="3240225" y="1100080"/>
                </a:moveTo>
                <a:lnTo>
                  <a:pt x="3553810" y="1100080"/>
                </a:lnTo>
                <a:lnTo>
                  <a:pt x="3553810" y="995747"/>
                </a:lnTo>
                <a:lnTo>
                  <a:pt x="3240225" y="995747"/>
                </a:lnTo>
                <a:close/>
                <a:moveTo>
                  <a:pt x="3240225" y="1299261"/>
                </a:moveTo>
                <a:lnTo>
                  <a:pt x="3762867" y="1299261"/>
                </a:lnTo>
                <a:lnTo>
                  <a:pt x="3762867" y="1194928"/>
                </a:lnTo>
                <a:lnTo>
                  <a:pt x="3240225" y="1194928"/>
                </a:lnTo>
                <a:close/>
                <a:moveTo>
                  <a:pt x="3240225" y="1498442"/>
                </a:moveTo>
                <a:lnTo>
                  <a:pt x="3762867" y="1498442"/>
                </a:lnTo>
                <a:lnTo>
                  <a:pt x="3762867" y="1394109"/>
                </a:lnTo>
                <a:lnTo>
                  <a:pt x="3240225" y="1394109"/>
                </a:lnTo>
                <a:close/>
                <a:moveTo>
                  <a:pt x="2794838" y="303356"/>
                </a:moveTo>
                <a:lnTo>
                  <a:pt x="2758443" y="199023"/>
                </a:lnTo>
                <a:lnTo>
                  <a:pt x="2090411" y="199023"/>
                </a:lnTo>
                <a:lnTo>
                  <a:pt x="2090411" y="303356"/>
                </a:lnTo>
                <a:close/>
                <a:moveTo>
                  <a:pt x="2725469" y="104175"/>
                </a:moveTo>
                <a:lnTo>
                  <a:pt x="2689075" y="-158"/>
                </a:lnTo>
                <a:lnTo>
                  <a:pt x="2090411" y="-158"/>
                </a:lnTo>
                <a:lnTo>
                  <a:pt x="2090411" y="104175"/>
                </a:lnTo>
                <a:close/>
                <a:moveTo>
                  <a:pt x="3875283" y="1420572"/>
                </a:moveTo>
                <a:cubicBezTo>
                  <a:pt x="3876595" y="1376537"/>
                  <a:pt x="3913423" y="1341902"/>
                  <a:pt x="3957540" y="1343211"/>
                </a:cubicBezTo>
                <a:cubicBezTo>
                  <a:pt x="4001657" y="1344521"/>
                  <a:pt x="4036358" y="1381280"/>
                  <a:pt x="4035046" y="1425315"/>
                </a:cubicBezTo>
                <a:cubicBezTo>
                  <a:pt x="4033761" y="1468450"/>
                  <a:pt x="3998340" y="1502743"/>
                  <a:pt x="3955105" y="1502711"/>
                </a:cubicBezTo>
                <a:cubicBezTo>
                  <a:pt x="3910864" y="1502465"/>
                  <a:pt x="3875199" y="1466469"/>
                  <a:pt x="3875445" y="1422311"/>
                </a:cubicBezTo>
                <a:cubicBezTo>
                  <a:pt x="3875449" y="1421731"/>
                  <a:pt x="3875458" y="1421152"/>
                  <a:pt x="3875474" y="1420572"/>
                </a:cubicBezTo>
                <a:close/>
                <a:moveTo>
                  <a:pt x="4016206" y="1425789"/>
                </a:moveTo>
                <a:lnTo>
                  <a:pt x="4016206" y="1415450"/>
                </a:lnTo>
                <a:cubicBezTo>
                  <a:pt x="4014875" y="1381794"/>
                  <a:pt x="3986462" y="1355587"/>
                  <a:pt x="3952743" y="1356915"/>
                </a:cubicBezTo>
                <a:cubicBezTo>
                  <a:pt x="3920889" y="1358170"/>
                  <a:pt x="3895355" y="1383656"/>
                  <a:pt x="3894098" y="1415450"/>
                </a:cubicBezTo>
                <a:lnTo>
                  <a:pt x="3894098" y="1425789"/>
                </a:lnTo>
                <a:cubicBezTo>
                  <a:pt x="3895428" y="1459445"/>
                  <a:pt x="3923842" y="1485652"/>
                  <a:pt x="3957561" y="1484324"/>
                </a:cubicBezTo>
                <a:cubicBezTo>
                  <a:pt x="3989415" y="1483070"/>
                  <a:pt x="4014949" y="1457583"/>
                  <a:pt x="4016206" y="1425789"/>
                </a:cubicBezTo>
                <a:close/>
                <a:moveTo>
                  <a:pt x="3943416" y="1462874"/>
                </a:moveTo>
                <a:lnTo>
                  <a:pt x="3923081" y="1462874"/>
                </a:lnTo>
                <a:lnTo>
                  <a:pt x="3923081" y="1379598"/>
                </a:lnTo>
                <a:lnTo>
                  <a:pt x="3961091" y="1379598"/>
                </a:lnTo>
                <a:cubicBezTo>
                  <a:pt x="3974934" y="1377799"/>
                  <a:pt x="3987617" y="1387543"/>
                  <a:pt x="3989418" y="1401360"/>
                </a:cubicBezTo>
                <a:cubicBezTo>
                  <a:pt x="3989613" y="1402855"/>
                  <a:pt x="3989674" y="1404365"/>
                  <a:pt x="3989599" y="1405871"/>
                </a:cubicBezTo>
                <a:cubicBezTo>
                  <a:pt x="3990607" y="1416644"/>
                  <a:pt x="3984488" y="1426824"/>
                  <a:pt x="3974489" y="1431005"/>
                </a:cubicBezTo>
                <a:lnTo>
                  <a:pt x="3993495" y="1462874"/>
                </a:lnTo>
                <a:lnTo>
                  <a:pt x="3971164" y="1462874"/>
                </a:lnTo>
                <a:lnTo>
                  <a:pt x="3955580" y="1434420"/>
                </a:lnTo>
                <a:lnTo>
                  <a:pt x="3943416" y="1434420"/>
                </a:lnTo>
                <a:close/>
                <a:moveTo>
                  <a:pt x="3958620" y="1419055"/>
                </a:moveTo>
                <a:cubicBezTo>
                  <a:pt x="3964987" y="1419055"/>
                  <a:pt x="3968123" y="1416209"/>
                  <a:pt x="3968123" y="1410234"/>
                </a:cubicBezTo>
                <a:lnTo>
                  <a:pt x="3968123" y="1404258"/>
                </a:lnTo>
                <a:cubicBezTo>
                  <a:pt x="3968123" y="1398283"/>
                  <a:pt x="3964512" y="1395532"/>
                  <a:pt x="3958620" y="1395532"/>
                </a:cubicBezTo>
                <a:lnTo>
                  <a:pt x="3943416" y="1395532"/>
                </a:lnTo>
                <a:lnTo>
                  <a:pt x="3943416" y="1419055"/>
                </a:lnTo>
                <a:close/>
              </a:path>
            </a:pathLst>
          </a:custGeom>
          <a:solidFill>
            <a:schemeClr val="tx1"/>
          </a:solidFill>
          <a:ln w="9503" cap="flat">
            <a:noFill/>
            <a:prstDash val="solid"/>
            <a:miter/>
          </a:ln>
        </p:spPr>
        <p:txBody>
          <a:bodyPr rtlCol="0" anchor="ctr"/>
          <a:lstStyle/>
          <a:p>
            <a:endParaRPr lang="ja-JP" altLang="en-US" sz="2799"/>
          </a:p>
        </p:txBody>
      </p:sp>
      <p:sp>
        <p:nvSpPr>
          <p:cNvPr id="2" name="タイトル 2">
            <a:extLst>
              <a:ext uri="{FF2B5EF4-FFF2-40B4-BE49-F238E27FC236}">
                <a16:creationId xmlns:a16="http://schemas.microsoft.com/office/drawing/2014/main" id="{AE8AF638-3208-C360-EE54-3175BCAB2190}"/>
              </a:ext>
            </a:extLst>
          </p:cNvPr>
          <p:cNvSpPr>
            <a:spLocks noGrp="1"/>
          </p:cNvSpPr>
          <p:nvPr>
            <p:ph type="title" hasCustomPrompt="1"/>
          </p:nvPr>
        </p:nvSpPr>
        <p:spPr>
          <a:xfrm>
            <a:off x="292608" y="768097"/>
            <a:ext cx="5527040" cy="2659063"/>
          </a:xfrm>
        </p:spPr>
        <p:txBody>
          <a:bodyPr/>
          <a:lstStyle>
            <a:lvl1pPr>
              <a:defRPr sz="3999"/>
            </a:lvl1pPr>
          </a:lstStyle>
          <a:p>
            <a:r>
              <a:rPr kumimoji="1" lang="ja-JP" altLang="en-US"/>
              <a:t>タイトル</a:t>
            </a:r>
            <a:r>
              <a:rPr kumimoji="1" lang="en-US" altLang="ja-JP" dirty="0"/>
              <a:t>, </a:t>
            </a:r>
            <a:r>
              <a:rPr kumimoji="1" lang="ja-JP" altLang="en-US"/>
              <a:t>最大</a:t>
            </a:r>
            <a:r>
              <a:rPr kumimoji="1" lang="en-US" altLang="ja-JP" dirty="0"/>
              <a:t> 4</a:t>
            </a:r>
            <a:r>
              <a:rPr kumimoji="1" lang="ja-JP" altLang="en-US"/>
              <a:t>行</a:t>
            </a:r>
            <a:r>
              <a:rPr kumimoji="1" lang="en-US" altLang="ja-JP" dirty="0"/>
              <a:t>,</a:t>
            </a:r>
            <a:br>
              <a:rPr kumimoji="1" lang="en-US" altLang="ja-JP" dirty="0"/>
            </a:br>
            <a:r>
              <a:rPr kumimoji="1" lang="ja-JP" altLang="en-US"/>
              <a:t>英語は最初のみ大文字</a:t>
            </a:r>
            <a:br>
              <a:rPr kumimoji="1" lang="en-US" altLang="ja-JP" dirty="0"/>
            </a:br>
            <a:r>
              <a:rPr kumimoji="1" lang="en-US" altLang="ja-JP" dirty="0"/>
              <a:t>(Sentence case)</a:t>
            </a:r>
            <a:endParaRPr kumimoji="1" lang="ja-JP" altLang="en-US"/>
          </a:p>
        </p:txBody>
      </p:sp>
      <p:sp>
        <p:nvSpPr>
          <p:cNvPr id="13" name="テキスト プレースホルダー 4">
            <a:extLst>
              <a:ext uri="{FF2B5EF4-FFF2-40B4-BE49-F238E27FC236}">
                <a16:creationId xmlns:a16="http://schemas.microsoft.com/office/drawing/2014/main" id="{4B58F6B3-E324-24F5-A555-8B7EE680BC71}"/>
              </a:ext>
            </a:extLst>
          </p:cNvPr>
          <p:cNvSpPr>
            <a:spLocks noGrp="1"/>
          </p:cNvSpPr>
          <p:nvPr>
            <p:ph type="body" sz="quarter" idx="14"/>
          </p:nvPr>
        </p:nvSpPr>
        <p:spPr>
          <a:xfrm>
            <a:off x="292608" y="301752"/>
            <a:ext cx="5532120" cy="365760"/>
          </a:xfrm>
        </p:spPr>
        <p:txBody>
          <a:bodyPr wrap="none" anchor="t">
            <a:noAutofit/>
          </a:bodyPr>
          <a:lstStyle>
            <a:lvl1pPr>
              <a:defRPr sz="1400"/>
            </a:lvl1pPr>
            <a:lvl2pPr>
              <a:defRPr sz="2000"/>
            </a:lvl2pPr>
            <a:lvl3pPr>
              <a:defRPr sz="2000"/>
            </a:lvl3pPr>
            <a:lvl4pPr>
              <a:defRPr sz="2000"/>
            </a:lvl4pPr>
            <a:lvl5pPr>
              <a:defRPr sz="2000"/>
            </a:lvl5pPr>
          </a:lstStyle>
          <a:p>
            <a:pPr lvl="0"/>
            <a:r>
              <a:rPr kumimoji="1" lang="ja-JP" altLang="en-US"/>
              <a:t>マスター テキストの書式設定</a:t>
            </a:r>
          </a:p>
        </p:txBody>
      </p:sp>
      <p:sp>
        <p:nvSpPr>
          <p:cNvPr id="16" name="テキスト プレースホルダー 5">
            <a:extLst>
              <a:ext uri="{FF2B5EF4-FFF2-40B4-BE49-F238E27FC236}">
                <a16:creationId xmlns:a16="http://schemas.microsoft.com/office/drawing/2014/main" id="{B65F87EC-F119-04D7-4410-8A730593681E}"/>
              </a:ext>
            </a:extLst>
          </p:cNvPr>
          <p:cNvSpPr>
            <a:spLocks noGrp="1"/>
          </p:cNvSpPr>
          <p:nvPr>
            <p:ph type="body" sz="quarter" idx="16"/>
          </p:nvPr>
        </p:nvSpPr>
        <p:spPr>
          <a:xfrm>
            <a:off x="292608" y="5986653"/>
            <a:ext cx="2478024" cy="576072"/>
          </a:xfrm>
        </p:spPr>
        <p:txBody>
          <a:bodyPr wrap="none" anchor="b"/>
          <a:lstStyle>
            <a:lvl1pPr>
              <a:defRPr sz="1200"/>
            </a:lvl1pPr>
            <a:lvl2pPr marL="109706" indent="-109706">
              <a:defRPr sz="1200"/>
            </a:lvl2pPr>
            <a:lvl3pPr marL="219412" indent="-109706">
              <a:defRPr sz="1200"/>
            </a:lvl3pPr>
            <a:lvl4pPr marL="329118" indent="-109706">
              <a:defRPr sz="1200"/>
            </a:lvl4pPr>
            <a:lvl5pPr marL="438824" indent="-109706">
              <a:defRPr sz="1200"/>
            </a:lvl5pPr>
          </a:lstStyle>
          <a:p>
            <a:pPr lvl="0"/>
            <a:r>
              <a:rPr kumimoji="1" lang="ja-JP" altLang="en-US"/>
              <a:t>マスター テキストの書式設定</a:t>
            </a:r>
          </a:p>
          <a:p>
            <a:pPr lvl="1"/>
            <a:r>
              <a:rPr kumimoji="1" lang="ja-JP" altLang="en-US"/>
              <a:t>第 </a:t>
            </a:r>
            <a:r>
              <a:rPr kumimoji="1" lang="en-US" altLang="ja-JP" dirty="0"/>
              <a:t>2 </a:t>
            </a:r>
            <a:r>
              <a:rPr kumimoji="1" lang="ja-JP" altLang="en-US"/>
              <a:t>レベル</a:t>
            </a:r>
          </a:p>
          <a:p>
            <a:pPr lvl="2"/>
            <a:r>
              <a:rPr kumimoji="1" lang="ja-JP" altLang="en-US"/>
              <a:t>第 </a:t>
            </a:r>
            <a:r>
              <a:rPr kumimoji="1" lang="en-US" altLang="ja-JP" dirty="0"/>
              <a:t>3 </a:t>
            </a:r>
            <a:r>
              <a:rPr kumimoji="1" lang="ja-JP" altLang="en-US"/>
              <a:t>レベル</a:t>
            </a:r>
          </a:p>
          <a:p>
            <a:pPr lvl="3"/>
            <a:r>
              <a:rPr kumimoji="1" lang="ja-JP" altLang="en-US"/>
              <a:t>第 </a:t>
            </a:r>
            <a:r>
              <a:rPr kumimoji="1" lang="en-US" altLang="ja-JP" dirty="0"/>
              <a:t>4 </a:t>
            </a:r>
            <a:r>
              <a:rPr kumimoji="1" lang="ja-JP" altLang="en-US"/>
              <a:t>レベル</a:t>
            </a:r>
          </a:p>
          <a:p>
            <a:pPr lvl="4"/>
            <a:r>
              <a:rPr kumimoji="1" lang="ja-JP" altLang="en-US"/>
              <a:t>第 </a:t>
            </a:r>
            <a:r>
              <a:rPr kumimoji="1" lang="en-US" altLang="ja-JP" dirty="0"/>
              <a:t>5 </a:t>
            </a:r>
            <a:r>
              <a:rPr kumimoji="1" lang="ja-JP" altLang="en-US"/>
              <a:t>レベル</a:t>
            </a:r>
          </a:p>
        </p:txBody>
      </p:sp>
      <p:sp>
        <p:nvSpPr>
          <p:cNvPr id="6" name="テキスト プレースホルダー 6">
            <a:extLst>
              <a:ext uri="{FF2B5EF4-FFF2-40B4-BE49-F238E27FC236}">
                <a16:creationId xmlns:a16="http://schemas.microsoft.com/office/drawing/2014/main" id="{44133110-3055-B5BB-1F23-91013985BC52}"/>
              </a:ext>
            </a:extLst>
          </p:cNvPr>
          <p:cNvSpPr>
            <a:spLocks noGrp="1"/>
          </p:cNvSpPr>
          <p:nvPr>
            <p:ph type="body" sz="quarter" idx="17"/>
          </p:nvPr>
        </p:nvSpPr>
        <p:spPr>
          <a:xfrm>
            <a:off x="3338576" y="5986653"/>
            <a:ext cx="2478024" cy="576072"/>
          </a:xfrm>
        </p:spPr>
        <p:txBody>
          <a:bodyPr wrap="none" anchor="b"/>
          <a:lstStyle>
            <a:lvl1pPr>
              <a:defRPr sz="1200"/>
            </a:lvl1pPr>
            <a:lvl2pPr marL="109706" indent="-109706">
              <a:defRPr sz="1200"/>
            </a:lvl2pPr>
            <a:lvl3pPr marL="219412" indent="-109706">
              <a:defRPr sz="1200"/>
            </a:lvl3pPr>
            <a:lvl4pPr marL="329118" indent="-109706">
              <a:defRPr sz="1200"/>
            </a:lvl4pPr>
            <a:lvl5pPr marL="438824" indent="-109706">
              <a:defRPr sz="1200"/>
            </a:lvl5pPr>
          </a:lstStyle>
          <a:p>
            <a:pPr lvl="0"/>
            <a:r>
              <a:rPr kumimoji="1" lang="ja-JP" altLang="en-US"/>
              <a:t>マスター テキストの書式設定</a:t>
            </a:r>
          </a:p>
          <a:p>
            <a:pPr lvl="1"/>
            <a:r>
              <a:rPr kumimoji="1" lang="ja-JP" altLang="en-US"/>
              <a:t>第 </a:t>
            </a:r>
            <a:r>
              <a:rPr kumimoji="1" lang="en-US" altLang="ja-JP" dirty="0"/>
              <a:t>2 </a:t>
            </a:r>
            <a:r>
              <a:rPr kumimoji="1" lang="ja-JP" altLang="en-US"/>
              <a:t>レベル</a:t>
            </a:r>
          </a:p>
          <a:p>
            <a:pPr lvl="2"/>
            <a:r>
              <a:rPr kumimoji="1" lang="ja-JP" altLang="en-US"/>
              <a:t>第 </a:t>
            </a:r>
            <a:r>
              <a:rPr kumimoji="1" lang="en-US" altLang="ja-JP" dirty="0"/>
              <a:t>3 </a:t>
            </a:r>
            <a:r>
              <a:rPr kumimoji="1" lang="ja-JP" altLang="en-US"/>
              <a:t>レベル</a:t>
            </a:r>
          </a:p>
          <a:p>
            <a:pPr lvl="3"/>
            <a:r>
              <a:rPr kumimoji="1" lang="ja-JP" altLang="en-US"/>
              <a:t>第 </a:t>
            </a:r>
            <a:r>
              <a:rPr kumimoji="1" lang="en-US" altLang="ja-JP" dirty="0"/>
              <a:t>4 </a:t>
            </a:r>
            <a:r>
              <a:rPr kumimoji="1" lang="ja-JP" altLang="en-US"/>
              <a:t>レベル</a:t>
            </a:r>
          </a:p>
          <a:p>
            <a:pPr lvl="4"/>
            <a:r>
              <a:rPr kumimoji="1" lang="ja-JP" altLang="en-US"/>
              <a:t>第 </a:t>
            </a:r>
            <a:r>
              <a:rPr kumimoji="1" lang="en-US" altLang="ja-JP" dirty="0"/>
              <a:t>5 </a:t>
            </a:r>
            <a:r>
              <a:rPr kumimoji="1" lang="ja-JP" altLang="en-US"/>
              <a:t>レベル</a:t>
            </a:r>
          </a:p>
        </p:txBody>
      </p:sp>
    </p:spTree>
    <p:extLst>
      <p:ext uri="{BB962C8B-B14F-4D97-AF65-F5344CB8AC3E}">
        <p14:creationId xmlns:p14="http://schemas.microsoft.com/office/powerpoint/2010/main" val="1974260441"/>
      </p:ext>
    </p:extLst>
  </p:cSld>
  <p:clrMapOvr>
    <a:masterClrMapping/>
  </p:clrMapOvr>
  <p:transition spd="med"/>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preserve="1" userDrawn="1">
  <p:cSld name="Cover, cyan">
    <p:spTree>
      <p:nvGrpSpPr>
        <p:cNvPr id="1" name=""/>
        <p:cNvGrpSpPr/>
        <p:nvPr/>
      </p:nvGrpSpPr>
      <p:grpSpPr>
        <a:xfrm>
          <a:off x="0" y="0"/>
          <a:ext cx="0" cy="0"/>
          <a:chOff x="0" y="0"/>
          <a:chExt cx="0" cy="0"/>
        </a:xfrm>
      </p:grpSpPr>
      <p:grpSp>
        <p:nvGrpSpPr>
          <p:cNvPr id="57" name="グループ化 56">
            <a:extLst>
              <a:ext uri="{FF2B5EF4-FFF2-40B4-BE49-F238E27FC236}">
                <a16:creationId xmlns:a16="http://schemas.microsoft.com/office/drawing/2014/main" id="{901EDC9D-6AC2-8667-6D97-19ACD8F828B6}"/>
              </a:ext>
            </a:extLst>
          </p:cNvPr>
          <p:cNvGrpSpPr/>
          <p:nvPr userDrawn="1"/>
        </p:nvGrpSpPr>
        <p:grpSpPr>
          <a:xfrm>
            <a:off x="-137160" y="-138793"/>
            <a:ext cx="12454128" cy="7133953"/>
            <a:chOff x="-137160" y="-138793"/>
            <a:chExt cx="12454128" cy="7133953"/>
          </a:xfrm>
        </p:grpSpPr>
        <p:cxnSp>
          <p:nvCxnSpPr>
            <p:cNvPr id="58" name="直線コネクタ 57">
              <a:extLst>
                <a:ext uri="{FF2B5EF4-FFF2-40B4-BE49-F238E27FC236}">
                  <a16:creationId xmlns:a16="http://schemas.microsoft.com/office/drawing/2014/main" id="{174E4FB2-E09D-815C-F039-0FFC593AC150}"/>
                </a:ext>
              </a:extLst>
            </p:cNvPr>
            <p:cNvCxnSpPr/>
            <p:nvPr/>
          </p:nvCxnSpPr>
          <p:spPr>
            <a:xfrm>
              <a:off x="285750" y="-138793"/>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59" name="直線コネクタ 58">
              <a:extLst>
                <a:ext uri="{FF2B5EF4-FFF2-40B4-BE49-F238E27FC236}">
                  <a16:creationId xmlns:a16="http://schemas.microsoft.com/office/drawing/2014/main" id="{2865C27A-6C38-3A9D-2937-777731EFAF2E}"/>
                </a:ext>
              </a:extLst>
            </p:cNvPr>
            <p:cNvCxnSpPr/>
            <p:nvPr/>
          </p:nvCxnSpPr>
          <p:spPr>
            <a:xfrm>
              <a:off x="1524000" y="-138793"/>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60" name="直線コネクタ 59">
              <a:extLst>
                <a:ext uri="{FF2B5EF4-FFF2-40B4-BE49-F238E27FC236}">
                  <a16:creationId xmlns:a16="http://schemas.microsoft.com/office/drawing/2014/main" id="{198F102D-111C-1755-96C2-DEEB1396BAA6}"/>
                </a:ext>
              </a:extLst>
            </p:cNvPr>
            <p:cNvCxnSpPr/>
            <p:nvPr/>
          </p:nvCxnSpPr>
          <p:spPr>
            <a:xfrm>
              <a:off x="2765425" y="-138793"/>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61" name="直線コネクタ 60">
              <a:extLst>
                <a:ext uri="{FF2B5EF4-FFF2-40B4-BE49-F238E27FC236}">
                  <a16:creationId xmlns:a16="http://schemas.microsoft.com/office/drawing/2014/main" id="{83AE4402-2D0A-FE60-379E-53B15167C66F}"/>
                </a:ext>
              </a:extLst>
            </p:cNvPr>
            <p:cNvCxnSpPr/>
            <p:nvPr/>
          </p:nvCxnSpPr>
          <p:spPr>
            <a:xfrm>
              <a:off x="3051175" y="-138793"/>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62" name="直線コネクタ 61">
              <a:extLst>
                <a:ext uri="{FF2B5EF4-FFF2-40B4-BE49-F238E27FC236}">
                  <a16:creationId xmlns:a16="http://schemas.microsoft.com/office/drawing/2014/main" id="{CFB67B8D-C763-62F3-03A1-7F9C8106763F}"/>
                </a:ext>
              </a:extLst>
            </p:cNvPr>
            <p:cNvCxnSpPr>
              <a:cxnSpLocks/>
            </p:cNvCxnSpPr>
            <p:nvPr/>
          </p:nvCxnSpPr>
          <p:spPr>
            <a:xfrm>
              <a:off x="3340957" y="-138793"/>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63" name="直線コネクタ 62">
              <a:extLst>
                <a:ext uri="{FF2B5EF4-FFF2-40B4-BE49-F238E27FC236}">
                  <a16:creationId xmlns:a16="http://schemas.microsoft.com/office/drawing/2014/main" id="{08077E41-18C7-BFBF-6946-482B72CE8D01}"/>
                </a:ext>
              </a:extLst>
            </p:cNvPr>
            <p:cNvCxnSpPr>
              <a:cxnSpLocks/>
            </p:cNvCxnSpPr>
            <p:nvPr/>
          </p:nvCxnSpPr>
          <p:spPr>
            <a:xfrm>
              <a:off x="4575175" y="-138793"/>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64" name="直線コネクタ 63">
              <a:extLst>
                <a:ext uri="{FF2B5EF4-FFF2-40B4-BE49-F238E27FC236}">
                  <a16:creationId xmlns:a16="http://schemas.microsoft.com/office/drawing/2014/main" id="{6F078A7C-4013-BF85-2C79-735355A5231A}"/>
                </a:ext>
              </a:extLst>
            </p:cNvPr>
            <p:cNvCxnSpPr>
              <a:cxnSpLocks/>
            </p:cNvCxnSpPr>
            <p:nvPr/>
          </p:nvCxnSpPr>
          <p:spPr>
            <a:xfrm>
              <a:off x="5819775" y="-138793"/>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65" name="直線コネクタ 64">
              <a:extLst>
                <a:ext uri="{FF2B5EF4-FFF2-40B4-BE49-F238E27FC236}">
                  <a16:creationId xmlns:a16="http://schemas.microsoft.com/office/drawing/2014/main" id="{4EA3B734-698C-92FC-14CC-E32B109731FB}"/>
                </a:ext>
              </a:extLst>
            </p:cNvPr>
            <p:cNvCxnSpPr>
              <a:cxnSpLocks/>
            </p:cNvCxnSpPr>
            <p:nvPr/>
          </p:nvCxnSpPr>
          <p:spPr>
            <a:xfrm>
              <a:off x="6096000" y="-138793"/>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66" name="直線コネクタ 65">
              <a:extLst>
                <a:ext uri="{FF2B5EF4-FFF2-40B4-BE49-F238E27FC236}">
                  <a16:creationId xmlns:a16="http://schemas.microsoft.com/office/drawing/2014/main" id="{27F3AF9A-357B-B773-8AA8-39CDEDAF069F}"/>
                </a:ext>
              </a:extLst>
            </p:cNvPr>
            <p:cNvCxnSpPr>
              <a:cxnSpLocks/>
            </p:cNvCxnSpPr>
            <p:nvPr/>
          </p:nvCxnSpPr>
          <p:spPr>
            <a:xfrm>
              <a:off x="6380512" y="-138793"/>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67" name="直線コネクタ 66">
              <a:extLst>
                <a:ext uri="{FF2B5EF4-FFF2-40B4-BE49-F238E27FC236}">
                  <a16:creationId xmlns:a16="http://schemas.microsoft.com/office/drawing/2014/main" id="{2DA9620B-B4E4-CD68-30EE-06408E2184A1}"/>
                </a:ext>
              </a:extLst>
            </p:cNvPr>
            <p:cNvCxnSpPr>
              <a:cxnSpLocks/>
            </p:cNvCxnSpPr>
            <p:nvPr/>
          </p:nvCxnSpPr>
          <p:spPr>
            <a:xfrm>
              <a:off x="7616825" y="-138793"/>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68" name="直線コネクタ 67">
              <a:extLst>
                <a:ext uri="{FF2B5EF4-FFF2-40B4-BE49-F238E27FC236}">
                  <a16:creationId xmlns:a16="http://schemas.microsoft.com/office/drawing/2014/main" id="{8BAEE83A-E1FA-904F-C068-D977645E6711}"/>
                </a:ext>
              </a:extLst>
            </p:cNvPr>
            <p:cNvCxnSpPr>
              <a:cxnSpLocks/>
            </p:cNvCxnSpPr>
            <p:nvPr/>
          </p:nvCxnSpPr>
          <p:spPr>
            <a:xfrm>
              <a:off x="8861425" y="-138793"/>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69" name="直線コネクタ 68">
              <a:extLst>
                <a:ext uri="{FF2B5EF4-FFF2-40B4-BE49-F238E27FC236}">
                  <a16:creationId xmlns:a16="http://schemas.microsoft.com/office/drawing/2014/main" id="{16207398-078D-4773-389C-5E068A113F10}"/>
                </a:ext>
              </a:extLst>
            </p:cNvPr>
            <p:cNvCxnSpPr>
              <a:cxnSpLocks/>
            </p:cNvCxnSpPr>
            <p:nvPr/>
          </p:nvCxnSpPr>
          <p:spPr>
            <a:xfrm>
              <a:off x="9144000" y="-138793"/>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0" name="直線コネクタ 69">
              <a:extLst>
                <a:ext uri="{FF2B5EF4-FFF2-40B4-BE49-F238E27FC236}">
                  <a16:creationId xmlns:a16="http://schemas.microsoft.com/office/drawing/2014/main" id="{53DBF5FD-334F-64D9-B271-578C4072C3CD}"/>
                </a:ext>
              </a:extLst>
            </p:cNvPr>
            <p:cNvCxnSpPr>
              <a:cxnSpLocks/>
            </p:cNvCxnSpPr>
            <p:nvPr/>
          </p:nvCxnSpPr>
          <p:spPr>
            <a:xfrm>
              <a:off x="9420225" y="-138793"/>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1" name="直線コネクタ 70">
              <a:extLst>
                <a:ext uri="{FF2B5EF4-FFF2-40B4-BE49-F238E27FC236}">
                  <a16:creationId xmlns:a16="http://schemas.microsoft.com/office/drawing/2014/main" id="{EBDDE242-846C-B32A-8C51-66B95054D18A}"/>
                </a:ext>
              </a:extLst>
            </p:cNvPr>
            <p:cNvCxnSpPr>
              <a:cxnSpLocks/>
            </p:cNvCxnSpPr>
            <p:nvPr/>
          </p:nvCxnSpPr>
          <p:spPr>
            <a:xfrm>
              <a:off x="10671175" y="-138793"/>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2" name="直線コネクタ 71">
              <a:extLst>
                <a:ext uri="{FF2B5EF4-FFF2-40B4-BE49-F238E27FC236}">
                  <a16:creationId xmlns:a16="http://schemas.microsoft.com/office/drawing/2014/main" id="{0EB5699E-56EF-5171-5AE2-DBD56C7E09DD}"/>
                </a:ext>
              </a:extLst>
            </p:cNvPr>
            <p:cNvCxnSpPr>
              <a:cxnSpLocks/>
            </p:cNvCxnSpPr>
            <p:nvPr/>
          </p:nvCxnSpPr>
          <p:spPr>
            <a:xfrm>
              <a:off x="11905012" y="-138793"/>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3" name="直線コネクタ 72">
              <a:extLst>
                <a:ext uri="{FF2B5EF4-FFF2-40B4-BE49-F238E27FC236}">
                  <a16:creationId xmlns:a16="http://schemas.microsoft.com/office/drawing/2014/main" id="{10764513-3FC1-87EB-C678-665721296B23}"/>
                </a:ext>
              </a:extLst>
            </p:cNvPr>
            <p:cNvCxnSpPr>
              <a:cxnSpLocks/>
            </p:cNvCxnSpPr>
            <p:nvPr/>
          </p:nvCxnSpPr>
          <p:spPr>
            <a:xfrm>
              <a:off x="285750" y="6885432"/>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4" name="直線コネクタ 73">
              <a:extLst>
                <a:ext uri="{FF2B5EF4-FFF2-40B4-BE49-F238E27FC236}">
                  <a16:creationId xmlns:a16="http://schemas.microsoft.com/office/drawing/2014/main" id="{78297279-0961-4ABA-45FD-FD06E9A249BF}"/>
                </a:ext>
              </a:extLst>
            </p:cNvPr>
            <p:cNvCxnSpPr>
              <a:cxnSpLocks/>
            </p:cNvCxnSpPr>
            <p:nvPr/>
          </p:nvCxnSpPr>
          <p:spPr>
            <a:xfrm>
              <a:off x="1524000" y="6885432"/>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5" name="直線コネクタ 74">
              <a:extLst>
                <a:ext uri="{FF2B5EF4-FFF2-40B4-BE49-F238E27FC236}">
                  <a16:creationId xmlns:a16="http://schemas.microsoft.com/office/drawing/2014/main" id="{16A66D54-6137-2E16-2540-211D26E7BF82}"/>
                </a:ext>
              </a:extLst>
            </p:cNvPr>
            <p:cNvCxnSpPr>
              <a:cxnSpLocks/>
            </p:cNvCxnSpPr>
            <p:nvPr/>
          </p:nvCxnSpPr>
          <p:spPr>
            <a:xfrm>
              <a:off x="2765425" y="6885432"/>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6" name="直線コネクタ 75">
              <a:extLst>
                <a:ext uri="{FF2B5EF4-FFF2-40B4-BE49-F238E27FC236}">
                  <a16:creationId xmlns:a16="http://schemas.microsoft.com/office/drawing/2014/main" id="{E9BEF2EA-263F-AC36-7C63-A663B14ED1A0}"/>
                </a:ext>
              </a:extLst>
            </p:cNvPr>
            <p:cNvCxnSpPr>
              <a:cxnSpLocks/>
            </p:cNvCxnSpPr>
            <p:nvPr/>
          </p:nvCxnSpPr>
          <p:spPr>
            <a:xfrm>
              <a:off x="3051175" y="6885432"/>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7" name="直線コネクタ 76">
              <a:extLst>
                <a:ext uri="{FF2B5EF4-FFF2-40B4-BE49-F238E27FC236}">
                  <a16:creationId xmlns:a16="http://schemas.microsoft.com/office/drawing/2014/main" id="{BC08207E-6D3F-6479-9C90-39189D764459}"/>
                </a:ext>
              </a:extLst>
            </p:cNvPr>
            <p:cNvCxnSpPr>
              <a:cxnSpLocks/>
            </p:cNvCxnSpPr>
            <p:nvPr/>
          </p:nvCxnSpPr>
          <p:spPr>
            <a:xfrm>
              <a:off x="3340957" y="6885432"/>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8" name="直線コネクタ 77">
              <a:extLst>
                <a:ext uri="{FF2B5EF4-FFF2-40B4-BE49-F238E27FC236}">
                  <a16:creationId xmlns:a16="http://schemas.microsoft.com/office/drawing/2014/main" id="{848DFB8B-886D-32FE-D891-CF4F9EE3CCD6}"/>
                </a:ext>
              </a:extLst>
            </p:cNvPr>
            <p:cNvCxnSpPr>
              <a:cxnSpLocks/>
            </p:cNvCxnSpPr>
            <p:nvPr/>
          </p:nvCxnSpPr>
          <p:spPr>
            <a:xfrm>
              <a:off x="4575175" y="6885432"/>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9" name="直線コネクタ 78">
              <a:extLst>
                <a:ext uri="{FF2B5EF4-FFF2-40B4-BE49-F238E27FC236}">
                  <a16:creationId xmlns:a16="http://schemas.microsoft.com/office/drawing/2014/main" id="{E004F8D3-4E49-FD48-D105-17D6AF0D0B63}"/>
                </a:ext>
              </a:extLst>
            </p:cNvPr>
            <p:cNvCxnSpPr>
              <a:cxnSpLocks/>
            </p:cNvCxnSpPr>
            <p:nvPr/>
          </p:nvCxnSpPr>
          <p:spPr>
            <a:xfrm>
              <a:off x="5819775" y="6885432"/>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0" name="直線コネクタ 79">
              <a:extLst>
                <a:ext uri="{FF2B5EF4-FFF2-40B4-BE49-F238E27FC236}">
                  <a16:creationId xmlns:a16="http://schemas.microsoft.com/office/drawing/2014/main" id="{ACDCB5B5-F0F5-0AC4-30E2-8005BE445317}"/>
                </a:ext>
              </a:extLst>
            </p:cNvPr>
            <p:cNvCxnSpPr>
              <a:cxnSpLocks/>
            </p:cNvCxnSpPr>
            <p:nvPr/>
          </p:nvCxnSpPr>
          <p:spPr>
            <a:xfrm>
              <a:off x="6096000" y="6885432"/>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1" name="直線コネクタ 80">
              <a:extLst>
                <a:ext uri="{FF2B5EF4-FFF2-40B4-BE49-F238E27FC236}">
                  <a16:creationId xmlns:a16="http://schemas.microsoft.com/office/drawing/2014/main" id="{7691A108-0FFE-6C1B-B08A-274C5D141922}"/>
                </a:ext>
              </a:extLst>
            </p:cNvPr>
            <p:cNvCxnSpPr>
              <a:cxnSpLocks/>
            </p:cNvCxnSpPr>
            <p:nvPr/>
          </p:nvCxnSpPr>
          <p:spPr>
            <a:xfrm>
              <a:off x="6380512" y="6885432"/>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2" name="直線コネクタ 81">
              <a:extLst>
                <a:ext uri="{FF2B5EF4-FFF2-40B4-BE49-F238E27FC236}">
                  <a16:creationId xmlns:a16="http://schemas.microsoft.com/office/drawing/2014/main" id="{CDB5347F-1A64-B74D-7050-90715794039E}"/>
                </a:ext>
              </a:extLst>
            </p:cNvPr>
            <p:cNvCxnSpPr>
              <a:cxnSpLocks/>
            </p:cNvCxnSpPr>
            <p:nvPr/>
          </p:nvCxnSpPr>
          <p:spPr>
            <a:xfrm>
              <a:off x="7616825" y="6885432"/>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3" name="直線コネクタ 82">
              <a:extLst>
                <a:ext uri="{FF2B5EF4-FFF2-40B4-BE49-F238E27FC236}">
                  <a16:creationId xmlns:a16="http://schemas.microsoft.com/office/drawing/2014/main" id="{83D15387-C801-9EA0-D351-6F27A593D996}"/>
                </a:ext>
              </a:extLst>
            </p:cNvPr>
            <p:cNvCxnSpPr>
              <a:cxnSpLocks/>
            </p:cNvCxnSpPr>
            <p:nvPr/>
          </p:nvCxnSpPr>
          <p:spPr>
            <a:xfrm>
              <a:off x="8861425" y="6885432"/>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4" name="直線コネクタ 83">
              <a:extLst>
                <a:ext uri="{FF2B5EF4-FFF2-40B4-BE49-F238E27FC236}">
                  <a16:creationId xmlns:a16="http://schemas.microsoft.com/office/drawing/2014/main" id="{F5FA1788-133F-CDAE-626C-AF5277441352}"/>
                </a:ext>
              </a:extLst>
            </p:cNvPr>
            <p:cNvCxnSpPr>
              <a:cxnSpLocks/>
            </p:cNvCxnSpPr>
            <p:nvPr/>
          </p:nvCxnSpPr>
          <p:spPr>
            <a:xfrm>
              <a:off x="9144000" y="6885432"/>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5" name="直線コネクタ 84">
              <a:extLst>
                <a:ext uri="{FF2B5EF4-FFF2-40B4-BE49-F238E27FC236}">
                  <a16:creationId xmlns:a16="http://schemas.microsoft.com/office/drawing/2014/main" id="{704C4930-14AE-A799-F1AA-04130ED91531}"/>
                </a:ext>
              </a:extLst>
            </p:cNvPr>
            <p:cNvCxnSpPr>
              <a:cxnSpLocks/>
            </p:cNvCxnSpPr>
            <p:nvPr/>
          </p:nvCxnSpPr>
          <p:spPr>
            <a:xfrm>
              <a:off x="9420225" y="6885432"/>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6" name="直線コネクタ 85">
              <a:extLst>
                <a:ext uri="{FF2B5EF4-FFF2-40B4-BE49-F238E27FC236}">
                  <a16:creationId xmlns:a16="http://schemas.microsoft.com/office/drawing/2014/main" id="{4D73330F-1CA4-5B4C-9DA8-DE32731CDEBF}"/>
                </a:ext>
              </a:extLst>
            </p:cNvPr>
            <p:cNvCxnSpPr>
              <a:cxnSpLocks/>
            </p:cNvCxnSpPr>
            <p:nvPr/>
          </p:nvCxnSpPr>
          <p:spPr>
            <a:xfrm>
              <a:off x="10671175" y="6885432"/>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7" name="直線コネクタ 86">
              <a:extLst>
                <a:ext uri="{FF2B5EF4-FFF2-40B4-BE49-F238E27FC236}">
                  <a16:creationId xmlns:a16="http://schemas.microsoft.com/office/drawing/2014/main" id="{F75CEA64-3BA8-9536-AD6E-E104C6485C5F}"/>
                </a:ext>
              </a:extLst>
            </p:cNvPr>
            <p:cNvCxnSpPr>
              <a:cxnSpLocks/>
            </p:cNvCxnSpPr>
            <p:nvPr/>
          </p:nvCxnSpPr>
          <p:spPr>
            <a:xfrm>
              <a:off x="11905012" y="6885432"/>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8" name="直線コネクタ 87">
              <a:extLst>
                <a:ext uri="{FF2B5EF4-FFF2-40B4-BE49-F238E27FC236}">
                  <a16:creationId xmlns:a16="http://schemas.microsoft.com/office/drawing/2014/main" id="{A1473642-D150-25CC-1EC6-0C33A0910D32}"/>
                </a:ext>
              </a:extLst>
            </p:cNvPr>
            <p:cNvCxnSpPr>
              <a:cxnSpLocks/>
            </p:cNvCxnSpPr>
            <p:nvPr/>
          </p:nvCxnSpPr>
          <p:spPr>
            <a:xfrm>
              <a:off x="-137160" y="302895"/>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9" name="直線コネクタ 88">
              <a:extLst>
                <a:ext uri="{FF2B5EF4-FFF2-40B4-BE49-F238E27FC236}">
                  <a16:creationId xmlns:a16="http://schemas.microsoft.com/office/drawing/2014/main" id="{404DCD84-5337-18F5-5D22-8CB79CCFB111}"/>
                </a:ext>
              </a:extLst>
            </p:cNvPr>
            <p:cNvCxnSpPr>
              <a:cxnSpLocks/>
            </p:cNvCxnSpPr>
            <p:nvPr/>
          </p:nvCxnSpPr>
          <p:spPr>
            <a:xfrm>
              <a:off x="-137160" y="774476"/>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90" name="直線コネクタ 89">
              <a:extLst>
                <a:ext uri="{FF2B5EF4-FFF2-40B4-BE49-F238E27FC236}">
                  <a16:creationId xmlns:a16="http://schemas.microsoft.com/office/drawing/2014/main" id="{9DBA3848-6AA3-781D-99AE-A63E3AEEFA70}"/>
                </a:ext>
              </a:extLst>
            </p:cNvPr>
            <p:cNvCxnSpPr>
              <a:cxnSpLocks/>
            </p:cNvCxnSpPr>
            <p:nvPr/>
          </p:nvCxnSpPr>
          <p:spPr>
            <a:xfrm>
              <a:off x="-137160" y="1534349"/>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91" name="直線コネクタ 90">
              <a:extLst>
                <a:ext uri="{FF2B5EF4-FFF2-40B4-BE49-F238E27FC236}">
                  <a16:creationId xmlns:a16="http://schemas.microsoft.com/office/drawing/2014/main" id="{305978D9-EE66-CCAD-406A-04A385A6CEDC}"/>
                </a:ext>
              </a:extLst>
            </p:cNvPr>
            <p:cNvCxnSpPr>
              <a:cxnSpLocks/>
            </p:cNvCxnSpPr>
            <p:nvPr/>
          </p:nvCxnSpPr>
          <p:spPr>
            <a:xfrm>
              <a:off x="-137160" y="2294222"/>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92" name="直線コネクタ 91">
              <a:extLst>
                <a:ext uri="{FF2B5EF4-FFF2-40B4-BE49-F238E27FC236}">
                  <a16:creationId xmlns:a16="http://schemas.microsoft.com/office/drawing/2014/main" id="{D0EF98C5-E106-BFBE-3C5B-0898EBD591E5}"/>
                </a:ext>
              </a:extLst>
            </p:cNvPr>
            <p:cNvCxnSpPr>
              <a:cxnSpLocks/>
            </p:cNvCxnSpPr>
            <p:nvPr/>
          </p:nvCxnSpPr>
          <p:spPr>
            <a:xfrm>
              <a:off x="-137160" y="3054095"/>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93" name="直線コネクタ 92">
              <a:extLst>
                <a:ext uri="{FF2B5EF4-FFF2-40B4-BE49-F238E27FC236}">
                  <a16:creationId xmlns:a16="http://schemas.microsoft.com/office/drawing/2014/main" id="{F2601785-70D4-60C5-02B7-95DB6C6A483A}"/>
                </a:ext>
              </a:extLst>
            </p:cNvPr>
            <p:cNvCxnSpPr>
              <a:cxnSpLocks/>
            </p:cNvCxnSpPr>
            <p:nvPr/>
          </p:nvCxnSpPr>
          <p:spPr>
            <a:xfrm>
              <a:off x="-137160" y="3813968"/>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94" name="直線コネクタ 93">
              <a:extLst>
                <a:ext uri="{FF2B5EF4-FFF2-40B4-BE49-F238E27FC236}">
                  <a16:creationId xmlns:a16="http://schemas.microsoft.com/office/drawing/2014/main" id="{C705DA65-2EC4-24D2-D016-969EDDFAA789}"/>
                </a:ext>
              </a:extLst>
            </p:cNvPr>
            <p:cNvCxnSpPr>
              <a:cxnSpLocks/>
            </p:cNvCxnSpPr>
            <p:nvPr/>
          </p:nvCxnSpPr>
          <p:spPr>
            <a:xfrm>
              <a:off x="-137160" y="4573841"/>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95" name="直線コネクタ 94">
              <a:extLst>
                <a:ext uri="{FF2B5EF4-FFF2-40B4-BE49-F238E27FC236}">
                  <a16:creationId xmlns:a16="http://schemas.microsoft.com/office/drawing/2014/main" id="{C7B66ABF-C59B-0807-CE47-0CC34957C142}"/>
                </a:ext>
              </a:extLst>
            </p:cNvPr>
            <p:cNvCxnSpPr>
              <a:cxnSpLocks/>
            </p:cNvCxnSpPr>
            <p:nvPr/>
          </p:nvCxnSpPr>
          <p:spPr>
            <a:xfrm>
              <a:off x="-137160" y="5333714"/>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96" name="直線コネクタ 95">
              <a:extLst>
                <a:ext uri="{FF2B5EF4-FFF2-40B4-BE49-F238E27FC236}">
                  <a16:creationId xmlns:a16="http://schemas.microsoft.com/office/drawing/2014/main" id="{8CFE0DF8-E0C0-55BB-35A9-599288EEAE08}"/>
                </a:ext>
              </a:extLst>
            </p:cNvPr>
            <p:cNvCxnSpPr>
              <a:cxnSpLocks/>
            </p:cNvCxnSpPr>
            <p:nvPr/>
          </p:nvCxnSpPr>
          <p:spPr>
            <a:xfrm>
              <a:off x="-137160" y="6093587"/>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97" name="直線コネクタ 96">
              <a:extLst>
                <a:ext uri="{FF2B5EF4-FFF2-40B4-BE49-F238E27FC236}">
                  <a16:creationId xmlns:a16="http://schemas.microsoft.com/office/drawing/2014/main" id="{BD151548-42F2-A0F7-F32A-5AA1554CE1C5}"/>
                </a:ext>
              </a:extLst>
            </p:cNvPr>
            <p:cNvCxnSpPr>
              <a:cxnSpLocks/>
            </p:cNvCxnSpPr>
            <p:nvPr/>
          </p:nvCxnSpPr>
          <p:spPr>
            <a:xfrm>
              <a:off x="12207240" y="302895"/>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98" name="直線コネクタ 97">
              <a:extLst>
                <a:ext uri="{FF2B5EF4-FFF2-40B4-BE49-F238E27FC236}">
                  <a16:creationId xmlns:a16="http://schemas.microsoft.com/office/drawing/2014/main" id="{FD9562DC-3952-B541-CCF1-7B89F8822F08}"/>
                </a:ext>
              </a:extLst>
            </p:cNvPr>
            <p:cNvCxnSpPr>
              <a:cxnSpLocks/>
            </p:cNvCxnSpPr>
            <p:nvPr/>
          </p:nvCxnSpPr>
          <p:spPr>
            <a:xfrm>
              <a:off x="12207240" y="774476"/>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99" name="直線コネクタ 98">
              <a:extLst>
                <a:ext uri="{FF2B5EF4-FFF2-40B4-BE49-F238E27FC236}">
                  <a16:creationId xmlns:a16="http://schemas.microsoft.com/office/drawing/2014/main" id="{3BC60C9E-6828-5939-0176-FE0FE3498483}"/>
                </a:ext>
              </a:extLst>
            </p:cNvPr>
            <p:cNvCxnSpPr>
              <a:cxnSpLocks/>
            </p:cNvCxnSpPr>
            <p:nvPr/>
          </p:nvCxnSpPr>
          <p:spPr>
            <a:xfrm>
              <a:off x="12207240" y="1534349"/>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00" name="直線コネクタ 99">
              <a:extLst>
                <a:ext uri="{FF2B5EF4-FFF2-40B4-BE49-F238E27FC236}">
                  <a16:creationId xmlns:a16="http://schemas.microsoft.com/office/drawing/2014/main" id="{FEAF062E-C9A4-90ED-9435-D5754EDFD993}"/>
                </a:ext>
              </a:extLst>
            </p:cNvPr>
            <p:cNvCxnSpPr>
              <a:cxnSpLocks/>
            </p:cNvCxnSpPr>
            <p:nvPr/>
          </p:nvCxnSpPr>
          <p:spPr>
            <a:xfrm>
              <a:off x="12207240" y="2294222"/>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01" name="直線コネクタ 100">
              <a:extLst>
                <a:ext uri="{FF2B5EF4-FFF2-40B4-BE49-F238E27FC236}">
                  <a16:creationId xmlns:a16="http://schemas.microsoft.com/office/drawing/2014/main" id="{CF5A028A-5A4F-4A57-F0B9-1D63E2CD68EA}"/>
                </a:ext>
              </a:extLst>
            </p:cNvPr>
            <p:cNvCxnSpPr>
              <a:cxnSpLocks/>
            </p:cNvCxnSpPr>
            <p:nvPr/>
          </p:nvCxnSpPr>
          <p:spPr>
            <a:xfrm>
              <a:off x="12207240" y="3054095"/>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02" name="直線コネクタ 101">
              <a:extLst>
                <a:ext uri="{FF2B5EF4-FFF2-40B4-BE49-F238E27FC236}">
                  <a16:creationId xmlns:a16="http://schemas.microsoft.com/office/drawing/2014/main" id="{A9DF1DB2-2CD5-07DB-AA19-854063ED17CA}"/>
                </a:ext>
              </a:extLst>
            </p:cNvPr>
            <p:cNvCxnSpPr>
              <a:cxnSpLocks/>
            </p:cNvCxnSpPr>
            <p:nvPr/>
          </p:nvCxnSpPr>
          <p:spPr>
            <a:xfrm>
              <a:off x="12207240" y="3813968"/>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03" name="直線コネクタ 102">
              <a:extLst>
                <a:ext uri="{FF2B5EF4-FFF2-40B4-BE49-F238E27FC236}">
                  <a16:creationId xmlns:a16="http://schemas.microsoft.com/office/drawing/2014/main" id="{92BCCC31-6EF3-1C47-E84C-C21F7EF47530}"/>
                </a:ext>
              </a:extLst>
            </p:cNvPr>
            <p:cNvCxnSpPr>
              <a:cxnSpLocks/>
            </p:cNvCxnSpPr>
            <p:nvPr/>
          </p:nvCxnSpPr>
          <p:spPr>
            <a:xfrm>
              <a:off x="12207240" y="4573841"/>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04" name="直線コネクタ 103">
              <a:extLst>
                <a:ext uri="{FF2B5EF4-FFF2-40B4-BE49-F238E27FC236}">
                  <a16:creationId xmlns:a16="http://schemas.microsoft.com/office/drawing/2014/main" id="{CF451E9C-330D-8EE0-B975-728C8AC41F08}"/>
                </a:ext>
              </a:extLst>
            </p:cNvPr>
            <p:cNvCxnSpPr>
              <a:cxnSpLocks/>
            </p:cNvCxnSpPr>
            <p:nvPr/>
          </p:nvCxnSpPr>
          <p:spPr>
            <a:xfrm>
              <a:off x="12207240" y="5333714"/>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05" name="直線コネクタ 104">
              <a:extLst>
                <a:ext uri="{FF2B5EF4-FFF2-40B4-BE49-F238E27FC236}">
                  <a16:creationId xmlns:a16="http://schemas.microsoft.com/office/drawing/2014/main" id="{3F6259FC-1890-FB37-0215-2A45F43AB9A7}"/>
                </a:ext>
              </a:extLst>
            </p:cNvPr>
            <p:cNvCxnSpPr>
              <a:cxnSpLocks/>
            </p:cNvCxnSpPr>
            <p:nvPr/>
          </p:nvCxnSpPr>
          <p:spPr>
            <a:xfrm>
              <a:off x="12207240" y="6093587"/>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06" name="直線コネクタ 105">
              <a:extLst>
                <a:ext uri="{FF2B5EF4-FFF2-40B4-BE49-F238E27FC236}">
                  <a16:creationId xmlns:a16="http://schemas.microsoft.com/office/drawing/2014/main" id="{A70105DC-4769-9081-67F8-2181D4DCC501}"/>
                </a:ext>
              </a:extLst>
            </p:cNvPr>
            <p:cNvCxnSpPr>
              <a:cxnSpLocks/>
            </p:cNvCxnSpPr>
            <p:nvPr userDrawn="1"/>
          </p:nvCxnSpPr>
          <p:spPr>
            <a:xfrm>
              <a:off x="-137160" y="6565392"/>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07" name="直線コネクタ 106">
              <a:extLst>
                <a:ext uri="{FF2B5EF4-FFF2-40B4-BE49-F238E27FC236}">
                  <a16:creationId xmlns:a16="http://schemas.microsoft.com/office/drawing/2014/main" id="{27C96CCA-3756-0161-560E-2EF249850E7D}"/>
                </a:ext>
              </a:extLst>
            </p:cNvPr>
            <p:cNvCxnSpPr>
              <a:cxnSpLocks/>
            </p:cNvCxnSpPr>
            <p:nvPr userDrawn="1"/>
          </p:nvCxnSpPr>
          <p:spPr>
            <a:xfrm>
              <a:off x="12207240" y="6565392"/>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7" name="正方形/長方形 1">
            <a:extLst>
              <a:ext uri="{FF2B5EF4-FFF2-40B4-BE49-F238E27FC236}">
                <a16:creationId xmlns:a16="http://schemas.microsoft.com/office/drawing/2014/main" id="{C37D6EA2-427A-7965-71C2-A15AB5DE888E}"/>
              </a:ext>
            </a:extLst>
          </p:cNvPr>
          <p:cNvSpPr/>
          <p:nvPr userDrawn="1"/>
        </p:nvSpPr>
        <p:spPr bwMode="auto">
          <a:xfrm>
            <a:off x="0" y="0"/>
            <a:ext cx="12188952" cy="6092825"/>
          </a:xfrm>
          <a:prstGeom prst="rect">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28" tIns="91428" rIns="91428" bIns="91428" numCol="1" rtlCol="0" anchor="t" anchorCtr="0" compatLnSpc="1">
            <a:prstTxWarp prst="textNoShape">
              <a:avLst/>
            </a:prstTxWarp>
          </a:bodyPr>
          <a:lstStyle/>
          <a:p>
            <a:pPr marL="0" marR="0" indent="0" algn="l" defTabSz="914217" rtl="0" eaLnBrk="1" fontAlgn="base" latinLnBrk="0" hangingPunct="1">
              <a:lnSpc>
                <a:spcPct val="100000"/>
              </a:lnSpc>
              <a:spcBef>
                <a:spcPct val="0"/>
              </a:spcBef>
              <a:spcAft>
                <a:spcPct val="0"/>
              </a:spcAft>
              <a:buClrTx/>
              <a:buSzTx/>
              <a:buFont typeface="IBM Plex Sans Light"/>
              <a:buNone/>
              <a:tabLst/>
            </a:pPr>
            <a:endParaRPr kumimoji="0" lang="ja-JP" altLang="en-US" sz="1400" b="0" i="0" u="none" strike="noStrike" cap="none" normalizeH="0" baseline="0">
              <a:ln>
                <a:noFill/>
              </a:ln>
              <a:solidFill>
                <a:schemeClr val="bg1"/>
              </a:solidFill>
              <a:effectLst/>
              <a:latin typeface="+mn-lt"/>
            </a:endParaRPr>
          </a:p>
        </p:txBody>
      </p:sp>
      <p:sp>
        <p:nvSpPr>
          <p:cNvPr id="108" name="グラフィックス 3">
            <a:extLst>
              <a:ext uri="{FF2B5EF4-FFF2-40B4-BE49-F238E27FC236}">
                <a16:creationId xmlns:a16="http://schemas.microsoft.com/office/drawing/2014/main" id="{1B412064-5B0E-5EC3-9E72-09C1DFF544EE}"/>
              </a:ext>
            </a:extLst>
          </p:cNvPr>
          <p:cNvSpPr>
            <a:spLocks noChangeAspect="1"/>
          </p:cNvSpPr>
          <p:nvPr userDrawn="1"/>
        </p:nvSpPr>
        <p:spPr>
          <a:xfrm>
            <a:off x="11185445" y="6288883"/>
            <a:ext cx="769062" cy="283732"/>
          </a:xfrm>
          <a:custGeom>
            <a:avLst/>
            <a:gdLst>
              <a:gd name="connsiteX0" fmla="*/ -158 w 4035240"/>
              <a:gd name="connsiteY0" fmla="*/ 1394109 h 1502868"/>
              <a:gd name="connsiteX1" fmla="*/ 731541 w 4035240"/>
              <a:gd name="connsiteY1" fmla="*/ 1394109 h 1502868"/>
              <a:gd name="connsiteX2" fmla="*/ 731541 w 4035240"/>
              <a:gd name="connsiteY2" fmla="*/ 1498442 h 1502868"/>
              <a:gd name="connsiteX3" fmla="*/ -158 w 4035240"/>
              <a:gd name="connsiteY3" fmla="*/ 1498442 h 1502868"/>
              <a:gd name="connsiteX4" fmla="*/ -158 w 4035240"/>
              <a:gd name="connsiteY4" fmla="*/ 1299261 h 1502868"/>
              <a:gd name="connsiteX5" fmla="*/ 731541 w 4035240"/>
              <a:gd name="connsiteY5" fmla="*/ 1299261 h 1502868"/>
              <a:gd name="connsiteX6" fmla="*/ 731541 w 4035240"/>
              <a:gd name="connsiteY6" fmla="*/ 1194928 h 1502868"/>
              <a:gd name="connsiteX7" fmla="*/ -158 w 4035240"/>
              <a:gd name="connsiteY7" fmla="*/ 1194928 h 1502868"/>
              <a:gd name="connsiteX8" fmla="*/ 208899 w 4035240"/>
              <a:gd name="connsiteY8" fmla="*/ 1100080 h 1502868"/>
              <a:gd name="connsiteX9" fmla="*/ 522484 w 4035240"/>
              <a:gd name="connsiteY9" fmla="*/ 1100080 h 1502868"/>
              <a:gd name="connsiteX10" fmla="*/ 522484 w 4035240"/>
              <a:gd name="connsiteY10" fmla="*/ 995747 h 1502868"/>
              <a:gd name="connsiteX11" fmla="*/ 208899 w 4035240"/>
              <a:gd name="connsiteY11" fmla="*/ 995747 h 1502868"/>
              <a:gd name="connsiteX12" fmla="*/ 208899 w 4035240"/>
              <a:gd name="connsiteY12" fmla="*/ 900899 h 1502868"/>
              <a:gd name="connsiteX13" fmla="*/ 522484 w 4035240"/>
              <a:gd name="connsiteY13" fmla="*/ 900899 h 1502868"/>
              <a:gd name="connsiteX14" fmla="*/ 522484 w 4035240"/>
              <a:gd name="connsiteY14" fmla="*/ 796566 h 1502868"/>
              <a:gd name="connsiteX15" fmla="*/ 208899 w 4035240"/>
              <a:gd name="connsiteY15" fmla="*/ 796566 h 1502868"/>
              <a:gd name="connsiteX16" fmla="*/ 208899 w 4035240"/>
              <a:gd name="connsiteY16" fmla="*/ 701718 h 1502868"/>
              <a:gd name="connsiteX17" fmla="*/ 522484 w 4035240"/>
              <a:gd name="connsiteY17" fmla="*/ 701718 h 1502868"/>
              <a:gd name="connsiteX18" fmla="*/ 522484 w 4035240"/>
              <a:gd name="connsiteY18" fmla="*/ 597385 h 1502868"/>
              <a:gd name="connsiteX19" fmla="*/ 208899 w 4035240"/>
              <a:gd name="connsiteY19" fmla="*/ 597385 h 1502868"/>
              <a:gd name="connsiteX20" fmla="*/ 522484 w 4035240"/>
              <a:gd name="connsiteY20" fmla="*/ 398204 h 1502868"/>
              <a:gd name="connsiteX21" fmla="*/ 208899 w 4035240"/>
              <a:gd name="connsiteY21" fmla="*/ 398204 h 1502868"/>
              <a:gd name="connsiteX22" fmla="*/ 208899 w 4035240"/>
              <a:gd name="connsiteY22" fmla="*/ 502537 h 1502868"/>
              <a:gd name="connsiteX23" fmla="*/ 522484 w 4035240"/>
              <a:gd name="connsiteY23" fmla="*/ 502537 h 1502868"/>
              <a:gd name="connsiteX24" fmla="*/ -158 w 4035240"/>
              <a:gd name="connsiteY24" fmla="*/ 303356 h 1502868"/>
              <a:gd name="connsiteX25" fmla="*/ 731541 w 4035240"/>
              <a:gd name="connsiteY25" fmla="*/ 303356 h 1502868"/>
              <a:gd name="connsiteX26" fmla="*/ 731541 w 4035240"/>
              <a:gd name="connsiteY26" fmla="*/ 199023 h 1502868"/>
              <a:gd name="connsiteX27" fmla="*/ -158 w 4035240"/>
              <a:gd name="connsiteY27" fmla="*/ 199023 h 1502868"/>
              <a:gd name="connsiteX28" fmla="*/ -158 w 4035240"/>
              <a:gd name="connsiteY28" fmla="*/ 104175 h 1502868"/>
              <a:gd name="connsiteX29" fmla="*/ 731541 w 4035240"/>
              <a:gd name="connsiteY29" fmla="*/ 104175 h 1502868"/>
              <a:gd name="connsiteX30" fmla="*/ 731541 w 4035240"/>
              <a:gd name="connsiteY30" fmla="*/ -158 h 1502868"/>
              <a:gd name="connsiteX31" fmla="*/ -158 w 4035240"/>
              <a:gd name="connsiteY31" fmla="*/ -158 h 1502868"/>
              <a:gd name="connsiteX32" fmla="*/ 836070 w 4035240"/>
              <a:gd name="connsiteY32" fmla="*/ 1299261 h 1502868"/>
              <a:gd name="connsiteX33" fmla="*/ 1951389 w 4035240"/>
              <a:gd name="connsiteY33" fmla="*/ 1299261 h 1502868"/>
              <a:gd name="connsiteX34" fmla="*/ 1993390 w 4035240"/>
              <a:gd name="connsiteY34" fmla="*/ 1194928 h 1502868"/>
              <a:gd name="connsiteX35" fmla="*/ 836070 w 4035240"/>
              <a:gd name="connsiteY35" fmla="*/ 1194928 h 1502868"/>
              <a:gd name="connsiteX36" fmla="*/ 1864060 w 4035240"/>
              <a:gd name="connsiteY36" fmla="*/ 796566 h 1502868"/>
              <a:gd name="connsiteX37" fmla="*/ 1045127 w 4035240"/>
              <a:gd name="connsiteY37" fmla="*/ 796566 h 1502868"/>
              <a:gd name="connsiteX38" fmla="*/ 1045127 w 4035240"/>
              <a:gd name="connsiteY38" fmla="*/ 900899 h 1502868"/>
              <a:gd name="connsiteX39" fmla="*/ 1951293 w 4035240"/>
              <a:gd name="connsiteY39" fmla="*/ 900899 h 1502868"/>
              <a:gd name="connsiteX40" fmla="*/ 1864060 w 4035240"/>
              <a:gd name="connsiteY40" fmla="*/ 796566 h 1502868"/>
              <a:gd name="connsiteX41" fmla="*/ 1045127 w 4035240"/>
              <a:gd name="connsiteY41" fmla="*/ 597385 h 1502868"/>
              <a:gd name="connsiteX42" fmla="*/ 1045127 w 4035240"/>
              <a:gd name="connsiteY42" fmla="*/ 701718 h 1502868"/>
              <a:gd name="connsiteX43" fmla="*/ 1864060 w 4035240"/>
              <a:gd name="connsiteY43" fmla="*/ 701718 h 1502868"/>
              <a:gd name="connsiteX44" fmla="*/ 1951293 w 4035240"/>
              <a:gd name="connsiteY44" fmla="*/ 597385 h 1502868"/>
              <a:gd name="connsiteX45" fmla="*/ 1951389 w 4035240"/>
              <a:gd name="connsiteY45" fmla="*/ 199023 h 1502868"/>
              <a:gd name="connsiteX46" fmla="*/ 836070 w 4035240"/>
              <a:gd name="connsiteY46" fmla="*/ 199023 h 1502868"/>
              <a:gd name="connsiteX47" fmla="*/ 836070 w 4035240"/>
              <a:gd name="connsiteY47" fmla="*/ 303356 h 1502868"/>
              <a:gd name="connsiteX48" fmla="*/ 1993390 w 4035240"/>
              <a:gd name="connsiteY48" fmla="*/ 303356 h 1502868"/>
              <a:gd name="connsiteX49" fmla="*/ 1951389 w 4035240"/>
              <a:gd name="connsiteY49" fmla="*/ 199023 h 1502868"/>
              <a:gd name="connsiteX50" fmla="*/ 1605779 w 4035240"/>
              <a:gd name="connsiteY50" fmla="*/ -158 h 1502868"/>
              <a:gd name="connsiteX51" fmla="*/ 836070 w 4035240"/>
              <a:gd name="connsiteY51" fmla="*/ -158 h 1502868"/>
              <a:gd name="connsiteX52" fmla="*/ 836070 w 4035240"/>
              <a:gd name="connsiteY52" fmla="*/ 104175 h 1502868"/>
              <a:gd name="connsiteX53" fmla="*/ 1874988 w 4035240"/>
              <a:gd name="connsiteY53" fmla="*/ 104175 h 1502868"/>
              <a:gd name="connsiteX54" fmla="*/ 1605779 w 4035240"/>
              <a:gd name="connsiteY54" fmla="*/ -158 h 1502868"/>
              <a:gd name="connsiteX55" fmla="*/ 1045127 w 4035240"/>
              <a:gd name="connsiteY55" fmla="*/ 502537 h 1502868"/>
              <a:gd name="connsiteX56" fmla="*/ 1358712 w 4035240"/>
              <a:gd name="connsiteY56" fmla="*/ 502537 h 1502868"/>
              <a:gd name="connsiteX57" fmla="*/ 1358712 w 4035240"/>
              <a:gd name="connsiteY57" fmla="*/ 398204 h 1502868"/>
              <a:gd name="connsiteX58" fmla="*/ 1045127 w 4035240"/>
              <a:gd name="connsiteY58" fmla="*/ 398204 h 1502868"/>
              <a:gd name="connsiteX59" fmla="*/ 1653292 w 4035240"/>
              <a:gd name="connsiteY59" fmla="*/ 502537 h 1502868"/>
              <a:gd name="connsiteX60" fmla="*/ 1990919 w 4035240"/>
              <a:gd name="connsiteY60" fmla="*/ 502537 h 1502868"/>
              <a:gd name="connsiteX61" fmla="*/ 2004888 w 4035240"/>
              <a:gd name="connsiteY61" fmla="*/ 398204 h 1502868"/>
              <a:gd name="connsiteX62" fmla="*/ 1653292 w 4035240"/>
              <a:gd name="connsiteY62" fmla="*/ 398204 h 1502868"/>
              <a:gd name="connsiteX63" fmla="*/ 1045127 w 4035240"/>
              <a:gd name="connsiteY63" fmla="*/ 1100080 h 1502868"/>
              <a:gd name="connsiteX64" fmla="*/ 1358712 w 4035240"/>
              <a:gd name="connsiteY64" fmla="*/ 1100080 h 1502868"/>
              <a:gd name="connsiteX65" fmla="*/ 1358712 w 4035240"/>
              <a:gd name="connsiteY65" fmla="*/ 995747 h 1502868"/>
              <a:gd name="connsiteX66" fmla="*/ 1045127 w 4035240"/>
              <a:gd name="connsiteY66" fmla="*/ 995747 h 1502868"/>
              <a:gd name="connsiteX67" fmla="*/ 1653292 w 4035240"/>
              <a:gd name="connsiteY67" fmla="*/ 995747 h 1502868"/>
              <a:gd name="connsiteX68" fmla="*/ 1653292 w 4035240"/>
              <a:gd name="connsiteY68" fmla="*/ 1100080 h 1502868"/>
              <a:gd name="connsiteX69" fmla="*/ 2004888 w 4035240"/>
              <a:gd name="connsiteY69" fmla="*/ 1100080 h 1502868"/>
              <a:gd name="connsiteX70" fmla="*/ 1990919 w 4035240"/>
              <a:gd name="connsiteY70" fmla="*/ 995747 h 1502868"/>
              <a:gd name="connsiteX71" fmla="*/ 836070 w 4035240"/>
              <a:gd name="connsiteY71" fmla="*/ 1498442 h 1502868"/>
              <a:gd name="connsiteX72" fmla="*/ 1605779 w 4035240"/>
              <a:gd name="connsiteY72" fmla="*/ 1498442 h 1502868"/>
              <a:gd name="connsiteX73" fmla="*/ 1874988 w 4035240"/>
              <a:gd name="connsiteY73" fmla="*/ 1394109 h 1502868"/>
              <a:gd name="connsiteX74" fmla="*/ 836070 w 4035240"/>
              <a:gd name="connsiteY74" fmla="*/ 1394109 h 1502868"/>
              <a:gd name="connsiteX75" fmla="*/ 2926639 w 4035240"/>
              <a:gd name="connsiteY75" fmla="*/ 1498442 h 1502868"/>
              <a:gd name="connsiteX76" fmla="*/ 2962939 w 4035240"/>
              <a:gd name="connsiteY76" fmla="*/ 1394109 h 1502868"/>
              <a:gd name="connsiteX77" fmla="*/ 2890339 w 4035240"/>
              <a:gd name="connsiteY77" fmla="*/ 1394109 h 1502868"/>
              <a:gd name="connsiteX78" fmla="*/ 2856985 w 4035240"/>
              <a:gd name="connsiteY78" fmla="*/ 1299261 h 1502868"/>
              <a:gd name="connsiteX79" fmla="*/ 2996293 w 4035240"/>
              <a:gd name="connsiteY79" fmla="*/ 1299261 h 1502868"/>
              <a:gd name="connsiteX80" fmla="*/ 3033068 w 4035240"/>
              <a:gd name="connsiteY80" fmla="*/ 1194928 h 1502868"/>
              <a:gd name="connsiteX81" fmla="*/ 2820210 w 4035240"/>
              <a:gd name="connsiteY81" fmla="*/ 1194928 h 1502868"/>
              <a:gd name="connsiteX82" fmla="*/ 2786856 w 4035240"/>
              <a:gd name="connsiteY82" fmla="*/ 1100080 h 1502868"/>
              <a:gd name="connsiteX83" fmla="*/ 3066422 w 4035240"/>
              <a:gd name="connsiteY83" fmla="*/ 1100080 h 1502868"/>
              <a:gd name="connsiteX84" fmla="*/ 3103102 w 4035240"/>
              <a:gd name="connsiteY84" fmla="*/ 995747 h 1502868"/>
              <a:gd name="connsiteX85" fmla="*/ 2750176 w 4035240"/>
              <a:gd name="connsiteY85" fmla="*/ 995747 h 1502868"/>
              <a:gd name="connsiteX86" fmla="*/ 2716822 w 4035240"/>
              <a:gd name="connsiteY86" fmla="*/ 900899 h 1502868"/>
              <a:gd name="connsiteX87" fmla="*/ 3136456 w 4035240"/>
              <a:gd name="connsiteY87" fmla="*/ 900899 h 1502868"/>
              <a:gd name="connsiteX88" fmla="*/ 3173136 w 4035240"/>
              <a:gd name="connsiteY88" fmla="*/ 796566 h 1502868"/>
              <a:gd name="connsiteX89" fmla="*/ 2680142 w 4035240"/>
              <a:gd name="connsiteY89" fmla="*/ 796566 h 1502868"/>
              <a:gd name="connsiteX90" fmla="*/ 2299468 w 4035240"/>
              <a:gd name="connsiteY90" fmla="*/ 502537 h 1502868"/>
              <a:gd name="connsiteX91" fmla="*/ 2864207 w 4035240"/>
              <a:gd name="connsiteY91" fmla="*/ 502537 h 1502868"/>
              <a:gd name="connsiteX92" fmla="*/ 2827907 w 4035240"/>
              <a:gd name="connsiteY92" fmla="*/ 398204 h 1502868"/>
              <a:gd name="connsiteX93" fmla="*/ 2299468 w 4035240"/>
              <a:gd name="connsiteY93" fmla="*/ 398204 h 1502868"/>
              <a:gd name="connsiteX94" fmla="*/ 3058440 w 4035240"/>
              <a:gd name="connsiteY94" fmla="*/ 303356 h 1502868"/>
              <a:gd name="connsiteX95" fmla="*/ 3762867 w 4035240"/>
              <a:gd name="connsiteY95" fmla="*/ 303356 h 1502868"/>
              <a:gd name="connsiteX96" fmla="*/ 3762867 w 4035240"/>
              <a:gd name="connsiteY96" fmla="*/ 199023 h 1502868"/>
              <a:gd name="connsiteX97" fmla="*/ 3094835 w 4035240"/>
              <a:gd name="connsiteY97" fmla="*/ 199023 h 1502868"/>
              <a:gd name="connsiteX98" fmla="*/ 3164204 w 4035240"/>
              <a:gd name="connsiteY98" fmla="*/ -158 h 1502868"/>
              <a:gd name="connsiteX99" fmla="*/ 3127904 w 4035240"/>
              <a:gd name="connsiteY99" fmla="*/ 104175 h 1502868"/>
              <a:gd name="connsiteX100" fmla="*/ 3762867 w 4035240"/>
              <a:gd name="connsiteY100" fmla="*/ 104175 h 1502868"/>
              <a:gd name="connsiteX101" fmla="*/ 3762867 w 4035240"/>
              <a:gd name="connsiteY101" fmla="*/ -158 h 1502868"/>
              <a:gd name="connsiteX102" fmla="*/ 2090411 w 4035240"/>
              <a:gd name="connsiteY102" fmla="*/ 1498442 h 1502868"/>
              <a:gd name="connsiteX103" fmla="*/ 2613054 w 4035240"/>
              <a:gd name="connsiteY103" fmla="*/ 1498442 h 1502868"/>
              <a:gd name="connsiteX104" fmla="*/ 2613054 w 4035240"/>
              <a:gd name="connsiteY104" fmla="*/ 1394109 h 1502868"/>
              <a:gd name="connsiteX105" fmla="*/ 2090411 w 4035240"/>
              <a:gd name="connsiteY105" fmla="*/ 1394109 h 1502868"/>
              <a:gd name="connsiteX106" fmla="*/ 2090411 w 4035240"/>
              <a:gd name="connsiteY106" fmla="*/ 1299261 h 1502868"/>
              <a:gd name="connsiteX107" fmla="*/ 2613054 w 4035240"/>
              <a:gd name="connsiteY107" fmla="*/ 1299261 h 1502868"/>
              <a:gd name="connsiteX108" fmla="*/ 2613054 w 4035240"/>
              <a:gd name="connsiteY108" fmla="*/ 1194928 h 1502868"/>
              <a:gd name="connsiteX109" fmla="*/ 2090411 w 4035240"/>
              <a:gd name="connsiteY109" fmla="*/ 1194928 h 1502868"/>
              <a:gd name="connsiteX110" fmla="*/ 2299468 w 4035240"/>
              <a:gd name="connsiteY110" fmla="*/ 1100080 h 1502868"/>
              <a:gd name="connsiteX111" fmla="*/ 2613054 w 4035240"/>
              <a:gd name="connsiteY111" fmla="*/ 1100080 h 1502868"/>
              <a:gd name="connsiteX112" fmla="*/ 2613054 w 4035240"/>
              <a:gd name="connsiteY112" fmla="*/ 995747 h 1502868"/>
              <a:gd name="connsiteX113" fmla="*/ 2299468 w 4035240"/>
              <a:gd name="connsiteY113" fmla="*/ 995747 h 1502868"/>
              <a:gd name="connsiteX114" fmla="*/ 2299468 w 4035240"/>
              <a:gd name="connsiteY114" fmla="*/ 900899 h 1502868"/>
              <a:gd name="connsiteX115" fmla="*/ 2613054 w 4035240"/>
              <a:gd name="connsiteY115" fmla="*/ 900899 h 1502868"/>
              <a:gd name="connsiteX116" fmla="*/ 2613054 w 4035240"/>
              <a:gd name="connsiteY116" fmla="*/ 796566 h 1502868"/>
              <a:gd name="connsiteX117" fmla="*/ 2299468 w 4035240"/>
              <a:gd name="connsiteY117" fmla="*/ 796566 h 1502868"/>
              <a:gd name="connsiteX118" fmla="*/ 3553810 w 4035240"/>
              <a:gd name="connsiteY118" fmla="*/ 398204 h 1502868"/>
              <a:gd name="connsiteX119" fmla="*/ 3025371 w 4035240"/>
              <a:gd name="connsiteY119" fmla="*/ 398204 h 1502868"/>
              <a:gd name="connsiteX120" fmla="*/ 2989071 w 4035240"/>
              <a:gd name="connsiteY120" fmla="*/ 502537 h 1502868"/>
              <a:gd name="connsiteX121" fmla="*/ 3553810 w 4035240"/>
              <a:gd name="connsiteY121" fmla="*/ 502537 h 1502868"/>
              <a:gd name="connsiteX122" fmla="*/ 3240225 w 4035240"/>
              <a:gd name="connsiteY122" fmla="*/ 701718 h 1502868"/>
              <a:gd name="connsiteX123" fmla="*/ 3553810 w 4035240"/>
              <a:gd name="connsiteY123" fmla="*/ 701718 h 1502868"/>
              <a:gd name="connsiteX124" fmla="*/ 3553810 w 4035240"/>
              <a:gd name="connsiteY124" fmla="*/ 597385 h 1502868"/>
              <a:gd name="connsiteX125" fmla="*/ 2956002 w 4035240"/>
              <a:gd name="connsiteY125" fmla="*/ 597385 h 1502868"/>
              <a:gd name="connsiteX126" fmla="*/ 2926639 w 4035240"/>
              <a:gd name="connsiteY126" fmla="*/ 681705 h 1502868"/>
              <a:gd name="connsiteX127" fmla="*/ 2897276 w 4035240"/>
              <a:gd name="connsiteY127" fmla="*/ 597385 h 1502868"/>
              <a:gd name="connsiteX128" fmla="*/ 2299468 w 4035240"/>
              <a:gd name="connsiteY128" fmla="*/ 597385 h 1502868"/>
              <a:gd name="connsiteX129" fmla="*/ 2299468 w 4035240"/>
              <a:gd name="connsiteY129" fmla="*/ 701718 h 1502868"/>
              <a:gd name="connsiteX130" fmla="*/ 2613054 w 4035240"/>
              <a:gd name="connsiteY130" fmla="*/ 701718 h 1502868"/>
              <a:gd name="connsiteX131" fmla="*/ 2613054 w 4035240"/>
              <a:gd name="connsiteY131" fmla="*/ 605827 h 1502868"/>
              <a:gd name="connsiteX132" fmla="*/ 2646788 w 4035240"/>
              <a:gd name="connsiteY132" fmla="*/ 701718 h 1502868"/>
              <a:gd name="connsiteX133" fmla="*/ 3206491 w 4035240"/>
              <a:gd name="connsiteY133" fmla="*/ 701718 h 1502868"/>
              <a:gd name="connsiteX134" fmla="*/ 3240225 w 4035240"/>
              <a:gd name="connsiteY134" fmla="*/ 605827 h 1502868"/>
              <a:gd name="connsiteX135" fmla="*/ 3553810 w 4035240"/>
              <a:gd name="connsiteY135" fmla="*/ 796566 h 1502868"/>
              <a:gd name="connsiteX136" fmla="*/ 3240225 w 4035240"/>
              <a:gd name="connsiteY136" fmla="*/ 796566 h 1502868"/>
              <a:gd name="connsiteX137" fmla="*/ 3240225 w 4035240"/>
              <a:gd name="connsiteY137" fmla="*/ 900899 h 1502868"/>
              <a:gd name="connsiteX138" fmla="*/ 3553810 w 4035240"/>
              <a:gd name="connsiteY138" fmla="*/ 900899 h 1502868"/>
              <a:gd name="connsiteX139" fmla="*/ 3240225 w 4035240"/>
              <a:gd name="connsiteY139" fmla="*/ 1100080 h 1502868"/>
              <a:gd name="connsiteX140" fmla="*/ 3553810 w 4035240"/>
              <a:gd name="connsiteY140" fmla="*/ 1100080 h 1502868"/>
              <a:gd name="connsiteX141" fmla="*/ 3553810 w 4035240"/>
              <a:gd name="connsiteY141" fmla="*/ 995747 h 1502868"/>
              <a:gd name="connsiteX142" fmla="*/ 3240225 w 4035240"/>
              <a:gd name="connsiteY142" fmla="*/ 995747 h 1502868"/>
              <a:gd name="connsiteX143" fmla="*/ 3240225 w 4035240"/>
              <a:gd name="connsiteY143" fmla="*/ 1299261 h 1502868"/>
              <a:gd name="connsiteX144" fmla="*/ 3762867 w 4035240"/>
              <a:gd name="connsiteY144" fmla="*/ 1299261 h 1502868"/>
              <a:gd name="connsiteX145" fmla="*/ 3762867 w 4035240"/>
              <a:gd name="connsiteY145" fmla="*/ 1194928 h 1502868"/>
              <a:gd name="connsiteX146" fmla="*/ 3240225 w 4035240"/>
              <a:gd name="connsiteY146" fmla="*/ 1194928 h 1502868"/>
              <a:gd name="connsiteX147" fmla="*/ 3240225 w 4035240"/>
              <a:gd name="connsiteY147" fmla="*/ 1498442 h 1502868"/>
              <a:gd name="connsiteX148" fmla="*/ 3762867 w 4035240"/>
              <a:gd name="connsiteY148" fmla="*/ 1498442 h 1502868"/>
              <a:gd name="connsiteX149" fmla="*/ 3762867 w 4035240"/>
              <a:gd name="connsiteY149" fmla="*/ 1394109 h 1502868"/>
              <a:gd name="connsiteX150" fmla="*/ 3240225 w 4035240"/>
              <a:gd name="connsiteY150" fmla="*/ 1394109 h 1502868"/>
              <a:gd name="connsiteX151" fmla="*/ 2794838 w 4035240"/>
              <a:gd name="connsiteY151" fmla="*/ 303356 h 1502868"/>
              <a:gd name="connsiteX152" fmla="*/ 2758443 w 4035240"/>
              <a:gd name="connsiteY152" fmla="*/ 199023 h 1502868"/>
              <a:gd name="connsiteX153" fmla="*/ 2090411 w 4035240"/>
              <a:gd name="connsiteY153" fmla="*/ 199023 h 1502868"/>
              <a:gd name="connsiteX154" fmla="*/ 2090411 w 4035240"/>
              <a:gd name="connsiteY154" fmla="*/ 303356 h 1502868"/>
              <a:gd name="connsiteX155" fmla="*/ 2725469 w 4035240"/>
              <a:gd name="connsiteY155" fmla="*/ 104175 h 1502868"/>
              <a:gd name="connsiteX156" fmla="*/ 2689075 w 4035240"/>
              <a:gd name="connsiteY156" fmla="*/ -158 h 1502868"/>
              <a:gd name="connsiteX157" fmla="*/ 2090411 w 4035240"/>
              <a:gd name="connsiteY157" fmla="*/ -158 h 1502868"/>
              <a:gd name="connsiteX158" fmla="*/ 2090411 w 4035240"/>
              <a:gd name="connsiteY158" fmla="*/ 104175 h 1502868"/>
              <a:gd name="connsiteX159" fmla="*/ 3875283 w 4035240"/>
              <a:gd name="connsiteY159" fmla="*/ 1420572 h 1502868"/>
              <a:gd name="connsiteX160" fmla="*/ 3957540 w 4035240"/>
              <a:gd name="connsiteY160" fmla="*/ 1343211 h 1502868"/>
              <a:gd name="connsiteX161" fmla="*/ 4035046 w 4035240"/>
              <a:gd name="connsiteY161" fmla="*/ 1425315 h 1502868"/>
              <a:gd name="connsiteX162" fmla="*/ 3955105 w 4035240"/>
              <a:gd name="connsiteY162" fmla="*/ 1502711 h 1502868"/>
              <a:gd name="connsiteX163" fmla="*/ 3875445 w 4035240"/>
              <a:gd name="connsiteY163" fmla="*/ 1422311 h 1502868"/>
              <a:gd name="connsiteX164" fmla="*/ 3875474 w 4035240"/>
              <a:gd name="connsiteY164" fmla="*/ 1420572 h 1502868"/>
              <a:gd name="connsiteX165" fmla="*/ 4016206 w 4035240"/>
              <a:gd name="connsiteY165" fmla="*/ 1425789 h 1502868"/>
              <a:gd name="connsiteX166" fmla="*/ 4016206 w 4035240"/>
              <a:gd name="connsiteY166" fmla="*/ 1415450 h 1502868"/>
              <a:gd name="connsiteX167" fmla="*/ 3952743 w 4035240"/>
              <a:gd name="connsiteY167" fmla="*/ 1356915 h 1502868"/>
              <a:gd name="connsiteX168" fmla="*/ 3894098 w 4035240"/>
              <a:gd name="connsiteY168" fmla="*/ 1415450 h 1502868"/>
              <a:gd name="connsiteX169" fmla="*/ 3894098 w 4035240"/>
              <a:gd name="connsiteY169" fmla="*/ 1425789 h 1502868"/>
              <a:gd name="connsiteX170" fmla="*/ 3957561 w 4035240"/>
              <a:gd name="connsiteY170" fmla="*/ 1484324 h 1502868"/>
              <a:gd name="connsiteX171" fmla="*/ 4016206 w 4035240"/>
              <a:gd name="connsiteY171" fmla="*/ 1425789 h 1502868"/>
              <a:gd name="connsiteX172" fmla="*/ 3943416 w 4035240"/>
              <a:gd name="connsiteY172" fmla="*/ 1462874 h 1502868"/>
              <a:gd name="connsiteX173" fmla="*/ 3923081 w 4035240"/>
              <a:gd name="connsiteY173" fmla="*/ 1462874 h 1502868"/>
              <a:gd name="connsiteX174" fmla="*/ 3923081 w 4035240"/>
              <a:gd name="connsiteY174" fmla="*/ 1379598 h 1502868"/>
              <a:gd name="connsiteX175" fmla="*/ 3961091 w 4035240"/>
              <a:gd name="connsiteY175" fmla="*/ 1379598 h 1502868"/>
              <a:gd name="connsiteX176" fmla="*/ 3989418 w 4035240"/>
              <a:gd name="connsiteY176" fmla="*/ 1401360 h 1502868"/>
              <a:gd name="connsiteX177" fmla="*/ 3989599 w 4035240"/>
              <a:gd name="connsiteY177" fmla="*/ 1405871 h 1502868"/>
              <a:gd name="connsiteX178" fmla="*/ 3974489 w 4035240"/>
              <a:gd name="connsiteY178" fmla="*/ 1431005 h 1502868"/>
              <a:gd name="connsiteX179" fmla="*/ 3993495 w 4035240"/>
              <a:gd name="connsiteY179" fmla="*/ 1462874 h 1502868"/>
              <a:gd name="connsiteX180" fmla="*/ 3971164 w 4035240"/>
              <a:gd name="connsiteY180" fmla="*/ 1462874 h 1502868"/>
              <a:gd name="connsiteX181" fmla="*/ 3955580 w 4035240"/>
              <a:gd name="connsiteY181" fmla="*/ 1434420 h 1502868"/>
              <a:gd name="connsiteX182" fmla="*/ 3943416 w 4035240"/>
              <a:gd name="connsiteY182" fmla="*/ 1434420 h 1502868"/>
              <a:gd name="connsiteX183" fmla="*/ 3958620 w 4035240"/>
              <a:gd name="connsiteY183" fmla="*/ 1419055 h 1502868"/>
              <a:gd name="connsiteX184" fmla="*/ 3968123 w 4035240"/>
              <a:gd name="connsiteY184" fmla="*/ 1410234 h 1502868"/>
              <a:gd name="connsiteX185" fmla="*/ 3968123 w 4035240"/>
              <a:gd name="connsiteY185" fmla="*/ 1404258 h 1502868"/>
              <a:gd name="connsiteX186" fmla="*/ 3958620 w 4035240"/>
              <a:gd name="connsiteY186" fmla="*/ 1395532 h 1502868"/>
              <a:gd name="connsiteX187" fmla="*/ 3943416 w 4035240"/>
              <a:gd name="connsiteY187" fmla="*/ 1395532 h 1502868"/>
              <a:gd name="connsiteX188" fmla="*/ 3943416 w 4035240"/>
              <a:gd name="connsiteY188" fmla="*/ 1419055 h 1502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Lst>
            <a:rect l="l" t="t" r="r" b="b"/>
            <a:pathLst>
              <a:path w="4035240" h="1502868">
                <a:moveTo>
                  <a:pt x="-158" y="1394109"/>
                </a:moveTo>
                <a:lnTo>
                  <a:pt x="731541" y="1394109"/>
                </a:lnTo>
                <a:lnTo>
                  <a:pt x="731541" y="1498442"/>
                </a:lnTo>
                <a:lnTo>
                  <a:pt x="-158" y="1498442"/>
                </a:lnTo>
                <a:close/>
                <a:moveTo>
                  <a:pt x="-158" y="1299261"/>
                </a:moveTo>
                <a:lnTo>
                  <a:pt x="731541" y="1299261"/>
                </a:lnTo>
                <a:lnTo>
                  <a:pt x="731541" y="1194928"/>
                </a:lnTo>
                <a:lnTo>
                  <a:pt x="-158" y="1194928"/>
                </a:lnTo>
                <a:close/>
                <a:moveTo>
                  <a:pt x="208899" y="1100080"/>
                </a:moveTo>
                <a:lnTo>
                  <a:pt x="522484" y="1100080"/>
                </a:lnTo>
                <a:lnTo>
                  <a:pt x="522484" y="995747"/>
                </a:lnTo>
                <a:lnTo>
                  <a:pt x="208899" y="995747"/>
                </a:lnTo>
                <a:close/>
                <a:moveTo>
                  <a:pt x="208899" y="900899"/>
                </a:moveTo>
                <a:lnTo>
                  <a:pt x="522484" y="900899"/>
                </a:lnTo>
                <a:lnTo>
                  <a:pt x="522484" y="796566"/>
                </a:lnTo>
                <a:lnTo>
                  <a:pt x="208899" y="796566"/>
                </a:lnTo>
                <a:close/>
                <a:moveTo>
                  <a:pt x="208899" y="701718"/>
                </a:moveTo>
                <a:lnTo>
                  <a:pt x="522484" y="701718"/>
                </a:lnTo>
                <a:lnTo>
                  <a:pt x="522484" y="597385"/>
                </a:lnTo>
                <a:lnTo>
                  <a:pt x="208899" y="597385"/>
                </a:lnTo>
                <a:close/>
                <a:moveTo>
                  <a:pt x="522484" y="398204"/>
                </a:moveTo>
                <a:lnTo>
                  <a:pt x="208899" y="398204"/>
                </a:lnTo>
                <a:lnTo>
                  <a:pt x="208899" y="502537"/>
                </a:lnTo>
                <a:lnTo>
                  <a:pt x="522484" y="502537"/>
                </a:lnTo>
                <a:close/>
                <a:moveTo>
                  <a:pt x="-158" y="303356"/>
                </a:moveTo>
                <a:lnTo>
                  <a:pt x="731541" y="303356"/>
                </a:lnTo>
                <a:lnTo>
                  <a:pt x="731541" y="199023"/>
                </a:lnTo>
                <a:lnTo>
                  <a:pt x="-158" y="199023"/>
                </a:lnTo>
                <a:close/>
                <a:moveTo>
                  <a:pt x="-158" y="104175"/>
                </a:moveTo>
                <a:lnTo>
                  <a:pt x="731541" y="104175"/>
                </a:lnTo>
                <a:lnTo>
                  <a:pt x="731541" y="-158"/>
                </a:lnTo>
                <a:lnTo>
                  <a:pt x="-158" y="-158"/>
                </a:lnTo>
                <a:close/>
                <a:moveTo>
                  <a:pt x="836070" y="1299261"/>
                </a:moveTo>
                <a:lnTo>
                  <a:pt x="1951389" y="1299261"/>
                </a:lnTo>
                <a:cubicBezTo>
                  <a:pt x="1970288" y="1266654"/>
                  <a:pt x="1984432" y="1231523"/>
                  <a:pt x="1993390" y="1194928"/>
                </a:cubicBezTo>
                <a:lnTo>
                  <a:pt x="836070" y="1194928"/>
                </a:lnTo>
                <a:close/>
                <a:moveTo>
                  <a:pt x="1864060" y="796566"/>
                </a:moveTo>
                <a:lnTo>
                  <a:pt x="1045127" y="796566"/>
                </a:lnTo>
                <a:lnTo>
                  <a:pt x="1045127" y="900899"/>
                </a:lnTo>
                <a:lnTo>
                  <a:pt x="1951293" y="900899"/>
                </a:lnTo>
                <a:cubicBezTo>
                  <a:pt x="1928348" y="861440"/>
                  <a:pt x="1898850" y="826160"/>
                  <a:pt x="1864060" y="796566"/>
                </a:cubicBezTo>
                <a:close/>
                <a:moveTo>
                  <a:pt x="1045127" y="597385"/>
                </a:moveTo>
                <a:lnTo>
                  <a:pt x="1045127" y="701718"/>
                </a:lnTo>
                <a:lnTo>
                  <a:pt x="1864060" y="701718"/>
                </a:lnTo>
                <a:cubicBezTo>
                  <a:pt x="1898850" y="672125"/>
                  <a:pt x="1928348" y="636845"/>
                  <a:pt x="1951293" y="597385"/>
                </a:cubicBezTo>
                <a:close/>
                <a:moveTo>
                  <a:pt x="1951389" y="199023"/>
                </a:moveTo>
                <a:lnTo>
                  <a:pt x="836070" y="199023"/>
                </a:lnTo>
                <a:lnTo>
                  <a:pt x="836070" y="303356"/>
                </a:lnTo>
                <a:lnTo>
                  <a:pt x="1993390" y="303356"/>
                </a:lnTo>
                <a:cubicBezTo>
                  <a:pt x="1984432" y="266762"/>
                  <a:pt x="1970289" y="231630"/>
                  <a:pt x="1951389" y="199023"/>
                </a:cubicBezTo>
                <a:close/>
                <a:moveTo>
                  <a:pt x="1605779" y="-158"/>
                </a:moveTo>
                <a:lnTo>
                  <a:pt x="836070" y="-158"/>
                </a:lnTo>
                <a:lnTo>
                  <a:pt x="836070" y="104175"/>
                </a:lnTo>
                <a:lnTo>
                  <a:pt x="1874988" y="104175"/>
                </a:lnTo>
                <a:cubicBezTo>
                  <a:pt x="1801525" y="36948"/>
                  <a:pt x="1705445" y="-288"/>
                  <a:pt x="1605779" y="-158"/>
                </a:cubicBezTo>
                <a:close/>
                <a:moveTo>
                  <a:pt x="1045127" y="502537"/>
                </a:moveTo>
                <a:lnTo>
                  <a:pt x="1358712" y="502537"/>
                </a:lnTo>
                <a:lnTo>
                  <a:pt x="1358712" y="398204"/>
                </a:lnTo>
                <a:lnTo>
                  <a:pt x="1045127" y="398204"/>
                </a:lnTo>
                <a:close/>
                <a:moveTo>
                  <a:pt x="1653292" y="502537"/>
                </a:moveTo>
                <a:lnTo>
                  <a:pt x="1990919" y="502537"/>
                </a:lnTo>
                <a:cubicBezTo>
                  <a:pt x="2000179" y="468529"/>
                  <a:pt x="2004876" y="433446"/>
                  <a:pt x="2004888" y="398204"/>
                </a:cubicBezTo>
                <a:lnTo>
                  <a:pt x="1653292" y="398204"/>
                </a:lnTo>
                <a:close/>
                <a:moveTo>
                  <a:pt x="1045127" y="1100080"/>
                </a:moveTo>
                <a:lnTo>
                  <a:pt x="1358712" y="1100080"/>
                </a:lnTo>
                <a:lnTo>
                  <a:pt x="1358712" y="995747"/>
                </a:lnTo>
                <a:lnTo>
                  <a:pt x="1045127" y="995747"/>
                </a:lnTo>
                <a:close/>
                <a:moveTo>
                  <a:pt x="1653292" y="995747"/>
                </a:moveTo>
                <a:lnTo>
                  <a:pt x="1653292" y="1100080"/>
                </a:lnTo>
                <a:lnTo>
                  <a:pt x="2004888" y="1100080"/>
                </a:lnTo>
                <a:cubicBezTo>
                  <a:pt x="2004876" y="1064839"/>
                  <a:pt x="2000179" y="1029755"/>
                  <a:pt x="1990919" y="995747"/>
                </a:cubicBezTo>
                <a:close/>
                <a:moveTo>
                  <a:pt x="836070" y="1498442"/>
                </a:moveTo>
                <a:lnTo>
                  <a:pt x="1605779" y="1498442"/>
                </a:lnTo>
                <a:cubicBezTo>
                  <a:pt x="1705471" y="1498712"/>
                  <a:pt x="1801600" y="1461457"/>
                  <a:pt x="1874988" y="1394109"/>
                </a:cubicBezTo>
                <a:lnTo>
                  <a:pt x="836070" y="1394109"/>
                </a:lnTo>
                <a:close/>
                <a:moveTo>
                  <a:pt x="2926639" y="1498442"/>
                </a:moveTo>
                <a:lnTo>
                  <a:pt x="2962939" y="1394109"/>
                </a:lnTo>
                <a:lnTo>
                  <a:pt x="2890339" y="1394109"/>
                </a:lnTo>
                <a:close/>
                <a:moveTo>
                  <a:pt x="2856985" y="1299261"/>
                </a:moveTo>
                <a:lnTo>
                  <a:pt x="2996293" y="1299261"/>
                </a:lnTo>
                <a:lnTo>
                  <a:pt x="3033068" y="1194928"/>
                </a:lnTo>
                <a:lnTo>
                  <a:pt x="2820210" y="1194928"/>
                </a:lnTo>
                <a:close/>
                <a:moveTo>
                  <a:pt x="2786856" y="1100080"/>
                </a:moveTo>
                <a:lnTo>
                  <a:pt x="3066422" y="1100080"/>
                </a:lnTo>
                <a:lnTo>
                  <a:pt x="3103102" y="995747"/>
                </a:lnTo>
                <a:lnTo>
                  <a:pt x="2750176" y="995747"/>
                </a:lnTo>
                <a:close/>
                <a:moveTo>
                  <a:pt x="2716822" y="900899"/>
                </a:moveTo>
                <a:lnTo>
                  <a:pt x="3136456" y="900899"/>
                </a:lnTo>
                <a:lnTo>
                  <a:pt x="3173136" y="796566"/>
                </a:lnTo>
                <a:lnTo>
                  <a:pt x="2680142" y="796566"/>
                </a:lnTo>
                <a:close/>
                <a:moveTo>
                  <a:pt x="2299468" y="502537"/>
                </a:moveTo>
                <a:lnTo>
                  <a:pt x="2864207" y="502537"/>
                </a:lnTo>
                <a:lnTo>
                  <a:pt x="2827907" y="398204"/>
                </a:lnTo>
                <a:lnTo>
                  <a:pt x="2299468" y="398204"/>
                </a:lnTo>
                <a:close/>
                <a:moveTo>
                  <a:pt x="3058440" y="303356"/>
                </a:moveTo>
                <a:lnTo>
                  <a:pt x="3762867" y="303356"/>
                </a:lnTo>
                <a:lnTo>
                  <a:pt x="3762867" y="199023"/>
                </a:lnTo>
                <a:lnTo>
                  <a:pt x="3094835" y="199023"/>
                </a:lnTo>
                <a:close/>
                <a:moveTo>
                  <a:pt x="3164204" y="-158"/>
                </a:moveTo>
                <a:lnTo>
                  <a:pt x="3127904" y="104175"/>
                </a:lnTo>
                <a:lnTo>
                  <a:pt x="3762867" y="104175"/>
                </a:lnTo>
                <a:lnTo>
                  <a:pt x="3762867" y="-158"/>
                </a:lnTo>
                <a:close/>
                <a:moveTo>
                  <a:pt x="2090411" y="1498442"/>
                </a:moveTo>
                <a:lnTo>
                  <a:pt x="2613054" y="1498442"/>
                </a:lnTo>
                <a:lnTo>
                  <a:pt x="2613054" y="1394109"/>
                </a:lnTo>
                <a:lnTo>
                  <a:pt x="2090411" y="1394109"/>
                </a:lnTo>
                <a:close/>
                <a:moveTo>
                  <a:pt x="2090411" y="1299261"/>
                </a:moveTo>
                <a:lnTo>
                  <a:pt x="2613054" y="1299261"/>
                </a:lnTo>
                <a:lnTo>
                  <a:pt x="2613054" y="1194928"/>
                </a:lnTo>
                <a:lnTo>
                  <a:pt x="2090411" y="1194928"/>
                </a:lnTo>
                <a:close/>
                <a:moveTo>
                  <a:pt x="2299468" y="1100080"/>
                </a:moveTo>
                <a:lnTo>
                  <a:pt x="2613054" y="1100080"/>
                </a:lnTo>
                <a:lnTo>
                  <a:pt x="2613054" y="995747"/>
                </a:lnTo>
                <a:lnTo>
                  <a:pt x="2299468" y="995747"/>
                </a:lnTo>
                <a:close/>
                <a:moveTo>
                  <a:pt x="2299468" y="900899"/>
                </a:moveTo>
                <a:lnTo>
                  <a:pt x="2613054" y="900899"/>
                </a:lnTo>
                <a:lnTo>
                  <a:pt x="2613054" y="796566"/>
                </a:lnTo>
                <a:lnTo>
                  <a:pt x="2299468" y="796566"/>
                </a:lnTo>
                <a:close/>
                <a:moveTo>
                  <a:pt x="3553810" y="398204"/>
                </a:moveTo>
                <a:lnTo>
                  <a:pt x="3025371" y="398204"/>
                </a:lnTo>
                <a:lnTo>
                  <a:pt x="2989071" y="502537"/>
                </a:lnTo>
                <a:lnTo>
                  <a:pt x="3553810" y="502537"/>
                </a:lnTo>
                <a:close/>
                <a:moveTo>
                  <a:pt x="3240225" y="701718"/>
                </a:moveTo>
                <a:lnTo>
                  <a:pt x="3553810" y="701718"/>
                </a:lnTo>
                <a:lnTo>
                  <a:pt x="3553810" y="597385"/>
                </a:lnTo>
                <a:lnTo>
                  <a:pt x="2956002" y="597385"/>
                </a:lnTo>
                <a:lnTo>
                  <a:pt x="2926639" y="681705"/>
                </a:lnTo>
                <a:lnTo>
                  <a:pt x="2897276" y="597385"/>
                </a:lnTo>
                <a:lnTo>
                  <a:pt x="2299468" y="597385"/>
                </a:lnTo>
                <a:lnTo>
                  <a:pt x="2299468" y="701718"/>
                </a:lnTo>
                <a:lnTo>
                  <a:pt x="2613054" y="701718"/>
                </a:lnTo>
                <a:lnTo>
                  <a:pt x="2613054" y="605827"/>
                </a:lnTo>
                <a:lnTo>
                  <a:pt x="2646788" y="701718"/>
                </a:lnTo>
                <a:lnTo>
                  <a:pt x="3206491" y="701718"/>
                </a:lnTo>
                <a:lnTo>
                  <a:pt x="3240225" y="605827"/>
                </a:lnTo>
                <a:close/>
                <a:moveTo>
                  <a:pt x="3553810" y="796566"/>
                </a:moveTo>
                <a:lnTo>
                  <a:pt x="3240225" y="796566"/>
                </a:lnTo>
                <a:lnTo>
                  <a:pt x="3240225" y="900899"/>
                </a:lnTo>
                <a:lnTo>
                  <a:pt x="3553810" y="900899"/>
                </a:lnTo>
                <a:close/>
                <a:moveTo>
                  <a:pt x="3240225" y="1100080"/>
                </a:moveTo>
                <a:lnTo>
                  <a:pt x="3553810" y="1100080"/>
                </a:lnTo>
                <a:lnTo>
                  <a:pt x="3553810" y="995747"/>
                </a:lnTo>
                <a:lnTo>
                  <a:pt x="3240225" y="995747"/>
                </a:lnTo>
                <a:close/>
                <a:moveTo>
                  <a:pt x="3240225" y="1299261"/>
                </a:moveTo>
                <a:lnTo>
                  <a:pt x="3762867" y="1299261"/>
                </a:lnTo>
                <a:lnTo>
                  <a:pt x="3762867" y="1194928"/>
                </a:lnTo>
                <a:lnTo>
                  <a:pt x="3240225" y="1194928"/>
                </a:lnTo>
                <a:close/>
                <a:moveTo>
                  <a:pt x="3240225" y="1498442"/>
                </a:moveTo>
                <a:lnTo>
                  <a:pt x="3762867" y="1498442"/>
                </a:lnTo>
                <a:lnTo>
                  <a:pt x="3762867" y="1394109"/>
                </a:lnTo>
                <a:lnTo>
                  <a:pt x="3240225" y="1394109"/>
                </a:lnTo>
                <a:close/>
                <a:moveTo>
                  <a:pt x="2794838" y="303356"/>
                </a:moveTo>
                <a:lnTo>
                  <a:pt x="2758443" y="199023"/>
                </a:lnTo>
                <a:lnTo>
                  <a:pt x="2090411" y="199023"/>
                </a:lnTo>
                <a:lnTo>
                  <a:pt x="2090411" y="303356"/>
                </a:lnTo>
                <a:close/>
                <a:moveTo>
                  <a:pt x="2725469" y="104175"/>
                </a:moveTo>
                <a:lnTo>
                  <a:pt x="2689075" y="-158"/>
                </a:lnTo>
                <a:lnTo>
                  <a:pt x="2090411" y="-158"/>
                </a:lnTo>
                <a:lnTo>
                  <a:pt x="2090411" y="104175"/>
                </a:lnTo>
                <a:close/>
                <a:moveTo>
                  <a:pt x="3875283" y="1420572"/>
                </a:moveTo>
                <a:cubicBezTo>
                  <a:pt x="3876595" y="1376537"/>
                  <a:pt x="3913423" y="1341902"/>
                  <a:pt x="3957540" y="1343211"/>
                </a:cubicBezTo>
                <a:cubicBezTo>
                  <a:pt x="4001657" y="1344521"/>
                  <a:pt x="4036358" y="1381280"/>
                  <a:pt x="4035046" y="1425315"/>
                </a:cubicBezTo>
                <a:cubicBezTo>
                  <a:pt x="4033761" y="1468450"/>
                  <a:pt x="3998340" y="1502743"/>
                  <a:pt x="3955105" y="1502711"/>
                </a:cubicBezTo>
                <a:cubicBezTo>
                  <a:pt x="3910864" y="1502465"/>
                  <a:pt x="3875199" y="1466469"/>
                  <a:pt x="3875445" y="1422311"/>
                </a:cubicBezTo>
                <a:cubicBezTo>
                  <a:pt x="3875449" y="1421731"/>
                  <a:pt x="3875458" y="1421152"/>
                  <a:pt x="3875474" y="1420572"/>
                </a:cubicBezTo>
                <a:close/>
                <a:moveTo>
                  <a:pt x="4016206" y="1425789"/>
                </a:moveTo>
                <a:lnTo>
                  <a:pt x="4016206" y="1415450"/>
                </a:lnTo>
                <a:cubicBezTo>
                  <a:pt x="4014875" y="1381794"/>
                  <a:pt x="3986462" y="1355587"/>
                  <a:pt x="3952743" y="1356915"/>
                </a:cubicBezTo>
                <a:cubicBezTo>
                  <a:pt x="3920889" y="1358170"/>
                  <a:pt x="3895355" y="1383656"/>
                  <a:pt x="3894098" y="1415450"/>
                </a:cubicBezTo>
                <a:lnTo>
                  <a:pt x="3894098" y="1425789"/>
                </a:lnTo>
                <a:cubicBezTo>
                  <a:pt x="3895428" y="1459445"/>
                  <a:pt x="3923842" y="1485652"/>
                  <a:pt x="3957561" y="1484324"/>
                </a:cubicBezTo>
                <a:cubicBezTo>
                  <a:pt x="3989415" y="1483070"/>
                  <a:pt x="4014949" y="1457583"/>
                  <a:pt x="4016206" y="1425789"/>
                </a:cubicBezTo>
                <a:close/>
                <a:moveTo>
                  <a:pt x="3943416" y="1462874"/>
                </a:moveTo>
                <a:lnTo>
                  <a:pt x="3923081" y="1462874"/>
                </a:lnTo>
                <a:lnTo>
                  <a:pt x="3923081" y="1379598"/>
                </a:lnTo>
                <a:lnTo>
                  <a:pt x="3961091" y="1379598"/>
                </a:lnTo>
                <a:cubicBezTo>
                  <a:pt x="3974934" y="1377799"/>
                  <a:pt x="3987617" y="1387543"/>
                  <a:pt x="3989418" y="1401360"/>
                </a:cubicBezTo>
                <a:cubicBezTo>
                  <a:pt x="3989613" y="1402855"/>
                  <a:pt x="3989674" y="1404365"/>
                  <a:pt x="3989599" y="1405871"/>
                </a:cubicBezTo>
                <a:cubicBezTo>
                  <a:pt x="3990607" y="1416644"/>
                  <a:pt x="3984488" y="1426824"/>
                  <a:pt x="3974489" y="1431005"/>
                </a:cubicBezTo>
                <a:lnTo>
                  <a:pt x="3993495" y="1462874"/>
                </a:lnTo>
                <a:lnTo>
                  <a:pt x="3971164" y="1462874"/>
                </a:lnTo>
                <a:lnTo>
                  <a:pt x="3955580" y="1434420"/>
                </a:lnTo>
                <a:lnTo>
                  <a:pt x="3943416" y="1434420"/>
                </a:lnTo>
                <a:close/>
                <a:moveTo>
                  <a:pt x="3958620" y="1419055"/>
                </a:moveTo>
                <a:cubicBezTo>
                  <a:pt x="3964987" y="1419055"/>
                  <a:pt x="3968123" y="1416209"/>
                  <a:pt x="3968123" y="1410234"/>
                </a:cubicBezTo>
                <a:lnTo>
                  <a:pt x="3968123" y="1404258"/>
                </a:lnTo>
                <a:cubicBezTo>
                  <a:pt x="3968123" y="1398283"/>
                  <a:pt x="3964512" y="1395532"/>
                  <a:pt x="3958620" y="1395532"/>
                </a:cubicBezTo>
                <a:lnTo>
                  <a:pt x="3943416" y="1395532"/>
                </a:lnTo>
                <a:lnTo>
                  <a:pt x="3943416" y="1419055"/>
                </a:lnTo>
                <a:close/>
              </a:path>
            </a:pathLst>
          </a:custGeom>
          <a:solidFill>
            <a:schemeClr val="tx1"/>
          </a:solidFill>
          <a:ln w="9503" cap="flat">
            <a:noFill/>
            <a:prstDash val="solid"/>
            <a:miter/>
          </a:ln>
        </p:spPr>
        <p:txBody>
          <a:bodyPr rtlCol="0" anchor="ctr"/>
          <a:lstStyle/>
          <a:p>
            <a:endParaRPr lang="ja-JP" altLang="en-US" sz="2799"/>
          </a:p>
        </p:txBody>
      </p:sp>
      <p:sp>
        <p:nvSpPr>
          <p:cNvPr id="12" name="タイトル 2">
            <a:extLst>
              <a:ext uri="{FF2B5EF4-FFF2-40B4-BE49-F238E27FC236}">
                <a16:creationId xmlns:a16="http://schemas.microsoft.com/office/drawing/2014/main" id="{EF2AC2D6-FDF1-4415-3489-D3FA61FDEA59}"/>
              </a:ext>
            </a:extLst>
          </p:cNvPr>
          <p:cNvSpPr>
            <a:spLocks noGrp="1"/>
          </p:cNvSpPr>
          <p:nvPr>
            <p:ph type="title" hasCustomPrompt="1"/>
          </p:nvPr>
        </p:nvSpPr>
        <p:spPr>
          <a:xfrm>
            <a:off x="292608" y="768096"/>
            <a:ext cx="11616690" cy="2569464"/>
          </a:xfrm>
        </p:spPr>
        <p:txBody>
          <a:bodyPr/>
          <a:lstStyle>
            <a:lvl1pPr>
              <a:defRPr sz="3999"/>
            </a:lvl1pPr>
          </a:lstStyle>
          <a:p>
            <a:r>
              <a:rPr kumimoji="1" lang="ja-JP" altLang="en-US"/>
              <a:t>タイトル</a:t>
            </a:r>
            <a:r>
              <a:rPr kumimoji="1" lang="en-US" altLang="ja-JP" dirty="0"/>
              <a:t>, </a:t>
            </a:r>
            <a:r>
              <a:rPr kumimoji="1" lang="ja-JP" altLang="en-US"/>
              <a:t>最大</a:t>
            </a:r>
            <a:r>
              <a:rPr kumimoji="1" lang="en-US" altLang="ja-JP" dirty="0"/>
              <a:t> 4</a:t>
            </a:r>
            <a:r>
              <a:rPr kumimoji="1" lang="ja-JP" altLang="en-US"/>
              <a:t>行</a:t>
            </a:r>
            <a:r>
              <a:rPr kumimoji="1" lang="en-US" altLang="ja-JP" dirty="0"/>
              <a:t>,</a:t>
            </a:r>
            <a:br>
              <a:rPr kumimoji="1" lang="en-US" altLang="ja-JP" dirty="0"/>
            </a:br>
            <a:r>
              <a:rPr kumimoji="1" lang="ja-JP" altLang="en-US"/>
              <a:t>英語は最初のみ大文字</a:t>
            </a:r>
            <a:br>
              <a:rPr kumimoji="1" lang="en-US" altLang="ja-JP" dirty="0"/>
            </a:br>
            <a:r>
              <a:rPr kumimoji="1" lang="en-US" altLang="ja-JP" dirty="0"/>
              <a:t>(Sentence case)</a:t>
            </a:r>
            <a:endParaRPr kumimoji="1" lang="ja-JP" altLang="en-US"/>
          </a:p>
        </p:txBody>
      </p:sp>
      <p:sp>
        <p:nvSpPr>
          <p:cNvPr id="2" name="テキスト プレースホルダー 4">
            <a:extLst>
              <a:ext uri="{FF2B5EF4-FFF2-40B4-BE49-F238E27FC236}">
                <a16:creationId xmlns:a16="http://schemas.microsoft.com/office/drawing/2014/main" id="{6A89DFB4-225C-48BB-86E4-1FD0081DA194}"/>
              </a:ext>
            </a:extLst>
          </p:cNvPr>
          <p:cNvSpPr>
            <a:spLocks noGrp="1"/>
          </p:cNvSpPr>
          <p:nvPr>
            <p:ph type="body" sz="quarter" idx="14"/>
          </p:nvPr>
        </p:nvSpPr>
        <p:spPr>
          <a:xfrm>
            <a:off x="292608" y="301752"/>
            <a:ext cx="5527040" cy="365760"/>
          </a:xfrm>
        </p:spPr>
        <p:txBody>
          <a:bodyPr wrap="none" anchor="t"/>
          <a:lstStyle>
            <a:lvl1pPr>
              <a:defRPr sz="1400"/>
            </a:lvl1pPr>
            <a:lvl2pPr>
              <a:defRPr sz="2000"/>
            </a:lvl2pPr>
            <a:lvl3pPr>
              <a:defRPr sz="2000"/>
            </a:lvl3pPr>
            <a:lvl4pPr>
              <a:defRPr sz="2000"/>
            </a:lvl4pPr>
            <a:lvl5pPr>
              <a:defRPr sz="2000"/>
            </a:lvl5pPr>
          </a:lstStyle>
          <a:p>
            <a:pPr lvl="0"/>
            <a:r>
              <a:rPr kumimoji="1" lang="ja-JP" altLang="en-US"/>
              <a:t>マスター テキストの書式設定</a:t>
            </a:r>
          </a:p>
        </p:txBody>
      </p:sp>
      <p:sp>
        <p:nvSpPr>
          <p:cNvPr id="5" name="テキスト プレースホルダー 5">
            <a:extLst>
              <a:ext uri="{FF2B5EF4-FFF2-40B4-BE49-F238E27FC236}">
                <a16:creationId xmlns:a16="http://schemas.microsoft.com/office/drawing/2014/main" id="{128776C2-7206-3DBB-664E-B02C8748DE02}"/>
              </a:ext>
            </a:extLst>
          </p:cNvPr>
          <p:cNvSpPr>
            <a:spLocks noGrp="1"/>
          </p:cNvSpPr>
          <p:nvPr>
            <p:ph type="body" sz="quarter" idx="16"/>
          </p:nvPr>
        </p:nvSpPr>
        <p:spPr>
          <a:xfrm>
            <a:off x="292608" y="5986653"/>
            <a:ext cx="2478024" cy="576072"/>
          </a:xfrm>
        </p:spPr>
        <p:txBody>
          <a:bodyPr wrap="none" anchor="b"/>
          <a:lstStyle>
            <a:lvl1pPr>
              <a:defRPr sz="1200"/>
            </a:lvl1pPr>
            <a:lvl2pPr marL="109706" indent="-109706">
              <a:defRPr sz="1200"/>
            </a:lvl2pPr>
            <a:lvl3pPr marL="219412" indent="-109706">
              <a:defRPr sz="1200"/>
            </a:lvl3pPr>
            <a:lvl4pPr marL="329118" indent="-109706">
              <a:defRPr sz="1200"/>
            </a:lvl4pPr>
            <a:lvl5pPr marL="438824" indent="-109706">
              <a:defRPr sz="1200"/>
            </a:lvl5pPr>
          </a:lstStyle>
          <a:p>
            <a:pPr lvl="0"/>
            <a:r>
              <a:rPr kumimoji="1" lang="ja-JP" altLang="en-US"/>
              <a:t>マスター テキストの書式設定</a:t>
            </a:r>
          </a:p>
          <a:p>
            <a:pPr lvl="1"/>
            <a:r>
              <a:rPr kumimoji="1" lang="ja-JP" altLang="en-US"/>
              <a:t>第 </a:t>
            </a:r>
            <a:r>
              <a:rPr kumimoji="1" lang="en-US" altLang="ja-JP" dirty="0"/>
              <a:t>2 </a:t>
            </a:r>
            <a:r>
              <a:rPr kumimoji="1" lang="ja-JP" altLang="en-US"/>
              <a:t>レベル</a:t>
            </a:r>
          </a:p>
          <a:p>
            <a:pPr lvl="2"/>
            <a:r>
              <a:rPr kumimoji="1" lang="ja-JP" altLang="en-US"/>
              <a:t>第 </a:t>
            </a:r>
            <a:r>
              <a:rPr kumimoji="1" lang="en-US" altLang="ja-JP" dirty="0"/>
              <a:t>3 </a:t>
            </a:r>
            <a:r>
              <a:rPr kumimoji="1" lang="ja-JP" altLang="en-US"/>
              <a:t>レベル</a:t>
            </a:r>
          </a:p>
          <a:p>
            <a:pPr lvl="3"/>
            <a:r>
              <a:rPr kumimoji="1" lang="ja-JP" altLang="en-US"/>
              <a:t>第 </a:t>
            </a:r>
            <a:r>
              <a:rPr kumimoji="1" lang="en-US" altLang="ja-JP" dirty="0"/>
              <a:t>4 </a:t>
            </a:r>
            <a:r>
              <a:rPr kumimoji="1" lang="ja-JP" altLang="en-US"/>
              <a:t>レベル</a:t>
            </a:r>
          </a:p>
          <a:p>
            <a:pPr lvl="4"/>
            <a:r>
              <a:rPr kumimoji="1" lang="ja-JP" altLang="en-US"/>
              <a:t>第 </a:t>
            </a:r>
            <a:r>
              <a:rPr kumimoji="1" lang="en-US" altLang="ja-JP" dirty="0"/>
              <a:t>5 </a:t>
            </a:r>
            <a:r>
              <a:rPr kumimoji="1" lang="ja-JP" altLang="en-US"/>
              <a:t>レベル</a:t>
            </a:r>
          </a:p>
        </p:txBody>
      </p:sp>
      <p:sp>
        <p:nvSpPr>
          <p:cNvPr id="6" name="テキスト プレースホルダー 6">
            <a:extLst>
              <a:ext uri="{FF2B5EF4-FFF2-40B4-BE49-F238E27FC236}">
                <a16:creationId xmlns:a16="http://schemas.microsoft.com/office/drawing/2014/main" id="{9BB60C07-00C1-F2F7-0517-A729213CB45A}"/>
              </a:ext>
            </a:extLst>
          </p:cNvPr>
          <p:cNvSpPr>
            <a:spLocks noGrp="1"/>
          </p:cNvSpPr>
          <p:nvPr>
            <p:ph type="body" sz="quarter" idx="17"/>
          </p:nvPr>
        </p:nvSpPr>
        <p:spPr>
          <a:xfrm>
            <a:off x="3338576" y="5986653"/>
            <a:ext cx="2478024" cy="576072"/>
          </a:xfrm>
        </p:spPr>
        <p:txBody>
          <a:bodyPr wrap="none" anchor="b"/>
          <a:lstStyle>
            <a:lvl1pPr>
              <a:defRPr sz="1200"/>
            </a:lvl1pPr>
            <a:lvl2pPr marL="109706" indent="-109706">
              <a:defRPr sz="1200"/>
            </a:lvl2pPr>
            <a:lvl3pPr marL="219412" indent="-109706">
              <a:defRPr sz="1200"/>
            </a:lvl3pPr>
            <a:lvl4pPr marL="329118" indent="-109706">
              <a:defRPr sz="1200"/>
            </a:lvl4pPr>
            <a:lvl5pPr marL="438824" indent="-109706">
              <a:defRPr sz="1200"/>
            </a:lvl5pPr>
          </a:lstStyle>
          <a:p>
            <a:pPr lvl="0"/>
            <a:r>
              <a:rPr kumimoji="1" lang="ja-JP" altLang="en-US"/>
              <a:t>マスター テキストの書式設定</a:t>
            </a:r>
          </a:p>
          <a:p>
            <a:pPr lvl="1"/>
            <a:r>
              <a:rPr kumimoji="1" lang="ja-JP" altLang="en-US"/>
              <a:t>第 </a:t>
            </a:r>
            <a:r>
              <a:rPr kumimoji="1" lang="en-US" altLang="ja-JP" dirty="0"/>
              <a:t>2 </a:t>
            </a:r>
            <a:r>
              <a:rPr kumimoji="1" lang="ja-JP" altLang="en-US"/>
              <a:t>レベル</a:t>
            </a:r>
          </a:p>
          <a:p>
            <a:pPr lvl="2"/>
            <a:r>
              <a:rPr kumimoji="1" lang="ja-JP" altLang="en-US"/>
              <a:t>第 </a:t>
            </a:r>
            <a:r>
              <a:rPr kumimoji="1" lang="en-US" altLang="ja-JP" dirty="0"/>
              <a:t>3 </a:t>
            </a:r>
            <a:r>
              <a:rPr kumimoji="1" lang="ja-JP" altLang="en-US"/>
              <a:t>レベル</a:t>
            </a:r>
          </a:p>
          <a:p>
            <a:pPr lvl="3"/>
            <a:r>
              <a:rPr kumimoji="1" lang="ja-JP" altLang="en-US"/>
              <a:t>第 </a:t>
            </a:r>
            <a:r>
              <a:rPr kumimoji="1" lang="en-US" altLang="ja-JP" dirty="0"/>
              <a:t>4 </a:t>
            </a:r>
            <a:r>
              <a:rPr kumimoji="1" lang="ja-JP" altLang="en-US"/>
              <a:t>レベル</a:t>
            </a:r>
          </a:p>
          <a:p>
            <a:pPr lvl="4"/>
            <a:r>
              <a:rPr kumimoji="1" lang="ja-JP" altLang="en-US"/>
              <a:t>第 </a:t>
            </a:r>
            <a:r>
              <a:rPr kumimoji="1" lang="en-US" altLang="ja-JP" dirty="0"/>
              <a:t>5 </a:t>
            </a:r>
            <a:r>
              <a:rPr kumimoji="1" lang="ja-JP" altLang="en-US"/>
              <a:t>レベル</a:t>
            </a:r>
          </a:p>
        </p:txBody>
      </p:sp>
    </p:spTree>
    <p:extLst>
      <p:ext uri="{BB962C8B-B14F-4D97-AF65-F5344CB8AC3E}">
        <p14:creationId xmlns:p14="http://schemas.microsoft.com/office/powerpoint/2010/main" val="3611058462"/>
      </p:ext>
    </p:extLst>
  </p:cSld>
  <p:clrMapOvr>
    <a:masterClrMapping/>
  </p:clrMapOvr>
  <p:transition spd="med"/>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preserve="1" userDrawn="1">
  <p:cSld name="Cover, plain">
    <p:bg>
      <p:bgPr>
        <a:solidFill>
          <a:schemeClr val="bg1"/>
        </a:solidFill>
        <a:effectLst/>
      </p:bgPr>
    </p:bg>
    <p:spTree>
      <p:nvGrpSpPr>
        <p:cNvPr id="1" name=""/>
        <p:cNvGrpSpPr/>
        <p:nvPr/>
      </p:nvGrpSpPr>
      <p:grpSpPr>
        <a:xfrm>
          <a:off x="0" y="0"/>
          <a:ext cx="0" cy="0"/>
          <a:chOff x="0" y="0"/>
          <a:chExt cx="0" cy="0"/>
        </a:xfrm>
      </p:grpSpPr>
      <p:grpSp>
        <p:nvGrpSpPr>
          <p:cNvPr id="55" name="グループ化 54">
            <a:extLst>
              <a:ext uri="{FF2B5EF4-FFF2-40B4-BE49-F238E27FC236}">
                <a16:creationId xmlns:a16="http://schemas.microsoft.com/office/drawing/2014/main" id="{35A38195-8F90-9E7E-03B9-9E7F5AD406EC}"/>
              </a:ext>
            </a:extLst>
          </p:cNvPr>
          <p:cNvGrpSpPr/>
          <p:nvPr userDrawn="1"/>
        </p:nvGrpSpPr>
        <p:grpSpPr>
          <a:xfrm>
            <a:off x="-137160" y="-138793"/>
            <a:ext cx="12454128" cy="7133953"/>
            <a:chOff x="-137160" y="-138793"/>
            <a:chExt cx="12454128" cy="7133953"/>
          </a:xfrm>
        </p:grpSpPr>
        <p:cxnSp>
          <p:nvCxnSpPr>
            <p:cNvPr id="56" name="直線コネクタ 55">
              <a:extLst>
                <a:ext uri="{FF2B5EF4-FFF2-40B4-BE49-F238E27FC236}">
                  <a16:creationId xmlns:a16="http://schemas.microsoft.com/office/drawing/2014/main" id="{A6D31AA4-6F0F-265F-8CD3-9A7B1020B41B}"/>
                </a:ext>
              </a:extLst>
            </p:cNvPr>
            <p:cNvCxnSpPr/>
            <p:nvPr/>
          </p:nvCxnSpPr>
          <p:spPr>
            <a:xfrm>
              <a:off x="285750" y="-138793"/>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57" name="直線コネクタ 56">
              <a:extLst>
                <a:ext uri="{FF2B5EF4-FFF2-40B4-BE49-F238E27FC236}">
                  <a16:creationId xmlns:a16="http://schemas.microsoft.com/office/drawing/2014/main" id="{64738D76-07F0-FACA-5EAB-BABE6789CF3E}"/>
                </a:ext>
              </a:extLst>
            </p:cNvPr>
            <p:cNvCxnSpPr/>
            <p:nvPr/>
          </p:nvCxnSpPr>
          <p:spPr>
            <a:xfrm>
              <a:off x="1524000" y="-138793"/>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58" name="直線コネクタ 57">
              <a:extLst>
                <a:ext uri="{FF2B5EF4-FFF2-40B4-BE49-F238E27FC236}">
                  <a16:creationId xmlns:a16="http://schemas.microsoft.com/office/drawing/2014/main" id="{008D4F98-54C8-5CEF-16E6-11E82E970138}"/>
                </a:ext>
              </a:extLst>
            </p:cNvPr>
            <p:cNvCxnSpPr/>
            <p:nvPr/>
          </p:nvCxnSpPr>
          <p:spPr>
            <a:xfrm>
              <a:off x="2765425" y="-138793"/>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59" name="直線コネクタ 58">
              <a:extLst>
                <a:ext uri="{FF2B5EF4-FFF2-40B4-BE49-F238E27FC236}">
                  <a16:creationId xmlns:a16="http://schemas.microsoft.com/office/drawing/2014/main" id="{09974BFD-3791-4C92-67E8-D76AACBD7B6B}"/>
                </a:ext>
              </a:extLst>
            </p:cNvPr>
            <p:cNvCxnSpPr/>
            <p:nvPr/>
          </p:nvCxnSpPr>
          <p:spPr>
            <a:xfrm>
              <a:off x="3051175" y="-138793"/>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60" name="直線コネクタ 59">
              <a:extLst>
                <a:ext uri="{FF2B5EF4-FFF2-40B4-BE49-F238E27FC236}">
                  <a16:creationId xmlns:a16="http://schemas.microsoft.com/office/drawing/2014/main" id="{2D843026-8D85-B791-C888-666DDD3B14DB}"/>
                </a:ext>
              </a:extLst>
            </p:cNvPr>
            <p:cNvCxnSpPr>
              <a:cxnSpLocks/>
            </p:cNvCxnSpPr>
            <p:nvPr/>
          </p:nvCxnSpPr>
          <p:spPr>
            <a:xfrm>
              <a:off x="3340957" y="-138793"/>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61" name="直線コネクタ 60">
              <a:extLst>
                <a:ext uri="{FF2B5EF4-FFF2-40B4-BE49-F238E27FC236}">
                  <a16:creationId xmlns:a16="http://schemas.microsoft.com/office/drawing/2014/main" id="{9796D37C-2945-4377-D30E-D1F3D3B54185}"/>
                </a:ext>
              </a:extLst>
            </p:cNvPr>
            <p:cNvCxnSpPr>
              <a:cxnSpLocks/>
            </p:cNvCxnSpPr>
            <p:nvPr/>
          </p:nvCxnSpPr>
          <p:spPr>
            <a:xfrm>
              <a:off x="4575175" y="-138793"/>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62" name="直線コネクタ 61">
              <a:extLst>
                <a:ext uri="{FF2B5EF4-FFF2-40B4-BE49-F238E27FC236}">
                  <a16:creationId xmlns:a16="http://schemas.microsoft.com/office/drawing/2014/main" id="{29455FD1-A8B0-2392-610A-A51BDDFB1655}"/>
                </a:ext>
              </a:extLst>
            </p:cNvPr>
            <p:cNvCxnSpPr>
              <a:cxnSpLocks/>
            </p:cNvCxnSpPr>
            <p:nvPr/>
          </p:nvCxnSpPr>
          <p:spPr>
            <a:xfrm>
              <a:off x="5819775" y="-138793"/>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63" name="直線コネクタ 62">
              <a:extLst>
                <a:ext uri="{FF2B5EF4-FFF2-40B4-BE49-F238E27FC236}">
                  <a16:creationId xmlns:a16="http://schemas.microsoft.com/office/drawing/2014/main" id="{3768F680-03E6-A505-230E-D097B0BE00E6}"/>
                </a:ext>
              </a:extLst>
            </p:cNvPr>
            <p:cNvCxnSpPr>
              <a:cxnSpLocks/>
            </p:cNvCxnSpPr>
            <p:nvPr/>
          </p:nvCxnSpPr>
          <p:spPr>
            <a:xfrm>
              <a:off x="6096000" y="-138793"/>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64" name="直線コネクタ 63">
              <a:extLst>
                <a:ext uri="{FF2B5EF4-FFF2-40B4-BE49-F238E27FC236}">
                  <a16:creationId xmlns:a16="http://schemas.microsoft.com/office/drawing/2014/main" id="{4446555E-CB5A-E3AE-0882-40BB1E878136}"/>
                </a:ext>
              </a:extLst>
            </p:cNvPr>
            <p:cNvCxnSpPr>
              <a:cxnSpLocks/>
            </p:cNvCxnSpPr>
            <p:nvPr/>
          </p:nvCxnSpPr>
          <p:spPr>
            <a:xfrm>
              <a:off x="6380512" y="-138793"/>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65" name="直線コネクタ 64">
              <a:extLst>
                <a:ext uri="{FF2B5EF4-FFF2-40B4-BE49-F238E27FC236}">
                  <a16:creationId xmlns:a16="http://schemas.microsoft.com/office/drawing/2014/main" id="{8411F8D4-80C3-FA4B-D84E-2DBD568F13D8}"/>
                </a:ext>
              </a:extLst>
            </p:cNvPr>
            <p:cNvCxnSpPr>
              <a:cxnSpLocks/>
            </p:cNvCxnSpPr>
            <p:nvPr/>
          </p:nvCxnSpPr>
          <p:spPr>
            <a:xfrm>
              <a:off x="7616825" y="-138793"/>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66" name="直線コネクタ 65">
              <a:extLst>
                <a:ext uri="{FF2B5EF4-FFF2-40B4-BE49-F238E27FC236}">
                  <a16:creationId xmlns:a16="http://schemas.microsoft.com/office/drawing/2014/main" id="{2887AB0F-7DF4-3D40-49F9-217E2B9A4D9E}"/>
                </a:ext>
              </a:extLst>
            </p:cNvPr>
            <p:cNvCxnSpPr>
              <a:cxnSpLocks/>
            </p:cNvCxnSpPr>
            <p:nvPr/>
          </p:nvCxnSpPr>
          <p:spPr>
            <a:xfrm>
              <a:off x="8861425" y="-138793"/>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67" name="直線コネクタ 66">
              <a:extLst>
                <a:ext uri="{FF2B5EF4-FFF2-40B4-BE49-F238E27FC236}">
                  <a16:creationId xmlns:a16="http://schemas.microsoft.com/office/drawing/2014/main" id="{C502A32D-58CD-8050-D334-FB5E7FCDA6E2}"/>
                </a:ext>
              </a:extLst>
            </p:cNvPr>
            <p:cNvCxnSpPr>
              <a:cxnSpLocks/>
            </p:cNvCxnSpPr>
            <p:nvPr/>
          </p:nvCxnSpPr>
          <p:spPr>
            <a:xfrm>
              <a:off x="9144000" y="-138793"/>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68" name="直線コネクタ 67">
              <a:extLst>
                <a:ext uri="{FF2B5EF4-FFF2-40B4-BE49-F238E27FC236}">
                  <a16:creationId xmlns:a16="http://schemas.microsoft.com/office/drawing/2014/main" id="{630F348C-5FC2-336D-74C6-401AFAD022B7}"/>
                </a:ext>
              </a:extLst>
            </p:cNvPr>
            <p:cNvCxnSpPr>
              <a:cxnSpLocks/>
            </p:cNvCxnSpPr>
            <p:nvPr/>
          </p:nvCxnSpPr>
          <p:spPr>
            <a:xfrm>
              <a:off x="9420225" y="-138793"/>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69" name="直線コネクタ 68">
              <a:extLst>
                <a:ext uri="{FF2B5EF4-FFF2-40B4-BE49-F238E27FC236}">
                  <a16:creationId xmlns:a16="http://schemas.microsoft.com/office/drawing/2014/main" id="{77E35C5C-F454-4714-0E04-9798BB08A43F}"/>
                </a:ext>
              </a:extLst>
            </p:cNvPr>
            <p:cNvCxnSpPr>
              <a:cxnSpLocks/>
            </p:cNvCxnSpPr>
            <p:nvPr/>
          </p:nvCxnSpPr>
          <p:spPr>
            <a:xfrm>
              <a:off x="10671175" y="-138793"/>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0" name="直線コネクタ 69">
              <a:extLst>
                <a:ext uri="{FF2B5EF4-FFF2-40B4-BE49-F238E27FC236}">
                  <a16:creationId xmlns:a16="http://schemas.microsoft.com/office/drawing/2014/main" id="{22F84737-CA85-B2F0-F1D1-BC07E4D252D5}"/>
                </a:ext>
              </a:extLst>
            </p:cNvPr>
            <p:cNvCxnSpPr>
              <a:cxnSpLocks/>
            </p:cNvCxnSpPr>
            <p:nvPr/>
          </p:nvCxnSpPr>
          <p:spPr>
            <a:xfrm>
              <a:off x="11905012" y="-138793"/>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1" name="直線コネクタ 70">
              <a:extLst>
                <a:ext uri="{FF2B5EF4-FFF2-40B4-BE49-F238E27FC236}">
                  <a16:creationId xmlns:a16="http://schemas.microsoft.com/office/drawing/2014/main" id="{85E697E9-0D66-9A74-B800-A326F9327F16}"/>
                </a:ext>
              </a:extLst>
            </p:cNvPr>
            <p:cNvCxnSpPr>
              <a:cxnSpLocks/>
            </p:cNvCxnSpPr>
            <p:nvPr/>
          </p:nvCxnSpPr>
          <p:spPr>
            <a:xfrm>
              <a:off x="285750" y="6885432"/>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2" name="直線コネクタ 71">
              <a:extLst>
                <a:ext uri="{FF2B5EF4-FFF2-40B4-BE49-F238E27FC236}">
                  <a16:creationId xmlns:a16="http://schemas.microsoft.com/office/drawing/2014/main" id="{6B8A6AF0-47ED-349E-BA94-CE23B8317707}"/>
                </a:ext>
              </a:extLst>
            </p:cNvPr>
            <p:cNvCxnSpPr>
              <a:cxnSpLocks/>
            </p:cNvCxnSpPr>
            <p:nvPr/>
          </p:nvCxnSpPr>
          <p:spPr>
            <a:xfrm>
              <a:off x="1524000" y="6885432"/>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3" name="直線コネクタ 72">
              <a:extLst>
                <a:ext uri="{FF2B5EF4-FFF2-40B4-BE49-F238E27FC236}">
                  <a16:creationId xmlns:a16="http://schemas.microsoft.com/office/drawing/2014/main" id="{64083308-2E7F-9801-FD89-496BE92C9DEB}"/>
                </a:ext>
              </a:extLst>
            </p:cNvPr>
            <p:cNvCxnSpPr>
              <a:cxnSpLocks/>
            </p:cNvCxnSpPr>
            <p:nvPr/>
          </p:nvCxnSpPr>
          <p:spPr>
            <a:xfrm>
              <a:off x="2765425" y="6885432"/>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4" name="直線コネクタ 73">
              <a:extLst>
                <a:ext uri="{FF2B5EF4-FFF2-40B4-BE49-F238E27FC236}">
                  <a16:creationId xmlns:a16="http://schemas.microsoft.com/office/drawing/2014/main" id="{70E3DCE5-7B72-ABEB-B0B3-70B0D857212C}"/>
                </a:ext>
              </a:extLst>
            </p:cNvPr>
            <p:cNvCxnSpPr>
              <a:cxnSpLocks/>
            </p:cNvCxnSpPr>
            <p:nvPr/>
          </p:nvCxnSpPr>
          <p:spPr>
            <a:xfrm>
              <a:off x="3051175" y="6885432"/>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5" name="直線コネクタ 74">
              <a:extLst>
                <a:ext uri="{FF2B5EF4-FFF2-40B4-BE49-F238E27FC236}">
                  <a16:creationId xmlns:a16="http://schemas.microsoft.com/office/drawing/2014/main" id="{9AF17806-EB5D-B501-1E3B-2CFBC83A5147}"/>
                </a:ext>
              </a:extLst>
            </p:cNvPr>
            <p:cNvCxnSpPr>
              <a:cxnSpLocks/>
            </p:cNvCxnSpPr>
            <p:nvPr/>
          </p:nvCxnSpPr>
          <p:spPr>
            <a:xfrm>
              <a:off x="3340957" y="6885432"/>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6" name="直線コネクタ 75">
              <a:extLst>
                <a:ext uri="{FF2B5EF4-FFF2-40B4-BE49-F238E27FC236}">
                  <a16:creationId xmlns:a16="http://schemas.microsoft.com/office/drawing/2014/main" id="{5BDF4CBC-9DB5-D85C-B6DA-12413CD43CB9}"/>
                </a:ext>
              </a:extLst>
            </p:cNvPr>
            <p:cNvCxnSpPr>
              <a:cxnSpLocks/>
            </p:cNvCxnSpPr>
            <p:nvPr/>
          </p:nvCxnSpPr>
          <p:spPr>
            <a:xfrm>
              <a:off x="4575175" y="6885432"/>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7" name="直線コネクタ 76">
              <a:extLst>
                <a:ext uri="{FF2B5EF4-FFF2-40B4-BE49-F238E27FC236}">
                  <a16:creationId xmlns:a16="http://schemas.microsoft.com/office/drawing/2014/main" id="{E49FDF8C-D8BF-9188-2B08-9500840A62E7}"/>
                </a:ext>
              </a:extLst>
            </p:cNvPr>
            <p:cNvCxnSpPr>
              <a:cxnSpLocks/>
            </p:cNvCxnSpPr>
            <p:nvPr/>
          </p:nvCxnSpPr>
          <p:spPr>
            <a:xfrm>
              <a:off x="5819775" y="6885432"/>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8" name="直線コネクタ 77">
              <a:extLst>
                <a:ext uri="{FF2B5EF4-FFF2-40B4-BE49-F238E27FC236}">
                  <a16:creationId xmlns:a16="http://schemas.microsoft.com/office/drawing/2014/main" id="{1D8CC4B7-A0CA-F146-9E10-4079CACB749E}"/>
                </a:ext>
              </a:extLst>
            </p:cNvPr>
            <p:cNvCxnSpPr>
              <a:cxnSpLocks/>
            </p:cNvCxnSpPr>
            <p:nvPr/>
          </p:nvCxnSpPr>
          <p:spPr>
            <a:xfrm>
              <a:off x="6096000" y="6885432"/>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9" name="直線コネクタ 78">
              <a:extLst>
                <a:ext uri="{FF2B5EF4-FFF2-40B4-BE49-F238E27FC236}">
                  <a16:creationId xmlns:a16="http://schemas.microsoft.com/office/drawing/2014/main" id="{DE0DF56A-DB7C-2208-EDA6-6549D1CBD081}"/>
                </a:ext>
              </a:extLst>
            </p:cNvPr>
            <p:cNvCxnSpPr>
              <a:cxnSpLocks/>
            </p:cNvCxnSpPr>
            <p:nvPr/>
          </p:nvCxnSpPr>
          <p:spPr>
            <a:xfrm>
              <a:off x="6380512" y="6885432"/>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0" name="直線コネクタ 79">
              <a:extLst>
                <a:ext uri="{FF2B5EF4-FFF2-40B4-BE49-F238E27FC236}">
                  <a16:creationId xmlns:a16="http://schemas.microsoft.com/office/drawing/2014/main" id="{17618FE4-C27D-A043-E3FD-A4028241A34B}"/>
                </a:ext>
              </a:extLst>
            </p:cNvPr>
            <p:cNvCxnSpPr>
              <a:cxnSpLocks/>
            </p:cNvCxnSpPr>
            <p:nvPr/>
          </p:nvCxnSpPr>
          <p:spPr>
            <a:xfrm>
              <a:off x="7616825" y="6885432"/>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1" name="直線コネクタ 80">
              <a:extLst>
                <a:ext uri="{FF2B5EF4-FFF2-40B4-BE49-F238E27FC236}">
                  <a16:creationId xmlns:a16="http://schemas.microsoft.com/office/drawing/2014/main" id="{5D0A526C-F862-6D1B-1A0C-422A6822AED8}"/>
                </a:ext>
              </a:extLst>
            </p:cNvPr>
            <p:cNvCxnSpPr>
              <a:cxnSpLocks/>
            </p:cNvCxnSpPr>
            <p:nvPr/>
          </p:nvCxnSpPr>
          <p:spPr>
            <a:xfrm>
              <a:off x="8861425" y="6885432"/>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2" name="直線コネクタ 81">
              <a:extLst>
                <a:ext uri="{FF2B5EF4-FFF2-40B4-BE49-F238E27FC236}">
                  <a16:creationId xmlns:a16="http://schemas.microsoft.com/office/drawing/2014/main" id="{B1AC4E7D-39E3-D0ED-40CC-6100E69194A2}"/>
                </a:ext>
              </a:extLst>
            </p:cNvPr>
            <p:cNvCxnSpPr>
              <a:cxnSpLocks/>
            </p:cNvCxnSpPr>
            <p:nvPr/>
          </p:nvCxnSpPr>
          <p:spPr>
            <a:xfrm>
              <a:off x="9144000" y="6885432"/>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3" name="直線コネクタ 82">
              <a:extLst>
                <a:ext uri="{FF2B5EF4-FFF2-40B4-BE49-F238E27FC236}">
                  <a16:creationId xmlns:a16="http://schemas.microsoft.com/office/drawing/2014/main" id="{E38F571A-0E15-35A1-0F91-3C800CC7DAC4}"/>
                </a:ext>
              </a:extLst>
            </p:cNvPr>
            <p:cNvCxnSpPr>
              <a:cxnSpLocks/>
            </p:cNvCxnSpPr>
            <p:nvPr/>
          </p:nvCxnSpPr>
          <p:spPr>
            <a:xfrm>
              <a:off x="9420225" y="6885432"/>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4" name="直線コネクタ 83">
              <a:extLst>
                <a:ext uri="{FF2B5EF4-FFF2-40B4-BE49-F238E27FC236}">
                  <a16:creationId xmlns:a16="http://schemas.microsoft.com/office/drawing/2014/main" id="{371F5618-3C76-219A-CCDB-4E7B25D81BF7}"/>
                </a:ext>
              </a:extLst>
            </p:cNvPr>
            <p:cNvCxnSpPr>
              <a:cxnSpLocks/>
            </p:cNvCxnSpPr>
            <p:nvPr/>
          </p:nvCxnSpPr>
          <p:spPr>
            <a:xfrm>
              <a:off x="10671175" y="6885432"/>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5" name="直線コネクタ 84">
              <a:extLst>
                <a:ext uri="{FF2B5EF4-FFF2-40B4-BE49-F238E27FC236}">
                  <a16:creationId xmlns:a16="http://schemas.microsoft.com/office/drawing/2014/main" id="{056272C0-6541-0312-30DF-AAF3246F7A59}"/>
                </a:ext>
              </a:extLst>
            </p:cNvPr>
            <p:cNvCxnSpPr>
              <a:cxnSpLocks/>
            </p:cNvCxnSpPr>
            <p:nvPr/>
          </p:nvCxnSpPr>
          <p:spPr>
            <a:xfrm>
              <a:off x="11905012" y="6885432"/>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6" name="直線コネクタ 85">
              <a:extLst>
                <a:ext uri="{FF2B5EF4-FFF2-40B4-BE49-F238E27FC236}">
                  <a16:creationId xmlns:a16="http://schemas.microsoft.com/office/drawing/2014/main" id="{84E99D64-2FD8-B3BE-BDBB-0662A2CAD1F3}"/>
                </a:ext>
              </a:extLst>
            </p:cNvPr>
            <p:cNvCxnSpPr>
              <a:cxnSpLocks/>
            </p:cNvCxnSpPr>
            <p:nvPr/>
          </p:nvCxnSpPr>
          <p:spPr>
            <a:xfrm>
              <a:off x="-137160" y="302895"/>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7" name="直線コネクタ 86">
              <a:extLst>
                <a:ext uri="{FF2B5EF4-FFF2-40B4-BE49-F238E27FC236}">
                  <a16:creationId xmlns:a16="http://schemas.microsoft.com/office/drawing/2014/main" id="{92A77177-16FF-7894-7D6B-40C78D9946CB}"/>
                </a:ext>
              </a:extLst>
            </p:cNvPr>
            <p:cNvCxnSpPr>
              <a:cxnSpLocks/>
            </p:cNvCxnSpPr>
            <p:nvPr/>
          </p:nvCxnSpPr>
          <p:spPr>
            <a:xfrm>
              <a:off x="-137160" y="774476"/>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8" name="直線コネクタ 87">
              <a:extLst>
                <a:ext uri="{FF2B5EF4-FFF2-40B4-BE49-F238E27FC236}">
                  <a16:creationId xmlns:a16="http://schemas.microsoft.com/office/drawing/2014/main" id="{1EB1D23B-5667-85C0-EF4A-4EF976E15B15}"/>
                </a:ext>
              </a:extLst>
            </p:cNvPr>
            <p:cNvCxnSpPr>
              <a:cxnSpLocks/>
            </p:cNvCxnSpPr>
            <p:nvPr/>
          </p:nvCxnSpPr>
          <p:spPr>
            <a:xfrm>
              <a:off x="-137160" y="1534349"/>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9" name="直線コネクタ 88">
              <a:extLst>
                <a:ext uri="{FF2B5EF4-FFF2-40B4-BE49-F238E27FC236}">
                  <a16:creationId xmlns:a16="http://schemas.microsoft.com/office/drawing/2014/main" id="{9B307BAD-EDF1-3A47-771A-78A25ECBF359}"/>
                </a:ext>
              </a:extLst>
            </p:cNvPr>
            <p:cNvCxnSpPr>
              <a:cxnSpLocks/>
            </p:cNvCxnSpPr>
            <p:nvPr/>
          </p:nvCxnSpPr>
          <p:spPr>
            <a:xfrm>
              <a:off x="-137160" y="2294222"/>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90" name="直線コネクタ 89">
              <a:extLst>
                <a:ext uri="{FF2B5EF4-FFF2-40B4-BE49-F238E27FC236}">
                  <a16:creationId xmlns:a16="http://schemas.microsoft.com/office/drawing/2014/main" id="{2CC2FB71-CD74-2EA0-FD18-A26F988E4BD7}"/>
                </a:ext>
              </a:extLst>
            </p:cNvPr>
            <p:cNvCxnSpPr>
              <a:cxnSpLocks/>
            </p:cNvCxnSpPr>
            <p:nvPr/>
          </p:nvCxnSpPr>
          <p:spPr>
            <a:xfrm>
              <a:off x="-137160" y="3054095"/>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91" name="直線コネクタ 90">
              <a:extLst>
                <a:ext uri="{FF2B5EF4-FFF2-40B4-BE49-F238E27FC236}">
                  <a16:creationId xmlns:a16="http://schemas.microsoft.com/office/drawing/2014/main" id="{1F6E9E18-CBBD-0DDC-2AA1-FBC795227E76}"/>
                </a:ext>
              </a:extLst>
            </p:cNvPr>
            <p:cNvCxnSpPr>
              <a:cxnSpLocks/>
            </p:cNvCxnSpPr>
            <p:nvPr/>
          </p:nvCxnSpPr>
          <p:spPr>
            <a:xfrm>
              <a:off x="-137160" y="3813968"/>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92" name="直線コネクタ 91">
              <a:extLst>
                <a:ext uri="{FF2B5EF4-FFF2-40B4-BE49-F238E27FC236}">
                  <a16:creationId xmlns:a16="http://schemas.microsoft.com/office/drawing/2014/main" id="{219F1C33-A500-04D7-B19B-5CB422EB04CF}"/>
                </a:ext>
              </a:extLst>
            </p:cNvPr>
            <p:cNvCxnSpPr>
              <a:cxnSpLocks/>
            </p:cNvCxnSpPr>
            <p:nvPr/>
          </p:nvCxnSpPr>
          <p:spPr>
            <a:xfrm>
              <a:off x="-137160" y="4573841"/>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93" name="直線コネクタ 92">
              <a:extLst>
                <a:ext uri="{FF2B5EF4-FFF2-40B4-BE49-F238E27FC236}">
                  <a16:creationId xmlns:a16="http://schemas.microsoft.com/office/drawing/2014/main" id="{2101DDC7-1DCB-DFB2-5E14-18A9E23B2A1C}"/>
                </a:ext>
              </a:extLst>
            </p:cNvPr>
            <p:cNvCxnSpPr>
              <a:cxnSpLocks/>
            </p:cNvCxnSpPr>
            <p:nvPr/>
          </p:nvCxnSpPr>
          <p:spPr>
            <a:xfrm>
              <a:off x="-137160" y="5333714"/>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94" name="直線コネクタ 93">
              <a:extLst>
                <a:ext uri="{FF2B5EF4-FFF2-40B4-BE49-F238E27FC236}">
                  <a16:creationId xmlns:a16="http://schemas.microsoft.com/office/drawing/2014/main" id="{0E6D0FAE-1CF4-8B91-4970-F7E2D5716F6F}"/>
                </a:ext>
              </a:extLst>
            </p:cNvPr>
            <p:cNvCxnSpPr>
              <a:cxnSpLocks/>
            </p:cNvCxnSpPr>
            <p:nvPr/>
          </p:nvCxnSpPr>
          <p:spPr>
            <a:xfrm>
              <a:off x="-137160" y="6093587"/>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95" name="直線コネクタ 94">
              <a:extLst>
                <a:ext uri="{FF2B5EF4-FFF2-40B4-BE49-F238E27FC236}">
                  <a16:creationId xmlns:a16="http://schemas.microsoft.com/office/drawing/2014/main" id="{AA4F957C-78B6-C620-D99F-EBA907980056}"/>
                </a:ext>
              </a:extLst>
            </p:cNvPr>
            <p:cNvCxnSpPr>
              <a:cxnSpLocks/>
            </p:cNvCxnSpPr>
            <p:nvPr/>
          </p:nvCxnSpPr>
          <p:spPr>
            <a:xfrm>
              <a:off x="12207240" y="302895"/>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96" name="直線コネクタ 95">
              <a:extLst>
                <a:ext uri="{FF2B5EF4-FFF2-40B4-BE49-F238E27FC236}">
                  <a16:creationId xmlns:a16="http://schemas.microsoft.com/office/drawing/2014/main" id="{5787A43C-CDCD-E5AD-4120-FEEF560FAE55}"/>
                </a:ext>
              </a:extLst>
            </p:cNvPr>
            <p:cNvCxnSpPr>
              <a:cxnSpLocks/>
            </p:cNvCxnSpPr>
            <p:nvPr/>
          </p:nvCxnSpPr>
          <p:spPr>
            <a:xfrm>
              <a:off x="12207240" y="774476"/>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97" name="直線コネクタ 96">
              <a:extLst>
                <a:ext uri="{FF2B5EF4-FFF2-40B4-BE49-F238E27FC236}">
                  <a16:creationId xmlns:a16="http://schemas.microsoft.com/office/drawing/2014/main" id="{DB29A1F7-3759-BE8B-907E-A25D189D9D00}"/>
                </a:ext>
              </a:extLst>
            </p:cNvPr>
            <p:cNvCxnSpPr>
              <a:cxnSpLocks/>
            </p:cNvCxnSpPr>
            <p:nvPr/>
          </p:nvCxnSpPr>
          <p:spPr>
            <a:xfrm>
              <a:off x="12207240" y="1534349"/>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98" name="直線コネクタ 97">
              <a:extLst>
                <a:ext uri="{FF2B5EF4-FFF2-40B4-BE49-F238E27FC236}">
                  <a16:creationId xmlns:a16="http://schemas.microsoft.com/office/drawing/2014/main" id="{3B1C2A80-58E8-19AD-5607-8BE9E4ECCF54}"/>
                </a:ext>
              </a:extLst>
            </p:cNvPr>
            <p:cNvCxnSpPr>
              <a:cxnSpLocks/>
            </p:cNvCxnSpPr>
            <p:nvPr/>
          </p:nvCxnSpPr>
          <p:spPr>
            <a:xfrm>
              <a:off x="12207240" y="2294222"/>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99" name="直線コネクタ 98">
              <a:extLst>
                <a:ext uri="{FF2B5EF4-FFF2-40B4-BE49-F238E27FC236}">
                  <a16:creationId xmlns:a16="http://schemas.microsoft.com/office/drawing/2014/main" id="{CD9F1F7A-7030-3C53-E404-713A61A277E7}"/>
                </a:ext>
              </a:extLst>
            </p:cNvPr>
            <p:cNvCxnSpPr>
              <a:cxnSpLocks/>
            </p:cNvCxnSpPr>
            <p:nvPr/>
          </p:nvCxnSpPr>
          <p:spPr>
            <a:xfrm>
              <a:off x="12207240" y="3054095"/>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00" name="直線コネクタ 99">
              <a:extLst>
                <a:ext uri="{FF2B5EF4-FFF2-40B4-BE49-F238E27FC236}">
                  <a16:creationId xmlns:a16="http://schemas.microsoft.com/office/drawing/2014/main" id="{236F30CC-DE1A-9760-9A61-FED9B1C89827}"/>
                </a:ext>
              </a:extLst>
            </p:cNvPr>
            <p:cNvCxnSpPr>
              <a:cxnSpLocks/>
            </p:cNvCxnSpPr>
            <p:nvPr/>
          </p:nvCxnSpPr>
          <p:spPr>
            <a:xfrm>
              <a:off x="12207240" y="3813968"/>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01" name="直線コネクタ 100">
              <a:extLst>
                <a:ext uri="{FF2B5EF4-FFF2-40B4-BE49-F238E27FC236}">
                  <a16:creationId xmlns:a16="http://schemas.microsoft.com/office/drawing/2014/main" id="{8354914B-8F69-BBBB-3C9C-72FE6E1C7900}"/>
                </a:ext>
              </a:extLst>
            </p:cNvPr>
            <p:cNvCxnSpPr>
              <a:cxnSpLocks/>
            </p:cNvCxnSpPr>
            <p:nvPr/>
          </p:nvCxnSpPr>
          <p:spPr>
            <a:xfrm>
              <a:off x="12207240" y="4573841"/>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02" name="直線コネクタ 101">
              <a:extLst>
                <a:ext uri="{FF2B5EF4-FFF2-40B4-BE49-F238E27FC236}">
                  <a16:creationId xmlns:a16="http://schemas.microsoft.com/office/drawing/2014/main" id="{DD71021C-0D44-EB4A-F484-183E332E79BE}"/>
                </a:ext>
              </a:extLst>
            </p:cNvPr>
            <p:cNvCxnSpPr>
              <a:cxnSpLocks/>
            </p:cNvCxnSpPr>
            <p:nvPr/>
          </p:nvCxnSpPr>
          <p:spPr>
            <a:xfrm>
              <a:off x="12207240" y="5333714"/>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03" name="直線コネクタ 102">
              <a:extLst>
                <a:ext uri="{FF2B5EF4-FFF2-40B4-BE49-F238E27FC236}">
                  <a16:creationId xmlns:a16="http://schemas.microsoft.com/office/drawing/2014/main" id="{091CF654-FBD6-4DB3-F8D8-14AD12673E7A}"/>
                </a:ext>
              </a:extLst>
            </p:cNvPr>
            <p:cNvCxnSpPr>
              <a:cxnSpLocks/>
            </p:cNvCxnSpPr>
            <p:nvPr/>
          </p:nvCxnSpPr>
          <p:spPr>
            <a:xfrm>
              <a:off x="12207240" y="6093587"/>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04" name="直線コネクタ 103">
              <a:extLst>
                <a:ext uri="{FF2B5EF4-FFF2-40B4-BE49-F238E27FC236}">
                  <a16:creationId xmlns:a16="http://schemas.microsoft.com/office/drawing/2014/main" id="{AE2E70C1-5963-476C-2371-46F7C7F004B9}"/>
                </a:ext>
              </a:extLst>
            </p:cNvPr>
            <p:cNvCxnSpPr>
              <a:cxnSpLocks/>
            </p:cNvCxnSpPr>
            <p:nvPr userDrawn="1"/>
          </p:nvCxnSpPr>
          <p:spPr>
            <a:xfrm>
              <a:off x="-137160" y="6565392"/>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05" name="直線コネクタ 104">
              <a:extLst>
                <a:ext uri="{FF2B5EF4-FFF2-40B4-BE49-F238E27FC236}">
                  <a16:creationId xmlns:a16="http://schemas.microsoft.com/office/drawing/2014/main" id="{5F0A1014-63D5-1AC6-1582-23603526D93F}"/>
                </a:ext>
              </a:extLst>
            </p:cNvPr>
            <p:cNvCxnSpPr>
              <a:cxnSpLocks/>
            </p:cNvCxnSpPr>
            <p:nvPr userDrawn="1"/>
          </p:nvCxnSpPr>
          <p:spPr>
            <a:xfrm>
              <a:off x="12207240" y="6565392"/>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106" name="グラフィックス 3">
            <a:extLst>
              <a:ext uri="{FF2B5EF4-FFF2-40B4-BE49-F238E27FC236}">
                <a16:creationId xmlns:a16="http://schemas.microsoft.com/office/drawing/2014/main" id="{B8DBBFDB-0C8B-67E3-A51B-4131CF332E84}"/>
              </a:ext>
            </a:extLst>
          </p:cNvPr>
          <p:cNvSpPr>
            <a:spLocks noChangeAspect="1"/>
          </p:cNvSpPr>
          <p:nvPr userDrawn="1"/>
        </p:nvSpPr>
        <p:spPr>
          <a:xfrm>
            <a:off x="11185445" y="6288883"/>
            <a:ext cx="769062" cy="283732"/>
          </a:xfrm>
          <a:custGeom>
            <a:avLst/>
            <a:gdLst>
              <a:gd name="connsiteX0" fmla="*/ -158 w 4035240"/>
              <a:gd name="connsiteY0" fmla="*/ 1394109 h 1502868"/>
              <a:gd name="connsiteX1" fmla="*/ 731541 w 4035240"/>
              <a:gd name="connsiteY1" fmla="*/ 1394109 h 1502868"/>
              <a:gd name="connsiteX2" fmla="*/ 731541 w 4035240"/>
              <a:gd name="connsiteY2" fmla="*/ 1498442 h 1502868"/>
              <a:gd name="connsiteX3" fmla="*/ -158 w 4035240"/>
              <a:gd name="connsiteY3" fmla="*/ 1498442 h 1502868"/>
              <a:gd name="connsiteX4" fmla="*/ -158 w 4035240"/>
              <a:gd name="connsiteY4" fmla="*/ 1299261 h 1502868"/>
              <a:gd name="connsiteX5" fmla="*/ 731541 w 4035240"/>
              <a:gd name="connsiteY5" fmla="*/ 1299261 h 1502868"/>
              <a:gd name="connsiteX6" fmla="*/ 731541 w 4035240"/>
              <a:gd name="connsiteY6" fmla="*/ 1194928 h 1502868"/>
              <a:gd name="connsiteX7" fmla="*/ -158 w 4035240"/>
              <a:gd name="connsiteY7" fmla="*/ 1194928 h 1502868"/>
              <a:gd name="connsiteX8" fmla="*/ 208899 w 4035240"/>
              <a:gd name="connsiteY8" fmla="*/ 1100080 h 1502868"/>
              <a:gd name="connsiteX9" fmla="*/ 522484 w 4035240"/>
              <a:gd name="connsiteY9" fmla="*/ 1100080 h 1502868"/>
              <a:gd name="connsiteX10" fmla="*/ 522484 w 4035240"/>
              <a:gd name="connsiteY10" fmla="*/ 995747 h 1502868"/>
              <a:gd name="connsiteX11" fmla="*/ 208899 w 4035240"/>
              <a:gd name="connsiteY11" fmla="*/ 995747 h 1502868"/>
              <a:gd name="connsiteX12" fmla="*/ 208899 w 4035240"/>
              <a:gd name="connsiteY12" fmla="*/ 900899 h 1502868"/>
              <a:gd name="connsiteX13" fmla="*/ 522484 w 4035240"/>
              <a:gd name="connsiteY13" fmla="*/ 900899 h 1502868"/>
              <a:gd name="connsiteX14" fmla="*/ 522484 w 4035240"/>
              <a:gd name="connsiteY14" fmla="*/ 796566 h 1502868"/>
              <a:gd name="connsiteX15" fmla="*/ 208899 w 4035240"/>
              <a:gd name="connsiteY15" fmla="*/ 796566 h 1502868"/>
              <a:gd name="connsiteX16" fmla="*/ 208899 w 4035240"/>
              <a:gd name="connsiteY16" fmla="*/ 701718 h 1502868"/>
              <a:gd name="connsiteX17" fmla="*/ 522484 w 4035240"/>
              <a:gd name="connsiteY17" fmla="*/ 701718 h 1502868"/>
              <a:gd name="connsiteX18" fmla="*/ 522484 w 4035240"/>
              <a:gd name="connsiteY18" fmla="*/ 597385 h 1502868"/>
              <a:gd name="connsiteX19" fmla="*/ 208899 w 4035240"/>
              <a:gd name="connsiteY19" fmla="*/ 597385 h 1502868"/>
              <a:gd name="connsiteX20" fmla="*/ 522484 w 4035240"/>
              <a:gd name="connsiteY20" fmla="*/ 398204 h 1502868"/>
              <a:gd name="connsiteX21" fmla="*/ 208899 w 4035240"/>
              <a:gd name="connsiteY21" fmla="*/ 398204 h 1502868"/>
              <a:gd name="connsiteX22" fmla="*/ 208899 w 4035240"/>
              <a:gd name="connsiteY22" fmla="*/ 502537 h 1502868"/>
              <a:gd name="connsiteX23" fmla="*/ 522484 w 4035240"/>
              <a:gd name="connsiteY23" fmla="*/ 502537 h 1502868"/>
              <a:gd name="connsiteX24" fmla="*/ -158 w 4035240"/>
              <a:gd name="connsiteY24" fmla="*/ 303356 h 1502868"/>
              <a:gd name="connsiteX25" fmla="*/ 731541 w 4035240"/>
              <a:gd name="connsiteY25" fmla="*/ 303356 h 1502868"/>
              <a:gd name="connsiteX26" fmla="*/ 731541 w 4035240"/>
              <a:gd name="connsiteY26" fmla="*/ 199023 h 1502868"/>
              <a:gd name="connsiteX27" fmla="*/ -158 w 4035240"/>
              <a:gd name="connsiteY27" fmla="*/ 199023 h 1502868"/>
              <a:gd name="connsiteX28" fmla="*/ -158 w 4035240"/>
              <a:gd name="connsiteY28" fmla="*/ 104175 h 1502868"/>
              <a:gd name="connsiteX29" fmla="*/ 731541 w 4035240"/>
              <a:gd name="connsiteY29" fmla="*/ 104175 h 1502868"/>
              <a:gd name="connsiteX30" fmla="*/ 731541 w 4035240"/>
              <a:gd name="connsiteY30" fmla="*/ -158 h 1502868"/>
              <a:gd name="connsiteX31" fmla="*/ -158 w 4035240"/>
              <a:gd name="connsiteY31" fmla="*/ -158 h 1502868"/>
              <a:gd name="connsiteX32" fmla="*/ 836070 w 4035240"/>
              <a:gd name="connsiteY32" fmla="*/ 1299261 h 1502868"/>
              <a:gd name="connsiteX33" fmla="*/ 1951389 w 4035240"/>
              <a:gd name="connsiteY33" fmla="*/ 1299261 h 1502868"/>
              <a:gd name="connsiteX34" fmla="*/ 1993390 w 4035240"/>
              <a:gd name="connsiteY34" fmla="*/ 1194928 h 1502868"/>
              <a:gd name="connsiteX35" fmla="*/ 836070 w 4035240"/>
              <a:gd name="connsiteY35" fmla="*/ 1194928 h 1502868"/>
              <a:gd name="connsiteX36" fmla="*/ 1864060 w 4035240"/>
              <a:gd name="connsiteY36" fmla="*/ 796566 h 1502868"/>
              <a:gd name="connsiteX37" fmla="*/ 1045127 w 4035240"/>
              <a:gd name="connsiteY37" fmla="*/ 796566 h 1502868"/>
              <a:gd name="connsiteX38" fmla="*/ 1045127 w 4035240"/>
              <a:gd name="connsiteY38" fmla="*/ 900899 h 1502868"/>
              <a:gd name="connsiteX39" fmla="*/ 1951293 w 4035240"/>
              <a:gd name="connsiteY39" fmla="*/ 900899 h 1502868"/>
              <a:gd name="connsiteX40" fmla="*/ 1864060 w 4035240"/>
              <a:gd name="connsiteY40" fmla="*/ 796566 h 1502868"/>
              <a:gd name="connsiteX41" fmla="*/ 1045127 w 4035240"/>
              <a:gd name="connsiteY41" fmla="*/ 597385 h 1502868"/>
              <a:gd name="connsiteX42" fmla="*/ 1045127 w 4035240"/>
              <a:gd name="connsiteY42" fmla="*/ 701718 h 1502868"/>
              <a:gd name="connsiteX43" fmla="*/ 1864060 w 4035240"/>
              <a:gd name="connsiteY43" fmla="*/ 701718 h 1502868"/>
              <a:gd name="connsiteX44" fmla="*/ 1951293 w 4035240"/>
              <a:gd name="connsiteY44" fmla="*/ 597385 h 1502868"/>
              <a:gd name="connsiteX45" fmla="*/ 1951389 w 4035240"/>
              <a:gd name="connsiteY45" fmla="*/ 199023 h 1502868"/>
              <a:gd name="connsiteX46" fmla="*/ 836070 w 4035240"/>
              <a:gd name="connsiteY46" fmla="*/ 199023 h 1502868"/>
              <a:gd name="connsiteX47" fmla="*/ 836070 w 4035240"/>
              <a:gd name="connsiteY47" fmla="*/ 303356 h 1502868"/>
              <a:gd name="connsiteX48" fmla="*/ 1993390 w 4035240"/>
              <a:gd name="connsiteY48" fmla="*/ 303356 h 1502868"/>
              <a:gd name="connsiteX49" fmla="*/ 1951389 w 4035240"/>
              <a:gd name="connsiteY49" fmla="*/ 199023 h 1502868"/>
              <a:gd name="connsiteX50" fmla="*/ 1605779 w 4035240"/>
              <a:gd name="connsiteY50" fmla="*/ -158 h 1502868"/>
              <a:gd name="connsiteX51" fmla="*/ 836070 w 4035240"/>
              <a:gd name="connsiteY51" fmla="*/ -158 h 1502868"/>
              <a:gd name="connsiteX52" fmla="*/ 836070 w 4035240"/>
              <a:gd name="connsiteY52" fmla="*/ 104175 h 1502868"/>
              <a:gd name="connsiteX53" fmla="*/ 1874988 w 4035240"/>
              <a:gd name="connsiteY53" fmla="*/ 104175 h 1502868"/>
              <a:gd name="connsiteX54" fmla="*/ 1605779 w 4035240"/>
              <a:gd name="connsiteY54" fmla="*/ -158 h 1502868"/>
              <a:gd name="connsiteX55" fmla="*/ 1045127 w 4035240"/>
              <a:gd name="connsiteY55" fmla="*/ 502537 h 1502868"/>
              <a:gd name="connsiteX56" fmla="*/ 1358712 w 4035240"/>
              <a:gd name="connsiteY56" fmla="*/ 502537 h 1502868"/>
              <a:gd name="connsiteX57" fmla="*/ 1358712 w 4035240"/>
              <a:gd name="connsiteY57" fmla="*/ 398204 h 1502868"/>
              <a:gd name="connsiteX58" fmla="*/ 1045127 w 4035240"/>
              <a:gd name="connsiteY58" fmla="*/ 398204 h 1502868"/>
              <a:gd name="connsiteX59" fmla="*/ 1653292 w 4035240"/>
              <a:gd name="connsiteY59" fmla="*/ 502537 h 1502868"/>
              <a:gd name="connsiteX60" fmla="*/ 1990919 w 4035240"/>
              <a:gd name="connsiteY60" fmla="*/ 502537 h 1502868"/>
              <a:gd name="connsiteX61" fmla="*/ 2004888 w 4035240"/>
              <a:gd name="connsiteY61" fmla="*/ 398204 h 1502868"/>
              <a:gd name="connsiteX62" fmla="*/ 1653292 w 4035240"/>
              <a:gd name="connsiteY62" fmla="*/ 398204 h 1502868"/>
              <a:gd name="connsiteX63" fmla="*/ 1045127 w 4035240"/>
              <a:gd name="connsiteY63" fmla="*/ 1100080 h 1502868"/>
              <a:gd name="connsiteX64" fmla="*/ 1358712 w 4035240"/>
              <a:gd name="connsiteY64" fmla="*/ 1100080 h 1502868"/>
              <a:gd name="connsiteX65" fmla="*/ 1358712 w 4035240"/>
              <a:gd name="connsiteY65" fmla="*/ 995747 h 1502868"/>
              <a:gd name="connsiteX66" fmla="*/ 1045127 w 4035240"/>
              <a:gd name="connsiteY66" fmla="*/ 995747 h 1502868"/>
              <a:gd name="connsiteX67" fmla="*/ 1653292 w 4035240"/>
              <a:gd name="connsiteY67" fmla="*/ 995747 h 1502868"/>
              <a:gd name="connsiteX68" fmla="*/ 1653292 w 4035240"/>
              <a:gd name="connsiteY68" fmla="*/ 1100080 h 1502868"/>
              <a:gd name="connsiteX69" fmla="*/ 2004888 w 4035240"/>
              <a:gd name="connsiteY69" fmla="*/ 1100080 h 1502868"/>
              <a:gd name="connsiteX70" fmla="*/ 1990919 w 4035240"/>
              <a:gd name="connsiteY70" fmla="*/ 995747 h 1502868"/>
              <a:gd name="connsiteX71" fmla="*/ 836070 w 4035240"/>
              <a:gd name="connsiteY71" fmla="*/ 1498442 h 1502868"/>
              <a:gd name="connsiteX72" fmla="*/ 1605779 w 4035240"/>
              <a:gd name="connsiteY72" fmla="*/ 1498442 h 1502868"/>
              <a:gd name="connsiteX73" fmla="*/ 1874988 w 4035240"/>
              <a:gd name="connsiteY73" fmla="*/ 1394109 h 1502868"/>
              <a:gd name="connsiteX74" fmla="*/ 836070 w 4035240"/>
              <a:gd name="connsiteY74" fmla="*/ 1394109 h 1502868"/>
              <a:gd name="connsiteX75" fmla="*/ 2926639 w 4035240"/>
              <a:gd name="connsiteY75" fmla="*/ 1498442 h 1502868"/>
              <a:gd name="connsiteX76" fmla="*/ 2962939 w 4035240"/>
              <a:gd name="connsiteY76" fmla="*/ 1394109 h 1502868"/>
              <a:gd name="connsiteX77" fmla="*/ 2890339 w 4035240"/>
              <a:gd name="connsiteY77" fmla="*/ 1394109 h 1502868"/>
              <a:gd name="connsiteX78" fmla="*/ 2856985 w 4035240"/>
              <a:gd name="connsiteY78" fmla="*/ 1299261 h 1502868"/>
              <a:gd name="connsiteX79" fmla="*/ 2996293 w 4035240"/>
              <a:gd name="connsiteY79" fmla="*/ 1299261 h 1502868"/>
              <a:gd name="connsiteX80" fmla="*/ 3033068 w 4035240"/>
              <a:gd name="connsiteY80" fmla="*/ 1194928 h 1502868"/>
              <a:gd name="connsiteX81" fmla="*/ 2820210 w 4035240"/>
              <a:gd name="connsiteY81" fmla="*/ 1194928 h 1502868"/>
              <a:gd name="connsiteX82" fmla="*/ 2786856 w 4035240"/>
              <a:gd name="connsiteY82" fmla="*/ 1100080 h 1502868"/>
              <a:gd name="connsiteX83" fmla="*/ 3066422 w 4035240"/>
              <a:gd name="connsiteY83" fmla="*/ 1100080 h 1502868"/>
              <a:gd name="connsiteX84" fmla="*/ 3103102 w 4035240"/>
              <a:gd name="connsiteY84" fmla="*/ 995747 h 1502868"/>
              <a:gd name="connsiteX85" fmla="*/ 2750176 w 4035240"/>
              <a:gd name="connsiteY85" fmla="*/ 995747 h 1502868"/>
              <a:gd name="connsiteX86" fmla="*/ 2716822 w 4035240"/>
              <a:gd name="connsiteY86" fmla="*/ 900899 h 1502868"/>
              <a:gd name="connsiteX87" fmla="*/ 3136456 w 4035240"/>
              <a:gd name="connsiteY87" fmla="*/ 900899 h 1502868"/>
              <a:gd name="connsiteX88" fmla="*/ 3173136 w 4035240"/>
              <a:gd name="connsiteY88" fmla="*/ 796566 h 1502868"/>
              <a:gd name="connsiteX89" fmla="*/ 2680142 w 4035240"/>
              <a:gd name="connsiteY89" fmla="*/ 796566 h 1502868"/>
              <a:gd name="connsiteX90" fmla="*/ 2299468 w 4035240"/>
              <a:gd name="connsiteY90" fmla="*/ 502537 h 1502868"/>
              <a:gd name="connsiteX91" fmla="*/ 2864207 w 4035240"/>
              <a:gd name="connsiteY91" fmla="*/ 502537 h 1502868"/>
              <a:gd name="connsiteX92" fmla="*/ 2827907 w 4035240"/>
              <a:gd name="connsiteY92" fmla="*/ 398204 h 1502868"/>
              <a:gd name="connsiteX93" fmla="*/ 2299468 w 4035240"/>
              <a:gd name="connsiteY93" fmla="*/ 398204 h 1502868"/>
              <a:gd name="connsiteX94" fmla="*/ 3058440 w 4035240"/>
              <a:gd name="connsiteY94" fmla="*/ 303356 h 1502868"/>
              <a:gd name="connsiteX95" fmla="*/ 3762867 w 4035240"/>
              <a:gd name="connsiteY95" fmla="*/ 303356 h 1502868"/>
              <a:gd name="connsiteX96" fmla="*/ 3762867 w 4035240"/>
              <a:gd name="connsiteY96" fmla="*/ 199023 h 1502868"/>
              <a:gd name="connsiteX97" fmla="*/ 3094835 w 4035240"/>
              <a:gd name="connsiteY97" fmla="*/ 199023 h 1502868"/>
              <a:gd name="connsiteX98" fmla="*/ 3164204 w 4035240"/>
              <a:gd name="connsiteY98" fmla="*/ -158 h 1502868"/>
              <a:gd name="connsiteX99" fmla="*/ 3127904 w 4035240"/>
              <a:gd name="connsiteY99" fmla="*/ 104175 h 1502868"/>
              <a:gd name="connsiteX100" fmla="*/ 3762867 w 4035240"/>
              <a:gd name="connsiteY100" fmla="*/ 104175 h 1502868"/>
              <a:gd name="connsiteX101" fmla="*/ 3762867 w 4035240"/>
              <a:gd name="connsiteY101" fmla="*/ -158 h 1502868"/>
              <a:gd name="connsiteX102" fmla="*/ 2090411 w 4035240"/>
              <a:gd name="connsiteY102" fmla="*/ 1498442 h 1502868"/>
              <a:gd name="connsiteX103" fmla="*/ 2613054 w 4035240"/>
              <a:gd name="connsiteY103" fmla="*/ 1498442 h 1502868"/>
              <a:gd name="connsiteX104" fmla="*/ 2613054 w 4035240"/>
              <a:gd name="connsiteY104" fmla="*/ 1394109 h 1502868"/>
              <a:gd name="connsiteX105" fmla="*/ 2090411 w 4035240"/>
              <a:gd name="connsiteY105" fmla="*/ 1394109 h 1502868"/>
              <a:gd name="connsiteX106" fmla="*/ 2090411 w 4035240"/>
              <a:gd name="connsiteY106" fmla="*/ 1299261 h 1502868"/>
              <a:gd name="connsiteX107" fmla="*/ 2613054 w 4035240"/>
              <a:gd name="connsiteY107" fmla="*/ 1299261 h 1502868"/>
              <a:gd name="connsiteX108" fmla="*/ 2613054 w 4035240"/>
              <a:gd name="connsiteY108" fmla="*/ 1194928 h 1502868"/>
              <a:gd name="connsiteX109" fmla="*/ 2090411 w 4035240"/>
              <a:gd name="connsiteY109" fmla="*/ 1194928 h 1502868"/>
              <a:gd name="connsiteX110" fmla="*/ 2299468 w 4035240"/>
              <a:gd name="connsiteY110" fmla="*/ 1100080 h 1502868"/>
              <a:gd name="connsiteX111" fmla="*/ 2613054 w 4035240"/>
              <a:gd name="connsiteY111" fmla="*/ 1100080 h 1502868"/>
              <a:gd name="connsiteX112" fmla="*/ 2613054 w 4035240"/>
              <a:gd name="connsiteY112" fmla="*/ 995747 h 1502868"/>
              <a:gd name="connsiteX113" fmla="*/ 2299468 w 4035240"/>
              <a:gd name="connsiteY113" fmla="*/ 995747 h 1502868"/>
              <a:gd name="connsiteX114" fmla="*/ 2299468 w 4035240"/>
              <a:gd name="connsiteY114" fmla="*/ 900899 h 1502868"/>
              <a:gd name="connsiteX115" fmla="*/ 2613054 w 4035240"/>
              <a:gd name="connsiteY115" fmla="*/ 900899 h 1502868"/>
              <a:gd name="connsiteX116" fmla="*/ 2613054 w 4035240"/>
              <a:gd name="connsiteY116" fmla="*/ 796566 h 1502868"/>
              <a:gd name="connsiteX117" fmla="*/ 2299468 w 4035240"/>
              <a:gd name="connsiteY117" fmla="*/ 796566 h 1502868"/>
              <a:gd name="connsiteX118" fmla="*/ 3553810 w 4035240"/>
              <a:gd name="connsiteY118" fmla="*/ 398204 h 1502868"/>
              <a:gd name="connsiteX119" fmla="*/ 3025371 w 4035240"/>
              <a:gd name="connsiteY119" fmla="*/ 398204 h 1502868"/>
              <a:gd name="connsiteX120" fmla="*/ 2989071 w 4035240"/>
              <a:gd name="connsiteY120" fmla="*/ 502537 h 1502868"/>
              <a:gd name="connsiteX121" fmla="*/ 3553810 w 4035240"/>
              <a:gd name="connsiteY121" fmla="*/ 502537 h 1502868"/>
              <a:gd name="connsiteX122" fmla="*/ 3240225 w 4035240"/>
              <a:gd name="connsiteY122" fmla="*/ 701718 h 1502868"/>
              <a:gd name="connsiteX123" fmla="*/ 3553810 w 4035240"/>
              <a:gd name="connsiteY123" fmla="*/ 701718 h 1502868"/>
              <a:gd name="connsiteX124" fmla="*/ 3553810 w 4035240"/>
              <a:gd name="connsiteY124" fmla="*/ 597385 h 1502868"/>
              <a:gd name="connsiteX125" fmla="*/ 2956002 w 4035240"/>
              <a:gd name="connsiteY125" fmla="*/ 597385 h 1502868"/>
              <a:gd name="connsiteX126" fmla="*/ 2926639 w 4035240"/>
              <a:gd name="connsiteY126" fmla="*/ 681705 h 1502868"/>
              <a:gd name="connsiteX127" fmla="*/ 2897276 w 4035240"/>
              <a:gd name="connsiteY127" fmla="*/ 597385 h 1502868"/>
              <a:gd name="connsiteX128" fmla="*/ 2299468 w 4035240"/>
              <a:gd name="connsiteY128" fmla="*/ 597385 h 1502868"/>
              <a:gd name="connsiteX129" fmla="*/ 2299468 w 4035240"/>
              <a:gd name="connsiteY129" fmla="*/ 701718 h 1502868"/>
              <a:gd name="connsiteX130" fmla="*/ 2613054 w 4035240"/>
              <a:gd name="connsiteY130" fmla="*/ 701718 h 1502868"/>
              <a:gd name="connsiteX131" fmla="*/ 2613054 w 4035240"/>
              <a:gd name="connsiteY131" fmla="*/ 605827 h 1502868"/>
              <a:gd name="connsiteX132" fmla="*/ 2646788 w 4035240"/>
              <a:gd name="connsiteY132" fmla="*/ 701718 h 1502868"/>
              <a:gd name="connsiteX133" fmla="*/ 3206491 w 4035240"/>
              <a:gd name="connsiteY133" fmla="*/ 701718 h 1502868"/>
              <a:gd name="connsiteX134" fmla="*/ 3240225 w 4035240"/>
              <a:gd name="connsiteY134" fmla="*/ 605827 h 1502868"/>
              <a:gd name="connsiteX135" fmla="*/ 3553810 w 4035240"/>
              <a:gd name="connsiteY135" fmla="*/ 796566 h 1502868"/>
              <a:gd name="connsiteX136" fmla="*/ 3240225 w 4035240"/>
              <a:gd name="connsiteY136" fmla="*/ 796566 h 1502868"/>
              <a:gd name="connsiteX137" fmla="*/ 3240225 w 4035240"/>
              <a:gd name="connsiteY137" fmla="*/ 900899 h 1502868"/>
              <a:gd name="connsiteX138" fmla="*/ 3553810 w 4035240"/>
              <a:gd name="connsiteY138" fmla="*/ 900899 h 1502868"/>
              <a:gd name="connsiteX139" fmla="*/ 3240225 w 4035240"/>
              <a:gd name="connsiteY139" fmla="*/ 1100080 h 1502868"/>
              <a:gd name="connsiteX140" fmla="*/ 3553810 w 4035240"/>
              <a:gd name="connsiteY140" fmla="*/ 1100080 h 1502868"/>
              <a:gd name="connsiteX141" fmla="*/ 3553810 w 4035240"/>
              <a:gd name="connsiteY141" fmla="*/ 995747 h 1502868"/>
              <a:gd name="connsiteX142" fmla="*/ 3240225 w 4035240"/>
              <a:gd name="connsiteY142" fmla="*/ 995747 h 1502868"/>
              <a:gd name="connsiteX143" fmla="*/ 3240225 w 4035240"/>
              <a:gd name="connsiteY143" fmla="*/ 1299261 h 1502868"/>
              <a:gd name="connsiteX144" fmla="*/ 3762867 w 4035240"/>
              <a:gd name="connsiteY144" fmla="*/ 1299261 h 1502868"/>
              <a:gd name="connsiteX145" fmla="*/ 3762867 w 4035240"/>
              <a:gd name="connsiteY145" fmla="*/ 1194928 h 1502868"/>
              <a:gd name="connsiteX146" fmla="*/ 3240225 w 4035240"/>
              <a:gd name="connsiteY146" fmla="*/ 1194928 h 1502868"/>
              <a:gd name="connsiteX147" fmla="*/ 3240225 w 4035240"/>
              <a:gd name="connsiteY147" fmla="*/ 1498442 h 1502868"/>
              <a:gd name="connsiteX148" fmla="*/ 3762867 w 4035240"/>
              <a:gd name="connsiteY148" fmla="*/ 1498442 h 1502868"/>
              <a:gd name="connsiteX149" fmla="*/ 3762867 w 4035240"/>
              <a:gd name="connsiteY149" fmla="*/ 1394109 h 1502868"/>
              <a:gd name="connsiteX150" fmla="*/ 3240225 w 4035240"/>
              <a:gd name="connsiteY150" fmla="*/ 1394109 h 1502868"/>
              <a:gd name="connsiteX151" fmla="*/ 2794838 w 4035240"/>
              <a:gd name="connsiteY151" fmla="*/ 303356 h 1502868"/>
              <a:gd name="connsiteX152" fmla="*/ 2758443 w 4035240"/>
              <a:gd name="connsiteY152" fmla="*/ 199023 h 1502868"/>
              <a:gd name="connsiteX153" fmla="*/ 2090411 w 4035240"/>
              <a:gd name="connsiteY153" fmla="*/ 199023 h 1502868"/>
              <a:gd name="connsiteX154" fmla="*/ 2090411 w 4035240"/>
              <a:gd name="connsiteY154" fmla="*/ 303356 h 1502868"/>
              <a:gd name="connsiteX155" fmla="*/ 2725469 w 4035240"/>
              <a:gd name="connsiteY155" fmla="*/ 104175 h 1502868"/>
              <a:gd name="connsiteX156" fmla="*/ 2689075 w 4035240"/>
              <a:gd name="connsiteY156" fmla="*/ -158 h 1502868"/>
              <a:gd name="connsiteX157" fmla="*/ 2090411 w 4035240"/>
              <a:gd name="connsiteY157" fmla="*/ -158 h 1502868"/>
              <a:gd name="connsiteX158" fmla="*/ 2090411 w 4035240"/>
              <a:gd name="connsiteY158" fmla="*/ 104175 h 1502868"/>
              <a:gd name="connsiteX159" fmla="*/ 3875283 w 4035240"/>
              <a:gd name="connsiteY159" fmla="*/ 1420572 h 1502868"/>
              <a:gd name="connsiteX160" fmla="*/ 3957540 w 4035240"/>
              <a:gd name="connsiteY160" fmla="*/ 1343211 h 1502868"/>
              <a:gd name="connsiteX161" fmla="*/ 4035046 w 4035240"/>
              <a:gd name="connsiteY161" fmla="*/ 1425315 h 1502868"/>
              <a:gd name="connsiteX162" fmla="*/ 3955105 w 4035240"/>
              <a:gd name="connsiteY162" fmla="*/ 1502711 h 1502868"/>
              <a:gd name="connsiteX163" fmla="*/ 3875445 w 4035240"/>
              <a:gd name="connsiteY163" fmla="*/ 1422311 h 1502868"/>
              <a:gd name="connsiteX164" fmla="*/ 3875474 w 4035240"/>
              <a:gd name="connsiteY164" fmla="*/ 1420572 h 1502868"/>
              <a:gd name="connsiteX165" fmla="*/ 4016206 w 4035240"/>
              <a:gd name="connsiteY165" fmla="*/ 1425789 h 1502868"/>
              <a:gd name="connsiteX166" fmla="*/ 4016206 w 4035240"/>
              <a:gd name="connsiteY166" fmla="*/ 1415450 h 1502868"/>
              <a:gd name="connsiteX167" fmla="*/ 3952743 w 4035240"/>
              <a:gd name="connsiteY167" fmla="*/ 1356915 h 1502868"/>
              <a:gd name="connsiteX168" fmla="*/ 3894098 w 4035240"/>
              <a:gd name="connsiteY168" fmla="*/ 1415450 h 1502868"/>
              <a:gd name="connsiteX169" fmla="*/ 3894098 w 4035240"/>
              <a:gd name="connsiteY169" fmla="*/ 1425789 h 1502868"/>
              <a:gd name="connsiteX170" fmla="*/ 3957561 w 4035240"/>
              <a:gd name="connsiteY170" fmla="*/ 1484324 h 1502868"/>
              <a:gd name="connsiteX171" fmla="*/ 4016206 w 4035240"/>
              <a:gd name="connsiteY171" fmla="*/ 1425789 h 1502868"/>
              <a:gd name="connsiteX172" fmla="*/ 3943416 w 4035240"/>
              <a:gd name="connsiteY172" fmla="*/ 1462874 h 1502868"/>
              <a:gd name="connsiteX173" fmla="*/ 3923081 w 4035240"/>
              <a:gd name="connsiteY173" fmla="*/ 1462874 h 1502868"/>
              <a:gd name="connsiteX174" fmla="*/ 3923081 w 4035240"/>
              <a:gd name="connsiteY174" fmla="*/ 1379598 h 1502868"/>
              <a:gd name="connsiteX175" fmla="*/ 3961091 w 4035240"/>
              <a:gd name="connsiteY175" fmla="*/ 1379598 h 1502868"/>
              <a:gd name="connsiteX176" fmla="*/ 3989418 w 4035240"/>
              <a:gd name="connsiteY176" fmla="*/ 1401360 h 1502868"/>
              <a:gd name="connsiteX177" fmla="*/ 3989599 w 4035240"/>
              <a:gd name="connsiteY177" fmla="*/ 1405871 h 1502868"/>
              <a:gd name="connsiteX178" fmla="*/ 3974489 w 4035240"/>
              <a:gd name="connsiteY178" fmla="*/ 1431005 h 1502868"/>
              <a:gd name="connsiteX179" fmla="*/ 3993495 w 4035240"/>
              <a:gd name="connsiteY179" fmla="*/ 1462874 h 1502868"/>
              <a:gd name="connsiteX180" fmla="*/ 3971164 w 4035240"/>
              <a:gd name="connsiteY180" fmla="*/ 1462874 h 1502868"/>
              <a:gd name="connsiteX181" fmla="*/ 3955580 w 4035240"/>
              <a:gd name="connsiteY181" fmla="*/ 1434420 h 1502868"/>
              <a:gd name="connsiteX182" fmla="*/ 3943416 w 4035240"/>
              <a:gd name="connsiteY182" fmla="*/ 1434420 h 1502868"/>
              <a:gd name="connsiteX183" fmla="*/ 3958620 w 4035240"/>
              <a:gd name="connsiteY183" fmla="*/ 1419055 h 1502868"/>
              <a:gd name="connsiteX184" fmla="*/ 3968123 w 4035240"/>
              <a:gd name="connsiteY184" fmla="*/ 1410234 h 1502868"/>
              <a:gd name="connsiteX185" fmla="*/ 3968123 w 4035240"/>
              <a:gd name="connsiteY185" fmla="*/ 1404258 h 1502868"/>
              <a:gd name="connsiteX186" fmla="*/ 3958620 w 4035240"/>
              <a:gd name="connsiteY186" fmla="*/ 1395532 h 1502868"/>
              <a:gd name="connsiteX187" fmla="*/ 3943416 w 4035240"/>
              <a:gd name="connsiteY187" fmla="*/ 1395532 h 1502868"/>
              <a:gd name="connsiteX188" fmla="*/ 3943416 w 4035240"/>
              <a:gd name="connsiteY188" fmla="*/ 1419055 h 1502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Lst>
            <a:rect l="l" t="t" r="r" b="b"/>
            <a:pathLst>
              <a:path w="4035240" h="1502868">
                <a:moveTo>
                  <a:pt x="-158" y="1394109"/>
                </a:moveTo>
                <a:lnTo>
                  <a:pt x="731541" y="1394109"/>
                </a:lnTo>
                <a:lnTo>
                  <a:pt x="731541" y="1498442"/>
                </a:lnTo>
                <a:lnTo>
                  <a:pt x="-158" y="1498442"/>
                </a:lnTo>
                <a:close/>
                <a:moveTo>
                  <a:pt x="-158" y="1299261"/>
                </a:moveTo>
                <a:lnTo>
                  <a:pt x="731541" y="1299261"/>
                </a:lnTo>
                <a:lnTo>
                  <a:pt x="731541" y="1194928"/>
                </a:lnTo>
                <a:lnTo>
                  <a:pt x="-158" y="1194928"/>
                </a:lnTo>
                <a:close/>
                <a:moveTo>
                  <a:pt x="208899" y="1100080"/>
                </a:moveTo>
                <a:lnTo>
                  <a:pt x="522484" y="1100080"/>
                </a:lnTo>
                <a:lnTo>
                  <a:pt x="522484" y="995747"/>
                </a:lnTo>
                <a:lnTo>
                  <a:pt x="208899" y="995747"/>
                </a:lnTo>
                <a:close/>
                <a:moveTo>
                  <a:pt x="208899" y="900899"/>
                </a:moveTo>
                <a:lnTo>
                  <a:pt x="522484" y="900899"/>
                </a:lnTo>
                <a:lnTo>
                  <a:pt x="522484" y="796566"/>
                </a:lnTo>
                <a:lnTo>
                  <a:pt x="208899" y="796566"/>
                </a:lnTo>
                <a:close/>
                <a:moveTo>
                  <a:pt x="208899" y="701718"/>
                </a:moveTo>
                <a:lnTo>
                  <a:pt x="522484" y="701718"/>
                </a:lnTo>
                <a:lnTo>
                  <a:pt x="522484" y="597385"/>
                </a:lnTo>
                <a:lnTo>
                  <a:pt x="208899" y="597385"/>
                </a:lnTo>
                <a:close/>
                <a:moveTo>
                  <a:pt x="522484" y="398204"/>
                </a:moveTo>
                <a:lnTo>
                  <a:pt x="208899" y="398204"/>
                </a:lnTo>
                <a:lnTo>
                  <a:pt x="208899" y="502537"/>
                </a:lnTo>
                <a:lnTo>
                  <a:pt x="522484" y="502537"/>
                </a:lnTo>
                <a:close/>
                <a:moveTo>
                  <a:pt x="-158" y="303356"/>
                </a:moveTo>
                <a:lnTo>
                  <a:pt x="731541" y="303356"/>
                </a:lnTo>
                <a:lnTo>
                  <a:pt x="731541" y="199023"/>
                </a:lnTo>
                <a:lnTo>
                  <a:pt x="-158" y="199023"/>
                </a:lnTo>
                <a:close/>
                <a:moveTo>
                  <a:pt x="-158" y="104175"/>
                </a:moveTo>
                <a:lnTo>
                  <a:pt x="731541" y="104175"/>
                </a:lnTo>
                <a:lnTo>
                  <a:pt x="731541" y="-158"/>
                </a:lnTo>
                <a:lnTo>
                  <a:pt x="-158" y="-158"/>
                </a:lnTo>
                <a:close/>
                <a:moveTo>
                  <a:pt x="836070" y="1299261"/>
                </a:moveTo>
                <a:lnTo>
                  <a:pt x="1951389" y="1299261"/>
                </a:lnTo>
                <a:cubicBezTo>
                  <a:pt x="1970288" y="1266654"/>
                  <a:pt x="1984432" y="1231523"/>
                  <a:pt x="1993390" y="1194928"/>
                </a:cubicBezTo>
                <a:lnTo>
                  <a:pt x="836070" y="1194928"/>
                </a:lnTo>
                <a:close/>
                <a:moveTo>
                  <a:pt x="1864060" y="796566"/>
                </a:moveTo>
                <a:lnTo>
                  <a:pt x="1045127" y="796566"/>
                </a:lnTo>
                <a:lnTo>
                  <a:pt x="1045127" y="900899"/>
                </a:lnTo>
                <a:lnTo>
                  <a:pt x="1951293" y="900899"/>
                </a:lnTo>
                <a:cubicBezTo>
                  <a:pt x="1928348" y="861440"/>
                  <a:pt x="1898850" y="826160"/>
                  <a:pt x="1864060" y="796566"/>
                </a:cubicBezTo>
                <a:close/>
                <a:moveTo>
                  <a:pt x="1045127" y="597385"/>
                </a:moveTo>
                <a:lnTo>
                  <a:pt x="1045127" y="701718"/>
                </a:lnTo>
                <a:lnTo>
                  <a:pt x="1864060" y="701718"/>
                </a:lnTo>
                <a:cubicBezTo>
                  <a:pt x="1898850" y="672125"/>
                  <a:pt x="1928348" y="636845"/>
                  <a:pt x="1951293" y="597385"/>
                </a:cubicBezTo>
                <a:close/>
                <a:moveTo>
                  <a:pt x="1951389" y="199023"/>
                </a:moveTo>
                <a:lnTo>
                  <a:pt x="836070" y="199023"/>
                </a:lnTo>
                <a:lnTo>
                  <a:pt x="836070" y="303356"/>
                </a:lnTo>
                <a:lnTo>
                  <a:pt x="1993390" y="303356"/>
                </a:lnTo>
                <a:cubicBezTo>
                  <a:pt x="1984432" y="266762"/>
                  <a:pt x="1970289" y="231630"/>
                  <a:pt x="1951389" y="199023"/>
                </a:cubicBezTo>
                <a:close/>
                <a:moveTo>
                  <a:pt x="1605779" y="-158"/>
                </a:moveTo>
                <a:lnTo>
                  <a:pt x="836070" y="-158"/>
                </a:lnTo>
                <a:lnTo>
                  <a:pt x="836070" y="104175"/>
                </a:lnTo>
                <a:lnTo>
                  <a:pt x="1874988" y="104175"/>
                </a:lnTo>
                <a:cubicBezTo>
                  <a:pt x="1801525" y="36948"/>
                  <a:pt x="1705445" y="-288"/>
                  <a:pt x="1605779" y="-158"/>
                </a:cubicBezTo>
                <a:close/>
                <a:moveTo>
                  <a:pt x="1045127" y="502537"/>
                </a:moveTo>
                <a:lnTo>
                  <a:pt x="1358712" y="502537"/>
                </a:lnTo>
                <a:lnTo>
                  <a:pt x="1358712" y="398204"/>
                </a:lnTo>
                <a:lnTo>
                  <a:pt x="1045127" y="398204"/>
                </a:lnTo>
                <a:close/>
                <a:moveTo>
                  <a:pt x="1653292" y="502537"/>
                </a:moveTo>
                <a:lnTo>
                  <a:pt x="1990919" y="502537"/>
                </a:lnTo>
                <a:cubicBezTo>
                  <a:pt x="2000179" y="468529"/>
                  <a:pt x="2004876" y="433446"/>
                  <a:pt x="2004888" y="398204"/>
                </a:cubicBezTo>
                <a:lnTo>
                  <a:pt x="1653292" y="398204"/>
                </a:lnTo>
                <a:close/>
                <a:moveTo>
                  <a:pt x="1045127" y="1100080"/>
                </a:moveTo>
                <a:lnTo>
                  <a:pt x="1358712" y="1100080"/>
                </a:lnTo>
                <a:lnTo>
                  <a:pt x="1358712" y="995747"/>
                </a:lnTo>
                <a:lnTo>
                  <a:pt x="1045127" y="995747"/>
                </a:lnTo>
                <a:close/>
                <a:moveTo>
                  <a:pt x="1653292" y="995747"/>
                </a:moveTo>
                <a:lnTo>
                  <a:pt x="1653292" y="1100080"/>
                </a:lnTo>
                <a:lnTo>
                  <a:pt x="2004888" y="1100080"/>
                </a:lnTo>
                <a:cubicBezTo>
                  <a:pt x="2004876" y="1064839"/>
                  <a:pt x="2000179" y="1029755"/>
                  <a:pt x="1990919" y="995747"/>
                </a:cubicBezTo>
                <a:close/>
                <a:moveTo>
                  <a:pt x="836070" y="1498442"/>
                </a:moveTo>
                <a:lnTo>
                  <a:pt x="1605779" y="1498442"/>
                </a:lnTo>
                <a:cubicBezTo>
                  <a:pt x="1705471" y="1498712"/>
                  <a:pt x="1801600" y="1461457"/>
                  <a:pt x="1874988" y="1394109"/>
                </a:cubicBezTo>
                <a:lnTo>
                  <a:pt x="836070" y="1394109"/>
                </a:lnTo>
                <a:close/>
                <a:moveTo>
                  <a:pt x="2926639" y="1498442"/>
                </a:moveTo>
                <a:lnTo>
                  <a:pt x="2962939" y="1394109"/>
                </a:lnTo>
                <a:lnTo>
                  <a:pt x="2890339" y="1394109"/>
                </a:lnTo>
                <a:close/>
                <a:moveTo>
                  <a:pt x="2856985" y="1299261"/>
                </a:moveTo>
                <a:lnTo>
                  <a:pt x="2996293" y="1299261"/>
                </a:lnTo>
                <a:lnTo>
                  <a:pt x="3033068" y="1194928"/>
                </a:lnTo>
                <a:lnTo>
                  <a:pt x="2820210" y="1194928"/>
                </a:lnTo>
                <a:close/>
                <a:moveTo>
                  <a:pt x="2786856" y="1100080"/>
                </a:moveTo>
                <a:lnTo>
                  <a:pt x="3066422" y="1100080"/>
                </a:lnTo>
                <a:lnTo>
                  <a:pt x="3103102" y="995747"/>
                </a:lnTo>
                <a:lnTo>
                  <a:pt x="2750176" y="995747"/>
                </a:lnTo>
                <a:close/>
                <a:moveTo>
                  <a:pt x="2716822" y="900899"/>
                </a:moveTo>
                <a:lnTo>
                  <a:pt x="3136456" y="900899"/>
                </a:lnTo>
                <a:lnTo>
                  <a:pt x="3173136" y="796566"/>
                </a:lnTo>
                <a:lnTo>
                  <a:pt x="2680142" y="796566"/>
                </a:lnTo>
                <a:close/>
                <a:moveTo>
                  <a:pt x="2299468" y="502537"/>
                </a:moveTo>
                <a:lnTo>
                  <a:pt x="2864207" y="502537"/>
                </a:lnTo>
                <a:lnTo>
                  <a:pt x="2827907" y="398204"/>
                </a:lnTo>
                <a:lnTo>
                  <a:pt x="2299468" y="398204"/>
                </a:lnTo>
                <a:close/>
                <a:moveTo>
                  <a:pt x="3058440" y="303356"/>
                </a:moveTo>
                <a:lnTo>
                  <a:pt x="3762867" y="303356"/>
                </a:lnTo>
                <a:lnTo>
                  <a:pt x="3762867" y="199023"/>
                </a:lnTo>
                <a:lnTo>
                  <a:pt x="3094835" y="199023"/>
                </a:lnTo>
                <a:close/>
                <a:moveTo>
                  <a:pt x="3164204" y="-158"/>
                </a:moveTo>
                <a:lnTo>
                  <a:pt x="3127904" y="104175"/>
                </a:lnTo>
                <a:lnTo>
                  <a:pt x="3762867" y="104175"/>
                </a:lnTo>
                <a:lnTo>
                  <a:pt x="3762867" y="-158"/>
                </a:lnTo>
                <a:close/>
                <a:moveTo>
                  <a:pt x="2090411" y="1498442"/>
                </a:moveTo>
                <a:lnTo>
                  <a:pt x="2613054" y="1498442"/>
                </a:lnTo>
                <a:lnTo>
                  <a:pt x="2613054" y="1394109"/>
                </a:lnTo>
                <a:lnTo>
                  <a:pt x="2090411" y="1394109"/>
                </a:lnTo>
                <a:close/>
                <a:moveTo>
                  <a:pt x="2090411" y="1299261"/>
                </a:moveTo>
                <a:lnTo>
                  <a:pt x="2613054" y="1299261"/>
                </a:lnTo>
                <a:lnTo>
                  <a:pt x="2613054" y="1194928"/>
                </a:lnTo>
                <a:lnTo>
                  <a:pt x="2090411" y="1194928"/>
                </a:lnTo>
                <a:close/>
                <a:moveTo>
                  <a:pt x="2299468" y="1100080"/>
                </a:moveTo>
                <a:lnTo>
                  <a:pt x="2613054" y="1100080"/>
                </a:lnTo>
                <a:lnTo>
                  <a:pt x="2613054" y="995747"/>
                </a:lnTo>
                <a:lnTo>
                  <a:pt x="2299468" y="995747"/>
                </a:lnTo>
                <a:close/>
                <a:moveTo>
                  <a:pt x="2299468" y="900899"/>
                </a:moveTo>
                <a:lnTo>
                  <a:pt x="2613054" y="900899"/>
                </a:lnTo>
                <a:lnTo>
                  <a:pt x="2613054" y="796566"/>
                </a:lnTo>
                <a:lnTo>
                  <a:pt x="2299468" y="796566"/>
                </a:lnTo>
                <a:close/>
                <a:moveTo>
                  <a:pt x="3553810" y="398204"/>
                </a:moveTo>
                <a:lnTo>
                  <a:pt x="3025371" y="398204"/>
                </a:lnTo>
                <a:lnTo>
                  <a:pt x="2989071" y="502537"/>
                </a:lnTo>
                <a:lnTo>
                  <a:pt x="3553810" y="502537"/>
                </a:lnTo>
                <a:close/>
                <a:moveTo>
                  <a:pt x="3240225" y="701718"/>
                </a:moveTo>
                <a:lnTo>
                  <a:pt x="3553810" y="701718"/>
                </a:lnTo>
                <a:lnTo>
                  <a:pt x="3553810" y="597385"/>
                </a:lnTo>
                <a:lnTo>
                  <a:pt x="2956002" y="597385"/>
                </a:lnTo>
                <a:lnTo>
                  <a:pt x="2926639" y="681705"/>
                </a:lnTo>
                <a:lnTo>
                  <a:pt x="2897276" y="597385"/>
                </a:lnTo>
                <a:lnTo>
                  <a:pt x="2299468" y="597385"/>
                </a:lnTo>
                <a:lnTo>
                  <a:pt x="2299468" y="701718"/>
                </a:lnTo>
                <a:lnTo>
                  <a:pt x="2613054" y="701718"/>
                </a:lnTo>
                <a:lnTo>
                  <a:pt x="2613054" y="605827"/>
                </a:lnTo>
                <a:lnTo>
                  <a:pt x="2646788" y="701718"/>
                </a:lnTo>
                <a:lnTo>
                  <a:pt x="3206491" y="701718"/>
                </a:lnTo>
                <a:lnTo>
                  <a:pt x="3240225" y="605827"/>
                </a:lnTo>
                <a:close/>
                <a:moveTo>
                  <a:pt x="3553810" y="796566"/>
                </a:moveTo>
                <a:lnTo>
                  <a:pt x="3240225" y="796566"/>
                </a:lnTo>
                <a:lnTo>
                  <a:pt x="3240225" y="900899"/>
                </a:lnTo>
                <a:lnTo>
                  <a:pt x="3553810" y="900899"/>
                </a:lnTo>
                <a:close/>
                <a:moveTo>
                  <a:pt x="3240225" y="1100080"/>
                </a:moveTo>
                <a:lnTo>
                  <a:pt x="3553810" y="1100080"/>
                </a:lnTo>
                <a:lnTo>
                  <a:pt x="3553810" y="995747"/>
                </a:lnTo>
                <a:lnTo>
                  <a:pt x="3240225" y="995747"/>
                </a:lnTo>
                <a:close/>
                <a:moveTo>
                  <a:pt x="3240225" y="1299261"/>
                </a:moveTo>
                <a:lnTo>
                  <a:pt x="3762867" y="1299261"/>
                </a:lnTo>
                <a:lnTo>
                  <a:pt x="3762867" y="1194928"/>
                </a:lnTo>
                <a:lnTo>
                  <a:pt x="3240225" y="1194928"/>
                </a:lnTo>
                <a:close/>
                <a:moveTo>
                  <a:pt x="3240225" y="1498442"/>
                </a:moveTo>
                <a:lnTo>
                  <a:pt x="3762867" y="1498442"/>
                </a:lnTo>
                <a:lnTo>
                  <a:pt x="3762867" y="1394109"/>
                </a:lnTo>
                <a:lnTo>
                  <a:pt x="3240225" y="1394109"/>
                </a:lnTo>
                <a:close/>
                <a:moveTo>
                  <a:pt x="2794838" y="303356"/>
                </a:moveTo>
                <a:lnTo>
                  <a:pt x="2758443" y="199023"/>
                </a:lnTo>
                <a:lnTo>
                  <a:pt x="2090411" y="199023"/>
                </a:lnTo>
                <a:lnTo>
                  <a:pt x="2090411" y="303356"/>
                </a:lnTo>
                <a:close/>
                <a:moveTo>
                  <a:pt x="2725469" y="104175"/>
                </a:moveTo>
                <a:lnTo>
                  <a:pt x="2689075" y="-158"/>
                </a:lnTo>
                <a:lnTo>
                  <a:pt x="2090411" y="-158"/>
                </a:lnTo>
                <a:lnTo>
                  <a:pt x="2090411" y="104175"/>
                </a:lnTo>
                <a:close/>
                <a:moveTo>
                  <a:pt x="3875283" y="1420572"/>
                </a:moveTo>
                <a:cubicBezTo>
                  <a:pt x="3876595" y="1376537"/>
                  <a:pt x="3913423" y="1341902"/>
                  <a:pt x="3957540" y="1343211"/>
                </a:cubicBezTo>
                <a:cubicBezTo>
                  <a:pt x="4001657" y="1344521"/>
                  <a:pt x="4036358" y="1381280"/>
                  <a:pt x="4035046" y="1425315"/>
                </a:cubicBezTo>
                <a:cubicBezTo>
                  <a:pt x="4033761" y="1468450"/>
                  <a:pt x="3998340" y="1502743"/>
                  <a:pt x="3955105" y="1502711"/>
                </a:cubicBezTo>
                <a:cubicBezTo>
                  <a:pt x="3910864" y="1502465"/>
                  <a:pt x="3875199" y="1466469"/>
                  <a:pt x="3875445" y="1422311"/>
                </a:cubicBezTo>
                <a:cubicBezTo>
                  <a:pt x="3875449" y="1421731"/>
                  <a:pt x="3875458" y="1421152"/>
                  <a:pt x="3875474" y="1420572"/>
                </a:cubicBezTo>
                <a:close/>
                <a:moveTo>
                  <a:pt x="4016206" y="1425789"/>
                </a:moveTo>
                <a:lnTo>
                  <a:pt x="4016206" y="1415450"/>
                </a:lnTo>
                <a:cubicBezTo>
                  <a:pt x="4014875" y="1381794"/>
                  <a:pt x="3986462" y="1355587"/>
                  <a:pt x="3952743" y="1356915"/>
                </a:cubicBezTo>
                <a:cubicBezTo>
                  <a:pt x="3920889" y="1358170"/>
                  <a:pt x="3895355" y="1383656"/>
                  <a:pt x="3894098" y="1415450"/>
                </a:cubicBezTo>
                <a:lnTo>
                  <a:pt x="3894098" y="1425789"/>
                </a:lnTo>
                <a:cubicBezTo>
                  <a:pt x="3895428" y="1459445"/>
                  <a:pt x="3923842" y="1485652"/>
                  <a:pt x="3957561" y="1484324"/>
                </a:cubicBezTo>
                <a:cubicBezTo>
                  <a:pt x="3989415" y="1483070"/>
                  <a:pt x="4014949" y="1457583"/>
                  <a:pt x="4016206" y="1425789"/>
                </a:cubicBezTo>
                <a:close/>
                <a:moveTo>
                  <a:pt x="3943416" y="1462874"/>
                </a:moveTo>
                <a:lnTo>
                  <a:pt x="3923081" y="1462874"/>
                </a:lnTo>
                <a:lnTo>
                  <a:pt x="3923081" y="1379598"/>
                </a:lnTo>
                <a:lnTo>
                  <a:pt x="3961091" y="1379598"/>
                </a:lnTo>
                <a:cubicBezTo>
                  <a:pt x="3974934" y="1377799"/>
                  <a:pt x="3987617" y="1387543"/>
                  <a:pt x="3989418" y="1401360"/>
                </a:cubicBezTo>
                <a:cubicBezTo>
                  <a:pt x="3989613" y="1402855"/>
                  <a:pt x="3989674" y="1404365"/>
                  <a:pt x="3989599" y="1405871"/>
                </a:cubicBezTo>
                <a:cubicBezTo>
                  <a:pt x="3990607" y="1416644"/>
                  <a:pt x="3984488" y="1426824"/>
                  <a:pt x="3974489" y="1431005"/>
                </a:cubicBezTo>
                <a:lnTo>
                  <a:pt x="3993495" y="1462874"/>
                </a:lnTo>
                <a:lnTo>
                  <a:pt x="3971164" y="1462874"/>
                </a:lnTo>
                <a:lnTo>
                  <a:pt x="3955580" y="1434420"/>
                </a:lnTo>
                <a:lnTo>
                  <a:pt x="3943416" y="1434420"/>
                </a:lnTo>
                <a:close/>
                <a:moveTo>
                  <a:pt x="3958620" y="1419055"/>
                </a:moveTo>
                <a:cubicBezTo>
                  <a:pt x="3964987" y="1419055"/>
                  <a:pt x="3968123" y="1416209"/>
                  <a:pt x="3968123" y="1410234"/>
                </a:cubicBezTo>
                <a:lnTo>
                  <a:pt x="3968123" y="1404258"/>
                </a:lnTo>
                <a:cubicBezTo>
                  <a:pt x="3968123" y="1398283"/>
                  <a:pt x="3964512" y="1395532"/>
                  <a:pt x="3958620" y="1395532"/>
                </a:cubicBezTo>
                <a:lnTo>
                  <a:pt x="3943416" y="1395532"/>
                </a:lnTo>
                <a:lnTo>
                  <a:pt x="3943416" y="1419055"/>
                </a:lnTo>
                <a:close/>
              </a:path>
            </a:pathLst>
          </a:custGeom>
          <a:solidFill>
            <a:schemeClr val="tx1"/>
          </a:solidFill>
          <a:ln w="9503" cap="flat">
            <a:noFill/>
            <a:prstDash val="solid"/>
            <a:miter/>
          </a:ln>
        </p:spPr>
        <p:txBody>
          <a:bodyPr rtlCol="0" anchor="ctr"/>
          <a:lstStyle/>
          <a:p>
            <a:endParaRPr lang="ja-JP" altLang="en-US" sz="2799"/>
          </a:p>
        </p:txBody>
      </p:sp>
      <p:sp>
        <p:nvSpPr>
          <p:cNvPr id="6" name="タイトル 1">
            <a:extLst>
              <a:ext uri="{FF2B5EF4-FFF2-40B4-BE49-F238E27FC236}">
                <a16:creationId xmlns:a16="http://schemas.microsoft.com/office/drawing/2014/main" id="{6EA2CD52-6DCF-E183-0733-BC69427387FB}"/>
              </a:ext>
            </a:extLst>
          </p:cNvPr>
          <p:cNvSpPr>
            <a:spLocks noGrp="1"/>
          </p:cNvSpPr>
          <p:nvPr>
            <p:ph type="title" hasCustomPrompt="1"/>
          </p:nvPr>
        </p:nvSpPr>
        <p:spPr>
          <a:xfrm>
            <a:off x="292609" y="768096"/>
            <a:ext cx="11616691" cy="1525842"/>
          </a:xfrm>
        </p:spPr>
        <p:txBody>
          <a:bodyPr/>
          <a:lstStyle>
            <a:lvl1pPr>
              <a:defRPr sz="3999"/>
            </a:lvl1pPr>
          </a:lstStyle>
          <a:p>
            <a:r>
              <a:rPr kumimoji="1" lang="ja-JP" altLang="en-US"/>
              <a:t>タイトル</a:t>
            </a:r>
            <a:r>
              <a:rPr kumimoji="1" lang="en-US" altLang="ja-JP" dirty="0"/>
              <a:t>, </a:t>
            </a:r>
            <a:r>
              <a:rPr kumimoji="1" lang="ja-JP" altLang="en-US"/>
              <a:t>最大</a:t>
            </a:r>
            <a:r>
              <a:rPr kumimoji="1" lang="en-US" altLang="ja-JP" dirty="0"/>
              <a:t> 4</a:t>
            </a:r>
            <a:r>
              <a:rPr kumimoji="1" lang="ja-JP" altLang="en-US"/>
              <a:t>行</a:t>
            </a:r>
            <a:r>
              <a:rPr kumimoji="1" lang="en-US" altLang="ja-JP" dirty="0"/>
              <a:t>,</a:t>
            </a:r>
            <a:br>
              <a:rPr kumimoji="1" lang="en-US" altLang="ja-JP" dirty="0"/>
            </a:br>
            <a:r>
              <a:rPr kumimoji="1" lang="ja-JP" altLang="en-US"/>
              <a:t>英語は最初のみ大文字</a:t>
            </a:r>
            <a:r>
              <a:rPr kumimoji="1" lang="en-US" altLang="ja-JP" dirty="0"/>
              <a:t> (Sentence case)</a:t>
            </a:r>
            <a:endParaRPr kumimoji="1" lang="ja-JP" altLang="en-US"/>
          </a:p>
        </p:txBody>
      </p:sp>
      <p:sp>
        <p:nvSpPr>
          <p:cNvPr id="10" name="テキスト プレースホルダー 3">
            <a:extLst>
              <a:ext uri="{FF2B5EF4-FFF2-40B4-BE49-F238E27FC236}">
                <a16:creationId xmlns:a16="http://schemas.microsoft.com/office/drawing/2014/main" id="{639D17A7-8332-8C7F-7EE7-F494C12197A6}"/>
              </a:ext>
            </a:extLst>
          </p:cNvPr>
          <p:cNvSpPr>
            <a:spLocks noGrp="1"/>
          </p:cNvSpPr>
          <p:nvPr>
            <p:ph type="body" sz="quarter" idx="10"/>
          </p:nvPr>
        </p:nvSpPr>
        <p:spPr>
          <a:xfrm>
            <a:off x="292608" y="301752"/>
            <a:ext cx="5522976" cy="365760"/>
          </a:xfrm>
        </p:spPr>
        <p:txBody>
          <a:bodyPr/>
          <a:lstStyle>
            <a:lvl1pPr>
              <a:defRPr sz="1400">
                <a:latin typeface="+mn-lt"/>
                <a:ea typeface="+mn-ea"/>
              </a:defRPr>
            </a:lvl1pPr>
            <a:lvl2pPr>
              <a:defRPr sz="1400"/>
            </a:lvl2pPr>
            <a:lvl3pPr>
              <a:defRPr sz="1400"/>
            </a:lvl3pPr>
            <a:lvl4pPr>
              <a:defRPr sz="1400"/>
            </a:lvl4pPr>
            <a:lvl5pPr>
              <a:defRPr sz="1400"/>
            </a:lvl5pPr>
          </a:lstStyle>
          <a:p>
            <a:pPr lvl="0"/>
            <a:r>
              <a:rPr kumimoji="1" lang="ja-JP" altLang="en-US"/>
              <a:t>マスター テキストの書式設定</a:t>
            </a:r>
          </a:p>
        </p:txBody>
      </p:sp>
      <p:sp>
        <p:nvSpPr>
          <p:cNvPr id="2" name="テキスト プレースホルダー 6">
            <a:extLst>
              <a:ext uri="{FF2B5EF4-FFF2-40B4-BE49-F238E27FC236}">
                <a16:creationId xmlns:a16="http://schemas.microsoft.com/office/drawing/2014/main" id="{35C65A5E-0ADC-60B7-96F3-C3BD1F98317E}"/>
              </a:ext>
            </a:extLst>
          </p:cNvPr>
          <p:cNvSpPr>
            <a:spLocks noGrp="1"/>
          </p:cNvSpPr>
          <p:nvPr>
            <p:ph type="body" sz="quarter" idx="17" hasCustomPrompt="1"/>
          </p:nvPr>
        </p:nvSpPr>
        <p:spPr>
          <a:xfrm>
            <a:off x="292609" y="2297092"/>
            <a:ext cx="5527675" cy="550863"/>
          </a:xfrm>
        </p:spPr>
        <p:txBody>
          <a:bodyPr/>
          <a:lstStyle>
            <a:lvl1pPr>
              <a:defRPr sz="1400">
                <a:latin typeface="+mj-lt"/>
                <a:ea typeface="+mj-ea"/>
              </a:defRPr>
            </a:lvl1pPr>
          </a:lstStyle>
          <a:p>
            <a:pPr lvl="0"/>
            <a:r>
              <a:rPr kumimoji="1" lang="ja-JP" altLang="en-US"/>
              <a:t>サブタイトルもしくはプレゼンターの名前</a:t>
            </a:r>
            <a:r>
              <a:rPr kumimoji="1" lang="en-US" altLang="ja-JP" dirty="0"/>
              <a:t>, </a:t>
            </a:r>
            <a:r>
              <a:rPr kumimoji="1" lang="ja-JP" altLang="en-US"/>
              <a:t>ジョブタイトル等</a:t>
            </a:r>
          </a:p>
        </p:txBody>
      </p:sp>
    </p:spTree>
    <p:extLst>
      <p:ext uri="{BB962C8B-B14F-4D97-AF65-F5344CB8AC3E}">
        <p14:creationId xmlns:p14="http://schemas.microsoft.com/office/powerpoint/2010/main" val="2748938275"/>
      </p:ext>
    </p:extLst>
  </p:cSld>
  <p:clrMapOvr>
    <a:masterClrMapping/>
  </p:clrMapOvr>
  <p:transition spd="med"/>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preserve="1" userDrawn="1">
  <p:cSld name="Cover, plain, label">
    <p:bg>
      <p:bgPr>
        <a:solidFill>
          <a:schemeClr val="bg1"/>
        </a:solidFill>
        <a:effectLst/>
      </p:bgPr>
    </p:bg>
    <p:spTree>
      <p:nvGrpSpPr>
        <p:cNvPr id="1" name=""/>
        <p:cNvGrpSpPr/>
        <p:nvPr/>
      </p:nvGrpSpPr>
      <p:grpSpPr>
        <a:xfrm>
          <a:off x="0" y="0"/>
          <a:ext cx="0" cy="0"/>
          <a:chOff x="0" y="0"/>
          <a:chExt cx="0" cy="0"/>
        </a:xfrm>
      </p:grpSpPr>
      <p:grpSp>
        <p:nvGrpSpPr>
          <p:cNvPr id="54" name="グループ化 53">
            <a:extLst>
              <a:ext uri="{FF2B5EF4-FFF2-40B4-BE49-F238E27FC236}">
                <a16:creationId xmlns:a16="http://schemas.microsoft.com/office/drawing/2014/main" id="{CFF00513-8265-3869-EA1E-F0D9F829B6B7}"/>
              </a:ext>
            </a:extLst>
          </p:cNvPr>
          <p:cNvGrpSpPr/>
          <p:nvPr userDrawn="1"/>
        </p:nvGrpSpPr>
        <p:grpSpPr>
          <a:xfrm>
            <a:off x="-137160" y="-138793"/>
            <a:ext cx="12454128" cy="7133953"/>
            <a:chOff x="-137160" y="-138793"/>
            <a:chExt cx="12454128" cy="7133953"/>
          </a:xfrm>
        </p:grpSpPr>
        <p:cxnSp>
          <p:nvCxnSpPr>
            <p:cNvPr id="55" name="直線コネクタ 54">
              <a:extLst>
                <a:ext uri="{FF2B5EF4-FFF2-40B4-BE49-F238E27FC236}">
                  <a16:creationId xmlns:a16="http://schemas.microsoft.com/office/drawing/2014/main" id="{A967F912-A1D1-9432-B49A-379D1E575519}"/>
                </a:ext>
              </a:extLst>
            </p:cNvPr>
            <p:cNvCxnSpPr/>
            <p:nvPr/>
          </p:nvCxnSpPr>
          <p:spPr>
            <a:xfrm>
              <a:off x="285750" y="-138793"/>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56" name="直線コネクタ 55">
              <a:extLst>
                <a:ext uri="{FF2B5EF4-FFF2-40B4-BE49-F238E27FC236}">
                  <a16:creationId xmlns:a16="http://schemas.microsoft.com/office/drawing/2014/main" id="{269F4AEF-2C69-A2AE-9B33-5EF3BF074CB5}"/>
                </a:ext>
              </a:extLst>
            </p:cNvPr>
            <p:cNvCxnSpPr/>
            <p:nvPr/>
          </p:nvCxnSpPr>
          <p:spPr>
            <a:xfrm>
              <a:off x="1524000" y="-138793"/>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57" name="直線コネクタ 56">
              <a:extLst>
                <a:ext uri="{FF2B5EF4-FFF2-40B4-BE49-F238E27FC236}">
                  <a16:creationId xmlns:a16="http://schemas.microsoft.com/office/drawing/2014/main" id="{0F4D3F47-7D1E-6750-18C5-F50AF2F4801B}"/>
                </a:ext>
              </a:extLst>
            </p:cNvPr>
            <p:cNvCxnSpPr/>
            <p:nvPr/>
          </p:nvCxnSpPr>
          <p:spPr>
            <a:xfrm>
              <a:off x="2765425" y="-138793"/>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58" name="直線コネクタ 57">
              <a:extLst>
                <a:ext uri="{FF2B5EF4-FFF2-40B4-BE49-F238E27FC236}">
                  <a16:creationId xmlns:a16="http://schemas.microsoft.com/office/drawing/2014/main" id="{075CD22B-B9B8-F978-9F11-B4EBF7D0F2EA}"/>
                </a:ext>
              </a:extLst>
            </p:cNvPr>
            <p:cNvCxnSpPr/>
            <p:nvPr/>
          </p:nvCxnSpPr>
          <p:spPr>
            <a:xfrm>
              <a:off x="3051175" y="-138793"/>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59" name="直線コネクタ 58">
              <a:extLst>
                <a:ext uri="{FF2B5EF4-FFF2-40B4-BE49-F238E27FC236}">
                  <a16:creationId xmlns:a16="http://schemas.microsoft.com/office/drawing/2014/main" id="{E9EC8261-3ADB-AB6E-04E6-89C31C1DF7F2}"/>
                </a:ext>
              </a:extLst>
            </p:cNvPr>
            <p:cNvCxnSpPr>
              <a:cxnSpLocks/>
            </p:cNvCxnSpPr>
            <p:nvPr/>
          </p:nvCxnSpPr>
          <p:spPr>
            <a:xfrm>
              <a:off x="3340957" y="-138793"/>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60" name="直線コネクタ 59">
              <a:extLst>
                <a:ext uri="{FF2B5EF4-FFF2-40B4-BE49-F238E27FC236}">
                  <a16:creationId xmlns:a16="http://schemas.microsoft.com/office/drawing/2014/main" id="{14F24221-48D5-03BE-3429-417B960B5610}"/>
                </a:ext>
              </a:extLst>
            </p:cNvPr>
            <p:cNvCxnSpPr>
              <a:cxnSpLocks/>
            </p:cNvCxnSpPr>
            <p:nvPr/>
          </p:nvCxnSpPr>
          <p:spPr>
            <a:xfrm>
              <a:off x="4575175" y="-138793"/>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61" name="直線コネクタ 60">
              <a:extLst>
                <a:ext uri="{FF2B5EF4-FFF2-40B4-BE49-F238E27FC236}">
                  <a16:creationId xmlns:a16="http://schemas.microsoft.com/office/drawing/2014/main" id="{64F6534A-D387-DE00-4682-44068D541599}"/>
                </a:ext>
              </a:extLst>
            </p:cNvPr>
            <p:cNvCxnSpPr>
              <a:cxnSpLocks/>
            </p:cNvCxnSpPr>
            <p:nvPr/>
          </p:nvCxnSpPr>
          <p:spPr>
            <a:xfrm>
              <a:off x="5819775" y="-138793"/>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62" name="直線コネクタ 61">
              <a:extLst>
                <a:ext uri="{FF2B5EF4-FFF2-40B4-BE49-F238E27FC236}">
                  <a16:creationId xmlns:a16="http://schemas.microsoft.com/office/drawing/2014/main" id="{C11973F3-639D-BBC6-9DEF-333700C7FDF3}"/>
                </a:ext>
              </a:extLst>
            </p:cNvPr>
            <p:cNvCxnSpPr>
              <a:cxnSpLocks/>
            </p:cNvCxnSpPr>
            <p:nvPr/>
          </p:nvCxnSpPr>
          <p:spPr>
            <a:xfrm>
              <a:off x="6096000" y="-138793"/>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63" name="直線コネクタ 62">
              <a:extLst>
                <a:ext uri="{FF2B5EF4-FFF2-40B4-BE49-F238E27FC236}">
                  <a16:creationId xmlns:a16="http://schemas.microsoft.com/office/drawing/2014/main" id="{2F3B3978-CFC7-22E2-1EF9-A17D7105B98D}"/>
                </a:ext>
              </a:extLst>
            </p:cNvPr>
            <p:cNvCxnSpPr>
              <a:cxnSpLocks/>
            </p:cNvCxnSpPr>
            <p:nvPr/>
          </p:nvCxnSpPr>
          <p:spPr>
            <a:xfrm>
              <a:off x="6380512" y="-138793"/>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64" name="直線コネクタ 63">
              <a:extLst>
                <a:ext uri="{FF2B5EF4-FFF2-40B4-BE49-F238E27FC236}">
                  <a16:creationId xmlns:a16="http://schemas.microsoft.com/office/drawing/2014/main" id="{538F7AFE-1618-F529-2D26-138FFAD60C59}"/>
                </a:ext>
              </a:extLst>
            </p:cNvPr>
            <p:cNvCxnSpPr>
              <a:cxnSpLocks/>
            </p:cNvCxnSpPr>
            <p:nvPr/>
          </p:nvCxnSpPr>
          <p:spPr>
            <a:xfrm>
              <a:off x="7616825" y="-138793"/>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65" name="直線コネクタ 64">
              <a:extLst>
                <a:ext uri="{FF2B5EF4-FFF2-40B4-BE49-F238E27FC236}">
                  <a16:creationId xmlns:a16="http://schemas.microsoft.com/office/drawing/2014/main" id="{AE3D6553-8B29-DF13-B36B-13CAD604FCAD}"/>
                </a:ext>
              </a:extLst>
            </p:cNvPr>
            <p:cNvCxnSpPr>
              <a:cxnSpLocks/>
            </p:cNvCxnSpPr>
            <p:nvPr/>
          </p:nvCxnSpPr>
          <p:spPr>
            <a:xfrm>
              <a:off x="8861425" y="-138793"/>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66" name="直線コネクタ 65">
              <a:extLst>
                <a:ext uri="{FF2B5EF4-FFF2-40B4-BE49-F238E27FC236}">
                  <a16:creationId xmlns:a16="http://schemas.microsoft.com/office/drawing/2014/main" id="{E86FCF7E-2D30-0E65-AD39-3CD05CD8B4CA}"/>
                </a:ext>
              </a:extLst>
            </p:cNvPr>
            <p:cNvCxnSpPr>
              <a:cxnSpLocks/>
            </p:cNvCxnSpPr>
            <p:nvPr/>
          </p:nvCxnSpPr>
          <p:spPr>
            <a:xfrm>
              <a:off x="9144000" y="-138793"/>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67" name="直線コネクタ 66">
              <a:extLst>
                <a:ext uri="{FF2B5EF4-FFF2-40B4-BE49-F238E27FC236}">
                  <a16:creationId xmlns:a16="http://schemas.microsoft.com/office/drawing/2014/main" id="{542CEF3D-45FE-0BF1-BB76-576BBD2523FD}"/>
                </a:ext>
              </a:extLst>
            </p:cNvPr>
            <p:cNvCxnSpPr>
              <a:cxnSpLocks/>
            </p:cNvCxnSpPr>
            <p:nvPr/>
          </p:nvCxnSpPr>
          <p:spPr>
            <a:xfrm>
              <a:off x="9420225" y="-138793"/>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68" name="直線コネクタ 67">
              <a:extLst>
                <a:ext uri="{FF2B5EF4-FFF2-40B4-BE49-F238E27FC236}">
                  <a16:creationId xmlns:a16="http://schemas.microsoft.com/office/drawing/2014/main" id="{71002C1B-F30A-9FD3-12A9-76A4E8A45694}"/>
                </a:ext>
              </a:extLst>
            </p:cNvPr>
            <p:cNvCxnSpPr>
              <a:cxnSpLocks/>
            </p:cNvCxnSpPr>
            <p:nvPr/>
          </p:nvCxnSpPr>
          <p:spPr>
            <a:xfrm>
              <a:off x="10671175" y="-138793"/>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69" name="直線コネクタ 68">
              <a:extLst>
                <a:ext uri="{FF2B5EF4-FFF2-40B4-BE49-F238E27FC236}">
                  <a16:creationId xmlns:a16="http://schemas.microsoft.com/office/drawing/2014/main" id="{CF326BCA-9440-70A2-CC76-47326D6E6E87}"/>
                </a:ext>
              </a:extLst>
            </p:cNvPr>
            <p:cNvCxnSpPr>
              <a:cxnSpLocks/>
            </p:cNvCxnSpPr>
            <p:nvPr/>
          </p:nvCxnSpPr>
          <p:spPr>
            <a:xfrm>
              <a:off x="11905012" y="-138793"/>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0" name="直線コネクタ 69">
              <a:extLst>
                <a:ext uri="{FF2B5EF4-FFF2-40B4-BE49-F238E27FC236}">
                  <a16:creationId xmlns:a16="http://schemas.microsoft.com/office/drawing/2014/main" id="{A52853E3-7F96-9C24-BEE8-171C0016F33D}"/>
                </a:ext>
              </a:extLst>
            </p:cNvPr>
            <p:cNvCxnSpPr>
              <a:cxnSpLocks/>
            </p:cNvCxnSpPr>
            <p:nvPr/>
          </p:nvCxnSpPr>
          <p:spPr>
            <a:xfrm>
              <a:off x="285750" y="6885432"/>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1" name="直線コネクタ 70">
              <a:extLst>
                <a:ext uri="{FF2B5EF4-FFF2-40B4-BE49-F238E27FC236}">
                  <a16:creationId xmlns:a16="http://schemas.microsoft.com/office/drawing/2014/main" id="{3BC4CEE0-CF79-A3C5-3F36-EA518A450D48}"/>
                </a:ext>
              </a:extLst>
            </p:cNvPr>
            <p:cNvCxnSpPr>
              <a:cxnSpLocks/>
            </p:cNvCxnSpPr>
            <p:nvPr/>
          </p:nvCxnSpPr>
          <p:spPr>
            <a:xfrm>
              <a:off x="1524000" y="6885432"/>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2" name="直線コネクタ 71">
              <a:extLst>
                <a:ext uri="{FF2B5EF4-FFF2-40B4-BE49-F238E27FC236}">
                  <a16:creationId xmlns:a16="http://schemas.microsoft.com/office/drawing/2014/main" id="{2845CF45-AF53-546E-C8A0-A607CB97D2C5}"/>
                </a:ext>
              </a:extLst>
            </p:cNvPr>
            <p:cNvCxnSpPr>
              <a:cxnSpLocks/>
            </p:cNvCxnSpPr>
            <p:nvPr/>
          </p:nvCxnSpPr>
          <p:spPr>
            <a:xfrm>
              <a:off x="2765425" y="6885432"/>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3" name="直線コネクタ 72">
              <a:extLst>
                <a:ext uri="{FF2B5EF4-FFF2-40B4-BE49-F238E27FC236}">
                  <a16:creationId xmlns:a16="http://schemas.microsoft.com/office/drawing/2014/main" id="{78F6989D-BC9E-4A55-7AC1-854B3F321D8D}"/>
                </a:ext>
              </a:extLst>
            </p:cNvPr>
            <p:cNvCxnSpPr>
              <a:cxnSpLocks/>
            </p:cNvCxnSpPr>
            <p:nvPr/>
          </p:nvCxnSpPr>
          <p:spPr>
            <a:xfrm>
              <a:off x="3051175" y="6885432"/>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4" name="直線コネクタ 73">
              <a:extLst>
                <a:ext uri="{FF2B5EF4-FFF2-40B4-BE49-F238E27FC236}">
                  <a16:creationId xmlns:a16="http://schemas.microsoft.com/office/drawing/2014/main" id="{236124E9-FC45-9C32-7F78-D941ED8A970F}"/>
                </a:ext>
              </a:extLst>
            </p:cNvPr>
            <p:cNvCxnSpPr>
              <a:cxnSpLocks/>
            </p:cNvCxnSpPr>
            <p:nvPr/>
          </p:nvCxnSpPr>
          <p:spPr>
            <a:xfrm>
              <a:off x="3340957" y="6885432"/>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5" name="直線コネクタ 74">
              <a:extLst>
                <a:ext uri="{FF2B5EF4-FFF2-40B4-BE49-F238E27FC236}">
                  <a16:creationId xmlns:a16="http://schemas.microsoft.com/office/drawing/2014/main" id="{CD53E228-3194-CE72-FC33-3DFAFE345FF9}"/>
                </a:ext>
              </a:extLst>
            </p:cNvPr>
            <p:cNvCxnSpPr>
              <a:cxnSpLocks/>
            </p:cNvCxnSpPr>
            <p:nvPr/>
          </p:nvCxnSpPr>
          <p:spPr>
            <a:xfrm>
              <a:off x="4575175" y="6885432"/>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6" name="直線コネクタ 75">
              <a:extLst>
                <a:ext uri="{FF2B5EF4-FFF2-40B4-BE49-F238E27FC236}">
                  <a16:creationId xmlns:a16="http://schemas.microsoft.com/office/drawing/2014/main" id="{43598B91-0403-14AF-119E-E0DDB09A5303}"/>
                </a:ext>
              </a:extLst>
            </p:cNvPr>
            <p:cNvCxnSpPr>
              <a:cxnSpLocks/>
            </p:cNvCxnSpPr>
            <p:nvPr/>
          </p:nvCxnSpPr>
          <p:spPr>
            <a:xfrm>
              <a:off x="5819775" y="6885432"/>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7" name="直線コネクタ 76">
              <a:extLst>
                <a:ext uri="{FF2B5EF4-FFF2-40B4-BE49-F238E27FC236}">
                  <a16:creationId xmlns:a16="http://schemas.microsoft.com/office/drawing/2014/main" id="{45E8BCE8-55EE-3DC9-CA17-CD3836D4167A}"/>
                </a:ext>
              </a:extLst>
            </p:cNvPr>
            <p:cNvCxnSpPr>
              <a:cxnSpLocks/>
            </p:cNvCxnSpPr>
            <p:nvPr/>
          </p:nvCxnSpPr>
          <p:spPr>
            <a:xfrm>
              <a:off x="6096000" y="6885432"/>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8" name="直線コネクタ 77">
              <a:extLst>
                <a:ext uri="{FF2B5EF4-FFF2-40B4-BE49-F238E27FC236}">
                  <a16:creationId xmlns:a16="http://schemas.microsoft.com/office/drawing/2014/main" id="{96EA1F51-71D6-4819-CAB9-4F500B7E4799}"/>
                </a:ext>
              </a:extLst>
            </p:cNvPr>
            <p:cNvCxnSpPr>
              <a:cxnSpLocks/>
            </p:cNvCxnSpPr>
            <p:nvPr/>
          </p:nvCxnSpPr>
          <p:spPr>
            <a:xfrm>
              <a:off x="6380512" y="6885432"/>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9" name="直線コネクタ 78">
              <a:extLst>
                <a:ext uri="{FF2B5EF4-FFF2-40B4-BE49-F238E27FC236}">
                  <a16:creationId xmlns:a16="http://schemas.microsoft.com/office/drawing/2014/main" id="{2B6224C5-9112-B80B-7F4C-CBE5A75CAD35}"/>
                </a:ext>
              </a:extLst>
            </p:cNvPr>
            <p:cNvCxnSpPr>
              <a:cxnSpLocks/>
            </p:cNvCxnSpPr>
            <p:nvPr/>
          </p:nvCxnSpPr>
          <p:spPr>
            <a:xfrm>
              <a:off x="7616825" y="6885432"/>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0" name="直線コネクタ 79">
              <a:extLst>
                <a:ext uri="{FF2B5EF4-FFF2-40B4-BE49-F238E27FC236}">
                  <a16:creationId xmlns:a16="http://schemas.microsoft.com/office/drawing/2014/main" id="{E576190E-4480-8334-4971-CF0460905000}"/>
                </a:ext>
              </a:extLst>
            </p:cNvPr>
            <p:cNvCxnSpPr>
              <a:cxnSpLocks/>
            </p:cNvCxnSpPr>
            <p:nvPr/>
          </p:nvCxnSpPr>
          <p:spPr>
            <a:xfrm>
              <a:off x="8861425" y="6885432"/>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1" name="直線コネクタ 80">
              <a:extLst>
                <a:ext uri="{FF2B5EF4-FFF2-40B4-BE49-F238E27FC236}">
                  <a16:creationId xmlns:a16="http://schemas.microsoft.com/office/drawing/2014/main" id="{7F1E6C07-3286-B187-0385-A9FD5B592DAB}"/>
                </a:ext>
              </a:extLst>
            </p:cNvPr>
            <p:cNvCxnSpPr>
              <a:cxnSpLocks/>
            </p:cNvCxnSpPr>
            <p:nvPr/>
          </p:nvCxnSpPr>
          <p:spPr>
            <a:xfrm>
              <a:off x="9144000" y="6885432"/>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2" name="直線コネクタ 81">
              <a:extLst>
                <a:ext uri="{FF2B5EF4-FFF2-40B4-BE49-F238E27FC236}">
                  <a16:creationId xmlns:a16="http://schemas.microsoft.com/office/drawing/2014/main" id="{F1DC9A55-9E88-3434-DA87-54F1B29256ED}"/>
                </a:ext>
              </a:extLst>
            </p:cNvPr>
            <p:cNvCxnSpPr>
              <a:cxnSpLocks/>
            </p:cNvCxnSpPr>
            <p:nvPr/>
          </p:nvCxnSpPr>
          <p:spPr>
            <a:xfrm>
              <a:off x="9420225" y="6885432"/>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3" name="直線コネクタ 82">
              <a:extLst>
                <a:ext uri="{FF2B5EF4-FFF2-40B4-BE49-F238E27FC236}">
                  <a16:creationId xmlns:a16="http://schemas.microsoft.com/office/drawing/2014/main" id="{05F7DCE4-C754-1210-13FA-CBD64C9C19EE}"/>
                </a:ext>
              </a:extLst>
            </p:cNvPr>
            <p:cNvCxnSpPr>
              <a:cxnSpLocks/>
            </p:cNvCxnSpPr>
            <p:nvPr/>
          </p:nvCxnSpPr>
          <p:spPr>
            <a:xfrm>
              <a:off x="10671175" y="6885432"/>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4" name="直線コネクタ 83">
              <a:extLst>
                <a:ext uri="{FF2B5EF4-FFF2-40B4-BE49-F238E27FC236}">
                  <a16:creationId xmlns:a16="http://schemas.microsoft.com/office/drawing/2014/main" id="{1B7C6BC0-C64D-DA89-0620-B832492CAE95}"/>
                </a:ext>
              </a:extLst>
            </p:cNvPr>
            <p:cNvCxnSpPr>
              <a:cxnSpLocks/>
            </p:cNvCxnSpPr>
            <p:nvPr/>
          </p:nvCxnSpPr>
          <p:spPr>
            <a:xfrm>
              <a:off x="11905012" y="6885432"/>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5" name="直線コネクタ 84">
              <a:extLst>
                <a:ext uri="{FF2B5EF4-FFF2-40B4-BE49-F238E27FC236}">
                  <a16:creationId xmlns:a16="http://schemas.microsoft.com/office/drawing/2014/main" id="{6727EDBA-612C-A5A0-E9A3-056B72D2F048}"/>
                </a:ext>
              </a:extLst>
            </p:cNvPr>
            <p:cNvCxnSpPr>
              <a:cxnSpLocks/>
            </p:cNvCxnSpPr>
            <p:nvPr/>
          </p:nvCxnSpPr>
          <p:spPr>
            <a:xfrm>
              <a:off x="-137160" y="302895"/>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6" name="直線コネクタ 85">
              <a:extLst>
                <a:ext uri="{FF2B5EF4-FFF2-40B4-BE49-F238E27FC236}">
                  <a16:creationId xmlns:a16="http://schemas.microsoft.com/office/drawing/2014/main" id="{40BF8957-F805-1A73-8FEB-ECA7355E1079}"/>
                </a:ext>
              </a:extLst>
            </p:cNvPr>
            <p:cNvCxnSpPr>
              <a:cxnSpLocks/>
            </p:cNvCxnSpPr>
            <p:nvPr/>
          </p:nvCxnSpPr>
          <p:spPr>
            <a:xfrm>
              <a:off x="-137160" y="774476"/>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7" name="直線コネクタ 86">
              <a:extLst>
                <a:ext uri="{FF2B5EF4-FFF2-40B4-BE49-F238E27FC236}">
                  <a16:creationId xmlns:a16="http://schemas.microsoft.com/office/drawing/2014/main" id="{F62369F0-9FF4-868F-32BE-49844FE02234}"/>
                </a:ext>
              </a:extLst>
            </p:cNvPr>
            <p:cNvCxnSpPr>
              <a:cxnSpLocks/>
            </p:cNvCxnSpPr>
            <p:nvPr/>
          </p:nvCxnSpPr>
          <p:spPr>
            <a:xfrm>
              <a:off x="-137160" y="1534349"/>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8" name="直線コネクタ 87">
              <a:extLst>
                <a:ext uri="{FF2B5EF4-FFF2-40B4-BE49-F238E27FC236}">
                  <a16:creationId xmlns:a16="http://schemas.microsoft.com/office/drawing/2014/main" id="{C67A6210-2C3B-7BAB-720A-66DE9941D447}"/>
                </a:ext>
              </a:extLst>
            </p:cNvPr>
            <p:cNvCxnSpPr>
              <a:cxnSpLocks/>
            </p:cNvCxnSpPr>
            <p:nvPr/>
          </p:nvCxnSpPr>
          <p:spPr>
            <a:xfrm>
              <a:off x="-137160" y="2294222"/>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9" name="直線コネクタ 88">
              <a:extLst>
                <a:ext uri="{FF2B5EF4-FFF2-40B4-BE49-F238E27FC236}">
                  <a16:creationId xmlns:a16="http://schemas.microsoft.com/office/drawing/2014/main" id="{6253B18E-3EFA-A4AD-3D64-225477BD4FFF}"/>
                </a:ext>
              </a:extLst>
            </p:cNvPr>
            <p:cNvCxnSpPr>
              <a:cxnSpLocks/>
            </p:cNvCxnSpPr>
            <p:nvPr/>
          </p:nvCxnSpPr>
          <p:spPr>
            <a:xfrm>
              <a:off x="-137160" y="3054095"/>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90" name="直線コネクタ 89">
              <a:extLst>
                <a:ext uri="{FF2B5EF4-FFF2-40B4-BE49-F238E27FC236}">
                  <a16:creationId xmlns:a16="http://schemas.microsoft.com/office/drawing/2014/main" id="{9D178A24-7963-51D2-5A16-D1AEA8866C4A}"/>
                </a:ext>
              </a:extLst>
            </p:cNvPr>
            <p:cNvCxnSpPr>
              <a:cxnSpLocks/>
            </p:cNvCxnSpPr>
            <p:nvPr/>
          </p:nvCxnSpPr>
          <p:spPr>
            <a:xfrm>
              <a:off x="-137160" y="3813968"/>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91" name="直線コネクタ 90">
              <a:extLst>
                <a:ext uri="{FF2B5EF4-FFF2-40B4-BE49-F238E27FC236}">
                  <a16:creationId xmlns:a16="http://schemas.microsoft.com/office/drawing/2014/main" id="{F33B1103-F288-F11C-F267-EC3C04452FBF}"/>
                </a:ext>
              </a:extLst>
            </p:cNvPr>
            <p:cNvCxnSpPr>
              <a:cxnSpLocks/>
            </p:cNvCxnSpPr>
            <p:nvPr/>
          </p:nvCxnSpPr>
          <p:spPr>
            <a:xfrm>
              <a:off x="-137160" y="4573841"/>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92" name="直線コネクタ 91">
              <a:extLst>
                <a:ext uri="{FF2B5EF4-FFF2-40B4-BE49-F238E27FC236}">
                  <a16:creationId xmlns:a16="http://schemas.microsoft.com/office/drawing/2014/main" id="{FDDFB1CA-86C4-BFA4-D4DA-7DACB4F406FB}"/>
                </a:ext>
              </a:extLst>
            </p:cNvPr>
            <p:cNvCxnSpPr>
              <a:cxnSpLocks/>
            </p:cNvCxnSpPr>
            <p:nvPr/>
          </p:nvCxnSpPr>
          <p:spPr>
            <a:xfrm>
              <a:off x="-137160" y="5333714"/>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93" name="直線コネクタ 92">
              <a:extLst>
                <a:ext uri="{FF2B5EF4-FFF2-40B4-BE49-F238E27FC236}">
                  <a16:creationId xmlns:a16="http://schemas.microsoft.com/office/drawing/2014/main" id="{A139602F-2B4F-9E0A-EAE5-6DD94BEA91D3}"/>
                </a:ext>
              </a:extLst>
            </p:cNvPr>
            <p:cNvCxnSpPr>
              <a:cxnSpLocks/>
            </p:cNvCxnSpPr>
            <p:nvPr/>
          </p:nvCxnSpPr>
          <p:spPr>
            <a:xfrm>
              <a:off x="-137160" y="6093587"/>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94" name="直線コネクタ 93">
              <a:extLst>
                <a:ext uri="{FF2B5EF4-FFF2-40B4-BE49-F238E27FC236}">
                  <a16:creationId xmlns:a16="http://schemas.microsoft.com/office/drawing/2014/main" id="{986DDE45-6DDC-C0B2-447E-F191AABEFEB5}"/>
                </a:ext>
              </a:extLst>
            </p:cNvPr>
            <p:cNvCxnSpPr>
              <a:cxnSpLocks/>
            </p:cNvCxnSpPr>
            <p:nvPr/>
          </p:nvCxnSpPr>
          <p:spPr>
            <a:xfrm>
              <a:off x="12207240" y="302895"/>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95" name="直線コネクタ 94">
              <a:extLst>
                <a:ext uri="{FF2B5EF4-FFF2-40B4-BE49-F238E27FC236}">
                  <a16:creationId xmlns:a16="http://schemas.microsoft.com/office/drawing/2014/main" id="{DEE2268E-6B16-5937-B4F4-5BC6308D42A1}"/>
                </a:ext>
              </a:extLst>
            </p:cNvPr>
            <p:cNvCxnSpPr>
              <a:cxnSpLocks/>
            </p:cNvCxnSpPr>
            <p:nvPr/>
          </p:nvCxnSpPr>
          <p:spPr>
            <a:xfrm>
              <a:off x="12207240" y="774476"/>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96" name="直線コネクタ 95">
              <a:extLst>
                <a:ext uri="{FF2B5EF4-FFF2-40B4-BE49-F238E27FC236}">
                  <a16:creationId xmlns:a16="http://schemas.microsoft.com/office/drawing/2014/main" id="{DF047830-B039-D962-1AA3-C7A67F0DDF1C}"/>
                </a:ext>
              </a:extLst>
            </p:cNvPr>
            <p:cNvCxnSpPr>
              <a:cxnSpLocks/>
            </p:cNvCxnSpPr>
            <p:nvPr/>
          </p:nvCxnSpPr>
          <p:spPr>
            <a:xfrm>
              <a:off x="12207240" y="1534349"/>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97" name="直線コネクタ 96">
              <a:extLst>
                <a:ext uri="{FF2B5EF4-FFF2-40B4-BE49-F238E27FC236}">
                  <a16:creationId xmlns:a16="http://schemas.microsoft.com/office/drawing/2014/main" id="{7368856A-DF0A-604E-D690-5E5F932018C5}"/>
                </a:ext>
              </a:extLst>
            </p:cNvPr>
            <p:cNvCxnSpPr>
              <a:cxnSpLocks/>
            </p:cNvCxnSpPr>
            <p:nvPr/>
          </p:nvCxnSpPr>
          <p:spPr>
            <a:xfrm>
              <a:off x="12207240" y="2294222"/>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98" name="直線コネクタ 97">
              <a:extLst>
                <a:ext uri="{FF2B5EF4-FFF2-40B4-BE49-F238E27FC236}">
                  <a16:creationId xmlns:a16="http://schemas.microsoft.com/office/drawing/2014/main" id="{D0E87311-481D-E5C5-706D-F1FD52864142}"/>
                </a:ext>
              </a:extLst>
            </p:cNvPr>
            <p:cNvCxnSpPr>
              <a:cxnSpLocks/>
            </p:cNvCxnSpPr>
            <p:nvPr/>
          </p:nvCxnSpPr>
          <p:spPr>
            <a:xfrm>
              <a:off x="12207240" y="3054095"/>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99" name="直線コネクタ 98">
              <a:extLst>
                <a:ext uri="{FF2B5EF4-FFF2-40B4-BE49-F238E27FC236}">
                  <a16:creationId xmlns:a16="http://schemas.microsoft.com/office/drawing/2014/main" id="{9B6D17D8-FDDA-15DD-6CEB-B319DA9B2E11}"/>
                </a:ext>
              </a:extLst>
            </p:cNvPr>
            <p:cNvCxnSpPr>
              <a:cxnSpLocks/>
            </p:cNvCxnSpPr>
            <p:nvPr/>
          </p:nvCxnSpPr>
          <p:spPr>
            <a:xfrm>
              <a:off x="12207240" y="3813968"/>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00" name="直線コネクタ 99">
              <a:extLst>
                <a:ext uri="{FF2B5EF4-FFF2-40B4-BE49-F238E27FC236}">
                  <a16:creationId xmlns:a16="http://schemas.microsoft.com/office/drawing/2014/main" id="{2AE1013B-39B6-CCA7-4249-B8A619D4E40E}"/>
                </a:ext>
              </a:extLst>
            </p:cNvPr>
            <p:cNvCxnSpPr>
              <a:cxnSpLocks/>
            </p:cNvCxnSpPr>
            <p:nvPr/>
          </p:nvCxnSpPr>
          <p:spPr>
            <a:xfrm>
              <a:off x="12207240" y="4573841"/>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01" name="直線コネクタ 100">
              <a:extLst>
                <a:ext uri="{FF2B5EF4-FFF2-40B4-BE49-F238E27FC236}">
                  <a16:creationId xmlns:a16="http://schemas.microsoft.com/office/drawing/2014/main" id="{E3D74C0B-2977-50A0-AD56-13526E2B33C4}"/>
                </a:ext>
              </a:extLst>
            </p:cNvPr>
            <p:cNvCxnSpPr>
              <a:cxnSpLocks/>
            </p:cNvCxnSpPr>
            <p:nvPr/>
          </p:nvCxnSpPr>
          <p:spPr>
            <a:xfrm>
              <a:off x="12207240" y="5333714"/>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02" name="直線コネクタ 101">
              <a:extLst>
                <a:ext uri="{FF2B5EF4-FFF2-40B4-BE49-F238E27FC236}">
                  <a16:creationId xmlns:a16="http://schemas.microsoft.com/office/drawing/2014/main" id="{1E365ECB-CFCE-C4E1-1F17-A53BB0C9DC79}"/>
                </a:ext>
              </a:extLst>
            </p:cNvPr>
            <p:cNvCxnSpPr>
              <a:cxnSpLocks/>
            </p:cNvCxnSpPr>
            <p:nvPr/>
          </p:nvCxnSpPr>
          <p:spPr>
            <a:xfrm>
              <a:off x="12207240" y="6093587"/>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03" name="直線コネクタ 102">
              <a:extLst>
                <a:ext uri="{FF2B5EF4-FFF2-40B4-BE49-F238E27FC236}">
                  <a16:creationId xmlns:a16="http://schemas.microsoft.com/office/drawing/2014/main" id="{D49BEC03-981E-0A0F-74DF-12CEBA31C55A}"/>
                </a:ext>
              </a:extLst>
            </p:cNvPr>
            <p:cNvCxnSpPr>
              <a:cxnSpLocks/>
            </p:cNvCxnSpPr>
            <p:nvPr userDrawn="1"/>
          </p:nvCxnSpPr>
          <p:spPr>
            <a:xfrm>
              <a:off x="-137160" y="6565392"/>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04" name="直線コネクタ 103">
              <a:extLst>
                <a:ext uri="{FF2B5EF4-FFF2-40B4-BE49-F238E27FC236}">
                  <a16:creationId xmlns:a16="http://schemas.microsoft.com/office/drawing/2014/main" id="{0FB90B88-B85C-78BC-8F36-E32E181F2B2D}"/>
                </a:ext>
              </a:extLst>
            </p:cNvPr>
            <p:cNvCxnSpPr>
              <a:cxnSpLocks/>
            </p:cNvCxnSpPr>
            <p:nvPr userDrawn="1"/>
          </p:nvCxnSpPr>
          <p:spPr>
            <a:xfrm>
              <a:off x="12207240" y="6565392"/>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105" name="グラフィックス 3">
            <a:extLst>
              <a:ext uri="{FF2B5EF4-FFF2-40B4-BE49-F238E27FC236}">
                <a16:creationId xmlns:a16="http://schemas.microsoft.com/office/drawing/2014/main" id="{992D68F9-3294-BE79-412A-E672BDF6CFCA}"/>
              </a:ext>
            </a:extLst>
          </p:cNvPr>
          <p:cNvSpPr>
            <a:spLocks noChangeAspect="1"/>
          </p:cNvSpPr>
          <p:nvPr userDrawn="1"/>
        </p:nvSpPr>
        <p:spPr>
          <a:xfrm>
            <a:off x="11185445" y="6288883"/>
            <a:ext cx="769062" cy="283732"/>
          </a:xfrm>
          <a:custGeom>
            <a:avLst/>
            <a:gdLst>
              <a:gd name="connsiteX0" fmla="*/ -158 w 4035240"/>
              <a:gd name="connsiteY0" fmla="*/ 1394109 h 1502868"/>
              <a:gd name="connsiteX1" fmla="*/ 731541 w 4035240"/>
              <a:gd name="connsiteY1" fmla="*/ 1394109 h 1502868"/>
              <a:gd name="connsiteX2" fmla="*/ 731541 w 4035240"/>
              <a:gd name="connsiteY2" fmla="*/ 1498442 h 1502868"/>
              <a:gd name="connsiteX3" fmla="*/ -158 w 4035240"/>
              <a:gd name="connsiteY3" fmla="*/ 1498442 h 1502868"/>
              <a:gd name="connsiteX4" fmla="*/ -158 w 4035240"/>
              <a:gd name="connsiteY4" fmla="*/ 1299261 h 1502868"/>
              <a:gd name="connsiteX5" fmla="*/ 731541 w 4035240"/>
              <a:gd name="connsiteY5" fmla="*/ 1299261 h 1502868"/>
              <a:gd name="connsiteX6" fmla="*/ 731541 w 4035240"/>
              <a:gd name="connsiteY6" fmla="*/ 1194928 h 1502868"/>
              <a:gd name="connsiteX7" fmla="*/ -158 w 4035240"/>
              <a:gd name="connsiteY7" fmla="*/ 1194928 h 1502868"/>
              <a:gd name="connsiteX8" fmla="*/ 208899 w 4035240"/>
              <a:gd name="connsiteY8" fmla="*/ 1100080 h 1502868"/>
              <a:gd name="connsiteX9" fmla="*/ 522484 w 4035240"/>
              <a:gd name="connsiteY9" fmla="*/ 1100080 h 1502868"/>
              <a:gd name="connsiteX10" fmla="*/ 522484 w 4035240"/>
              <a:gd name="connsiteY10" fmla="*/ 995747 h 1502868"/>
              <a:gd name="connsiteX11" fmla="*/ 208899 w 4035240"/>
              <a:gd name="connsiteY11" fmla="*/ 995747 h 1502868"/>
              <a:gd name="connsiteX12" fmla="*/ 208899 w 4035240"/>
              <a:gd name="connsiteY12" fmla="*/ 900899 h 1502868"/>
              <a:gd name="connsiteX13" fmla="*/ 522484 w 4035240"/>
              <a:gd name="connsiteY13" fmla="*/ 900899 h 1502868"/>
              <a:gd name="connsiteX14" fmla="*/ 522484 w 4035240"/>
              <a:gd name="connsiteY14" fmla="*/ 796566 h 1502868"/>
              <a:gd name="connsiteX15" fmla="*/ 208899 w 4035240"/>
              <a:gd name="connsiteY15" fmla="*/ 796566 h 1502868"/>
              <a:gd name="connsiteX16" fmla="*/ 208899 w 4035240"/>
              <a:gd name="connsiteY16" fmla="*/ 701718 h 1502868"/>
              <a:gd name="connsiteX17" fmla="*/ 522484 w 4035240"/>
              <a:gd name="connsiteY17" fmla="*/ 701718 h 1502868"/>
              <a:gd name="connsiteX18" fmla="*/ 522484 w 4035240"/>
              <a:gd name="connsiteY18" fmla="*/ 597385 h 1502868"/>
              <a:gd name="connsiteX19" fmla="*/ 208899 w 4035240"/>
              <a:gd name="connsiteY19" fmla="*/ 597385 h 1502868"/>
              <a:gd name="connsiteX20" fmla="*/ 522484 w 4035240"/>
              <a:gd name="connsiteY20" fmla="*/ 398204 h 1502868"/>
              <a:gd name="connsiteX21" fmla="*/ 208899 w 4035240"/>
              <a:gd name="connsiteY21" fmla="*/ 398204 h 1502868"/>
              <a:gd name="connsiteX22" fmla="*/ 208899 w 4035240"/>
              <a:gd name="connsiteY22" fmla="*/ 502537 h 1502868"/>
              <a:gd name="connsiteX23" fmla="*/ 522484 w 4035240"/>
              <a:gd name="connsiteY23" fmla="*/ 502537 h 1502868"/>
              <a:gd name="connsiteX24" fmla="*/ -158 w 4035240"/>
              <a:gd name="connsiteY24" fmla="*/ 303356 h 1502868"/>
              <a:gd name="connsiteX25" fmla="*/ 731541 w 4035240"/>
              <a:gd name="connsiteY25" fmla="*/ 303356 h 1502868"/>
              <a:gd name="connsiteX26" fmla="*/ 731541 w 4035240"/>
              <a:gd name="connsiteY26" fmla="*/ 199023 h 1502868"/>
              <a:gd name="connsiteX27" fmla="*/ -158 w 4035240"/>
              <a:gd name="connsiteY27" fmla="*/ 199023 h 1502868"/>
              <a:gd name="connsiteX28" fmla="*/ -158 w 4035240"/>
              <a:gd name="connsiteY28" fmla="*/ 104175 h 1502868"/>
              <a:gd name="connsiteX29" fmla="*/ 731541 w 4035240"/>
              <a:gd name="connsiteY29" fmla="*/ 104175 h 1502868"/>
              <a:gd name="connsiteX30" fmla="*/ 731541 w 4035240"/>
              <a:gd name="connsiteY30" fmla="*/ -158 h 1502868"/>
              <a:gd name="connsiteX31" fmla="*/ -158 w 4035240"/>
              <a:gd name="connsiteY31" fmla="*/ -158 h 1502868"/>
              <a:gd name="connsiteX32" fmla="*/ 836070 w 4035240"/>
              <a:gd name="connsiteY32" fmla="*/ 1299261 h 1502868"/>
              <a:gd name="connsiteX33" fmla="*/ 1951389 w 4035240"/>
              <a:gd name="connsiteY33" fmla="*/ 1299261 h 1502868"/>
              <a:gd name="connsiteX34" fmla="*/ 1993390 w 4035240"/>
              <a:gd name="connsiteY34" fmla="*/ 1194928 h 1502868"/>
              <a:gd name="connsiteX35" fmla="*/ 836070 w 4035240"/>
              <a:gd name="connsiteY35" fmla="*/ 1194928 h 1502868"/>
              <a:gd name="connsiteX36" fmla="*/ 1864060 w 4035240"/>
              <a:gd name="connsiteY36" fmla="*/ 796566 h 1502868"/>
              <a:gd name="connsiteX37" fmla="*/ 1045127 w 4035240"/>
              <a:gd name="connsiteY37" fmla="*/ 796566 h 1502868"/>
              <a:gd name="connsiteX38" fmla="*/ 1045127 w 4035240"/>
              <a:gd name="connsiteY38" fmla="*/ 900899 h 1502868"/>
              <a:gd name="connsiteX39" fmla="*/ 1951293 w 4035240"/>
              <a:gd name="connsiteY39" fmla="*/ 900899 h 1502868"/>
              <a:gd name="connsiteX40" fmla="*/ 1864060 w 4035240"/>
              <a:gd name="connsiteY40" fmla="*/ 796566 h 1502868"/>
              <a:gd name="connsiteX41" fmla="*/ 1045127 w 4035240"/>
              <a:gd name="connsiteY41" fmla="*/ 597385 h 1502868"/>
              <a:gd name="connsiteX42" fmla="*/ 1045127 w 4035240"/>
              <a:gd name="connsiteY42" fmla="*/ 701718 h 1502868"/>
              <a:gd name="connsiteX43" fmla="*/ 1864060 w 4035240"/>
              <a:gd name="connsiteY43" fmla="*/ 701718 h 1502868"/>
              <a:gd name="connsiteX44" fmla="*/ 1951293 w 4035240"/>
              <a:gd name="connsiteY44" fmla="*/ 597385 h 1502868"/>
              <a:gd name="connsiteX45" fmla="*/ 1951389 w 4035240"/>
              <a:gd name="connsiteY45" fmla="*/ 199023 h 1502868"/>
              <a:gd name="connsiteX46" fmla="*/ 836070 w 4035240"/>
              <a:gd name="connsiteY46" fmla="*/ 199023 h 1502868"/>
              <a:gd name="connsiteX47" fmla="*/ 836070 w 4035240"/>
              <a:gd name="connsiteY47" fmla="*/ 303356 h 1502868"/>
              <a:gd name="connsiteX48" fmla="*/ 1993390 w 4035240"/>
              <a:gd name="connsiteY48" fmla="*/ 303356 h 1502868"/>
              <a:gd name="connsiteX49" fmla="*/ 1951389 w 4035240"/>
              <a:gd name="connsiteY49" fmla="*/ 199023 h 1502868"/>
              <a:gd name="connsiteX50" fmla="*/ 1605779 w 4035240"/>
              <a:gd name="connsiteY50" fmla="*/ -158 h 1502868"/>
              <a:gd name="connsiteX51" fmla="*/ 836070 w 4035240"/>
              <a:gd name="connsiteY51" fmla="*/ -158 h 1502868"/>
              <a:gd name="connsiteX52" fmla="*/ 836070 w 4035240"/>
              <a:gd name="connsiteY52" fmla="*/ 104175 h 1502868"/>
              <a:gd name="connsiteX53" fmla="*/ 1874988 w 4035240"/>
              <a:gd name="connsiteY53" fmla="*/ 104175 h 1502868"/>
              <a:gd name="connsiteX54" fmla="*/ 1605779 w 4035240"/>
              <a:gd name="connsiteY54" fmla="*/ -158 h 1502868"/>
              <a:gd name="connsiteX55" fmla="*/ 1045127 w 4035240"/>
              <a:gd name="connsiteY55" fmla="*/ 502537 h 1502868"/>
              <a:gd name="connsiteX56" fmla="*/ 1358712 w 4035240"/>
              <a:gd name="connsiteY56" fmla="*/ 502537 h 1502868"/>
              <a:gd name="connsiteX57" fmla="*/ 1358712 w 4035240"/>
              <a:gd name="connsiteY57" fmla="*/ 398204 h 1502868"/>
              <a:gd name="connsiteX58" fmla="*/ 1045127 w 4035240"/>
              <a:gd name="connsiteY58" fmla="*/ 398204 h 1502868"/>
              <a:gd name="connsiteX59" fmla="*/ 1653292 w 4035240"/>
              <a:gd name="connsiteY59" fmla="*/ 502537 h 1502868"/>
              <a:gd name="connsiteX60" fmla="*/ 1990919 w 4035240"/>
              <a:gd name="connsiteY60" fmla="*/ 502537 h 1502868"/>
              <a:gd name="connsiteX61" fmla="*/ 2004888 w 4035240"/>
              <a:gd name="connsiteY61" fmla="*/ 398204 h 1502868"/>
              <a:gd name="connsiteX62" fmla="*/ 1653292 w 4035240"/>
              <a:gd name="connsiteY62" fmla="*/ 398204 h 1502868"/>
              <a:gd name="connsiteX63" fmla="*/ 1045127 w 4035240"/>
              <a:gd name="connsiteY63" fmla="*/ 1100080 h 1502868"/>
              <a:gd name="connsiteX64" fmla="*/ 1358712 w 4035240"/>
              <a:gd name="connsiteY64" fmla="*/ 1100080 h 1502868"/>
              <a:gd name="connsiteX65" fmla="*/ 1358712 w 4035240"/>
              <a:gd name="connsiteY65" fmla="*/ 995747 h 1502868"/>
              <a:gd name="connsiteX66" fmla="*/ 1045127 w 4035240"/>
              <a:gd name="connsiteY66" fmla="*/ 995747 h 1502868"/>
              <a:gd name="connsiteX67" fmla="*/ 1653292 w 4035240"/>
              <a:gd name="connsiteY67" fmla="*/ 995747 h 1502868"/>
              <a:gd name="connsiteX68" fmla="*/ 1653292 w 4035240"/>
              <a:gd name="connsiteY68" fmla="*/ 1100080 h 1502868"/>
              <a:gd name="connsiteX69" fmla="*/ 2004888 w 4035240"/>
              <a:gd name="connsiteY69" fmla="*/ 1100080 h 1502868"/>
              <a:gd name="connsiteX70" fmla="*/ 1990919 w 4035240"/>
              <a:gd name="connsiteY70" fmla="*/ 995747 h 1502868"/>
              <a:gd name="connsiteX71" fmla="*/ 836070 w 4035240"/>
              <a:gd name="connsiteY71" fmla="*/ 1498442 h 1502868"/>
              <a:gd name="connsiteX72" fmla="*/ 1605779 w 4035240"/>
              <a:gd name="connsiteY72" fmla="*/ 1498442 h 1502868"/>
              <a:gd name="connsiteX73" fmla="*/ 1874988 w 4035240"/>
              <a:gd name="connsiteY73" fmla="*/ 1394109 h 1502868"/>
              <a:gd name="connsiteX74" fmla="*/ 836070 w 4035240"/>
              <a:gd name="connsiteY74" fmla="*/ 1394109 h 1502868"/>
              <a:gd name="connsiteX75" fmla="*/ 2926639 w 4035240"/>
              <a:gd name="connsiteY75" fmla="*/ 1498442 h 1502868"/>
              <a:gd name="connsiteX76" fmla="*/ 2962939 w 4035240"/>
              <a:gd name="connsiteY76" fmla="*/ 1394109 h 1502868"/>
              <a:gd name="connsiteX77" fmla="*/ 2890339 w 4035240"/>
              <a:gd name="connsiteY77" fmla="*/ 1394109 h 1502868"/>
              <a:gd name="connsiteX78" fmla="*/ 2856985 w 4035240"/>
              <a:gd name="connsiteY78" fmla="*/ 1299261 h 1502868"/>
              <a:gd name="connsiteX79" fmla="*/ 2996293 w 4035240"/>
              <a:gd name="connsiteY79" fmla="*/ 1299261 h 1502868"/>
              <a:gd name="connsiteX80" fmla="*/ 3033068 w 4035240"/>
              <a:gd name="connsiteY80" fmla="*/ 1194928 h 1502868"/>
              <a:gd name="connsiteX81" fmla="*/ 2820210 w 4035240"/>
              <a:gd name="connsiteY81" fmla="*/ 1194928 h 1502868"/>
              <a:gd name="connsiteX82" fmla="*/ 2786856 w 4035240"/>
              <a:gd name="connsiteY82" fmla="*/ 1100080 h 1502868"/>
              <a:gd name="connsiteX83" fmla="*/ 3066422 w 4035240"/>
              <a:gd name="connsiteY83" fmla="*/ 1100080 h 1502868"/>
              <a:gd name="connsiteX84" fmla="*/ 3103102 w 4035240"/>
              <a:gd name="connsiteY84" fmla="*/ 995747 h 1502868"/>
              <a:gd name="connsiteX85" fmla="*/ 2750176 w 4035240"/>
              <a:gd name="connsiteY85" fmla="*/ 995747 h 1502868"/>
              <a:gd name="connsiteX86" fmla="*/ 2716822 w 4035240"/>
              <a:gd name="connsiteY86" fmla="*/ 900899 h 1502868"/>
              <a:gd name="connsiteX87" fmla="*/ 3136456 w 4035240"/>
              <a:gd name="connsiteY87" fmla="*/ 900899 h 1502868"/>
              <a:gd name="connsiteX88" fmla="*/ 3173136 w 4035240"/>
              <a:gd name="connsiteY88" fmla="*/ 796566 h 1502868"/>
              <a:gd name="connsiteX89" fmla="*/ 2680142 w 4035240"/>
              <a:gd name="connsiteY89" fmla="*/ 796566 h 1502868"/>
              <a:gd name="connsiteX90" fmla="*/ 2299468 w 4035240"/>
              <a:gd name="connsiteY90" fmla="*/ 502537 h 1502868"/>
              <a:gd name="connsiteX91" fmla="*/ 2864207 w 4035240"/>
              <a:gd name="connsiteY91" fmla="*/ 502537 h 1502868"/>
              <a:gd name="connsiteX92" fmla="*/ 2827907 w 4035240"/>
              <a:gd name="connsiteY92" fmla="*/ 398204 h 1502868"/>
              <a:gd name="connsiteX93" fmla="*/ 2299468 w 4035240"/>
              <a:gd name="connsiteY93" fmla="*/ 398204 h 1502868"/>
              <a:gd name="connsiteX94" fmla="*/ 3058440 w 4035240"/>
              <a:gd name="connsiteY94" fmla="*/ 303356 h 1502868"/>
              <a:gd name="connsiteX95" fmla="*/ 3762867 w 4035240"/>
              <a:gd name="connsiteY95" fmla="*/ 303356 h 1502868"/>
              <a:gd name="connsiteX96" fmla="*/ 3762867 w 4035240"/>
              <a:gd name="connsiteY96" fmla="*/ 199023 h 1502868"/>
              <a:gd name="connsiteX97" fmla="*/ 3094835 w 4035240"/>
              <a:gd name="connsiteY97" fmla="*/ 199023 h 1502868"/>
              <a:gd name="connsiteX98" fmla="*/ 3164204 w 4035240"/>
              <a:gd name="connsiteY98" fmla="*/ -158 h 1502868"/>
              <a:gd name="connsiteX99" fmla="*/ 3127904 w 4035240"/>
              <a:gd name="connsiteY99" fmla="*/ 104175 h 1502868"/>
              <a:gd name="connsiteX100" fmla="*/ 3762867 w 4035240"/>
              <a:gd name="connsiteY100" fmla="*/ 104175 h 1502868"/>
              <a:gd name="connsiteX101" fmla="*/ 3762867 w 4035240"/>
              <a:gd name="connsiteY101" fmla="*/ -158 h 1502868"/>
              <a:gd name="connsiteX102" fmla="*/ 2090411 w 4035240"/>
              <a:gd name="connsiteY102" fmla="*/ 1498442 h 1502868"/>
              <a:gd name="connsiteX103" fmla="*/ 2613054 w 4035240"/>
              <a:gd name="connsiteY103" fmla="*/ 1498442 h 1502868"/>
              <a:gd name="connsiteX104" fmla="*/ 2613054 w 4035240"/>
              <a:gd name="connsiteY104" fmla="*/ 1394109 h 1502868"/>
              <a:gd name="connsiteX105" fmla="*/ 2090411 w 4035240"/>
              <a:gd name="connsiteY105" fmla="*/ 1394109 h 1502868"/>
              <a:gd name="connsiteX106" fmla="*/ 2090411 w 4035240"/>
              <a:gd name="connsiteY106" fmla="*/ 1299261 h 1502868"/>
              <a:gd name="connsiteX107" fmla="*/ 2613054 w 4035240"/>
              <a:gd name="connsiteY107" fmla="*/ 1299261 h 1502868"/>
              <a:gd name="connsiteX108" fmla="*/ 2613054 w 4035240"/>
              <a:gd name="connsiteY108" fmla="*/ 1194928 h 1502868"/>
              <a:gd name="connsiteX109" fmla="*/ 2090411 w 4035240"/>
              <a:gd name="connsiteY109" fmla="*/ 1194928 h 1502868"/>
              <a:gd name="connsiteX110" fmla="*/ 2299468 w 4035240"/>
              <a:gd name="connsiteY110" fmla="*/ 1100080 h 1502868"/>
              <a:gd name="connsiteX111" fmla="*/ 2613054 w 4035240"/>
              <a:gd name="connsiteY111" fmla="*/ 1100080 h 1502868"/>
              <a:gd name="connsiteX112" fmla="*/ 2613054 w 4035240"/>
              <a:gd name="connsiteY112" fmla="*/ 995747 h 1502868"/>
              <a:gd name="connsiteX113" fmla="*/ 2299468 w 4035240"/>
              <a:gd name="connsiteY113" fmla="*/ 995747 h 1502868"/>
              <a:gd name="connsiteX114" fmla="*/ 2299468 w 4035240"/>
              <a:gd name="connsiteY114" fmla="*/ 900899 h 1502868"/>
              <a:gd name="connsiteX115" fmla="*/ 2613054 w 4035240"/>
              <a:gd name="connsiteY115" fmla="*/ 900899 h 1502868"/>
              <a:gd name="connsiteX116" fmla="*/ 2613054 w 4035240"/>
              <a:gd name="connsiteY116" fmla="*/ 796566 h 1502868"/>
              <a:gd name="connsiteX117" fmla="*/ 2299468 w 4035240"/>
              <a:gd name="connsiteY117" fmla="*/ 796566 h 1502868"/>
              <a:gd name="connsiteX118" fmla="*/ 3553810 w 4035240"/>
              <a:gd name="connsiteY118" fmla="*/ 398204 h 1502868"/>
              <a:gd name="connsiteX119" fmla="*/ 3025371 w 4035240"/>
              <a:gd name="connsiteY119" fmla="*/ 398204 h 1502868"/>
              <a:gd name="connsiteX120" fmla="*/ 2989071 w 4035240"/>
              <a:gd name="connsiteY120" fmla="*/ 502537 h 1502868"/>
              <a:gd name="connsiteX121" fmla="*/ 3553810 w 4035240"/>
              <a:gd name="connsiteY121" fmla="*/ 502537 h 1502868"/>
              <a:gd name="connsiteX122" fmla="*/ 3240225 w 4035240"/>
              <a:gd name="connsiteY122" fmla="*/ 701718 h 1502868"/>
              <a:gd name="connsiteX123" fmla="*/ 3553810 w 4035240"/>
              <a:gd name="connsiteY123" fmla="*/ 701718 h 1502868"/>
              <a:gd name="connsiteX124" fmla="*/ 3553810 w 4035240"/>
              <a:gd name="connsiteY124" fmla="*/ 597385 h 1502868"/>
              <a:gd name="connsiteX125" fmla="*/ 2956002 w 4035240"/>
              <a:gd name="connsiteY125" fmla="*/ 597385 h 1502868"/>
              <a:gd name="connsiteX126" fmla="*/ 2926639 w 4035240"/>
              <a:gd name="connsiteY126" fmla="*/ 681705 h 1502868"/>
              <a:gd name="connsiteX127" fmla="*/ 2897276 w 4035240"/>
              <a:gd name="connsiteY127" fmla="*/ 597385 h 1502868"/>
              <a:gd name="connsiteX128" fmla="*/ 2299468 w 4035240"/>
              <a:gd name="connsiteY128" fmla="*/ 597385 h 1502868"/>
              <a:gd name="connsiteX129" fmla="*/ 2299468 w 4035240"/>
              <a:gd name="connsiteY129" fmla="*/ 701718 h 1502868"/>
              <a:gd name="connsiteX130" fmla="*/ 2613054 w 4035240"/>
              <a:gd name="connsiteY130" fmla="*/ 701718 h 1502868"/>
              <a:gd name="connsiteX131" fmla="*/ 2613054 w 4035240"/>
              <a:gd name="connsiteY131" fmla="*/ 605827 h 1502868"/>
              <a:gd name="connsiteX132" fmla="*/ 2646788 w 4035240"/>
              <a:gd name="connsiteY132" fmla="*/ 701718 h 1502868"/>
              <a:gd name="connsiteX133" fmla="*/ 3206491 w 4035240"/>
              <a:gd name="connsiteY133" fmla="*/ 701718 h 1502868"/>
              <a:gd name="connsiteX134" fmla="*/ 3240225 w 4035240"/>
              <a:gd name="connsiteY134" fmla="*/ 605827 h 1502868"/>
              <a:gd name="connsiteX135" fmla="*/ 3553810 w 4035240"/>
              <a:gd name="connsiteY135" fmla="*/ 796566 h 1502868"/>
              <a:gd name="connsiteX136" fmla="*/ 3240225 w 4035240"/>
              <a:gd name="connsiteY136" fmla="*/ 796566 h 1502868"/>
              <a:gd name="connsiteX137" fmla="*/ 3240225 w 4035240"/>
              <a:gd name="connsiteY137" fmla="*/ 900899 h 1502868"/>
              <a:gd name="connsiteX138" fmla="*/ 3553810 w 4035240"/>
              <a:gd name="connsiteY138" fmla="*/ 900899 h 1502868"/>
              <a:gd name="connsiteX139" fmla="*/ 3240225 w 4035240"/>
              <a:gd name="connsiteY139" fmla="*/ 1100080 h 1502868"/>
              <a:gd name="connsiteX140" fmla="*/ 3553810 w 4035240"/>
              <a:gd name="connsiteY140" fmla="*/ 1100080 h 1502868"/>
              <a:gd name="connsiteX141" fmla="*/ 3553810 w 4035240"/>
              <a:gd name="connsiteY141" fmla="*/ 995747 h 1502868"/>
              <a:gd name="connsiteX142" fmla="*/ 3240225 w 4035240"/>
              <a:gd name="connsiteY142" fmla="*/ 995747 h 1502868"/>
              <a:gd name="connsiteX143" fmla="*/ 3240225 w 4035240"/>
              <a:gd name="connsiteY143" fmla="*/ 1299261 h 1502868"/>
              <a:gd name="connsiteX144" fmla="*/ 3762867 w 4035240"/>
              <a:gd name="connsiteY144" fmla="*/ 1299261 h 1502868"/>
              <a:gd name="connsiteX145" fmla="*/ 3762867 w 4035240"/>
              <a:gd name="connsiteY145" fmla="*/ 1194928 h 1502868"/>
              <a:gd name="connsiteX146" fmla="*/ 3240225 w 4035240"/>
              <a:gd name="connsiteY146" fmla="*/ 1194928 h 1502868"/>
              <a:gd name="connsiteX147" fmla="*/ 3240225 w 4035240"/>
              <a:gd name="connsiteY147" fmla="*/ 1498442 h 1502868"/>
              <a:gd name="connsiteX148" fmla="*/ 3762867 w 4035240"/>
              <a:gd name="connsiteY148" fmla="*/ 1498442 h 1502868"/>
              <a:gd name="connsiteX149" fmla="*/ 3762867 w 4035240"/>
              <a:gd name="connsiteY149" fmla="*/ 1394109 h 1502868"/>
              <a:gd name="connsiteX150" fmla="*/ 3240225 w 4035240"/>
              <a:gd name="connsiteY150" fmla="*/ 1394109 h 1502868"/>
              <a:gd name="connsiteX151" fmla="*/ 2794838 w 4035240"/>
              <a:gd name="connsiteY151" fmla="*/ 303356 h 1502868"/>
              <a:gd name="connsiteX152" fmla="*/ 2758443 w 4035240"/>
              <a:gd name="connsiteY152" fmla="*/ 199023 h 1502868"/>
              <a:gd name="connsiteX153" fmla="*/ 2090411 w 4035240"/>
              <a:gd name="connsiteY153" fmla="*/ 199023 h 1502868"/>
              <a:gd name="connsiteX154" fmla="*/ 2090411 w 4035240"/>
              <a:gd name="connsiteY154" fmla="*/ 303356 h 1502868"/>
              <a:gd name="connsiteX155" fmla="*/ 2725469 w 4035240"/>
              <a:gd name="connsiteY155" fmla="*/ 104175 h 1502868"/>
              <a:gd name="connsiteX156" fmla="*/ 2689075 w 4035240"/>
              <a:gd name="connsiteY156" fmla="*/ -158 h 1502868"/>
              <a:gd name="connsiteX157" fmla="*/ 2090411 w 4035240"/>
              <a:gd name="connsiteY157" fmla="*/ -158 h 1502868"/>
              <a:gd name="connsiteX158" fmla="*/ 2090411 w 4035240"/>
              <a:gd name="connsiteY158" fmla="*/ 104175 h 1502868"/>
              <a:gd name="connsiteX159" fmla="*/ 3875283 w 4035240"/>
              <a:gd name="connsiteY159" fmla="*/ 1420572 h 1502868"/>
              <a:gd name="connsiteX160" fmla="*/ 3957540 w 4035240"/>
              <a:gd name="connsiteY160" fmla="*/ 1343211 h 1502868"/>
              <a:gd name="connsiteX161" fmla="*/ 4035046 w 4035240"/>
              <a:gd name="connsiteY161" fmla="*/ 1425315 h 1502868"/>
              <a:gd name="connsiteX162" fmla="*/ 3955105 w 4035240"/>
              <a:gd name="connsiteY162" fmla="*/ 1502711 h 1502868"/>
              <a:gd name="connsiteX163" fmla="*/ 3875445 w 4035240"/>
              <a:gd name="connsiteY163" fmla="*/ 1422311 h 1502868"/>
              <a:gd name="connsiteX164" fmla="*/ 3875474 w 4035240"/>
              <a:gd name="connsiteY164" fmla="*/ 1420572 h 1502868"/>
              <a:gd name="connsiteX165" fmla="*/ 4016206 w 4035240"/>
              <a:gd name="connsiteY165" fmla="*/ 1425789 h 1502868"/>
              <a:gd name="connsiteX166" fmla="*/ 4016206 w 4035240"/>
              <a:gd name="connsiteY166" fmla="*/ 1415450 h 1502868"/>
              <a:gd name="connsiteX167" fmla="*/ 3952743 w 4035240"/>
              <a:gd name="connsiteY167" fmla="*/ 1356915 h 1502868"/>
              <a:gd name="connsiteX168" fmla="*/ 3894098 w 4035240"/>
              <a:gd name="connsiteY168" fmla="*/ 1415450 h 1502868"/>
              <a:gd name="connsiteX169" fmla="*/ 3894098 w 4035240"/>
              <a:gd name="connsiteY169" fmla="*/ 1425789 h 1502868"/>
              <a:gd name="connsiteX170" fmla="*/ 3957561 w 4035240"/>
              <a:gd name="connsiteY170" fmla="*/ 1484324 h 1502868"/>
              <a:gd name="connsiteX171" fmla="*/ 4016206 w 4035240"/>
              <a:gd name="connsiteY171" fmla="*/ 1425789 h 1502868"/>
              <a:gd name="connsiteX172" fmla="*/ 3943416 w 4035240"/>
              <a:gd name="connsiteY172" fmla="*/ 1462874 h 1502868"/>
              <a:gd name="connsiteX173" fmla="*/ 3923081 w 4035240"/>
              <a:gd name="connsiteY173" fmla="*/ 1462874 h 1502868"/>
              <a:gd name="connsiteX174" fmla="*/ 3923081 w 4035240"/>
              <a:gd name="connsiteY174" fmla="*/ 1379598 h 1502868"/>
              <a:gd name="connsiteX175" fmla="*/ 3961091 w 4035240"/>
              <a:gd name="connsiteY175" fmla="*/ 1379598 h 1502868"/>
              <a:gd name="connsiteX176" fmla="*/ 3989418 w 4035240"/>
              <a:gd name="connsiteY176" fmla="*/ 1401360 h 1502868"/>
              <a:gd name="connsiteX177" fmla="*/ 3989599 w 4035240"/>
              <a:gd name="connsiteY177" fmla="*/ 1405871 h 1502868"/>
              <a:gd name="connsiteX178" fmla="*/ 3974489 w 4035240"/>
              <a:gd name="connsiteY178" fmla="*/ 1431005 h 1502868"/>
              <a:gd name="connsiteX179" fmla="*/ 3993495 w 4035240"/>
              <a:gd name="connsiteY179" fmla="*/ 1462874 h 1502868"/>
              <a:gd name="connsiteX180" fmla="*/ 3971164 w 4035240"/>
              <a:gd name="connsiteY180" fmla="*/ 1462874 h 1502868"/>
              <a:gd name="connsiteX181" fmla="*/ 3955580 w 4035240"/>
              <a:gd name="connsiteY181" fmla="*/ 1434420 h 1502868"/>
              <a:gd name="connsiteX182" fmla="*/ 3943416 w 4035240"/>
              <a:gd name="connsiteY182" fmla="*/ 1434420 h 1502868"/>
              <a:gd name="connsiteX183" fmla="*/ 3958620 w 4035240"/>
              <a:gd name="connsiteY183" fmla="*/ 1419055 h 1502868"/>
              <a:gd name="connsiteX184" fmla="*/ 3968123 w 4035240"/>
              <a:gd name="connsiteY184" fmla="*/ 1410234 h 1502868"/>
              <a:gd name="connsiteX185" fmla="*/ 3968123 w 4035240"/>
              <a:gd name="connsiteY185" fmla="*/ 1404258 h 1502868"/>
              <a:gd name="connsiteX186" fmla="*/ 3958620 w 4035240"/>
              <a:gd name="connsiteY186" fmla="*/ 1395532 h 1502868"/>
              <a:gd name="connsiteX187" fmla="*/ 3943416 w 4035240"/>
              <a:gd name="connsiteY187" fmla="*/ 1395532 h 1502868"/>
              <a:gd name="connsiteX188" fmla="*/ 3943416 w 4035240"/>
              <a:gd name="connsiteY188" fmla="*/ 1419055 h 1502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Lst>
            <a:rect l="l" t="t" r="r" b="b"/>
            <a:pathLst>
              <a:path w="4035240" h="1502868">
                <a:moveTo>
                  <a:pt x="-158" y="1394109"/>
                </a:moveTo>
                <a:lnTo>
                  <a:pt x="731541" y="1394109"/>
                </a:lnTo>
                <a:lnTo>
                  <a:pt x="731541" y="1498442"/>
                </a:lnTo>
                <a:lnTo>
                  <a:pt x="-158" y="1498442"/>
                </a:lnTo>
                <a:close/>
                <a:moveTo>
                  <a:pt x="-158" y="1299261"/>
                </a:moveTo>
                <a:lnTo>
                  <a:pt x="731541" y="1299261"/>
                </a:lnTo>
                <a:lnTo>
                  <a:pt x="731541" y="1194928"/>
                </a:lnTo>
                <a:lnTo>
                  <a:pt x="-158" y="1194928"/>
                </a:lnTo>
                <a:close/>
                <a:moveTo>
                  <a:pt x="208899" y="1100080"/>
                </a:moveTo>
                <a:lnTo>
                  <a:pt x="522484" y="1100080"/>
                </a:lnTo>
                <a:lnTo>
                  <a:pt x="522484" y="995747"/>
                </a:lnTo>
                <a:lnTo>
                  <a:pt x="208899" y="995747"/>
                </a:lnTo>
                <a:close/>
                <a:moveTo>
                  <a:pt x="208899" y="900899"/>
                </a:moveTo>
                <a:lnTo>
                  <a:pt x="522484" y="900899"/>
                </a:lnTo>
                <a:lnTo>
                  <a:pt x="522484" y="796566"/>
                </a:lnTo>
                <a:lnTo>
                  <a:pt x="208899" y="796566"/>
                </a:lnTo>
                <a:close/>
                <a:moveTo>
                  <a:pt x="208899" y="701718"/>
                </a:moveTo>
                <a:lnTo>
                  <a:pt x="522484" y="701718"/>
                </a:lnTo>
                <a:lnTo>
                  <a:pt x="522484" y="597385"/>
                </a:lnTo>
                <a:lnTo>
                  <a:pt x="208899" y="597385"/>
                </a:lnTo>
                <a:close/>
                <a:moveTo>
                  <a:pt x="522484" y="398204"/>
                </a:moveTo>
                <a:lnTo>
                  <a:pt x="208899" y="398204"/>
                </a:lnTo>
                <a:lnTo>
                  <a:pt x="208899" y="502537"/>
                </a:lnTo>
                <a:lnTo>
                  <a:pt x="522484" y="502537"/>
                </a:lnTo>
                <a:close/>
                <a:moveTo>
                  <a:pt x="-158" y="303356"/>
                </a:moveTo>
                <a:lnTo>
                  <a:pt x="731541" y="303356"/>
                </a:lnTo>
                <a:lnTo>
                  <a:pt x="731541" y="199023"/>
                </a:lnTo>
                <a:lnTo>
                  <a:pt x="-158" y="199023"/>
                </a:lnTo>
                <a:close/>
                <a:moveTo>
                  <a:pt x="-158" y="104175"/>
                </a:moveTo>
                <a:lnTo>
                  <a:pt x="731541" y="104175"/>
                </a:lnTo>
                <a:lnTo>
                  <a:pt x="731541" y="-158"/>
                </a:lnTo>
                <a:lnTo>
                  <a:pt x="-158" y="-158"/>
                </a:lnTo>
                <a:close/>
                <a:moveTo>
                  <a:pt x="836070" y="1299261"/>
                </a:moveTo>
                <a:lnTo>
                  <a:pt x="1951389" y="1299261"/>
                </a:lnTo>
                <a:cubicBezTo>
                  <a:pt x="1970288" y="1266654"/>
                  <a:pt x="1984432" y="1231523"/>
                  <a:pt x="1993390" y="1194928"/>
                </a:cubicBezTo>
                <a:lnTo>
                  <a:pt x="836070" y="1194928"/>
                </a:lnTo>
                <a:close/>
                <a:moveTo>
                  <a:pt x="1864060" y="796566"/>
                </a:moveTo>
                <a:lnTo>
                  <a:pt x="1045127" y="796566"/>
                </a:lnTo>
                <a:lnTo>
                  <a:pt x="1045127" y="900899"/>
                </a:lnTo>
                <a:lnTo>
                  <a:pt x="1951293" y="900899"/>
                </a:lnTo>
                <a:cubicBezTo>
                  <a:pt x="1928348" y="861440"/>
                  <a:pt x="1898850" y="826160"/>
                  <a:pt x="1864060" y="796566"/>
                </a:cubicBezTo>
                <a:close/>
                <a:moveTo>
                  <a:pt x="1045127" y="597385"/>
                </a:moveTo>
                <a:lnTo>
                  <a:pt x="1045127" y="701718"/>
                </a:lnTo>
                <a:lnTo>
                  <a:pt x="1864060" y="701718"/>
                </a:lnTo>
                <a:cubicBezTo>
                  <a:pt x="1898850" y="672125"/>
                  <a:pt x="1928348" y="636845"/>
                  <a:pt x="1951293" y="597385"/>
                </a:cubicBezTo>
                <a:close/>
                <a:moveTo>
                  <a:pt x="1951389" y="199023"/>
                </a:moveTo>
                <a:lnTo>
                  <a:pt x="836070" y="199023"/>
                </a:lnTo>
                <a:lnTo>
                  <a:pt x="836070" y="303356"/>
                </a:lnTo>
                <a:lnTo>
                  <a:pt x="1993390" y="303356"/>
                </a:lnTo>
                <a:cubicBezTo>
                  <a:pt x="1984432" y="266762"/>
                  <a:pt x="1970289" y="231630"/>
                  <a:pt x="1951389" y="199023"/>
                </a:cubicBezTo>
                <a:close/>
                <a:moveTo>
                  <a:pt x="1605779" y="-158"/>
                </a:moveTo>
                <a:lnTo>
                  <a:pt x="836070" y="-158"/>
                </a:lnTo>
                <a:lnTo>
                  <a:pt x="836070" y="104175"/>
                </a:lnTo>
                <a:lnTo>
                  <a:pt x="1874988" y="104175"/>
                </a:lnTo>
                <a:cubicBezTo>
                  <a:pt x="1801525" y="36948"/>
                  <a:pt x="1705445" y="-288"/>
                  <a:pt x="1605779" y="-158"/>
                </a:cubicBezTo>
                <a:close/>
                <a:moveTo>
                  <a:pt x="1045127" y="502537"/>
                </a:moveTo>
                <a:lnTo>
                  <a:pt x="1358712" y="502537"/>
                </a:lnTo>
                <a:lnTo>
                  <a:pt x="1358712" y="398204"/>
                </a:lnTo>
                <a:lnTo>
                  <a:pt x="1045127" y="398204"/>
                </a:lnTo>
                <a:close/>
                <a:moveTo>
                  <a:pt x="1653292" y="502537"/>
                </a:moveTo>
                <a:lnTo>
                  <a:pt x="1990919" y="502537"/>
                </a:lnTo>
                <a:cubicBezTo>
                  <a:pt x="2000179" y="468529"/>
                  <a:pt x="2004876" y="433446"/>
                  <a:pt x="2004888" y="398204"/>
                </a:cubicBezTo>
                <a:lnTo>
                  <a:pt x="1653292" y="398204"/>
                </a:lnTo>
                <a:close/>
                <a:moveTo>
                  <a:pt x="1045127" y="1100080"/>
                </a:moveTo>
                <a:lnTo>
                  <a:pt x="1358712" y="1100080"/>
                </a:lnTo>
                <a:lnTo>
                  <a:pt x="1358712" y="995747"/>
                </a:lnTo>
                <a:lnTo>
                  <a:pt x="1045127" y="995747"/>
                </a:lnTo>
                <a:close/>
                <a:moveTo>
                  <a:pt x="1653292" y="995747"/>
                </a:moveTo>
                <a:lnTo>
                  <a:pt x="1653292" y="1100080"/>
                </a:lnTo>
                <a:lnTo>
                  <a:pt x="2004888" y="1100080"/>
                </a:lnTo>
                <a:cubicBezTo>
                  <a:pt x="2004876" y="1064839"/>
                  <a:pt x="2000179" y="1029755"/>
                  <a:pt x="1990919" y="995747"/>
                </a:cubicBezTo>
                <a:close/>
                <a:moveTo>
                  <a:pt x="836070" y="1498442"/>
                </a:moveTo>
                <a:lnTo>
                  <a:pt x="1605779" y="1498442"/>
                </a:lnTo>
                <a:cubicBezTo>
                  <a:pt x="1705471" y="1498712"/>
                  <a:pt x="1801600" y="1461457"/>
                  <a:pt x="1874988" y="1394109"/>
                </a:cubicBezTo>
                <a:lnTo>
                  <a:pt x="836070" y="1394109"/>
                </a:lnTo>
                <a:close/>
                <a:moveTo>
                  <a:pt x="2926639" y="1498442"/>
                </a:moveTo>
                <a:lnTo>
                  <a:pt x="2962939" y="1394109"/>
                </a:lnTo>
                <a:lnTo>
                  <a:pt x="2890339" y="1394109"/>
                </a:lnTo>
                <a:close/>
                <a:moveTo>
                  <a:pt x="2856985" y="1299261"/>
                </a:moveTo>
                <a:lnTo>
                  <a:pt x="2996293" y="1299261"/>
                </a:lnTo>
                <a:lnTo>
                  <a:pt x="3033068" y="1194928"/>
                </a:lnTo>
                <a:lnTo>
                  <a:pt x="2820210" y="1194928"/>
                </a:lnTo>
                <a:close/>
                <a:moveTo>
                  <a:pt x="2786856" y="1100080"/>
                </a:moveTo>
                <a:lnTo>
                  <a:pt x="3066422" y="1100080"/>
                </a:lnTo>
                <a:lnTo>
                  <a:pt x="3103102" y="995747"/>
                </a:lnTo>
                <a:lnTo>
                  <a:pt x="2750176" y="995747"/>
                </a:lnTo>
                <a:close/>
                <a:moveTo>
                  <a:pt x="2716822" y="900899"/>
                </a:moveTo>
                <a:lnTo>
                  <a:pt x="3136456" y="900899"/>
                </a:lnTo>
                <a:lnTo>
                  <a:pt x="3173136" y="796566"/>
                </a:lnTo>
                <a:lnTo>
                  <a:pt x="2680142" y="796566"/>
                </a:lnTo>
                <a:close/>
                <a:moveTo>
                  <a:pt x="2299468" y="502537"/>
                </a:moveTo>
                <a:lnTo>
                  <a:pt x="2864207" y="502537"/>
                </a:lnTo>
                <a:lnTo>
                  <a:pt x="2827907" y="398204"/>
                </a:lnTo>
                <a:lnTo>
                  <a:pt x="2299468" y="398204"/>
                </a:lnTo>
                <a:close/>
                <a:moveTo>
                  <a:pt x="3058440" y="303356"/>
                </a:moveTo>
                <a:lnTo>
                  <a:pt x="3762867" y="303356"/>
                </a:lnTo>
                <a:lnTo>
                  <a:pt x="3762867" y="199023"/>
                </a:lnTo>
                <a:lnTo>
                  <a:pt x="3094835" y="199023"/>
                </a:lnTo>
                <a:close/>
                <a:moveTo>
                  <a:pt x="3164204" y="-158"/>
                </a:moveTo>
                <a:lnTo>
                  <a:pt x="3127904" y="104175"/>
                </a:lnTo>
                <a:lnTo>
                  <a:pt x="3762867" y="104175"/>
                </a:lnTo>
                <a:lnTo>
                  <a:pt x="3762867" y="-158"/>
                </a:lnTo>
                <a:close/>
                <a:moveTo>
                  <a:pt x="2090411" y="1498442"/>
                </a:moveTo>
                <a:lnTo>
                  <a:pt x="2613054" y="1498442"/>
                </a:lnTo>
                <a:lnTo>
                  <a:pt x="2613054" y="1394109"/>
                </a:lnTo>
                <a:lnTo>
                  <a:pt x="2090411" y="1394109"/>
                </a:lnTo>
                <a:close/>
                <a:moveTo>
                  <a:pt x="2090411" y="1299261"/>
                </a:moveTo>
                <a:lnTo>
                  <a:pt x="2613054" y="1299261"/>
                </a:lnTo>
                <a:lnTo>
                  <a:pt x="2613054" y="1194928"/>
                </a:lnTo>
                <a:lnTo>
                  <a:pt x="2090411" y="1194928"/>
                </a:lnTo>
                <a:close/>
                <a:moveTo>
                  <a:pt x="2299468" y="1100080"/>
                </a:moveTo>
                <a:lnTo>
                  <a:pt x="2613054" y="1100080"/>
                </a:lnTo>
                <a:lnTo>
                  <a:pt x="2613054" y="995747"/>
                </a:lnTo>
                <a:lnTo>
                  <a:pt x="2299468" y="995747"/>
                </a:lnTo>
                <a:close/>
                <a:moveTo>
                  <a:pt x="2299468" y="900899"/>
                </a:moveTo>
                <a:lnTo>
                  <a:pt x="2613054" y="900899"/>
                </a:lnTo>
                <a:lnTo>
                  <a:pt x="2613054" y="796566"/>
                </a:lnTo>
                <a:lnTo>
                  <a:pt x="2299468" y="796566"/>
                </a:lnTo>
                <a:close/>
                <a:moveTo>
                  <a:pt x="3553810" y="398204"/>
                </a:moveTo>
                <a:lnTo>
                  <a:pt x="3025371" y="398204"/>
                </a:lnTo>
                <a:lnTo>
                  <a:pt x="2989071" y="502537"/>
                </a:lnTo>
                <a:lnTo>
                  <a:pt x="3553810" y="502537"/>
                </a:lnTo>
                <a:close/>
                <a:moveTo>
                  <a:pt x="3240225" y="701718"/>
                </a:moveTo>
                <a:lnTo>
                  <a:pt x="3553810" y="701718"/>
                </a:lnTo>
                <a:lnTo>
                  <a:pt x="3553810" y="597385"/>
                </a:lnTo>
                <a:lnTo>
                  <a:pt x="2956002" y="597385"/>
                </a:lnTo>
                <a:lnTo>
                  <a:pt x="2926639" y="681705"/>
                </a:lnTo>
                <a:lnTo>
                  <a:pt x="2897276" y="597385"/>
                </a:lnTo>
                <a:lnTo>
                  <a:pt x="2299468" y="597385"/>
                </a:lnTo>
                <a:lnTo>
                  <a:pt x="2299468" y="701718"/>
                </a:lnTo>
                <a:lnTo>
                  <a:pt x="2613054" y="701718"/>
                </a:lnTo>
                <a:lnTo>
                  <a:pt x="2613054" y="605827"/>
                </a:lnTo>
                <a:lnTo>
                  <a:pt x="2646788" y="701718"/>
                </a:lnTo>
                <a:lnTo>
                  <a:pt x="3206491" y="701718"/>
                </a:lnTo>
                <a:lnTo>
                  <a:pt x="3240225" y="605827"/>
                </a:lnTo>
                <a:close/>
                <a:moveTo>
                  <a:pt x="3553810" y="796566"/>
                </a:moveTo>
                <a:lnTo>
                  <a:pt x="3240225" y="796566"/>
                </a:lnTo>
                <a:lnTo>
                  <a:pt x="3240225" y="900899"/>
                </a:lnTo>
                <a:lnTo>
                  <a:pt x="3553810" y="900899"/>
                </a:lnTo>
                <a:close/>
                <a:moveTo>
                  <a:pt x="3240225" y="1100080"/>
                </a:moveTo>
                <a:lnTo>
                  <a:pt x="3553810" y="1100080"/>
                </a:lnTo>
                <a:lnTo>
                  <a:pt x="3553810" y="995747"/>
                </a:lnTo>
                <a:lnTo>
                  <a:pt x="3240225" y="995747"/>
                </a:lnTo>
                <a:close/>
                <a:moveTo>
                  <a:pt x="3240225" y="1299261"/>
                </a:moveTo>
                <a:lnTo>
                  <a:pt x="3762867" y="1299261"/>
                </a:lnTo>
                <a:lnTo>
                  <a:pt x="3762867" y="1194928"/>
                </a:lnTo>
                <a:lnTo>
                  <a:pt x="3240225" y="1194928"/>
                </a:lnTo>
                <a:close/>
                <a:moveTo>
                  <a:pt x="3240225" y="1498442"/>
                </a:moveTo>
                <a:lnTo>
                  <a:pt x="3762867" y="1498442"/>
                </a:lnTo>
                <a:lnTo>
                  <a:pt x="3762867" y="1394109"/>
                </a:lnTo>
                <a:lnTo>
                  <a:pt x="3240225" y="1394109"/>
                </a:lnTo>
                <a:close/>
                <a:moveTo>
                  <a:pt x="2794838" y="303356"/>
                </a:moveTo>
                <a:lnTo>
                  <a:pt x="2758443" y="199023"/>
                </a:lnTo>
                <a:lnTo>
                  <a:pt x="2090411" y="199023"/>
                </a:lnTo>
                <a:lnTo>
                  <a:pt x="2090411" y="303356"/>
                </a:lnTo>
                <a:close/>
                <a:moveTo>
                  <a:pt x="2725469" y="104175"/>
                </a:moveTo>
                <a:lnTo>
                  <a:pt x="2689075" y="-158"/>
                </a:lnTo>
                <a:lnTo>
                  <a:pt x="2090411" y="-158"/>
                </a:lnTo>
                <a:lnTo>
                  <a:pt x="2090411" y="104175"/>
                </a:lnTo>
                <a:close/>
                <a:moveTo>
                  <a:pt x="3875283" y="1420572"/>
                </a:moveTo>
                <a:cubicBezTo>
                  <a:pt x="3876595" y="1376537"/>
                  <a:pt x="3913423" y="1341902"/>
                  <a:pt x="3957540" y="1343211"/>
                </a:cubicBezTo>
                <a:cubicBezTo>
                  <a:pt x="4001657" y="1344521"/>
                  <a:pt x="4036358" y="1381280"/>
                  <a:pt x="4035046" y="1425315"/>
                </a:cubicBezTo>
                <a:cubicBezTo>
                  <a:pt x="4033761" y="1468450"/>
                  <a:pt x="3998340" y="1502743"/>
                  <a:pt x="3955105" y="1502711"/>
                </a:cubicBezTo>
                <a:cubicBezTo>
                  <a:pt x="3910864" y="1502465"/>
                  <a:pt x="3875199" y="1466469"/>
                  <a:pt x="3875445" y="1422311"/>
                </a:cubicBezTo>
                <a:cubicBezTo>
                  <a:pt x="3875449" y="1421731"/>
                  <a:pt x="3875458" y="1421152"/>
                  <a:pt x="3875474" y="1420572"/>
                </a:cubicBezTo>
                <a:close/>
                <a:moveTo>
                  <a:pt x="4016206" y="1425789"/>
                </a:moveTo>
                <a:lnTo>
                  <a:pt x="4016206" y="1415450"/>
                </a:lnTo>
                <a:cubicBezTo>
                  <a:pt x="4014875" y="1381794"/>
                  <a:pt x="3986462" y="1355587"/>
                  <a:pt x="3952743" y="1356915"/>
                </a:cubicBezTo>
                <a:cubicBezTo>
                  <a:pt x="3920889" y="1358170"/>
                  <a:pt x="3895355" y="1383656"/>
                  <a:pt x="3894098" y="1415450"/>
                </a:cubicBezTo>
                <a:lnTo>
                  <a:pt x="3894098" y="1425789"/>
                </a:lnTo>
                <a:cubicBezTo>
                  <a:pt x="3895428" y="1459445"/>
                  <a:pt x="3923842" y="1485652"/>
                  <a:pt x="3957561" y="1484324"/>
                </a:cubicBezTo>
                <a:cubicBezTo>
                  <a:pt x="3989415" y="1483070"/>
                  <a:pt x="4014949" y="1457583"/>
                  <a:pt x="4016206" y="1425789"/>
                </a:cubicBezTo>
                <a:close/>
                <a:moveTo>
                  <a:pt x="3943416" y="1462874"/>
                </a:moveTo>
                <a:lnTo>
                  <a:pt x="3923081" y="1462874"/>
                </a:lnTo>
                <a:lnTo>
                  <a:pt x="3923081" y="1379598"/>
                </a:lnTo>
                <a:lnTo>
                  <a:pt x="3961091" y="1379598"/>
                </a:lnTo>
                <a:cubicBezTo>
                  <a:pt x="3974934" y="1377799"/>
                  <a:pt x="3987617" y="1387543"/>
                  <a:pt x="3989418" y="1401360"/>
                </a:cubicBezTo>
                <a:cubicBezTo>
                  <a:pt x="3989613" y="1402855"/>
                  <a:pt x="3989674" y="1404365"/>
                  <a:pt x="3989599" y="1405871"/>
                </a:cubicBezTo>
                <a:cubicBezTo>
                  <a:pt x="3990607" y="1416644"/>
                  <a:pt x="3984488" y="1426824"/>
                  <a:pt x="3974489" y="1431005"/>
                </a:cubicBezTo>
                <a:lnTo>
                  <a:pt x="3993495" y="1462874"/>
                </a:lnTo>
                <a:lnTo>
                  <a:pt x="3971164" y="1462874"/>
                </a:lnTo>
                <a:lnTo>
                  <a:pt x="3955580" y="1434420"/>
                </a:lnTo>
                <a:lnTo>
                  <a:pt x="3943416" y="1434420"/>
                </a:lnTo>
                <a:close/>
                <a:moveTo>
                  <a:pt x="3958620" y="1419055"/>
                </a:moveTo>
                <a:cubicBezTo>
                  <a:pt x="3964987" y="1419055"/>
                  <a:pt x="3968123" y="1416209"/>
                  <a:pt x="3968123" y="1410234"/>
                </a:cubicBezTo>
                <a:lnTo>
                  <a:pt x="3968123" y="1404258"/>
                </a:lnTo>
                <a:cubicBezTo>
                  <a:pt x="3968123" y="1398283"/>
                  <a:pt x="3964512" y="1395532"/>
                  <a:pt x="3958620" y="1395532"/>
                </a:cubicBezTo>
                <a:lnTo>
                  <a:pt x="3943416" y="1395532"/>
                </a:lnTo>
                <a:lnTo>
                  <a:pt x="3943416" y="1419055"/>
                </a:lnTo>
                <a:close/>
              </a:path>
            </a:pathLst>
          </a:custGeom>
          <a:solidFill>
            <a:schemeClr val="tx1"/>
          </a:solidFill>
          <a:ln w="9503" cap="flat">
            <a:noFill/>
            <a:prstDash val="solid"/>
            <a:miter/>
          </a:ln>
        </p:spPr>
        <p:txBody>
          <a:bodyPr rtlCol="0" anchor="ctr"/>
          <a:lstStyle/>
          <a:p>
            <a:endParaRPr lang="ja-JP" altLang="en-US" sz="2799"/>
          </a:p>
        </p:txBody>
      </p:sp>
      <p:sp>
        <p:nvSpPr>
          <p:cNvPr id="9" name="タイトル 1">
            <a:extLst>
              <a:ext uri="{FF2B5EF4-FFF2-40B4-BE49-F238E27FC236}">
                <a16:creationId xmlns:a16="http://schemas.microsoft.com/office/drawing/2014/main" id="{8C3EB691-59EA-98DD-314E-C54A8E35C83B}"/>
              </a:ext>
            </a:extLst>
          </p:cNvPr>
          <p:cNvSpPr>
            <a:spLocks noGrp="1"/>
          </p:cNvSpPr>
          <p:nvPr>
            <p:ph type="title" hasCustomPrompt="1"/>
          </p:nvPr>
        </p:nvSpPr>
        <p:spPr>
          <a:xfrm>
            <a:off x="292608" y="301750"/>
            <a:ext cx="5522976" cy="3127248"/>
          </a:xfrm>
        </p:spPr>
        <p:txBody>
          <a:bodyPr/>
          <a:lstStyle>
            <a:lvl1pPr>
              <a:defRPr sz="3999"/>
            </a:lvl1pPr>
          </a:lstStyle>
          <a:p>
            <a:r>
              <a:rPr kumimoji="1" lang="ja-JP" altLang="en-US"/>
              <a:t>タイトル</a:t>
            </a:r>
            <a:r>
              <a:rPr kumimoji="1" lang="en-US" altLang="ja-JP" dirty="0"/>
              <a:t>, </a:t>
            </a:r>
            <a:r>
              <a:rPr kumimoji="1" lang="ja-JP" altLang="en-US"/>
              <a:t>最大</a:t>
            </a:r>
            <a:r>
              <a:rPr kumimoji="1" lang="en-US" altLang="ja-JP" dirty="0"/>
              <a:t> 5</a:t>
            </a:r>
            <a:r>
              <a:rPr kumimoji="1" lang="ja-JP" altLang="en-US"/>
              <a:t>行</a:t>
            </a:r>
            <a:r>
              <a:rPr kumimoji="1" lang="en-US" altLang="ja-JP" dirty="0"/>
              <a:t>,</a:t>
            </a:r>
            <a:br>
              <a:rPr kumimoji="1" lang="en-US" altLang="ja-JP" dirty="0"/>
            </a:br>
            <a:r>
              <a:rPr kumimoji="1" lang="ja-JP" altLang="en-US"/>
              <a:t>英語は最初のみ大文字</a:t>
            </a:r>
            <a:r>
              <a:rPr kumimoji="1" lang="en-US" altLang="ja-JP" dirty="0"/>
              <a:t> (Sentence case)</a:t>
            </a:r>
            <a:endParaRPr kumimoji="1" lang="ja-JP" altLang="en-US"/>
          </a:p>
        </p:txBody>
      </p:sp>
      <p:sp>
        <p:nvSpPr>
          <p:cNvPr id="6" name="テキスト プレースホルダー 3">
            <a:extLst>
              <a:ext uri="{FF2B5EF4-FFF2-40B4-BE49-F238E27FC236}">
                <a16:creationId xmlns:a16="http://schemas.microsoft.com/office/drawing/2014/main" id="{C942D763-6184-CB6E-DC81-C5D03707EC29}"/>
              </a:ext>
            </a:extLst>
          </p:cNvPr>
          <p:cNvSpPr>
            <a:spLocks noGrp="1"/>
          </p:cNvSpPr>
          <p:nvPr>
            <p:ph type="body" sz="quarter" idx="11" hasCustomPrompt="1"/>
          </p:nvPr>
        </p:nvSpPr>
        <p:spPr>
          <a:xfrm>
            <a:off x="292608" y="6236191"/>
            <a:ext cx="5522976" cy="384048"/>
          </a:xfrm>
        </p:spPr>
        <p:txBody>
          <a:bodyPr anchor="b"/>
          <a:lstStyle>
            <a:lvl1pPr>
              <a:defRPr sz="1400" b="0" i="0">
                <a:latin typeface="+mn-lt"/>
                <a:ea typeface="+mn-ea"/>
              </a:defRPr>
            </a:lvl1pPr>
          </a:lstStyle>
          <a:p>
            <a:pPr lvl="0"/>
            <a:r>
              <a:rPr kumimoji="1" lang="en-US" altLang="ja-JP" dirty="0"/>
              <a:t>1</a:t>
            </a:r>
            <a:r>
              <a:rPr kumimoji="1" lang="ja-JP" altLang="en-US"/>
              <a:t>行以内</a:t>
            </a:r>
            <a:r>
              <a:rPr kumimoji="1" lang="en-US" altLang="ja-JP" dirty="0"/>
              <a:t>, </a:t>
            </a:r>
            <a:r>
              <a:rPr kumimoji="1" lang="ja-JP" altLang="en-US"/>
              <a:t>フォーカス・プロダクト</a:t>
            </a:r>
            <a:r>
              <a:rPr kumimoji="1" lang="en-US" altLang="ja-JP" dirty="0"/>
              <a:t> </a:t>
            </a:r>
            <a:r>
              <a:rPr kumimoji="1" lang="ja-JP" altLang="en-US"/>
              <a:t>、ドメイン名、イベント名等</a:t>
            </a:r>
          </a:p>
        </p:txBody>
      </p:sp>
    </p:spTree>
    <p:extLst>
      <p:ext uri="{BB962C8B-B14F-4D97-AF65-F5344CB8AC3E}">
        <p14:creationId xmlns:p14="http://schemas.microsoft.com/office/powerpoint/2010/main" val="2101277902"/>
      </p:ext>
    </p:extLst>
  </p:cSld>
  <p:clrMapOvr>
    <a:masterClrMapping/>
  </p:clrMapOvr>
  <p:transition spd="med"/>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preserve="1" userDrawn="1">
  <p:cSld name="Cover, imagery, half ">
    <p:bg>
      <p:bgPr>
        <a:solidFill>
          <a:schemeClr val="bg1"/>
        </a:solidFill>
        <a:effectLst/>
      </p:bgPr>
    </p:bg>
    <p:spTree>
      <p:nvGrpSpPr>
        <p:cNvPr id="1" name=""/>
        <p:cNvGrpSpPr/>
        <p:nvPr/>
      </p:nvGrpSpPr>
      <p:grpSpPr>
        <a:xfrm>
          <a:off x="0" y="0"/>
          <a:ext cx="0" cy="0"/>
          <a:chOff x="0" y="0"/>
          <a:chExt cx="0" cy="0"/>
        </a:xfrm>
      </p:grpSpPr>
      <p:grpSp>
        <p:nvGrpSpPr>
          <p:cNvPr id="56" name="グループ化 55">
            <a:extLst>
              <a:ext uri="{FF2B5EF4-FFF2-40B4-BE49-F238E27FC236}">
                <a16:creationId xmlns:a16="http://schemas.microsoft.com/office/drawing/2014/main" id="{96276961-F2A0-3F19-9F14-213D41DDA948}"/>
              </a:ext>
            </a:extLst>
          </p:cNvPr>
          <p:cNvGrpSpPr/>
          <p:nvPr userDrawn="1"/>
        </p:nvGrpSpPr>
        <p:grpSpPr>
          <a:xfrm>
            <a:off x="-137160" y="-138793"/>
            <a:ext cx="12454128" cy="7133953"/>
            <a:chOff x="-137160" y="-138793"/>
            <a:chExt cx="12454128" cy="7133953"/>
          </a:xfrm>
        </p:grpSpPr>
        <p:cxnSp>
          <p:nvCxnSpPr>
            <p:cNvPr id="57" name="直線コネクタ 56">
              <a:extLst>
                <a:ext uri="{FF2B5EF4-FFF2-40B4-BE49-F238E27FC236}">
                  <a16:creationId xmlns:a16="http://schemas.microsoft.com/office/drawing/2014/main" id="{0915547E-2107-9647-9885-BD32C3514B10}"/>
                </a:ext>
              </a:extLst>
            </p:cNvPr>
            <p:cNvCxnSpPr/>
            <p:nvPr/>
          </p:nvCxnSpPr>
          <p:spPr>
            <a:xfrm>
              <a:off x="285750" y="-138793"/>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58" name="直線コネクタ 57">
              <a:extLst>
                <a:ext uri="{FF2B5EF4-FFF2-40B4-BE49-F238E27FC236}">
                  <a16:creationId xmlns:a16="http://schemas.microsoft.com/office/drawing/2014/main" id="{E9E81799-48B2-2E78-95BB-B8E9934934B5}"/>
                </a:ext>
              </a:extLst>
            </p:cNvPr>
            <p:cNvCxnSpPr/>
            <p:nvPr/>
          </p:nvCxnSpPr>
          <p:spPr>
            <a:xfrm>
              <a:off x="1524000" y="-138793"/>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59" name="直線コネクタ 58">
              <a:extLst>
                <a:ext uri="{FF2B5EF4-FFF2-40B4-BE49-F238E27FC236}">
                  <a16:creationId xmlns:a16="http://schemas.microsoft.com/office/drawing/2014/main" id="{C48EA5C0-E11E-7498-BA8C-A98C19071D20}"/>
                </a:ext>
              </a:extLst>
            </p:cNvPr>
            <p:cNvCxnSpPr/>
            <p:nvPr/>
          </p:nvCxnSpPr>
          <p:spPr>
            <a:xfrm>
              <a:off x="2765425" y="-138793"/>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60" name="直線コネクタ 59">
              <a:extLst>
                <a:ext uri="{FF2B5EF4-FFF2-40B4-BE49-F238E27FC236}">
                  <a16:creationId xmlns:a16="http://schemas.microsoft.com/office/drawing/2014/main" id="{E5458F3F-92DB-85EE-2696-34FBBE1451B8}"/>
                </a:ext>
              </a:extLst>
            </p:cNvPr>
            <p:cNvCxnSpPr/>
            <p:nvPr/>
          </p:nvCxnSpPr>
          <p:spPr>
            <a:xfrm>
              <a:off x="3051175" y="-138793"/>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61" name="直線コネクタ 60">
              <a:extLst>
                <a:ext uri="{FF2B5EF4-FFF2-40B4-BE49-F238E27FC236}">
                  <a16:creationId xmlns:a16="http://schemas.microsoft.com/office/drawing/2014/main" id="{383E3B1F-DA93-DEB8-FA87-71322FB042D7}"/>
                </a:ext>
              </a:extLst>
            </p:cNvPr>
            <p:cNvCxnSpPr>
              <a:cxnSpLocks/>
            </p:cNvCxnSpPr>
            <p:nvPr/>
          </p:nvCxnSpPr>
          <p:spPr>
            <a:xfrm>
              <a:off x="3340957" y="-138793"/>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62" name="直線コネクタ 61">
              <a:extLst>
                <a:ext uri="{FF2B5EF4-FFF2-40B4-BE49-F238E27FC236}">
                  <a16:creationId xmlns:a16="http://schemas.microsoft.com/office/drawing/2014/main" id="{573049B2-ADE9-1894-24D3-9C30C7959DC3}"/>
                </a:ext>
              </a:extLst>
            </p:cNvPr>
            <p:cNvCxnSpPr>
              <a:cxnSpLocks/>
            </p:cNvCxnSpPr>
            <p:nvPr/>
          </p:nvCxnSpPr>
          <p:spPr>
            <a:xfrm>
              <a:off x="4575175" y="-138793"/>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63" name="直線コネクタ 62">
              <a:extLst>
                <a:ext uri="{FF2B5EF4-FFF2-40B4-BE49-F238E27FC236}">
                  <a16:creationId xmlns:a16="http://schemas.microsoft.com/office/drawing/2014/main" id="{08AE5780-35C4-9034-F6A8-4E4EEB1DD6EE}"/>
                </a:ext>
              </a:extLst>
            </p:cNvPr>
            <p:cNvCxnSpPr>
              <a:cxnSpLocks/>
            </p:cNvCxnSpPr>
            <p:nvPr/>
          </p:nvCxnSpPr>
          <p:spPr>
            <a:xfrm>
              <a:off x="5819775" y="-138793"/>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64" name="直線コネクタ 63">
              <a:extLst>
                <a:ext uri="{FF2B5EF4-FFF2-40B4-BE49-F238E27FC236}">
                  <a16:creationId xmlns:a16="http://schemas.microsoft.com/office/drawing/2014/main" id="{56529389-C3D6-E82B-3F6E-6DAEFBFEA03F}"/>
                </a:ext>
              </a:extLst>
            </p:cNvPr>
            <p:cNvCxnSpPr>
              <a:cxnSpLocks/>
            </p:cNvCxnSpPr>
            <p:nvPr/>
          </p:nvCxnSpPr>
          <p:spPr>
            <a:xfrm>
              <a:off x="6096000" y="-138793"/>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65" name="直線コネクタ 64">
              <a:extLst>
                <a:ext uri="{FF2B5EF4-FFF2-40B4-BE49-F238E27FC236}">
                  <a16:creationId xmlns:a16="http://schemas.microsoft.com/office/drawing/2014/main" id="{03AEFFCC-C520-497E-1762-53EF1A17FBC6}"/>
                </a:ext>
              </a:extLst>
            </p:cNvPr>
            <p:cNvCxnSpPr>
              <a:cxnSpLocks/>
            </p:cNvCxnSpPr>
            <p:nvPr/>
          </p:nvCxnSpPr>
          <p:spPr>
            <a:xfrm>
              <a:off x="6380512" y="-138793"/>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66" name="直線コネクタ 65">
              <a:extLst>
                <a:ext uri="{FF2B5EF4-FFF2-40B4-BE49-F238E27FC236}">
                  <a16:creationId xmlns:a16="http://schemas.microsoft.com/office/drawing/2014/main" id="{6D1C7EFC-9748-7A2B-F744-6B44CAFD9F06}"/>
                </a:ext>
              </a:extLst>
            </p:cNvPr>
            <p:cNvCxnSpPr>
              <a:cxnSpLocks/>
            </p:cNvCxnSpPr>
            <p:nvPr/>
          </p:nvCxnSpPr>
          <p:spPr>
            <a:xfrm>
              <a:off x="7616825" y="-138793"/>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67" name="直線コネクタ 66">
              <a:extLst>
                <a:ext uri="{FF2B5EF4-FFF2-40B4-BE49-F238E27FC236}">
                  <a16:creationId xmlns:a16="http://schemas.microsoft.com/office/drawing/2014/main" id="{8A26D1C9-CBE3-1C58-98F6-4637352D4C97}"/>
                </a:ext>
              </a:extLst>
            </p:cNvPr>
            <p:cNvCxnSpPr>
              <a:cxnSpLocks/>
            </p:cNvCxnSpPr>
            <p:nvPr/>
          </p:nvCxnSpPr>
          <p:spPr>
            <a:xfrm>
              <a:off x="8861425" y="-138793"/>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68" name="直線コネクタ 67">
              <a:extLst>
                <a:ext uri="{FF2B5EF4-FFF2-40B4-BE49-F238E27FC236}">
                  <a16:creationId xmlns:a16="http://schemas.microsoft.com/office/drawing/2014/main" id="{156F820F-E64B-C1DD-3DAD-38C67057EAA0}"/>
                </a:ext>
              </a:extLst>
            </p:cNvPr>
            <p:cNvCxnSpPr>
              <a:cxnSpLocks/>
            </p:cNvCxnSpPr>
            <p:nvPr/>
          </p:nvCxnSpPr>
          <p:spPr>
            <a:xfrm>
              <a:off x="9144000" y="-138793"/>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69" name="直線コネクタ 68">
              <a:extLst>
                <a:ext uri="{FF2B5EF4-FFF2-40B4-BE49-F238E27FC236}">
                  <a16:creationId xmlns:a16="http://schemas.microsoft.com/office/drawing/2014/main" id="{FF1B7AD4-90C7-F9BB-CBFF-3722F2002058}"/>
                </a:ext>
              </a:extLst>
            </p:cNvPr>
            <p:cNvCxnSpPr>
              <a:cxnSpLocks/>
            </p:cNvCxnSpPr>
            <p:nvPr/>
          </p:nvCxnSpPr>
          <p:spPr>
            <a:xfrm>
              <a:off x="9420225" y="-138793"/>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0" name="直線コネクタ 69">
              <a:extLst>
                <a:ext uri="{FF2B5EF4-FFF2-40B4-BE49-F238E27FC236}">
                  <a16:creationId xmlns:a16="http://schemas.microsoft.com/office/drawing/2014/main" id="{2B53353F-02CC-74D3-F191-3D1F0D9655E9}"/>
                </a:ext>
              </a:extLst>
            </p:cNvPr>
            <p:cNvCxnSpPr>
              <a:cxnSpLocks/>
            </p:cNvCxnSpPr>
            <p:nvPr/>
          </p:nvCxnSpPr>
          <p:spPr>
            <a:xfrm>
              <a:off x="10671175" y="-138793"/>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1" name="直線コネクタ 70">
              <a:extLst>
                <a:ext uri="{FF2B5EF4-FFF2-40B4-BE49-F238E27FC236}">
                  <a16:creationId xmlns:a16="http://schemas.microsoft.com/office/drawing/2014/main" id="{D5858AAC-6228-D710-30E1-904DE580640B}"/>
                </a:ext>
              </a:extLst>
            </p:cNvPr>
            <p:cNvCxnSpPr>
              <a:cxnSpLocks/>
            </p:cNvCxnSpPr>
            <p:nvPr/>
          </p:nvCxnSpPr>
          <p:spPr>
            <a:xfrm>
              <a:off x="11905012" y="-138793"/>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2" name="直線コネクタ 71">
              <a:extLst>
                <a:ext uri="{FF2B5EF4-FFF2-40B4-BE49-F238E27FC236}">
                  <a16:creationId xmlns:a16="http://schemas.microsoft.com/office/drawing/2014/main" id="{FF43DC80-EA1B-A381-15FB-DEF42CA24779}"/>
                </a:ext>
              </a:extLst>
            </p:cNvPr>
            <p:cNvCxnSpPr>
              <a:cxnSpLocks/>
            </p:cNvCxnSpPr>
            <p:nvPr/>
          </p:nvCxnSpPr>
          <p:spPr>
            <a:xfrm>
              <a:off x="285750" y="6885432"/>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3" name="直線コネクタ 72">
              <a:extLst>
                <a:ext uri="{FF2B5EF4-FFF2-40B4-BE49-F238E27FC236}">
                  <a16:creationId xmlns:a16="http://schemas.microsoft.com/office/drawing/2014/main" id="{C3E2C117-AAE8-5BAD-677D-603506ACA997}"/>
                </a:ext>
              </a:extLst>
            </p:cNvPr>
            <p:cNvCxnSpPr>
              <a:cxnSpLocks/>
            </p:cNvCxnSpPr>
            <p:nvPr/>
          </p:nvCxnSpPr>
          <p:spPr>
            <a:xfrm>
              <a:off x="1524000" y="6885432"/>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4" name="直線コネクタ 73">
              <a:extLst>
                <a:ext uri="{FF2B5EF4-FFF2-40B4-BE49-F238E27FC236}">
                  <a16:creationId xmlns:a16="http://schemas.microsoft.com/office/drawing/2014/main" id="{7BC71080-DEC8-CE15-5E1A-E7DFBA844594}"/>
                </a:ext>
              </a:extLst>
            </p:cNvPr>
            <p:cNvCxnSpPr>
              <a:cxnSpLocks/>
            </p:cNvCxnSpPr>
            <p:nvPr/>
          </p:nvCxnSpPr>
          <p:spPr>
            <a:xfrm>
              <a:off x="2765425" y="6885432"/>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5" name="直線コネクタ 74">
              <a:extLst>
                <a:ext uri="{FF2B5EF4-FFF2-40B4-BE49-F238E27FC236}">
                  <a16:creationId xmlns:a16="http://schemas.microsoft.com/office/drawing/2014/main" id="{ABC1EE05-7D30-81BD-65C7-5CFA8E784647}"/>
                </a:ext>
              </a:extLst>
            </p:cNvPr>
            <p:cNvCxnSpPr>
              <a:cxnSpLocks/>
            </p:cNvCxnSpPr>
            <p:nvPr/>
          </p:nvCxnSpPr>
          <p:spPr>
            <a:xfrm>
              <a:off x="3051175" y="6885432"/>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6" name="直線コネクタ 75">
              <a:extLst>
                <a:ext uri="{FF2B5EF4-FFF2-40B4-BE49-F238E27FC236}">
                  <a16:creationId xmlns:a16="http://schemas.microsoft.com/office/drawing/2014/main" id="{7AF092EE-313C-07FD-39AF-065834921DEB}"/>
                </a:ext>
              </a:extLst>
            </p:cNvPr>
            <p:cNvCxnSpPr>
              <a:cxnSpLocks/>
            </p:cNvCxnSpPr>
            <p:nvPr/>
          </p:nvCxnSpPr>
          <p:spPr>
            <a:xfrm>
              <a:off x="3340957" y="6885432"/>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7" name="直線コネクタ 76">
              <a:extLst>
                <a:ext uri="{FF2B5EF4-FFF2-40B4-BE49-F238E27FC236}">
                  <a16:creationId xmlns:a16="http://schemas.microsoft.com/office/drawing/2014/main" id="{5A786F5F-74E3-BA65-D911-58090F8423DC}"/>
                </a:ext>
              </a:extLst>
            </p:cNvPr>
            <p:cNvCxnSpPr>
              <a:cxnSpLocks/>
            </p:cNvCxnSpPr>
            <p:nvPr/>
          </p:nvCxnSpPr>
          <p:spPr>
            <a:xfrm>
              <a:off x="4575175" y="6885432"/>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8" name="直線コネクタ 77">
              <a:extLst>
                <a:ext uri="{FF2B5EF4-FFF2-40B4-BE49-F238E27FC236}">
                  <a16:creationId xmlns:a16="http://schemas.microsoft.com/office/drawing/2014/main" id="{C9AF5502-8D1B-A516-2E69-127105D5140C}"/>
                </a:ext>
              </a:extLst>
            </p:cNvPr>
            <p:cNvCxnSpPr>
              <a:cxnSpLocks/>
            </p:cNvCxnSpPr>
            <p:nvPr/>
          </p:nvCxnSpPr>
          <p:spPr>
            <a:xfrm>
              <a:off x="5819775" y="6885432"/>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9" name="直線コネクタ 78">
              <a:extLst>
                <a:ext uri="{FF2B5EF4-FFF2-40B4-BE49-F238E27FC236}">
                  <a16:creationId xmlns:a16="http://schemas.microsoft.com/office/drawing/2014/main" id="{34B504E8-2574-E8B2-869C-C05A365B040A}"/>
                </a:ext>
              </a:extLst>
            </p:cNvPr>
            <p:cNvCxnSpPr>
              <a:cxnSpLocks/>
            </p:cNvCxnSpPr>
            <p:nvPr/>
          </p:nvCxnSpPr>
          <p:spPr>
            <a:xfrm>
              <a:off x="6096000" y="6885432"/>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0" name="直線コネクタ 79">
              <a:extLst>
                <a:ext uri="{FF2B5EF4-FFF2-40B4-BE49-F238E27FC236}">
                  <a16:creationId xmlns:a16="http://schemas.microsoft.com/office/drawing/2014/main" id="{63767077-8AF5-B50C-1D7D-3D715DC54A2A}"/>
                </a:ext>
              </a:extLst>
            </p:cNvPr>
            <p:cNvCxnSpPr>
              <a:cxnSpLocks/>
            </p:cNvCxnSpPr>
            <p:nvPr/>
          </p:nvCxnSpPr>
          <p:spPr>
            <a:xfrm>
              <a:off x="6380512" y="6885432"/>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1" name="直線コネクタ 80">
              <a:extLst>
                <a:ext uri="{FF2B5EF4-FFF2-40B4-BE49-F238E27FC236}">
                  <a16:creationId xmlns:a16="http://schemas.microsoft.com/office/drawing/2014/main" id="{D2D88A31-198A-13AB-428E-F3E250913BB7}"/>
                </a:ext>
              </a:extLst>
            </p:cNvPr>
            <p:cNvCxnSpPr>
              <a:cxnSpLocks/>
            </p:cNvCxnSpPr>
            <p:nvPr/>
          </p:nvCxnSpPr>
          <p:spPr>
            <a:xfrm>
              <a:off x="7616825" y="6885432"/>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2" name="直線コネクタ 81">
              <a:extLst>
                <a:ext uri="{FF2B5EF4-FFF2-40B4-BE49-F238E27FC236}">
                  <a16:creationId xmlns:a16="http://schemas.microsoft.com/office/drawing/2014/main" id="{698AC1FE-8613-6DED-8874-79626DB85E3F}"/>
                </a:ext>
              </a:extLst>
            </p:cNvPr>
            <p:cNvCxnSpPr>
              <a:cxnSpLocks/>
            </p:cNvCxnSpPr>
            <p:nvPr/>
          </p:nvCxnSpPr>
          <p:spPr>
            <a:xfrm>
              <a:off x="8861425" y="6885432"/>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3" name="直線コネクタ 82">
              <a:extLst>
                <a:ext uri="{FF2B5EF4-FFF2-40B4-BE49-F238E27FC236}">
                  <a16:creationId xmlns:a16="http://schemas.microsoft.com/office/drawing/2014/main" id="{BDFED8FF-4F52-7425-2FA1-A2BF8EFE0235}"/>
                </a:ext>
              </a:extLst>
            </p:cNvPr>
            <p:cNvCxnSpPr>
              <a:cxnSpLocks/>
            </p:cNvCxnSpPr>
            <p:nvPr/>
          </p:nvCxnSpPr>
          <p:spPr>
            <a:xfrm>
              <a:off x="9144000" y="6885432"/>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4" name="直線コネクタ 83">
              <a:extLst>
                <a:ext uri="{FF2B5EF4-FFF2-40B4-BE49-F238E27FC236}">
                  <a16:creationId xmlns:a16="http://schemas.microsoft.com/office/drawing/2014/main" id="{3DE31E74-4DFA-B0ED-CA8C-9EA58707BCC2}"/>
                </a:ext>
              </a:extLst>
            </p:cNvPr>
            <p:cNvCxnSpPr>
              <a:cxnSpLocks/>
            </p:cNvCxnSpPr>
            <p:nvPr/>
          </p:nvCxnSpPr>
          <p:spPr>
            <a:xfrm>
              <a:off x="9420225" y="6885432"/>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5" name="直線コネクタ 84">
              <a:extLst>
                <a:ext uri="{FF2B5EF4-FFF2-40B4-BE49-F238E27FC236}">
                  <a16:creationId xmlns:a16="http://schemas.microsoft.com/office/drawing/2014/main" id="{D9687815-DBFF-EDDC-7DD6-960C03E49601}"/>
                </a:ext>
              </a:extLst>
            </p:cNvPr>
            <p:cNvCxnSpPr>
              <a:cxnSpLocks/>
            </p:cNvCxnSpPr>
            <p:nvPr/>
          </p:nvCxnSpPr>
          <p:spPr>
            <a:xfrm>
              <a:off x="10671175" y="6885432"/>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6" name="直線コネクタ 85">
              <a:extLst>
                <a:ext uri="{FF2B5EF4-FFF2-40B4-BE49-F238E27FC236}">
                  <a16:creationId xmlns:a16="http://schemas.microsoft.com/office/drawing/2014/main" id="{6A49077A-4C85-3DE8-3F5F-37BE6D0B0A42}"/>
                </a:ext>
              </a:extLst>
            </p:cNvPr>
            <p:cNvCxnSpPr>
              <a:cxnSpLocks/>
            </p:cNvCxnSpPr>
            <p:nvPr/>
          </p:nvCxnSpPr>
          <p:spPr>
            <a:xfrm>
              <a:off x="11905012" y="6885432"/>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7" name="直線コネクタ 86">
              <a:extLst>
                <a:ext uri="{FF2B5EF4-FFF2-40B4-BE49-F238E27FC236}">
                  <a16:creationId xmlns:a16="http://schemas.microsoft.com/office/drawing/2014/main" id="{A1B00D25-C572-0318-AEA1-527D6662C842}"/>
                </a:ext>
              </a:extLst>
            </p:cNvPr>
            <p:cNvCxnSpPr>
              <a:cxnSpLocks/>
            </p:cNvCxnSpPr>
            <p:nvPr/>
          </p:nvCxnSpPr>
          <p:spPr>
            <a:xfrm>
              <a:off x="-137160" y="302895"/>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8" name="直線コネクタ 87">
              <a:extLst>
                <a:ext uri="{FF2B5EF4-FFF2-40B4-BE49-F238E27FC236}">
                  <a16:creationId xmlns:a16="http://schemas.microsoft.com/office/drawing/2014/main" id="{3EC70353-5B8C-B531-7566-7B49A83175AD}"/>
                </a:ext>
              </a:extLst>
            </p:cNvPr>
            <p:cNvCxnSpPr>
              <a:cxnSpLocks/>
            </p:cNvCxnSpPr>
            <p:nvPr/>
          </p:nvCxnSpPr>
          <p:spPr>
            <a:xfrm>
              <a:off x="-137160" y="774476"/>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9" name="直線コネクタ 88">
              <a:extLst>
                <a:ext uri="{FF2B5EF4-FFF2-40B4-BE49-F238E27FC236}">
                  <a16:creationId xmlns:a16="http://schemas.microsoft.com/office/drawing/2014/main" id="{F5BF9873-9E53-8290-C754-1D113413CEC4}"/>
                </a:ext>
              </a:extLst>
            </p:cNvPr>
            <p:cNvCxnSpPr>
              <a:cxnSpLocks/>
            </p:cNvCxnSpPr>
            <p:nvPr/>
          </p:nvCxnSpPr>
          <p:spPr>
            <a:xfrm>
              <a:off x="-137160" y="1534349"/>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90" name="直線コネクタ 89">
              <a:extLst>
                <a:ext uri="{FF2B5EF4-FFF2-40B4-BE49-F238E27FC236}">
                  <a16:creationId xmlns:a16="http://schemas.microsoft.com/office/drawing/2014/main" id="{FB0E3E31-BCCA-72E5-CA9C-4C39148ECFCA}"/>
                </a:ext>
              </a:extLst>
            </p:cNvPr>
            <p:cNvCxnSpPr>
              <a:cxnSpLocks/>
            </p:cNvCxnSpPr>
            <p:nvPr/>
          </p:nvCxnSpPr>
          <p:spPr>
            <a:xfrm>
              <a:off x="-137160" y="2294222"/>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91" name="直線コネクタ 90">
              <a:extLst>
                <a:ext uri="{FF2B5EF4-FFF2-40B4-BE49-F238E27FC236}">
                  <a16:creationId xmlns:a16="http://schemas.microsoft.com/office/drawing/2014/main" id="{6DF1691F-3EBC-8E7E-2ECA-30D3AC90857B}"/>
                </a:ext>
              </a:extLst>
            </p:cNvPr>
            <p:cNvCxnSpPr>
              <a:cxnSpLocks/>
            </p:cNvCxnSpPr>
            <p:nvPr/>
          </p:nvCxnSpPr>
          <p:spPr>
            <a:xfrm>
              <a:off x="-137160" y="3054095"/>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92" name="直線コネクタ 91">
              <a:extLst>
                <a:ext uri="{FF2B5EF4-FFF2-40B4-BE49-F238E27FC236}">
                  <a16:creationId xmlns:a16="http://schemas.microsoft.com/office/drawing/2014/main" id="{7388EBCE-B952-D1AC-1D8F-22E97B363931}"/>
                </a:ext>
              </a:extLst>
            </p:cNvPr>
            <p:cNvCxnSpPr>
              <a:cxnSpLocks/>
            </p:cNvCxnSpPr>
            <p:nvPr/>
          </p:nvCxnSpPr>
          <p:spPr>
            <a:xfrm>
              <a:off x="-137160" y="3813968"/>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93" name="直線コネクタ 92">
              <a:extLst>
                <a:ext uri="{FF2B5EF4-FFF2-40B4-BE49-F238E27FC236}">
                  <a16:creationId xmlns:a16="http://schemas.microsoft.com/office/drawing/2014/main" id="{24AAF729-50B4-E6F2-C357-043F0E9A4040}"/>
                </a:ext>
              </a:extLst>
            </p:cNvPr>
            <p:cNvCxnSpPr>
              <a:cxnSpLocks/>
            </p:cNvCxnSpPr>
            <p:nvPr/>
          </p:nvCxnSpPr>
          <p:spPr>
            <a:xfrm>
              <a:off x="-137160" y="4573841"/>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94" name="直線コネクタ 93">
              <a:extLst>
                <a:ext uri="{FF2B5EF4-FFF2-40B4-BE49-F238E27FC236}">
                  <a16:creationId xmlns:a16="http://schemas.microsoft.com/office/drawing/2014/main" id="{36BF88AB-61DC-8B4A-F437-07C773C1BA63}"/>
                </a:ext>
              </a:extLst>
            </p:cNvPr>
            <p:cNvCxnSpPr>
              <a:cxnSpLocks/>
            </p:cNvCxnSpPr>
            <p:nvPr/>
          </p:nvCxnSpPr>
          <p:spPr>
            <a:xfrm>
              <a:off x="-137160" y="5333714"/>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95" name="直線コネクタ 94">
              <a:extLst>
                <a:ext uri="{FF2B5EF4-FFF2-40B4-BE49-F238E27FC236}">
                  <a16:creationId xmlns:a16="http://schemas.microsoft.com/office/drawing/2014/main" id="{87E09339-5C51-9368-9C11-35EF71227450}"/>
                </a:ext>
              </a:extLst>
            </p:cNvPr>
            <p:cNvCxnSpPr>
              <a:cxnSpLocks/>
            </p:cNvCxnSpPr>
            <p:nvPr/>
          </p:nvCxnSpPr>
          <p:spPr>
            <a:xfrm>
              <a:off x="-137160" y="6093587"/>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96" name="直線コネクタ 95">
              <a:extLst>
                <a:ext uri="{FF2B5EF4-FFF2-40B4-BE49-F238E27FC236}">
                  <a16:creationId xmlns:a16="http://schemas.microsoft.com/office/drawing/2014/main" id="{963DCE4E-1936-5FBC-6AC2-5D776E738165}"/>
                </a:ext>
              </a:extLst>
            </p:cNvPr>
            <p:cNvCxnSpPr>
              <a:cxnSpLocks/>
            </p:cNvCxnSpPr>
            <p:nvPr/>
          </p:nvCxnSpPr>
          <p:spPr>
            <a:xfrm>
              <a:off x="12207240" y="302895"/>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97" name="直線コネクタ 96">
              <a:extLst>
                <a:ext uri="{FF2B5EF4-FFF2-40B4-BE49-F238E27FC236}">
                  <a16:creationId xmlns:a16="http://schemas.microsoft.com/office/drawing/2014/main" id="{57C57621-27AD-A9BB-1724-91FBF557A5C4}"/>
                </a:ext>
              </a:extLst>
            </p:cNvPr>
            <p:cNvCxnSpPr>
              <a:cxnSpLocks/>
            </p:cNvCxnSpPr>
            <p:nvPr/>
          </p:nvCxnSpPr>
          <p:spPr>
            <a:xfrm>
              <a:off x="12207240" y="774476"/>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98" name="直線コネクタ 97">
              <a:extLst>
                <a:ext uri="{FF2B5EF4-FFF2-40B4-BE49-F238E27FC236}">
                  <a16:creationId xmlns:a16="http://schemas.microsoft.com/office/drawing/2014/main" id="{73C7C356-C6E6-A77D-8034-2329E88C3214}"/>
                </a:ext>
              </a:extLst>
            </p:cNvPr>
            <p:cNvCxnSpPr>
              <a:cxnSpLocks/>
            </p:cNvCxnSpPr>
            <p:nvPr/>
          </p:nvCxnSpPr>
          <p:spPr>
            <a:xfrm>
              <a:off x="12207240" y="1534349"/>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99" name="直線コネクタ 98">
              <a:extLst>
                <a:ext uri="{FF2B5EF4-FFF2-40B4-BE49-F238E27FC236}">
                  <a16:creationId xmlns:a16="http://schemas.microsoft.com/office/drawing/2014/main" id="{9508FA1C-E50F-AFB4-AF6C-9135CD7F1B4E}"/>
                </a:ext>
              </a:extLst>
            </p:cNvPr>
            <p:cNvCxnSpPr>
              <a:cxnSpLocks/>
            </p:cNvCxnSpPr>
            <p:nvPr/>
          </p:nvCxnSpPr>
          <p:spPr>
            <a:xfrm>
              <a:off x="12207240" y="2294222"/>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00" name="直線コネクタ 99">
              <a:extLst>
                <a:ext uri="{FF2B5EF4-FFF2-40B4-BE49-F238E27FC236}">
                  <a16:creationId xmlns:a16="http://schemas.microsoft.com/office/drawing/2014/main" id="{8541F705-0D2E-2554-F738-F4DC89A94EE4}"/>
                </a:ext>
              </a:extLst>
            </p:cNvPr>
            <p:cNvCxnSpPr>
              <a:cxnSpLocks/>
            </p:cNvCxnSpPr>
            <p:nvPr/>
          </p:nvCxnSpPr>
          <p:spPr>
            <a:xfrm>
              <a:off x="12207240" y="3054095"/>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01" name="直線コネクタ 100">
              <a:extLst>
                <a:ext uri="{FF2B5EF4-FFF2-40B4-BE49-F238E27FC236}">
                  <a16:creationId xmlns:a16="http://schemas.microsoft.com/office/drawing/2014/main" id="{5AF7747E-1D17-1907-CADE-D9198D27362D}"/>
                </a:ext>
              </a:extLst>
            </p:cNvPr>
            <p:cNvCxnSpPr>
              <a:cxnSpLocks/>
            </p:cNvCxnSpPr>
            <p:nvPr/>
          </p:nvCxnSpPr>
          <p:spPr>
            <a:xfrm>
              <a:off x="12207240" y="3813968"/>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02" name="直線コネクタ 101">
              <a:extLst>
                <a:ext uri="{FF2B5EF4-FFF2-40B4-BE49-F238E27FC236}">
                  <a16:creationId xmlns:a16="http://schemas.microsoft.com/office/drawing/2014/main" id="{F9B38B82-FBA0-14C9-2CA2-3E8F085B7897}"/>
                </a:ext>
              </a:extLst>
            </p:cNvPr>
            <p:cNvCxnSpPr>
              <a:cxnSpLocks/>
            </p:cNvCxnSpPr>
            <p:nvPr/>
          </p:nvCxnSpPr>
          <p:spPr>
            <a:xfrm>
              <a:off x="12207240" y="4573841"/>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03" name="直線コネクタ 102">
              <a:extLst>
                <a:ext uri="{FF2B5EF4-FFF2-40B4-BE49-F238E27FC236}">
                  <a16:creationId xmlns:a16="http://schemas.microsoft.com/office/drawing/2014/main" id="{DCC54955-FE43-C3BD-4A53-A6115F785259}"/>
                </a:ext>
              </a:extLst>
            </p:cNvPr>
            <p:cNvCxnSpPr>
              <a:cxnSpLocks/>
            </p:cNvCxnSpPr>
            <p:nvPr/>
          </p:nvCxnSpPr>
          <p:spPr>
            <a:xfrm>
              <a:off x="12207240" y="5333714"/>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04" name="直線コネクタ 103">
              <a:extLst>
                <a:ext uri="{FF2B5EF4-FFF2-40B4-BE49-F238E27FC236}">
                  <a16:creationId xmlns:a16="http://schemas.microsoft.com/office/drawing/2014/main" id="{86F9EA76-122D-F7C8-59B0-9DE7AE9245A1}"/>
                </a:ext>
              </a:extLst>
            </p:cNvPr>
            <p:cNvCxnSpPr>
              <a:cxnSpLocks/>
            </p:cNvCxnSpPr>
            <p:nvPr/>
          </p:nvCxnSpPr>
          <p:spPr>
            <a:xfrm>
              <a:off x="12207240" y="6093587"/>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05" name="直線コネクタ 104">
              <a:extLst>
                <a:ext uri="{FF2B5EF4-FFF2-40B4-BE49-F238E27FC236}">
                  <a16:creationId xmlns:a16="http://schemas.microsoft.com/office/drawing/2014/main" id="{3657BABF-0E04-2C2F-CBCE-2EC5F8546D7D}"/>
                </a:ext>
              </a:extLst>
            </p:cNvPr>
            <p:cNvCxnSpPr>
              <a:cxnSpLocks/>
            </p:cNvCxnSpPr>
            <p:nvPr userDrawn="1"/>
          </p:nvCxnSpPr>
          <p:spPr>
            <a:xfrm>
              <a:off x="-137160" y="6565392"/>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06" name="直線コネクタ 105">
              <a:extLst>
                <a:ext uri="{FF2B5EF4-FFF2-40B4-BE49-F238E27FC236}">
                  <a16:creationId xmlns:a16="http://schemas.microsoft.com/office/drawing/2014/main" id="{B4C89E4A-BD38-CC4B-2232-E8A61E29C9C3}"/>
                </a:ext>
              </a:extLst>
            </p:cNvPr>
            <p:cNvCxnSpPr>
              <a:cxnSpLocks/>
            </p:cNvCxnSpPr>
            <p:nvPr userDrawn="1"/>
          </p:nvCxnSpPr>
          <p:spPr>
            <a:xfrm>
              <a:off x="12207240" y="6565392"/>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3" name="図プレースホルダー 1">
            <a:extLst>
              <a:ext uri="{FF2B5EF4-FFF2-40B4-BE49-F238E27FC236}">
                <a16:creationId xmlns:a16="http://schemas.microsoft.com/office/drawing/2014/main" id="{A79933E4-AD6C-3906-FD1B-D08E93344B28}"/>
              </a:ext>
            </a:extLst>
          </p:cNvPr>
          <p:cNvSpPr>
            <a:spLocks noGrp="1"/>
          </p:cNvSpPr>
          <p:nvPr>
            <p:ph type="pic" sz="quarter" idx="15"/>
          </p:nvPr>
        </p:nvSpPr>
        <p:spPr>
          <a:xfrm>
            <a:off x="6382512" y="301752"/>
            <a:ext cx="5522976" cy="6263640"/>
          </a:xfrm>
          <a:solidFill>
            <a:srgbClr val="E0E0E0"/>
          </a:solidFill>
        </p:spPr>
        <p:txBody>
          <a:bodyPr anchor="ctr"/>
          <a:lstStyle>
            <a:lvl1pPr algn="ctr">
              <a:defRPr>
                <a:solidFill>
                  <a:srgbClr val="D02670"/>
                </a:solidFill>
              </a:defRPr>
            </a:lvl1pPr>
          </a:lstStyle>
          <a:p>
            <a:r>
              <a:rPr kumimoji="1" lang="ja-JP" altLang="en-US"/>
              <a:t>アイコンをクリックして図を追加</a:t>
            </a:r>
          </a:p>
        </p:txBody>
      </p:sp>
      <p:sp>
        <p:nvSpPr>
          <p:cNvPr id="107" name="グラフィックス 3">
            <a:extLst>
              <a:ext uri="{FF2B5EF4-FFF2-40B4-BE49-F238E27FC236}">
                <a16:creationId xmlns:a16="http://schemas.microsoft.com/office/drawing/2014/main" id="{095A5D84-C52E-4AC6-4E56-C760E9EE3E0D}"/>
              </a:ext>
            </a:extLst>
          </p:cNvPr>
          <p:cNvSpPr>
            <a:spLocks noChangeAspect="1"/>
          </p:cNvSpPr>
          <p:nvPr userDrawn="1"/>
        </p:nvSpPr>
        <p:spPr>
          <a:xfrm>
            <a:off x="292608" y="6288883"/>
            <a:ext cx="769062" cy="283732"/>
          </a:xfrm>
          <a:custGeom>
            <a:avLst/>
            <a:gdLst>
              <a:gd name="connsiteX0" fmla="*/ -158 w 4035240"/>
              <a:gd name="connsiteY0" fmla="*/ 1394109 h 1502868"/>
              <a:gd name="connsiteX1" fmla="*/ 731541 w 4035240"/>
              <a:gd name="connsiteY1" fmla="*/ 1394109 h 1502868"/>
              <a:gd name="connsiteX2" fmla="*/ 731541 w 4035240"/>
              <a:gd name="connsiteY2" fmla="*/ 1498442 h 1502868"/>
              <a:gd name="connsiteX3" fmla="*/ -158 w 4035240"/>
              <a:gd name="connsiteY3" fmla="*/ 1498442 h 1502868"/>
              <a:gd name="connsiteX4" fmla="*/ -158 w 4035240"/>
              <a:gd name="connsiteY4" fmla="*/ 1299261 h 1502868"/>
              <a:gd name="connsiteX5" fmla="*/ 731541 w 4035240"/>
              <a:gd name="connsiteY5" fmla="*/ 1299261 h 1502868"/>
              <a:gd name="connsiteX6" fmla="*/ 731541 w 4035240"/>
              <a:gd name="connsiteY6" fmla="*/ 1194928 h 1502868"/>
              <a:gd name="connsiteX7" fmla="*/ -158 w 4035240"/>
              <a:gd name="connsiteY7" fmla="*/ 1194928 h 1502868"/>
              <a:gd name="connsiteX8" fmla="*/ 208899 w 4035240"/>
              <a:gd name="connsiteY8" fmla="*/ 1100080 h 1502868"/>
              <a:gd name="connsiteX9" fmla="*/ 522484 w 4035240"/>
              <a:gd name="connsiteY9" fmla="*/ 1100080 h 1502868"/>
              <a:gd name="connsiteX10" fmla="*/ 522484 w 4035240"/>
              <a:gd name="connsiteY10" fmla="*/ 995747 h 1502868"/>
              <a:gd name="connsiteX11" fmla="*/ 208899 w 4035240"/>
              <a:gd name="connsiteY11" fmla="*/ 995747 h 1502868"/>
              <a:gd name="connsiteX12" fmla="*/ 208899 w 4035240"/>
              <a:gd name="connsiteY12" fmla="*/ 900899 h 1502868"/>
              <a:gd name="connsiteX13" fmla="*/ 522484 w 4035240"/>
              <a:gd name="connsiteY13" fmla="*/ 900899 h 1502868"/>
              <a:gd name="connsiteX14" fmla="*/ 522484 w 4035240"/>
              <a:gd name="connsiteY14" fmla="*/ 796566 h 1502868"/>
              <a:gd name="connsiteX15" fmla="*/ 208899 w 4035240"/>
              <a:gd name="connsiteY15" fmla="*/ 796566 h 1502868"/>
              <a:gd name="connsiteX16" fmla="*/ 208899 w 4035240"/>
              <a:gd name="connsiteY16" fmla="*/ 701718 h 1502868"/>
              <a:gd name="connsiteX17" fmla="*/ 522484 w 4035240"/>
              <a:gd name="connsiteY17" fmla="*/ 701718 h 1502868"/>
              <a:gd name="connsiteX18" fmla="*/ 522484 w 4035240"/>
              <a:gd name="connsiteY18" fmla="*/ 597385 h 1502868"/>
              <a:gd name="connsiteX19" fmla="*/ 208899 w 4035240"/>
              <a:gd name="connsiteY19" fmla="*/ 597385 h 1502868"/>
              <a:gd name="connsiteX20" fmla="*/ 522484 w 4035240"/>
              <a:gd name="connsiteY20" fmla="*/ 398204 h 1502868"/>
              <a:gd name="connsiteX21" fmla="*/ 208899 w 4035240"/>
              <a:gd name="connsiteY21" fmla="*/ 398204 h 1502868"/>
              <a:gd name="connsiteX22" fmla="*/ 208899 w 4035240"/>
              <a:gd name="connsiteY22" fmla="*/ 502537 h 1502868"/>
              <a:gd name="connsiteX23" fmla="*/ 522484 w 4035240"/>
              <a:gd name="connsiteY23" fmla="*/ 502537 h 1502868"/>
              <a:gd name="connsiteX24" fmla="*/ -158 w 4035240"/>
              <a:gd name="connsiteY24" fmla="*/ 303356 h 1502868"/>
              <a:gd name="connsiteX25" fmla="*/ 731541 w 4035240"/>
              <a:gd name="connsiteY25" fmla="*/ 303356 h 1502868"/>
              <a:gd name="connsiteX26" fmla="*/ 731541 w 4035240"/>
              <a:gd name="connsiteY26" fmla="*/ 199023 h 1502868"/>
              <a:gd name="connsiteX27" fmla="*/ -158 w 4035240"/>
              <a:gd name="connsiteY27" fmla="*/ 199023 h 1502868"/>
              <a:gd name="connsiteX28" fmla="*/ -158 w 4035240"/>
              <a:gd name="connsiteY28" fmla="*/ 104175 h 1502868"/>
              <a:gd name="connsiteX29" fmla="*/ 731541 w 4035240"/>
              <a:gd name="connsiteY29" fmla="*/ 104175 h 1502868"/>
              <a:gd name="connsiteX30" fmla="*/ 731541 w 4035240"/>
              <a:gd name="connsiteY30" fmla="*/ -158 h 1502868"/>
              <a:gd name="connsiteX31" fmla="*/ -158 w 4035240"/>
              <a:gd name="connsiteY31" fmla="*/ -158 h 1502868"/>
              <a:gd name="connsiteX32" fmla="*/ 836070 w 4035240"/>
              <a:gd name="connsiteY32" fmla="*/ 1299261 h 1502868"/>
              <a:gd name="connsiteX33" fmla="*/ 1951389 w 4035240"/>
              <a:gd name="connsiteY33" fmla="*/ 1299261 h 1502868"/>
              <a:gd name="connsiteX34" fmla="*/ 1993390 w 4035240"/>
              <a:gd name="connsiteY34" fmla="*/ 1194928 h 1502868"/>
              <a:gd name="connsiteX35" fmla="*/ 836070 w 4035240"/>
              <a:gd name="connsiteY35" fmla="*/ 1194928 h 1502868"/>
              <a:gd name="connsiteX36" fmla="*/ 1864060 w 4035240"/>
              <a:gd name="connsiteY36" fmla="*/ 796566 h 1502868"/>
              <a:gd name="connsiteX37" fmla="*/ 1045127 w 4035240"/>
              <a:gd name="connsiteY37" fmla="*/ 796566 h 1502868"/>
              <a:gd name="connsiteX38" fmla="*/ 1045127 w 4035240"/>
              <a:gd name="connsiteY38" fmla="*/ 900899 h 1502868"/>
              <a:gd name="connsiteX39" fmla="*/ 1951293 w 4035240"/>
              <a:gd name="connsiteY39" fmla="*/ 900899 h 1502868"/>
              <a:gd name="connsiteX40" fmla="*/ 1864060 w 4035240"/>
              <a:gd name="connsiteY40" fmla="*/ 796566 h 1502868"/>
              <a:gd name="connsiteX41" fmla="*/ 1045127 w 4035240"/>
              <a:gd name="connsiteY41" fmla="*/ 597385 h 1502868"/>
              <a:gd name="connsiteX42" fmla="*/ 1045127 w 4035240"/>
              <a:gd name="connsiteY42" fmla="*/ 701718 h 1502868"/>
              <a:gd name="connsiteX43" fmla="*/ 1864060 w 4035240"/>
              <a:gd name="connsiteY43" fmla="*/ 701718 h 1502868"/>
              <a:gd name="connsiteX44" fmla="*/ 1951293 w 4035240"/>
              <a:gd name="connsiteY44" fmla="*/ 597385 h 1502868"/>
              <a:gd name="connsiteX45" fmla="*/ 1951389 w 4035240"/>
              <a:gd name="connsiteY45" fmla="*/ 199023 h 1502868"/>
              <a:gd name="connsiteX46" fmla="*/ 836070 w 4035240"/>
              <a:gd name="connsiteY46" fmla="*/ 199023 h 1502868"/>
              <a:gd name="connsiteX47" fmla="*/ 836070 w 4035240"/>
              <a:gd name="connsiteY47" fmla="*/ 303356 h 1502868"/>
              <a:gd name="connsiteX48" fmla="*/ 1993390 w 4035240"/>
              <a:gd name="connsiteY48" fmla="*/ 303356 h 1502868"/>
              <a:gd name="connsiteX49" fmla="*/ 1951389 w 4035240"/>
              <a:gd name="connsiteY49" fmla="*/ 199023 h 1502868"/>
              <a:gd name="connsiteX50" fmla="*/ 1605779 w 4035240"/>
              <a:gd name="connsiteY50" fmla="*/ -158 h 1502868"/>
              <a:gd name="connsiteX51" fmla="*/ 836070 w 4035240"/>
              <a:gd name="connsiteY51" fmla="*/ -158 h 1502868"/>
              <a:gd name="connsiteX52" fmla="*/ 836070 w 4035240"/>
              <a:gd name="connsiteY52" fmla="*/ 104175 h 1502868"/>
              <a:gd name="connsiteX53" fmla="*/ 1874988 w 4035240"/>
              <a:gd name="connsiteY53" fmla="*/ 104175 h 1502868"/>
              <a:gd name="connsiteX54" fmla="*/ 1605779 w 4035240"/>
              <a:gd name="connsiteY54" fmla="*/ -158 h 1502868"/>
              <a:gd name="connsiteX55" fmla="*/ 1045127 w 4035240"/>
              <a:gd name="connsiteY55" fmla="*/ 502537 h 1502868"/>
              <a:gd name="connsiteX56" fmla="*/ 1358712 w 4035240"/>
              <a:gd name="connsiteY56" fmla="*/ 502537 h 1502868"/>
              <a:gd name="connsiteX57" fmla="*/ 1358712 w 4035240"/>
              <a:gd name="connsiteY57" fmla="*/ 398204 h 1502868"/>
              <a:gd name="connsiteX58" fmla="*/ 1045127 w 4035240"/>
              <a:gd name="connsiteY58" fmla="*/ 398204 h 1502868"/>
              <a:gd name="connsiteX59" fmla="*/ 1653292 w 4035240"/>
              <a:gd name="connsiteY59" fmla="*/ 502537 h 1502868"/>
              <a:gd name="connsiteX60" fmla="*/ 1990919 w 4035240"/>
              <a:gd name="connsiteY60" fmla="*/ 502537 h 1502868"/>
              <a:gd name="connsiteX61" fmla="*/ 2004888 w 4035240"/>
              <a:gd name="connsiteY61" fmla="*/ 398204 h 1502868"/>
              <a:gd name="connsiteX62" fmla="*/ 1653292 w 4035240"/>
              <a:gd name="connsiteY62" fmla="*/ 398204 h 1502868"/>
              <a:gd name="connsiteX63" fmla="*/ 1045127 w 4035240"/>
              <a:gd name="connsiteY63" fmla="*/ 1100080 h 1502868"/>
              <a:gd name="connsiteX64" fmla="*/ 1358712 w 4035240"/>
              <a:gd name="connsiteY64" fmla="*/ 1100080 h 1502868"/>
              <a:gd name="connsiteX65" fmla="*/ 1358712 w 4035240"/>
              <a:gd name="connsiteY65" fmla="*/ 995747 h 1502868"/>
              <a:gd name="connsiteX66" fmla="*/ 1045127 w 4035240"/>
              <a:gd name="connsiteY66" fmla="*/ 995747 h 1502868"/>
              <a:gd name="connsiteX67" fmla="*/ 1653292 w 4035240"/>
              <a:gd name="connsiteY67" fmla="*/ 995747 h 1502868"/>
              <a:gd name="connsiteX68" fmla="*/ 1653292 w 4035240"/>
              <a:gd name="connsiteY68" fmla="*/ 1100080 h 1502868"/>
              <a:gd name="connsiteX69" fmla="*/ 2004888 w 4035240"/>
              <a:gd name="connsiteY69" fmla="*/ 1100080 h 1502868"/>
              <a:gd name="connsiteX70" fmla="*/ 1990919 w 4035240"/>
              <a:gd name="connsiteY70" fmla="*/ 995747 h 1502868"/>
              <a:gd name="connsiteX71" fmla="*/ 836070 w 4035240"/>
              <a:gd name="connsiteY71" fmla="*/ 1498442 h 1502868"/>
              <a:gd name="connsiteX72" fmla="*/ 1605779 w 4035240"/>
              <a:gd name="connsiteY72" fmla="*/ 1498442 h 1502868"/>
              <a:gd name="connsiteX73" fmla="*/ 1874988 w 4035240"/>
              <a:gd name="connsiteY73" fmla="*/ 1394109 h 1502868"/>
              <a:gd name="connsiteX74" fmla="*/ 836070 w 4035240"/>
              <a:gd name="connsiteY74" fmla="*/ 1394109 h 1502868"/>
              <a:gd name="connsiteX75" fmla="*/ 2926639 w 4035240"/>
              <a:gd name="connsiteY75" fmla="*/ 1498442 h 1502868"/>
              <a:gd name="connsiteX76" fmla="*/ 2962939 w 4035240"/>
              <a:gd name="connsiteY76" fmla="*/ 1394109 h 1502868"/>
              <a:gd name="connsiteX77" fmla="*/ 2890339 w 4035240"/>
              <a:gd name="connsiteY77" fmla="*/ 1394109 h 1502868"/>
              <a:gd name="connsiteX78" fmla="*/ 2856985 w 4035240"/>
              <a:gd name="connsiteY78" fmla="*/ 1299261 h 1502868"/>
              <a:gd name="connsiteX79" fmla="*/ 2996293 w 4035240"/>
              <a:gd name="connsiteY79" fmla="*/ 1299261 h 1502868"/>
              <a:gd name="connsiteX80" fmla="*/ 3033068 w 4035240"/>
              <a:gd name="connsiteY80" fmla="*/ 1194928 h 1502868"/>
              <a:gd name="connsiteX81" fmla="*/ 2820210 w 4035240"/>
              <a:gd name="connsiteY81" fmla="*/ 1194928 h 1502868"/>
              <a:gd name="connsiteX82" fmla="*/ 2786856 w 4035240"/>
              <a:gd name="connsiteY82" fmla="*/ 1100080 h 1502868"/>
              <a:gd name="connsiteX83" fmla="*/ 3066422 w 4035240"/>
              <a:gd name="connsiteY83" fmla="*/ 1100080 h 1502868"/>
              <a:gd name="connsiteX84" fmla="*/ 3103102 w 4035240"/>
              <a:gd name="connsiteY84" fmla="*/ 995747 h 1502868"/>
              <a:gd name="connsiteX85" fmla="*/ 2750176 w 4035240"/>
              <a:gd name="connsiteY85" fmla="*/ 995747 h 1502868"/>
              <a:gd name="connsiteX86" fmla="*/ 2716822 w 4035240"/>
              <a:gd name="connsiteY86" fmla="*/ 900899 h 1502868"/>
              <a:gd name="connsiteX87" fmla="*/ 3136456 w 4035240"/>
              <a:gd name="connsiteY87" fmla="*/ 900899 h 1502868"/>
              <a:gd name="connsiteX88" fmla="*/ 3173136 w 4035240"/>
              <a:gd name="connsiteY88" fmla="*/ 796566 h 1502868"/>
              <a:gd name="connsiteX89" fmla="*/ 2680142 w 4035240"/>
              <a:gd name="connsiteY89" fmla="*/ 796566 h 1502868"/>
              <a:gd name="connsiteX90" fmla="*/ 2299468 w 4035240"/>
              <a:gd name="connsiteY90" fmla="*/ 502537 h 1502868"/>
              <a:gd name="connsiteX91" fmla="*/ 2864207 w 4035240"/>
              <a:gd name="connsiteY91" fmla="*/ 502537 h 1502868"/>
              <a:gd name="connsiteX92" fmla="*/ 2827907 w 4035240"/>
              <a:gd name="connsiteY92" fmla="*/ 398204 h 1502868"/>
              <a:gd name="connsiteX93" fmla="*/ 2299468 w 4035240"/>
              <a:gd name="connsiteY93" fmla="*/ 398204 h 1502868"/>
              <a:gd name="connsiteX94" fmla="*/ 3058440 w 4035240"/>
              <a:gd name="connsiteY94" fmla="*/ 303356 h 1502868"/>
              <a:gd name="connsiteX95" fmla="*/ 3762867 w 4035240"/>
              <a:gd name="connsiteY95" fmla="*/ 303356 h 1502868"/>
              <a:gd name="connsiteX96" fmla="*/ 3762867 w 4035240"/>
              <a:gd name="connsiteY96" fmla="*/ 199023 h 1502868"/>
              <a:gd name="connsiteX97" fmla="*/ 3094835 w 4035240"/>
              <a:gd name="connsiteY97" fmla="*/ 199023 h 1502868"/>
              <a:gd name="connsiteX98" fmla="*/ 3164204 w 4035240"/>
              <a:gd name="connsiteY98" fmla="*/ -158 h 1502868"/>
              <a:gd name="connsiteX99" fmla="*/ 3127904 w 4035240"/>
              <a:gd name="connsiteY99" fmla="*/ 104175 h 1502868"/>
              <a:gd name="connsiteX100" fmla="*/ 3762867 w 4035240"/>
              <a:gd name="connsiteY100" fmla="*/ 104175 h 1502868"/>
              <a:gd name="connsiteX101" fmla="*/ 3762867 w 4035240"/>
              <a:gd name="connsiteY101" fmla="*/ -158 h 1502868"/>
              <a:gd name="connsiteX102" fmla="*/ 2090411 w 4035240"/>
              <a:gd name="connsiteY102" fmla="*/ 1498442 h 1502868"/>
              <a:gd name="connsiteX103" fmla="*/ 2613054 w 4035240"/>
              <a:gd name="connsiteY103" fmla="*/ 1498442 h 1502868"/>
              <a:gd name="connsiteX104" fmla="*/ 2613054 w 4035240"/>
              <a:gd name="connsiteY104" fmla="*/ 1394109 h 1502868"/>
              <a:gd name="connsiteX105" fmla="*/ 2090411 w 4035240"/>
              <a:gd name="connsiteY105" fmla="*/ 1394109 h 1502868"/>
              <a:gd name="connsiteX106" fmla="*/ 2090411 w 4035240"/>
              <a:gd name="connsiteY106" fmla="*/ 1299261 h 1502868"/>
              <a:gd name="connsiteX107" fmla="*/ 2613054 w 4035240"/>
              <a:gd name="connsiteY107" fmla="*/ 1299261 h 1502868"/>
              <a:gd name="connsiteX108" fmla="*/ 2613054 w 4035240"/>
              <a:gd name="connsiteY108" fmla="*/ 1194928 h 1502868"/>
              <a:gd name="connsiteX109" fmla="*/ 2090411 w 4035240"/>
              <a:gd name="connsiteY109" fmla="*/ 1194928 h 1502868"/>
              <a:gd name="connsiteX110" fmla="*/ 2299468 w 4035240"/>
              <a:gd name="connsiteY110" fmla="*/ 1100080 h 1502868"/>
              <a:gd name="connsiteX111" fmla="*/ 2613054 w 4035240"/>
              <a:gd name="connsiteY111" fmla="*/ 1100080 h 1502868"/>
              <a:gd name="connsiteX112" fmla="*/ 2613054 w 4035240"/>
              <a:gd name="connsiteY112" fmla="*/ 995747 h 1502868"/>
              <a:gd name="connsiteX113" fmla="*/ 2299468 w 4035240"/>
              <a:gd name="connsiteY113" fmla="*/ 995747 h 1502868"/>
              <a:gd name="connsiteX114" fmla="*/ 2299468 w 4035240"/>
              <a:gd name="connsiteY114" fmla="*/ 900899 h 1502868"/>
              <a:gd name="connsiteX115" fmla="*/ 2613054 w 4035240"/>
              <a:gd name="connsiteY115" fmla="*/ 900899 h 1502868"/>
              <a:gd name="connsiteX116" fmla="*/ 2613054 w 4035240"/>
              <a:gd name="connsiteY116" fmla="*/ 796566 h 1502868"/>
              <a:gd name="connsiteX117" fmla="*/ 2299468 w 4035240"/>
              <a:gd name="connsiteY117" fmla="*/ 796566 h 1502868"/>
              <a:gd name="connsiteX118" fmla="*/ 3553810 w 4035240"/>
              <a:gd name="connsiteY118" fmla="*/ 398204 h 1502868"/>
              <a:gd name="connsiteX119" fmla="*/ 3025371 w 4035240"/>
              <a:gd name="connsiteY119" fmla="*/ 398204 h 1502868"/>
              <a:gd name="connsiteX120" fmla="*/ 2989071 w 4035240"/>
              <a:gd name="connsiteY120" fmla="*/ 502537 h 1502868"/>
              <a:gd name="connsiteX121" fmla="*/ 3553810 w 4035240"/>
              <a:gd name="connsiteY121" fmla="*/ 502537 h 1502868"/>
              <a:gd name="connsiteX122" fmla="*/ 3240225 w 4035240"/>
              <a:gd name="connsiteY122" fmla="*/ 701718 h 1502868"/>
              <a:gd name="connsiteX123" fmla="*/ 3553810 w 4035240"/>
              <a:gd name="connsiteY123" fmla="*/ 701718 h 1502868"/>
              <a:gd name="connsiteX124" fmla="*/ 3553810 w 4035240"/>
              <a:gd name="connsiteY124" fmla="*/ 597385 h 1502868"/>
              <a:gd name="connsiteX125" fmla="*/ 2956002 w 4035240"/>
              <a:gd name="connsiteY125" fmla="*/ 597385 h 1502868"/>
              <a:gd name="connsiteX126" fmla="*/ 2926639 w 4035240"/>
              <a:gd name="connsiteY126" fmla="*/ 681705 h 1502868"/>
              <a:gd name="connsiteX127" fmla="*/ 2897276 w 4035240"/>
              <a:gd name="connsiteY127" fmla="*/ 597385 h 1502868"/>
              <a:gd name="connsiteX128" fmla="*/ 2299468 w 4035240"/>
              <a:gd name="connsiteY128" fmla="*/ 597385 h 1502868"/>
              <a:gd name="connsiteX129" fmla="*/ 2299468 w 4035240"/>
              <a:gd name="connsiteY129" fmla="*/ 701718 h 1502868"/>
              <a:gd name="connsiteX130" fmla="*/ 2613054 w 4035240"/>
              <a:gd name="connsiteY130" fmla="*/ 701718 h 1502868"/>
              <a:gd name="connsiteX131" fmla="*/ 2613054 w 4035240"/>
              <a:gd name="connsiteY131" fmla="*/ 605827 h 1502868"/>
              <a:gd name="connsiteX132" fmla="*/ 2646788 w 4035240"/>
              <a:gd name="connsiteY132" fmla="*/ 701718 h 1502868"/>
              <a:gd name="connsiteX133" fmla="*/ 3206491 w 4035240"/>
              <a:gd name="connsiteY133" fmla="*/ 701718 h 1502868"/>
              <a:gd name="connsiteX134" fmla="*/ 3240225 w 4035240"/>
              <a:gd name="connsiteY134" fmla="*/ 605827 h 1502868"/>
              <a:gd name="connsiteX135" fmla="*/ 3553810 w 4035240"/>
              <a:gd name="connsiteY135" fmla="*/ 796566 h 1502868"/>
              <a:gd name="connsiteX136" fmla="*/ 3240225 w 4035240"/>
              <a:gd name="connsiteY136" fmla="*/ 796566 h 1502868"/>
              <a:gd name="connsiteX137" fmla="*/ 3240225 w 4035240"/>
              <a:gd name="connsiteY137" fmla="*/ 900899 h 1502868"/>
              <a:gd name="connsiteX138" fmla="*/ 3553810 w 4035240"/>
              <a:gd name="connsiteY138" fmla="*/ 900899 h 1502868"/>
              <a:gd name="connsiteX139" fmla="*/ 3240225 w 4035240"/>
              <a:gd name="connsiteY139" fmla="*/ 1100080 h 1502868"/>
              <a:gd name="connsiteX140" fmla="*/ 3553810 w 4035240"/>
              <a:gd name="connsiteY140" fmla="*/ 1100080 h 1502868"/>
              <a:gd name="connsiteX141" fmla="*/ 3553810 w 4035240"/>
              <a:gd name="connsiteY141" fmla="*/ 995747 h 1502868"/>
              <a:gd name="connsiteX142" fmla="*/ 3240225 w 4035240"/>
              <a:gd name="connsiteY142" fmla="*/ 995747 h 1502868"/>
              <a:gd name="connsiteX143" fmla="*/ 3240225 w 4035240"/>
              <a:gd name="connsiteY143" fmla="*/ 1299261 h 1502868"/>
              <a:gd name="connsiteX144" fmla="*/ 3762867 w 4035240"/>
              <a:gd name="connsiteY144" fmla="*/ 1299261 h 1502868"/>
              <a:gd name="connsiteX145" fmla="*/ 3762867 w 4035240"/>
              <a:gd name="connsiteY145" fmla="*/ 1194928 h 1502868"/>
              <a:gd name="connsiteX146" fmla="*/ 3240225 w 4035240"/>
              <a:gd name="connsiteY146" fmla="*/ 1194928 h 1502868"/>
              <a:gd name="connsiteX147" fmla="*/ 3240225 w 4035240"/>
              <a:gd name="connsiteY147" fmla="*/ 1498442 h 1502868"/>
              <a:gd name="connsiteX148" fmla="*/ 3762867 w 4035240"/>
              <a:gd name="connsiteY148" fmla="*/ 1498442 h 1502868"/>
              <a:gd name="connsiteX149" fmla="*/ 3762867 w 4035240"/>
              <a:gd name="connsiteY149" fmla="*/ 1394109 h 1502868"/>
              <a:gd name="connsiteX150" fmla="*/ 3240225 w 4035240"/>
              <a:gd name="connsiteY150" fmla="*/ 1394109 h 1502868"/>
              <a:gd name="connsiteX151" fmla="*/ 2794838 w 4035240"/>
              <a:gd name="connsiteY151" fmla="*/ 303356 h 1502868"/>
              <a:gd name="connsiteX152" fmla="*/ 2758443 w 4035240"/>
              <a:gd name="connsiteY152" fmla="*/ 199023 h 1502868"/>
              <a:gd name="connsiteX153" fmla="*/ 2090411 w 4035240"/>
              <a:gd name="connsiteY153" fmla="*/ 199023 h 1502868"/>
              <a:gd name="connsiteX154" fmla="*/ 2090411 w 4035240"/>
              <a:gd name="connsiteY154" fmla="*/ 303356 h 1502868"/>
              <a:gd name="connsiteX155" fmla="*/ 2725469 w 4035240"/>
              <a:gd name="connsiteY155" fmla="*/ 104175 h 1502868"/>
              <a:gd name="connsiteX156" fmla="*/ 2689075 w 4035240"/>
              <a:gd name="connsiteY156" fmla="*/ -158 h 1502868"/>
              <a:gd name="connsiteX157" fmla="*/ 2090411 w 4035240"/>
              <a:gd name="connsiteY157" fmla="*/ -158 h 1502868"/>
              <a:gd name="connsiteX158" fmla="*/ 2090411 w 4035240"/>
              <a:gd name="connsiteY158" fmla="*/ 104175 h 1502868"/>
              <a:gd name="connsiteX159" fmla="*/ 3875283 w 4035240"/>
              <a:gd name="connsiteY159" fmla="*/ 1420572 h 1502868"/>
              <a:gd name="connsiteX160" fmla="*/ 3957540 w 4035240"/>
              <a:gd name="connsiteY160" fmla="*/ 1343211 h 1502868"/>
              <a:gd name="connsiteX161" fmla="*/ 4035046 w 4035240"/>
              <a:gd name="connsiteY161" fmla="*/ 1425315 h 1502868"/>
              <a:gd name="connsiteX162" fmla="*/ 3955105 w 4035240"/>
              <a:gd name="connsiteY162" fmla="*/ 1502711 h 1502868"/>
              <a:gd name="connsiteX163" fmla="*/ 3875445 w 4035240"/>
              <a:gd name="connsiteY163" fmla="*/ 1422311 h 1502868"/>
              <a:gd name="connsiteX164" fmla="*/ 3875474 w 4035240"/>
              <a:gd name="connsiteY164" fmla="*/ 1420572 h 1502868"/>
              <a:gd name="connsiteX165" fmla="*/ 4016206 w 4035240"/>
              <a:gd name="connsiteY165" fmla="*/ 1425789 h 1502868"/>
              <a:gd name="connsiteX166" fmla="*/ 4016206 w 4035240"/>
              <a:gd name="connsiteY166" fmla="*/ 1415450 h 1502868"/>
              <a:gd name="connsiteX167" fmla="*/ 3952743 w 4035240"/>
              <a:gd name="connsiteY167" fmla="*/ 1356915 h 1502868"/>
              <a:gd name="connsiteX168" fmla="*/ 3894098 w 4035240"/>
              <a:gd name="connsiteY168" fmla="*/ 1415450 h 1502868"/>
              <a:gd name="connsiteX169" fmla="*/ 3894098 w 4035240"/>
              <a:gd name="connsiteY169" fmla="*/ 1425789 h 1502868"/>
              <a:gd name="connsiteX170" fmla="*/ 3957561 w 4035240"/>
              <a:gd name="connsiteY170" fmla="*/ 1484324 h 1502868"/>
              <a:gd name="connsiteX171" fmla="*/ 4016206 w 4035240"/>
              <a:gd name="connsiteY171" fmla="*/ 1425789 h 1502868"/>
              <a:gd name="connsiteX172" fmla="*/ 3943416 w 4035240"/>
              <a:gd name="connsiteY172" fmla="*/ 1462874 h 1502868"/>
              <a:gd name="connsiteX173" fmla="*/ 3923081 w 4035240"/>
              <a:gd name="connsiteY173" fmla="*/ 1462874 h 1502868"/>
              <a:gd name="connsiteX174" fmla="*/ 3923081 w 4035240"/>
              <a:gd name="connsiteY174" fmla="*/ 1379598 h 1502868"/>
              <a:gd name="connsiteX175" fmla="*/ 3961091 w 4035240"/>
              <a:gd name="connsiteY175" fmla="*/ 1379598 h 1502868"/>
              <a:gd name="connsiteX176" fmla="*/ 3989418 w 4035240"/>
              <a:gd name="connsiteY176" fmla="*/ 1401360 h 1502868"/>
              <a:gd name="connsiteX177" fmla="*/ 3989599 w 4035240"/>
              <a:gd name="connsiteY177" fmla="*/ 1405871 h 1502868"/>
              <a:gd name="connsiteX178" fmla="*/ 3974489 w 4035240"/>
              <a:gd name="connsiteY178" fmla="*/ 1431005 h 1502868"/>
              <a:gd name="connsiteX179" fmla="*/ 3993495 w 4035240"/>
              <a:gd name="connsiteY179" fmla="*/ 1462874 h 1502868"/>
              <a:gd name="connsiteX180" fmla="*/ 3971164 w 4035240"/>
              <a:gd name="connsiteY180" fmla="*/ 1462874 h 1502868"/>
              <a:gd name="connsiteX181" fmla="*/ 3955580 w 4035240"/>
              <a:gd name="connsiteY181" fmla="*/ 1434420 h 1502868"/>
              <a:gd name="connsiteX182" fmla="*/ 3943416 w 4035240"/>
              <a:gd name="connsiteY182" fmla="*/ 1434420 h 1502868"/>
              <a:gd name="connsiteX183" fmla="*/ 3958620 w 4035240"/>
              <a:gd name="connsiteY183" fmla="*/ 1419055 h 1502868"/>
              <a:gd name="connsiteX184" fmla="*/ 3968123 w 4035240"/>
              <a:gd name="connsiteY184" fmla="*/ 1410234 h 1502868"/>
              <a:gd name="connsiteX185" fmla="*/ 3968123 w 4035240"/>
              <a:gd name="connsiteY185" fmla="*/ 1404258 h 1502868"/>
              <a:gd name="connsiteX186" fmla="*/ 3958620 w 4035240"/>
              <a:gd name="connsiteY186" fmla="*/ 1395532 h 1502868"/>
              <a:gd name="connsiteX187" fmla="*/ 3943416 w 4035240"/>
              <a:gd name="connsiteY187" fmla="*/ 1395532 h 1502868"/>
              <a:gd name="connsiteX188" fmla="*/ 3943416 w 4035240"/>
              <a:gd name="connsiteY188" fmla="*/ 1419055 h 1502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Lst>
            <a:rect l="l" t="t" r="r" b="b"/>
            <a:pathLst>
              <a:path w="4035240" h="1502868">
                <a:moveTo>
                  <a:pt x="-158" y="1394109"/>
                </a:moveTo>
                <a:lnTo>
                  <a:pt x="731541" y="1394109"/>
                </a:lnTo>
                <a:lnTo>
                  <a:pt x="731541" y="1498442"/>
                </a:lnTo>
                <a:lnTo>
                  <a:pt x="-158" y="1498442"/>
                </a:lnTo>
                <a:close/>
                <a:moveTo>
                  <a:pt x="-158" y="1299261"/>
                </a:moveTo>
                <a:lnTo>
                  <a:pt x="731541" y="1299261"/>
                </a:lnTo>
                <a:lnTo>
                  <a:pt x="731541" y="1194928"/>
                </a:lnTo>
                <a:lnTo>
                  <a:pt x="-158" y="1194928"/>
                </a:lnTo>
                <a:close/>
                <a:moveTo>
                  <a:pt x="208899" y="1100080"/>
                </a:moveTo>
                <a:lnTo>
                  <a:pt x="522484" y="1100080"/>
                </a:lnTo>
                <a:lnTo>
                  <a:pt x="522484" y="995747"/>
                </a:lnTo>
                <a:lnTo>
                  <a:pt x="208899" y="995747"/>
                </a:lnTo>
                <a:close/>
                <a:moveTo>
                  <a:pt x="208899" y="900899"/>
                </a:moveTo>
                <a:lnTo>
                  <a:pt x="522484" y="900899"/>
                </a:lnTo>
                <a:lnTo>
                  <a:pt x="522484" y="796566"/>
                </a:lnTo>
                <a:lnTo>
                  <a:pt x="208899" y="796566"/>
                </a:lnTo>
                <a:close/>
                <a:moveTo>
                  <a:pt x="208899" y="701718"/>
                </a:moveTo>
                <a:lnTo>
                  <a:pt x="522484" y="701718"/>
                </a:lnTo>
                <a:lnTo>
                  <a:pt x="522484" y="597385"/>
                </a:lnTo>
                <a:lnTo>
                  <a:pt x="208899" y="597385"/>
                </a:lnTo>
                <a:close/>
                <a:moveTo>
                  <a:pt x="522484" y="398204"/>
                </a:moveTo>
                <a:lnTo>
                  <a:pt x="208899" y="398204"/>
                </a:lnTo>
                <a:lnTo>
                  <a:pt x="208899" y="502537"/>
                </a:lnTo>
                <a:lnTo>
                  <a:pt x="522484" y="502537"/>
                </a:lnTo>
                <a:close/>
                <a:moveTo>
                  <a:pt x="-158" y="303356"/>
                </a:moveTo>
                <a:lnTo>
                  <a:pt x="731541" y="303356"/>
                </a:lnTo>
                <a:lnTo>
                  <a:pt x="731541" y="199023"/>
                </a:lnTo>
                <a:lnTo>
                  <a:pt x="-158" y="199023"/>
                </a:lnTo>
                <a:close/>
                <a:moveTo>
                  <a:pt x="-158" y="104175"/>
                </a:moveTo>
                <a:lnTo>
                  <a:pt x="731541" y="104175"/>
                </a:lnTo>
                <a:lnTo>
                  <a:pt x="731541" y="-158"/>
                </a:lnTo>
                <a:lnTo>
                  <a:pt x="-158" y="-158"/>
                </a:lnTo>
                <a:close/>
                <a:moveTo>
                  <a:pt x="836070" y="1299261"/>
                </a:moveTo>
                <a:lnTo>
                  <a:pt x="1951389" y="1299261"/>
                </a:lnTo>
                <a:cubicBezTo>
                  <a:pt x="1970288" y="1266654"/>
                  <a:pt x="1984432" y="1231523"/>
                  <a:pt x="1993390" y="1194928"/>
                </a:cubicBezTo>
                <a:lnTo>
                  <a:pt x="836070" y="1194928"/>
                </a:lnTo>
                <a:close/>
                <a:moveTo>
                  <a:pt x="1864060" y="796566"/>
                </a:moveTo>
                <a:lnTo>
                  <a:pt x="1045127" y="796566"/>
                </a:lnTo>
                <a:lnTo>
                  <a:pt x="1045127" y="900899"/>
                </a:lnTo>
                <a:lnTo>
                  <a:pt x="1951293" y="900899"/>
                </a:lnTo>
                <a:cubicBezTo>
                  <a:pt x="1928348" y="861440"/>
                  <a:pt x="1898850" y="826160"/>
                  <a:pt x="1864060" y="796566"/>
                </a:cubicBezTo>
                <a:close/>
                <a:moveTo>
                  <a:pt x="1045127" y="597385"/>
                </a:moveTo>
                <a:lnTo>
                  <a:pt x="1045127" y="701718"/>
                </a:lnTo>
                <a:lnTo>
                  <a:pt x="1864060" y="701718"/>
                </a:lnTo>
                <a:cubicBezTo>
                  <a:pt x="1898850" y="672125"/>
                  <a:pt x="1928348" y="636845"/>
                  <a:pt x="1951293" y="597385"/>
                </a:cubicBezTo>
                <a:close/>
                <a:moveTo>
                  <a:pt x="1951389" y="199023"/>
                </a:moveTo>
                <a:lnTo>
                  <a:pt x="836070" y="199023"/>
                </a:lnTo>
                <a:lnTo>
                  <a:pt x="836070" y="303356"/>
                </a:lnTo>
                <a:lnTo>
                  <a:pt x="1993390" y="303356"/>
                </a:lnTo>
                <a:cubicBezTo>
                  <a:pt x="1984432" y="266762"/>
                  <a:pt x="1970289" y="231630"/>
                  <a:pt x="1951389" y="199023"/>
                </a:cubicBezTo>
                <a:close/>
                <a:moveTo>
                  <a:pt x="1605779" y="-158"/>
                </a:moveTo>
                <a:lnTo>
                  <a:pt x="836070" y="-158"/>
                </a:lnTo>
                <a:lnTo>
                  <a:pt x="836070" y="104175"/>
                </a:lnTo>
                <a:lnTo>
                  <a:pt x="1874988" y="104175"/>
                </a:lnTo>
                <a:cubicBezTo>
                  <a:pt x="1801525" y="36948"/>
                  <a:pt x="1705445" y="-288"/>
                  <a:pt x="1605779" y="-158"/>
                </a:cubicBezTo>
                <a:close/>
                <a:moveTo>
                  <a:pt x="1045127" y="502537"/>
                </a:moveTo>
                <a:lnTo>
                  <a:pt x="1358712" y="502537"/>
                </a:lnTo>
                <a:lnTo>
                  <a:pt x="1358712" y="398204"/>
                </a:lnTo>
                <a:lnTo>
                  <a:pt x="1045127" y="398204"/>
                </a:lnTo>
                <a:close/>
                <a:moveTo>
                  <a:pt x="1653292" y="502537"/>
                </a:moveTo>
                <a:lnTo>
                  <a:pt x="1990919" y="502537"/>
                </a:lnTo>
                <a:cubicBezTo>
                  <a:pt x="2000179" y="468529"/>
                  <a:pt x="2004876" y="433446"/>
                  <a:pt x="2004888" y="398204"/>
                </a:cubicBezTo>
                <a:lnTo>
                  <a:pt x="1653292" y="398204"/>
                </a:lnTo>
                <a:close/>
                <a:moveTo>
                  <a:pt x="1045127" y="1100080"/>
                </a:moveTo>
                <a:lnTo>
                  <a:pt x="1358712" y="1100080"/>
                </a:lnTo>
                <a:lnTo>
                  <a:pt x="1358712" y="995747"/>
                </a:lnTo>
                <a:lnTo>
                  <a:pt x="1045127" y="995747"/>
                </a:lnTo>
                <a:close/>
                <a:moveTo>
                  <a:pt x="1653292" y="995747"/>
                </a:moveTo>
                <a:lnTo>
                  <a:pt x="1653292" y="1100080"/>
                </a:lnTo>
                <a:lnTo>
                  <a:pt x="2004888" y="1100080"/>
                </a:lnTo>
                <a:cubicBezTo>
                  <a:pt x="2004876" y="1064839"/>
                  <a:pt x="2000179" y="1029755"/>
                  <a:pt x="1990919" y="995747"/>
                </a:cubicBezTo>
                <a:close/>
                <a:moveTo>
                  <a:pt x="836070" y="1498442"/>
                </a:moveTo>
                <a:lnTo>
                  <a:pt x="1605779" y="1498442"/>
                </a:lnTo>
                <a:cubicBezTo>
                  <a:pt x="1705471" y="1498712"/>
                  <a:pt x="1801600" y="1461457"/>
                  <a:pt x="1874988" y="1394109"/>
                </a:cubicBezTo>
                <a:lnTo>
                  <a:pt x="836070" y="1394109"/>
                </a:lnTo>
                <a:close/>
                <a:moveTo>
                  <a:pt x="2926639" y="1498442"/>
                </a:moveTo>
                <a:lnTo>
                  <a:pt x="2962939" y="1394109"/>
                </a:lnTo>
                <a:lnTo>
                  <a:pt x="2890339" y="1394109"/>
                </a:lnTo>
                <a:close/>
                <a:moveTo>
                  <a:pt x="2856985" y="1299261"/>
                </a:moveTo>
                <a:lnTo>
                  <a:pt x="2996293" y="1299261"/>
                </a:lnTo>
                <a:lnTo>
                  <a:pt x="3033068" y="1194928"/>
                </a:lnTo>
                <a:lnTo>
                  <a:pt x="2820210" y="1194928"/>
                </a:lnTo>
                <a:close/>
                <a:moveTo>
                  <a:pt x="2786856" y="1100080"/>
                </a:moveTo>
                <a:lnTo>
                  <a:pt x="3066422" y="1100080"/>
                </a:lnTo>
                <a:lnTo>
                  <a:pt x="3103102" y="995747"/>
                </a:lnTo>
                <a:lnTo>
                  <a:pt x="2750176" y="995747"/>
                </a:lnTo>
                <a:close/>
                <a:moveTo>
                  <a:pt x="2716822" y="900899"/>
                </a:moveTo>
                <a:lnTo>
                  <a:pt x="3136456" y="900899"/>
                </a:lnTo>
                <a:lnTo>
                  <a:pt x="3173136" y="796566"/>
                </a:lnTo>
                <a:lnTo>
                  <a:pt x="2680142" y="796566"/>
                </a:lnTo>
                <a:close/>
                <a:moveTo>
                  <a:pt x="2299468" y="502537"/>
                </a:moveTo>
                <a:lnTo>
                  <a:pt x="2864207" y="502537"/>
                </a:lnTo>
                <a:lnTo>
                  <a:pt x="2827907" y="398204"/>
                </a:lnTo>
                <a:lnTo>
                  <a:pt x="2299468" y="398204"/>
                </a:lnTo>
                <a:close/>
                <a:moveTo>
                  <a:pt x="3058440" y="303356"/>
                </a:moveTo>
                <a:lnTo>
                  <a:pt x="3762867" y="303356"/>
                </a:lnTo>
                <a:lnTo>
                  <a:pt x="3762867" y="199023"/>
                </a:lnTo>
                <a:lnTo>
                  <a:pt x="3094835" y="199023"/>
                </a:lnTo>
                <a:close/>
                <a:moveTo>
                  <a:pt x="3164204" y="-158"/>
                </a:moveTo>
                <a:lnTo>
                  <a:pt x="3127904" y="104175"/>
                </a:lnTo>
                <a:lnTo>
                  <a:pt x="3762867" y="104175"/>
                </a:lnTo>
                <a:lnTo>
                  <a:pt x="3762867" y="-158"/>
                </a:lnTo>
                <a:close/>
                <a:moveTo>
                  <a:pt x="2090411" y="1498442"/>
                </a:moveTo>
                <a:lnTo>
                  <a:pt x="2613054" y="1498442"/>
                </a:lnTo>
                <a:lnTo>
                  <a:pt x="2613054" y="1394109"/>
                </a:lnTo>
                <a:lnTo>
                  <a:pt x="2090411" y="1394109"/>
                </a:lnTo>
                <a:close/>
                <a:moveTo>
                  <a:pt x="2090411" y="1299261"/>
                </a:moveTo>
                <a:lnTo>
                  <a:pt x="2613054" y="1299261"/>
                </a:lnTo>
                <a:lnTo>
                  <a:pt x="2613054" y="1194928"/>
                </a:lnTo>
                <a:lnTo>
                  <a:pt x="2090411" y="1194928"/>
                </a:lnTo>
                <a:close/>
                <a:moveTo>
                  <a:pt x="2299468" y="1100080"/>
                </a:moveTo>
                <a:lnTo>
                  <a:pt x="2613054" y="1100080"/>
                </a:lnTo>
                <a:lnTo>
                  <a:pt x="2613054" y="995747"/>
                </a:lnTo>
                <a:lnTo>
                  <a:pt x="2299468" y="995747"/>
                </a:lnTo>
                <a:close/>
                <a:moveTo>
                  <a:pt x="2299468" y="900899"/>
                </a:moveTo>
                <a:lnTo>
                  <a:pt x="2613054" y="900899"/>
                </a:lnTo>
                <a:lnTo>
                  <a:pt x="2613054" y="796566"/>
                </a:lnTo>
                <a:lnTo>
                  <a:pt x="2299468" y="796566"/>
                </a:lnTo>
                <a:close/>
                <a:moveTo>
                  <a:pt x="3553810" y="398204"/>
                </a:moveTo>
                <a:lnTo>
                  <a:pt x="3025371" y="398204"/>
                </a:lnTo>
                <a:lnTo>
                  <a:pt x="2989071" y="502537"/>
                </a:lnTo>
                <a:lnTo>
                  <a:pt x="3553810" y="502537"/>
                </a:lnTo>
                <a:close/>
                <a:moveTo>
                  <a:pt x="3240225" y="701718"/>
                </a:moveTo>
                <a:lnTo>
                  <a:pt x="3553810" y="701718"/>
                </a:lnTo>
                <a:lnTo>
                  <a:pt x="3553810" y="597385"/>
                </a:lnTo>
                <a:lnTo>
                  <a:pt x="2956002" y="597385"/>
                </a:lnTo>
                <a:lnTo>
                  <a:pt x="2926639" y="681705"/>
                </a:lnTo>
                <a:lnTo>
                  <a:pt x="2897276" y="597385"/>
                </a:lnTo>
                <a:lnTo>
                  <a:pt x="2299468" y="597385"/>
                </a:lnTo>
                <a:lnTo>
                  <a:pt x="2299468" y="701718"/>
                </a:lnTo>
                <a:lnTo>
                  <a:pt x="2613054" y="701718"/>
                </a:lnTo>
                <a:lnTo>
                  <a:pt x="2613054" y="605827"/>
                </a:lnTo>
                <a:lnTo>
                  <a:pt x="2646788" y="701718"/>
                </a:lnTo>
                <a:lnTo>
                  <a:pt x="3206491" y="701718"/>
                </a:lnTo>
                <a:lnTo>
                  <a:pt x="3240225" y="605827"/>
                </a:lnTo>
                <a:close/>
                <a:moveTo>
                  <a:pt x="3553810" y="796566"/>
                </a:moveTo>
                <a:lnTo>
                  <a:pt x="3240225" y="796566"/>
                </a:lnTo>
                <a:lnTo>
                  <a:pt x="3240225" y="900899"/>
                </a:lnTo>
                <a:lnTo>
                  <a:pt x="3553810" y="900899"/>
                </a:lnTo>
                <a:close/>
                <a:moveTo>
                  <a:pt x="3240225" y="1100080"/>
                </a:moveTo>
                <a:lnTo>
                  <a:pt x="3553810" y="1100080"/>
                </a:lnTo>
                <a:lnTo>
                  <a:pt x="3553810" y="995747"/>
                </a:lnTo>
                <a:lnTo>
                  <a:pt x="3240225" y="995747"/>
                </a:lnTo>
                <a:close/>
                <a:moveTo>
                  <a:pt x="3240225" y="1299261"/>
                </a:moveTo>
                <a:lnTo>
                  <a:pt x="3762867" y="1299261"/>
                </a:lnTo>
                <a:lnTo>
                  <a:pt x="3762867" y="1194928"/>
                </a:lnTo>
                <a:lnTo>
                  <a:pt x="3240225" y="1194928"/>
                </a:lnTo>
                <a:close/>
                <a:moveTo>
                  <a:pt x="3240225" y="1498442"/>
                </a:moveTo>
                <a:lnTo>
                  <a:pt x="3762867" y="1498442"/>
                </a:lnTo>
                <a:lnTo>
                  <a:pt x="3762867" y="1394109"/>
                </a:lnTo>
                <a:lnTo>
                  <a:pt x="3240225" y="1394109"/>
                </a:lnTo>
                <a:close/>
                <a:moveTo>
                  <a:pt x="2794838" y="303356"/>
                </a:moveTo>
                <a:lnTo>
                  <a:pt x="2758443" y="199023"/>
                </a:lnTo>
                <a:lnTo>
                  <a:pt x="2090411" y="199023"/>
                </a:lnTo>
                <a:lnTo>
                  <a:pt x="2090411" y="303356"/>
                </a:lnTo>
                <a:close/>
                <a:moveTo>
                  <a:pt x="2725469" y="104175"/>
                </a:moveTo>
                <a:lnTo>
                  <a:pt x="2689075" y="-158"/>
                </a:lnTo>
                <a:lnTo>
                  <a:pt x="2090411" y="-158"/>
                </a:lnTo>
                <a:lnTo>
                  <a:pt x="2090411" y="104175"/>
                </a:lnTo>
                <a:close/>
                <a:moveTo>
                  <a:pt x="3875283" y="1420572"/>
                </a:moveTo>
                <a:cubicBezTo>
                  <a:pt x="3876595" y="1376537"/>
                  <a:pt x="3913423" y="1341902"/>
                  <a:pt x="3957540" y="1343211"/>
                </a:cubicBezTo>
                <a:cubicBezTo>
                  <a:pt x="4001657" y="1344521"/>
                  <a:pt x="4036358" y="1381280"/>
                  <a:pt x="4035046" y="1425315"/>
                </a:cubicBezTo>
                <a:cubicBezTo>
                  <a:pt x="4033761" y="1468450"/>
                  <a:pt x="3998340" y="1502743"/>
                  <a:pt x="3955105" y="1502711"/>
                </a:cubicBezTo>
                <a:cubicBezTo>
                  <a:pt x="3910864" y="1502465"/>
                  <a:pt x="3875199" y="1466469"/>
                  <a:pt x="3875445" y="1422311"/>
                </a:cubicBezTo>
                <a:cubicBezTo>
                  <a:pt x="3875449" y="1421731"/>
                  <a:pt x="3875458" y="1421152"/>
                  <a:pt x="3875474" y="1420572"/>
                </a:cubicBezTo>
                <a:close/>
                <a:moveTo>
                  <a:pt x="4016206" y="1425789"/>
                </a:moveTo>
                <a:lnTo>
                  <a:pt x="4016206" y="1415450"/>
                </a:lnTo>
                <a:cubicBezTo>
                  <a:pt x="4014875" y="1381794"/>
                  <a:pt x="3986462" y="1355587"/>
                  <a:pt x="3952743" y="1356915"/>
                </a:cubicBezTo>
                <a:cubicBezTo>
                  <a:pt x="3920889" y="1358170"/>
                  <a:pt x="3895355" y="1383656"/>
                  <a:pt x="3894098" y="1415450"/>
                </a:cubicBezTo>
                <a:lnTo>
                  <a:pt x="3894098" y="1425789"/>
                </a:lnTo>
                <a:cubicBezTo>
                  <a:pt x="3895428" y="1459445"/>
                  <a:pt x="3923842" y="1485652"/>
                  <a:pt x="3957561" y="1484324"/>
                </a:cubicBezTo>
                <a:cubicBezTo>
                  <a:pt x="3989415" y="1483070"/>
                  <a:pt x="4014949" y="1457583"/>
                  <a:pt x="4016206" y="1425789"/>
                </a:cubicBezTo>
                <a:close/>
                <a:moveTo>
                  <a:pt x="3943416" y="1462874"/>
                </a:moveTo>
                <a:lnTo>
                  <a:pt x="3923081" y="1462874"/>
                </a:lnTo>
                <a:lnTo>
                  <a:pt x="3923081" y="1379598"/>
                </a:lnTo>
                <a:lnTo>
                  <a:pt x="3961091" y="1379598"/>
                </a:lnTo>
                <a:cubicBezTo>
                  <a:pt x="3974934" y="1377799"/>
                  <a:pt x="3987617" y="1387543"/>
                  <a:pt x="3989418" y="1401360"/>
                </a:cubicBezTo>
                <a:cubicBezTo>
                  <a:pt x="3989613" y="1402855"/>
                  <a:pt x="3989674" y="1404365"/>
                  <a:pt x="3989599" y="1405871"/>
                </a:cubicBezTo>
                <a:cubicBezTo>
                  <a:pt x="3990607" y="1416644"/>
                  <a:pt x="3984488" y="1426824"/>
                  <a:pt x="3974489" y="1431005"/>
                </a:cubicBezTo>
                <a:lnTo>
                  <a:pt x="3993495" y="1462874"/>
                </a:lnTo>
                <a:lnTo>
                  <a:pt x="3971164" y="1462874"/>
                </a:lnTo>
                <a:lnTo>
                  <a:pt x="3955580" y="1434420"/>
                </a:lnTo>
                <a:lnTo>
                  <a:pt x="3943416" y="1434420"/>
                </a:lnTo>
                <a:close/>
                <a:moveTo>
                  <a:pt x="3958620" y="1419055"/>
                </a:moveTo>
                <a:cubicBezTo>
                  <a:pt x="3964987" y="1419055"/>
                  <a:pt x="3968123" y="1416209"/>
                  <a:pt x="3968123" y="1410234"/>
                </a:cubicBezTo>
                <a:lnTo>
                  <a:pt x="3968123" y="1404258"/>
                </a:lnTo>
                <a:cubicBezTo>
                  <a:pt x="3968123" y="1398283"/>
                  <a:pt x="3964512" y="1395532"/>
                  <a:pt x="3958620" y="1395532"/>
                </a:cubicBezTo>
                <a:lnTo>
                  <a:pt x="3943416" y="1395532"/>
                </a:lnTo>
                <a:lnTo>
                  <a:pt x="3943416" y="1419055"/>
                </a:lnTo>
                <a:close/>
              </a:path>
            </a:pathLst>
          </a:custGeom>
          <a:solidFill>
            <a:schemeClr val="tx1"/>
          </a:solidFill>
          <a:ln w="9503" cap="flat">
            <a:noFill/>
            <a:prstDash val="solid"/>
            <a:miter/>
          </a:ln>
        </p:spPr>
        <p:txBody>
          <a:bodyPr rtlCol="0" anchor="ctr"/>
          <a:lstStyle/>
          <a:p>
            <a:endParaRPr lang="ja-JP" altLang="en-US" sz="2799"/>
          </a:p>
        </p:txBody>
      </p:sp>
      <p:sp>
        <p:nvSpPr>
          <p:cNvPr id="6" name="タイトル 2">
            <a:extLst>
              <a:ext uri="{FF2B5EF4-FFF2-40B4-BE49-F238E27FC236}">
                <a16:creationId xmlns:a16="http://schemas.microsoft.com/office/drawing/2014/main" id="{988AABA5-782D-46A5-2350-932F8FA42C39}"/>
              </a:ext>
            </a:extLst>
          </p:cNvPr>
          <p:cNvSpPr>
            <a:spLocks noGrp="1"/>
          </p:cNvSpPr>
          <p:nvPr>
            <p:ph type="title" hasCustomPrompt="1"/>
          </p:nvPr>
        </p:nvSpPr>
        <p:spPr>
          <a:xfrm>
            <a:off x="292608" y="768096"/>
            <a:ext cx="5522976" cy="1712214"/>
          </a:xfrm>
        </p:spPr>
        <p:txBody>
          <a:bodyPr/>
          <a:lstStyle>
            <a:lvl1pPr>
              <a:defRPr sz="3999"/>
            </a:lvl1pPr>
          </a:lstStyle>
          <a:p>
            <a:r>
              <a:rPr kumimoji="1" lang="ja-JP" altLang="en-US"/>
              <a:t>タイトル</a:t>
            </a:r>
            <a:r>
              <a:rPr kumimoji="1" lang="en-US" altLang="ja-JP" dirty="0"/>
              <a:t>, </a:t>
            </a:r>
            <a:r>
              <a:rPr kumimoji="1" lang="ja-JP" altLang="en-US"/>
              <a:t>最大</a:t>
            </a:r>
            <a:r>
              <a:rPr kumimoji="1" lang="en-US" altLang="ja-JP" dirty="0"/>
              <a:t> 4</a:t>
            </a:r>
            <a:r>
              <a:rPr kumimoji="1" lang="ja-JP" altLang="en-US"/>
              <a:t>行</a:t>
            </a:r>
            <a:r>
              <a:rPr kumimoji="1" lang="en-US" altLang="ja-JP" dirty="0"/>
              <a:t>,</a:t>
            </a:r>
            <a:br>
              <a:rPr kumimoji="1" lang="en-US" altLang="ja-JP" dirty="0"/>
            </a:br>
            <a:r>
              <a:rPr kumimoji="1" lang="ja-JP" altLang="en-US"/>
              <a:t>英語は最初のみ大文字</a:t>
            </a:r>
          </a:p>
        </p:txBody>
      </p:sp>
      <p:sp>
        <p:nvSpPr>
          <p:cNvPr id="8" name="テキスト プレースホルダー 4">
            <a:extLst>
              <a:ext uri="{FF2B5EF4-FFF2-40B4-BE49-F238E27FC236}">
                <a16:creationId xmlns:a16="http://schemas.microsoft.com/office/drawing/2014/main" id="{BE3AC719-06E0-1081-25A4-FF0E97F54D7E}"/>
              </a:ext>
            </a:extLst>
          </p:cNvPr>
          <p:cNvSpPr>
            <a:spLocks noGrp="1"/>
          </p:cNvSpPr>
          <p:nvPr>
            <p:ph type="body" sz="quarter" idx="10"/>
          </p:nvPr>
        </p:nvSpPr>
        <p:spPr>
          <a:xfrm>
            <a:off x="292608" y="301752"/>
            <a:ext cx="5522976" cy="365760"/>
          </a:xfrm>
        </p:spPr>
        <p:txBody>
          <a:bodyPr/>
          <a:lstStyle>
            <a:lvl1pPr>
              <a:defRPr sz="1400">
                <a:latin typeface="+mn-lt"/>
                <a:ea typeface="+mn-ea"/>
              </a:defRPr>
            </a:lvl1pPr>
            <a:lvl2pPr>
              <a:defRPr sz="1400"/>
            </a:lvl2pPr>
            <a:lvl3pPr>
              <a:defRPr sz="1400"/>
            </a:lvl3pPr>
            <a:lvl4pPr>
              <a:defRPr sz="1400"/>
            </a:lvl4pPr>
            <a:lvl5pPr>
              <a:defRPr sz="1400"/>
            </a:lvl5pPr>
          </a:lstStyle>
          <a:p>
            <a:pPr lvl="0"/>
            <a:r>
              <a:rPr kumimoji="1" lang="ja-JP" altLang="en-US"/>
              <a:t>マスター テキストの書式設定</a:t>
            </a:r>
          </a:p>
        </p:txBody>
      </p:sp>
      <p:sp>
        <p:nvSpPr>
          <p:cNvPr id="2" name="テキスト プレースホルダー 6">
            <a:extLst>
              <a:ext uri="{FF2B5EF4-FFF2-40B4-BE49-F238E27FC236}">
                <a16:creationId xmlns:a16="http://schemas.microsoft.com/office/drawing/2014/main" id="{DCF794D9-B36C-4572-19E8-56A4FEA514C3}"/>
              </a:ext>
            </a:extLst>
          </p:cNvPr>
          <p:cNvSpPr>
            <a:spLocks noGrp="1"/>
          </p:cNvSpPr>
          <p:nvPr>
            <p:ph type="body" sz="quarter" idx="17" hasCustomPrompt="1"/>
          </p:nvPr>
        </p:nvSpPr>
        <p:spPr>
          <a:xfrm>
            <a:off x="292609" y="2569465"/>
            <a:ext cx="5527675" cy="550863"/>
          </a:xfrm>
        </p:spPr>
        <p:txBody>
          <a:bodyPr/>
          <a:lstStyle>
            <a:lvl1pPr>
              <a:defRPr sz="1400">
                <a:latin typeface="+mj-lt"/>
                <a:ea typeface="+mj-ea"/>
              </a:defRPr>
            </a:lvl1pPr>
          </a:lstStyle>
          <a:p>
            <a:pPr lvl="0"/>
            <a:r>
              <a:rPr kumimoji="1" lang="ja-JP" altLang="en-US"/>
              <a:t>サブタイトルもしくはプレゼンターの名前</a:t>
            </a:r>
            <a:r>
              <a:rPr kumimoji="1" lang="en-US" altLang="ja-JP" dirty="0"/>
              <a:t>, </a:t>
            </a:r>
            <a:r>
              <a:rPr kumimoji="1" lang="ja-JP" altLang="en-US"/>
              <a:t>ジョブタイトル等</a:t>
            </a:r>
          </a:p>
        </p:txBody>
      </p:sp>
    </p:spTree>
    <p:extLst>
      <p:ext uri="{BB962C8B-B14F-4D97-AF65-F5344CB8AC3E}">
        <p14:creationId xmlns:p14="http://schemas.microsoft.com/office/powerpoint/2010/main" val="471260557"/>
      </p:ext>
    </p:extLst>
  </p:cSld>
  <p:clrMapOvr>
    <a:masterClrMapping/>
  </p:clrMapOvr>
  <p:transition spd="med"/>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preserve="1" userDrawn="1">
  <p:cSld name="Cover, imagery, half, label">
    <p:bg>
      <p:bgPr>
        <a:solidFill>
          <a:schemeClr val="bg1"/>
        </a:solidFill>
        <a:effectLst/>
      </p:bgPr>
    </p:bg>
    <p:spTree>
      <p:nvGrpSpPr>
        <p:cNvPr id="1" name=""/>
        <p:cNvGrpSpPr/>
        <p:nvPr/>
      </p:nvGrpSpPr>
      <p:grpSpPr>
        <a:xfrm>
          <a:off x="0" y="0"/>
          <a:ext cx="0" cy="0"/>
          <a:chOff x="0" y="0"/>
          <a:chExt cx="0" cy="0"/>
        </a:xfrm>
      </p:grpSpPr>
      <p:grpSp>
        <p:nvGrpSpPr>
          <p:cNvPr id="106" name="グループ化 105">
            <a:extLst>
              <a:ext uri="{FF2B5EF4-FFF2-40B4-BE49-F238E27FC236}">
                <a16:creationId xmlns:a16="http://schemas.microsoft.com/office/drawing/2014/main" id="{D9BC8B4C-E8CC-C41B-0B01-EF08FA7B1058}"/>
              </a:ext>
            </a:extLst>
          </p:cNvPr>
          <p:cNvGrpSpPr/>
          <p:nvPr userDrawn="1"/>
        </p:nvGrpSpPr>
        <p:grpSpPr>
          <a:xfrm>
            <a:off x="-137160" y="-138793"/>
            <a:ext cx="12454128" cy="7133953"/>
            <a:chOff x="-137160" y="-138793"/>
            <a:chExt cx="12454128" cy="7133953"/>
          </a:xfrm>
        </p:grpSpPr>
        <p:cxnSp>
          <p:nvCxnSpPr>
            <p:cNvPr id="107" name="直線コネクタ 106">
              <a:extLst>
                <a:ext uri="{FF2B5EF4-FFF2-40B4-BE49-F238E27FC236}">
                  <a16:creationId xmlns:a16="http://schemas.microsoft.com/office/drawing/2014/main" id="{FDA7E4B5-36A9-11CE-6EF6-6D364E4E42D7}"/>
                </a:ext>
              </a:extLst>
            </p:cNvPr>
            <p:cNvCxnSpPr/>
            <p:nvPr/>
          </p:nvCxnSpPr>
          <p:spPr>
            <a:xfrm>
              <a:off x="285750" y="-138793"/>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08" name="直線コネクタ 107">
              <a:extLst>
                <a:ext uri="{FF2B5EF4-FFF2-40B4-BE49-F238E27FC236}">
                  <a16:creationId xmlns:a16="http://schemas.microsoft.com/office/drawing/2014/main" id="{0E477B0C-6F38-9A54-9D2D-5C380DD0B2FB}"/>
                </a:ext>
              </a:extLst>
            </p:cNvPr>
            <p:cNvCxnSpPr/>
            <p:nvPr/>
          </p:nvCxnSpPr>
          <p:spPr>
            <a:xfrm>
              <a:off x="1524000" y="-138793"/>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09" name="直線コネクタ 108">
              <a:extLst>
                <a:ext uri="{FF2B5EF4-FFF2-40B4-BE49-F238E27FC236}">
                  <a16:creationId xmlns:a16="http://schemas.microsoft.com/office/drawing/2014/main" id="{92CE7F9A-BB3D-6CD4-0B70-1FB2B939405D}"/>
                </a:ext>
              </a:extLst>
            </p:cNvPr>
            <p:cNvCxnSpPr/>
            <p:nvPr/>
          </p:nvCxnSpPr>
          <p:spPr>
            <a:xfrm>
              <a:off x="2765425" y="-138793"/>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10" name="直線コネクタ 109">
              <a:extLst>
                <a:ext uri="{FF2B5EF4-FFF2-40B4-BE49-F238E27FC236}">
                  <a16:creationId xmlns:a16="http://schemas.microsoft.com/office/drawing/2014/main" id="{79B0F784-7A62-933F-3033-09AE1CE2752B}"/>
                </a:ext>
              </a:extLst>
            </p:cNvPr>
            <p:cNvCxnSpPr/>
            <p:nvPr/>
          </p:nvCxnSpPr>
          <p:spPr>
            <a:xfrm>
              <a:off x="3051175" y="-138793"/>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11" name="直線コネクタ 110">
              <a:extLst>
                <a:ext uri="{FF2B5EF4-FFF2-40B4-BE49-F238E27FC236}">
                  <a16:creationId xmlns:a16="http://schemas.microsoft.com/office/drawing/2014/main" id="{0962B8D0-55DF-AC4B-FDAC-FEDC80D468CA}"/>
                </a:ext>
              </a:extLst>
            </p:cNvPr>
            <p:cNvCxnSpPr>
              <a:cxnSpLocks/>
            </p:cNvCxnSpPr>
            <p:nvPr/>
          </p:nvCxnSpPr>
          <p:spPr>
            <a:xfrm>
              <a:off x="3340957" y="-138793"/>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12" name="直線コネクタ 111">
              <a:extLst>
                <a:ext uri="{FF2B5EF4-FFF2-40B4-BE49-F238E27FC236}">
                  <a16:creationId xmlns:a16="http://schemas.microsoft.com/office/drawing/2014/main" id="{EC39F323-8F5D-E66F-E70D-DF426DABC80E}"/>
                </a:ext>
              </a:extLst>
            </p:cNvPr>
            <p:cNvCxnSpPr>
              <a:cxnSpLocks/>
            </p:cNvCxnSpPr>
            <p:nvPr/>
          </p:nvCxnSpPr>
          <p:spPr>
            <a:xfrm>
              <a:off x="4575175" y="-138793"/>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13" name="直線コネクタ 112">
              <a:extLst>
                <a:ext uri="{FF2B5EF4-FFF2-40B4-BE49-F238E27FC236}">
                  <a16:creationId xmlns:a16="http://schemas.microsoft.com/office/drawing/2014/main" id="{4EF8B9D9-39BA-C0E3-1A89-F8E9B2621C9E}"/>
                </a:ext>
              </a:extLst>
            </p:cNvPr>
            <p:cNvCxnSpPr>
              <a:cxnSpLocks/>
            </p:cNvCxnSpPr>
            <p:nvPr/>
          </p:nvCxnSpPr>
          <p:spPr>
            <a:xfrm>
              <a:off x="5819775" y="-138793"/>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14" name="直線コネクタ 113">
              <a:extLst>
                <a:ext uri="{FF2B5EF4-FFF2-40B4-BE49-F238E27FC236}">
                  <a16:creationId xmlns:a16="http://schemas.microsoft.com/office/drawing/2014/main" id="{598918A8-30F2-1B28-CB12-200944B72599}"/>
                </a:ext>
              </a:extLst>
            </p:cNvPr>
            <p:cNvCxnSpPr>
              <a:cxnSpLocks/>
            </p:cNvCxnSpPr>
            <p:nvPr/>
          </p:nvCxnSpPr>
          <p:spPr>
            <a:xfrm>
              <a:off x="6096000" y="-138793"/>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15" name="直線コネクタ 114">
              <a:extLst>
                <a:ext uri="{FF2B5EF4-FFF2-40B4-BE49-F238E27FC236}">
                  <a16:creationId xmlns:a16="http://schemas.microsoft.com/office/drawing/2014/main" id="{123D3860-8146-22A8-785D-0E2BEED6363B}"/>
                </a:ext>
              </a:extLst>
            </p:cNvPr>
            <p:cNvCxnSpPr>
              <a:cxnSpLocks/>
            </p:cNvCxnSpPr>
            <p:nvPr/>
          </p:nvCxnSpPr>
          <p:spPr>
            <a:xfrm>
              <a:off x="6380512" y="-138793"/>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16" name="直線コネクタ 115">
              <a:extLst>
                <a:ext uri="{FF2B5EF4-FFF2-40B4-BE49-F238E27FC236}">
                  <a16:creationId xmlns:a16="http://schemas.microsoft.com/office/drawing/2014/main" id="{AAA2A5E0-5EC3-9077-8F95-2A7E55FDE434}"/>
                </a:ext>
              </a:extLst>
            </p:cNvPr>
            <p:cNvCxnSpPr>
              <a:cxnSpLocks/>
            </p:cNvCxnSpPr>
            <p:nvPr/>
          </p:nvCxnSpPr>
          <p:spPr>
            <a:xfrm>
              <a:off x="7616825" y="-138793"/>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17" name="直線コネクタ 116">
              <a:extLst>
                <a:ext uri="{FF2B5EF4-FFF2-40B4-BE49-F238E27FC236}">
                  <a16:creationId xmlns:a16="http://schemas.microsoft.com/office/drawing/2014/main" id="{E63C9FFD-5926-A088-CC34-026C41F80B8C}"/>
                </a:ext>
              </a:extLst>
            </p:cNvPr>
            <p:cNvCxnSpPr>
              <a:cxnSpLocks/>
            </p:cNvCxnSpPr>
            <p:nvPr/>
          </p:nvCxnSpPr>
          <p:spPr>
            <a:xfrm>
              <a:off x="8861425" y="-138793"/>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18" name="直線コネクタ 117">
              <a:extLst>
                <a:ext uri="{FF2B5EF4-FFF2-40B4-BE49-F238E27FC236}">
                  <a16:creationId xmlns:a16="http://schemas.microsoft.com/office/drawing/2014/main" id="{87236247-C6E7-15E0-BF5A-E19CEE90EEEA}"/>
                </a:ext>
              </a:extLst>
            </p:cNvPr>
            <p:cNvCxnSpPr>
              <a:cxnSpLocks/>
            </p:cNvCxnSpPr>
            <p:nvPr/>
          </p:nvCxnSpPr>
          <p:spPr>
            <a:xfrm>
              <a:off x="9144000" y="-138793"/>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19" name="直線コネクタ 118">
              <a:extLst>
                <a:ext uri="{FF2B5EF4-FFF2-40B4-BE49-F238E27FC236}">
                  <a16:creationId xmlns:a16="http://schemas.microsoft.com/office/drawing/2014/main" id="{EDA88F8E-4A15-935A-C6C5-9EAF7C93C43C}"/>
                </a:ext>
              </a:extLst>
            </p:cNvPr>
            <p:cNvCxnSpPr>
              <a:cxnSpLocks/>
            </p:cNvCxnSpPr>
            <p:nvPr/>
          </p:nvCxnSpPr>
          <p:spPr>
            <a:xfrm>
              <a:off x="9420225" y="-138793"/>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20" name="直線コネクタ 119">
              <a:extLst>
                <a:ext uri="{FF2B5EF4-FFF2-40B4-BE49-F238E27FC236}">
                  <a16:creationId xmlns:a16="http://schemas.microsoft.com/office/drawing/2014/main" id="{EFA24760-4F12-2EE3-BD8C-AD17AF90931C}"/>
                </a:ext>
              </a:extLst>
            </p:cNvPr>
            <p:cNvCxnSpPr>
              <a:cxnSpLocks/>
            </p:cNvCxnSpPr>
            <p:nvPr/>
          </p:nvCxnSpPr>
          <p:spPr>
            <a:xfrm>
              <a:off x="10671175" y="-138793"/>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21" name="直線コネクタ 120">
              <a:extLst>
                <a:ext uri="{FF2B5EF4-FFF2-40B4-BE49-F238E27FC236}">
                  <a16:creationId xmlns:a16="http://schemas.microsoft.com/office/drawing/2014/main" id="{4ECE02E4-EFE1-D330-EE16-6C3FB7A13B65}"/>
                </a:ext>
              </a:extLst>
            </p:cNvPr>
            <p:cNvCxnSpPr>
              <a:cxnSpLocks/>
            </p:cNvCxnSpPr>
            <p:nvPr/>
          </p:nvCxnSpPr>
          <p:spPr>
            <a:xfrm>
              <a:off x="11905012" y="-138793"/>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22" name="直線コネクタ 121">
              <a:extLst>
                <a:ext uri="{FF2B5EF4-FFF2-40B4-BE49-F238E27FC236}">
                  <a16:creationId xmlns:a16="http://schemas.microsoft.com/office/drawing/2014/main" id="{30115B54-92BE-14CF-E065-8DEB1B3B472C}"/>
                </a:ext>
              </a:extLst>
            </p:cNvPr>
            <p:cNvCxnSpPr>
              <a:cxnSpLocks/>
            </p:cNvCxnSpPr>
            <p:nvPr/>
          </p:nvCxnSpPr>
          <p:spPr>
            <a:xfrm>
              <a:off x="285750" y="6885432"/>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23" name="直線コネクタ 122">
              <a:extLst>
                <a:ext uri="{FF2B5EF4-FFF2-40B4-BE49-F238E27FC236}">
                  <a16:creationId xmlns:a16="http://schemas.microsoft.com/office/drawing/2014/main" id="{2499AA50-DFE0-C57D-5E7E-F3477F0C3090}"/>
                </a:ext>
              </a:extLst>
            </p:cNvPr>
            <p:cNvCxnSpPr>
              <a:cxnSpLocks/>
            </p:cNvCxnSpPr>
            <p:nvPr/>
          </p:nvCxnSpPr>
          <p:spPr>
            <a:xfrm>
              <a:off x="1524000" y="6885432"/>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24" name="直線コネクタ 123">
              <a:extLst>
                <a:ext uri="{FF2B5EF4-FFF2-40B4-BE49-F238E27FC236}">
                  <a16:creationId xmlns:a16="http://schemas.microsoft.com/office/drawing/2014/main" id="{C8FAC583-8020-8855-2BEA-70393D71A379}"/>
                </a:ext>
              </a:extLst>
            </p:cNvPr>
            <p:cNvCxnSpPr>
              <a:cxnSpLocks/>
            </p:cNvCxnSpPr>
            <p:nvPr/>
          </p:nvCxnSpPr>
          <p:spPr>
            <a:xfrm>
              <a:off x="2765425" y="6885432"/>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25" name="直線コネクタ 124">
              <a:extLst>
                <a:ext uri="{FF2B5EF4-FFF2-40B4-BE49-F238E27FC236}">
                  <a16:creationId xmlns:a16="http://schemas.microsoft.com/office/drawing/2014/main" id="{08D7990F-9604-E233-BAD3-ADA3D497631D}"/>
                </a:ext>
              </a:extLst>
            </p:cNvPr>
            <p:cNvCxnSpPr>
              <a:cxnSpLocks/>
            </p:cNvCxnSpPr>
            <p:nvPr/>
          </p:nvCxnSpPr>
          <p:spPr>
            <a:xfrm>
              <a:off x="3051175" y="6885432"/>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26" name="直線コネクタ 125">
              <a:extLst>
                <a:ext uri="{FF2B5EF4-FFF2-40B4-BE49-F238E27FC236}">
                  <a16:creationId xmlns:a16="http://schemas.microsoft.com/office/drawing/2014/main" id="{D67B5B96-2542-ED1F-EB04-6865EC5D9F91}"/>
                </a:ext>
              </a:extLst>
            </p:cNvPr>
            <p:cNvCxnSpPr>
              <a:cxnSpLocks/>
            </p:cNvCxnSpPr>
            <p:nvPr/>
          </p:nvCxnSpPr>
          <p:spPr>
            <a:xfrm>
              <a:off x="3340957" y="6885432"/>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27" name="直線コネクタ 126">
              <a:extLst>
                <a:ext uri="{FF2B5EF4-FFF2-40B4-BE49-F238E27FC236}">
                  <a16:creationId xmlns:a16="http://schemas.microsoft.com/office/drawing/2014/main" id="{D312E7E3-6FE5-215E-C01E-0778422BEBF4}"/>
                </a:ext>
              </a:extLst>
            </p:cNvPr>
            <p:cNvCxnSpPr>
              <a:cxnSpLocks/>
            </p:cNvCxnSpPr>
            <p:nvPr/>
          </p:nvCxnSpPr>
          <p:spPr>
            <a:xfrm>
              <a:off x="4575175" y="6885432"/>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28" name="直線コネクタ 127">
              <a:extLst>
                <a:ext uri="{FF2B5EF4-FFF2-40B4-BE49-F238E27FC236}">
                  <a16:creationId xmlns:a16="http://schemas.microsoft.com/office/drawing/2014/main" id="{9119E736-163A-9EA9-5C0F-1458F999A13F}"/>
                </a:ext>
              </a:extLst>
            </p:cNvPr>
            <p:cNvCxnSpPr>
              <a:cxnSpLocks/>
            </p:cNvCxnSpPr>
            <p:nvPr/>
          </p:nvCxnSpPr>
          <p:spPr>
            <a:xfrm>
              <a:off x="5819775" y="6885432"/>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29" name="直線コネクタ 128">
              <a:extLst>
                <a:ext uri="{FF2B5EF4-FFF2-40B4-BE49-F238E27FC236}">
                  <a16:creationId xmlns:a16="http://schemas.microsoft.com/office/drawing/2014/main" id="{FE271518-E980-A076-E38B-A847801B372D}"/>
                </a:ext>
              </a:extLst>
            </p:cNvPr>
            <p:cNvCxnSpPr>
              <a:cxnSpLocks/>
            </p:cNvCxnSpPr>
            <p:nvPr/>
          </p:nvCxnSpPr>
          <p:spPr>
            <a:xfrm>
              <a:off x="6096000" y="6885432"/>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30" name="直線コネクタ 129">
              <a:extLst>
                <a:ext uri="{FF2B5EF4-FFF2-40B4-BE49-F238E27FC236}">
                  <a16:creationId xmlns:a16="http://schemas.microsoft.com/office/drawing/2014/main" id="{392EBEA6-11E5-E184-AA48-6960B1F0FCB4}"/>
                </a:ext>
              </a:extLst>
            </p:cNvPr>
            <p:cNvCxnSpPr>
              <a:cxnSpLocks/>
            </p:cNvCxnSpPr>
            <p:nvPr/>
          </p:nvCxnSpPr>
          <p:spPr>
            <a:xfrm>
              <a:off x="6380512" y="6885432"/>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31" name="直線コネクタ 130">
              <a:extLst>
                <a:ext uri="{FF2B5EF4-FFF2-40B4-BE49-F238E27FC236}">
                  <a16:creationId xmlns:a16="http://schemas.microsoft.com/office/drawing/2014/main" id="{1E271A61-7E30-3A88-5526-11C68FFCBD9B}"/>
                </a:ext>
              </a:extLst>
            </p:cNvPr>
            <p:cNvCxnSpPr>
              <a:cxnSpLocks/>
            </p:cNvCxnSpPr>
            <p:nvPr/>
          </p:nvCxnSpPr>
          <p:spPr>
            <a:xfrm>
              <a:off x="7616825" y="6885432"/>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32" name="直線コネクタ 131">
              <a:extLst>
                <a:ext uri="{FF2B5EF4-FFF2-40B4-BE49-F238E27FC236}">
                  <a16:creationId xmlns:a16="http://schemas.microsoft.com/office/drawing/2014/main" id="{665E86F7-E415-7D29-D66C-4B113FAC904D}"/>
                </a:ext>
              </a:extLst>
            </p:cNvPr>
            <p:cNvCxnSpPr>
              <a:cxnSpLocks/>
            </p:cNvCxnSpPr>
            <p:nvPr/>
          </p:nvCxnSpPr>
          <p:spPr>
            <a:xfrm>
              <a:off x="8861425" y="6885432"/>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33" name="直線コネクタ 132">
              <a:extLst>
                <a:ext uri="{FF2B5EF4-FFF2-40B4-BE49-F238E27FC236}">
                  <a16:creationId xmlns:a16="http://schemas.microsoft.com/office/drawing/2014/main" id="{4979B937-9255-928C-0AB9-31954334F7F2}"/>
                </a:ext>
              </a:extLst>
            </p:cNvPr>
            <p:cNvCxnSpPr>
              <a:cxnSpLocks/>
            </p:cNvCxnSpPr>
            <p:nvPr/>
          </p:nvCxnSpPr>
          <p:spPr>
            <a:xfrm>
              <a:off x="9144000" y="6885432"/>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34" name="直線コネクタ 133">
              <a:extLst>
                <a:ext uri="{FF2B5EF4-FFF2-40B4-BE49-F238E27FC236}">
                  <a16:creationId xmlns:a16="http://schemas.microsoft.com/office/drawing/2014/main" id="{AA1AF677-1772-1A34-4DA6-C6EBF5614E6F}"/>
                </a:ext>
              </a:extLst>
            </p:cNvPr>
            <p:cNvCxnSpPr>
              <a:cxnSpLocks/>
            </p:cNvCxnSpPr>
            <p:nvPr/>
          </p:nvCxnSpPr>
          <p:spPr>
            <a:xfrm>
              <a:off x="9420225" y="6885432"/>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35" name="直線コネクタ 134">
              <a:extLst>
                <a:ext uri="{FF2B5EF4-FFF2-40B4-BE49-F238E27FC236}">
                  <a16:creationId xmlns:a16="http://schemas.microsoft.com/office/drawing/2014/main" id="{D0C82070-4E58-FF97-C468-26DD5AE77C2F}"/>
                </a:ext>
              </a:extLst>
            </p:cNvPr>
            <p:cNvCxnSpPr>
              <a:cxnSpLocks/>
            </p:cNvCxnSpPr>
            <p:nvPr/>
          </p:nvCxnSpPr>
          <p:spPr>
            <a:xfrm>
              <a:off x="10671175" y="6885432"/>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36" name="直線コネクタ 135">
              <a:extLst>
                <a:ext uri="{FF2B5EF4-FFF2-40B4-BE49-F238E27FC236}">
                  <a16:creationId xmlns:a16="http://schemas.microsoft.com/office/drawing/2014/main" id="{608F1B42-BAE4-D120-FFD5-CB180AA9E800}"/>
                </a:ext>
              </a:extLst>
            </p:cNvPr>
            <p:cNvCxnSpPr>
              <a:cxnSpLocks/>
            </p:cNvCxnSpPr>
            <p:nvPr/>
          </p:nvCxnSpPr>
          <p:spPr>
            <a:xfrm>
              <a:off x="11905012" y="6885432"/>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37" name="直線コネクタ 136">
              <a:extLst>
                <a:ext uri="{FF2B5EF4-FFF2-40B4-BE49-F238E27FC236}">
                  <a16:creationId xmlns:a16="http://schemas.microsoft.com/office/drawing/2014/main" id="{1FFC981C-46E5-47E4-0013-D4582E369730}"/>
                </a:ext>
              </a:extLst>
            </p:cNvPr>
            <p:cNvCxnSpPr>
              <a:cxnSpLocks/>
            </p:cNvCxnSpPr>
            <p:nvPr/>
          </p:nvCxnSpPr>
          <p:spPr>
            <a:xfrm>
              <a:off x="-137160" y="302895"/>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38" name="直線コネクタ 137">
              <a:extLst>
                <a:ext uri="{FF2B5EF4-FFF2-40B4-BE49-F238E27FC236}">
                  <a16:creationId xmlns:a16="http://schemas.microsoft.com/office/drawing/2014/main" id="{DFBFEDFB-056F-3ECE-2772-1C7B5DEFAFE4}"/>
                </a:ext>
              </a:extLst>
            </p:cNvPr>
            <p:cNvCxnSpPr>
              <a:cxnSpLocks/>
            </p:cNvCxnSpPr>
            <p:nvPr/>
          </p:nvCxnSpPr>
          <p:spPr>
            <a:xfrm>
              <a:off x="-137160" y="774476"/>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39" name="直線コネクタ 138">
              <a:extLst>
                <a:ext uri="{FF2B5EF4-FFF2-40B4-BE49-F238E27FC236}">
                  <a16:creationId xmlns:a16="http://schemas.microsoft.com/office/drawing/2014/main" id="{FA1756BD-B397-7C2D-B585-6BB27D3548D8}"/>
                </a:ext>
              </a:extLst>
            </p:cNvPr>
            <p:cNvCxnSpPr>
              <a:cxnSpLocks/>
            </p:cNvCxnSpPr>
            <p:nvPr/>
          </p:nvCxnSpPr>
          <p:spPr>
            <a:xfrm>
              <a:off x="-137160" y="1534349"/>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40" name="直線コネクタ 139">
              <a:extLst>
                <a:ext uri="{FF2B5EF4-FFF2-40B4-BE49-F238E27FC236}">
                  <a16:creationId xmlns:a16="http://schemas.microsoft.com/office/drawing/2014/main" id="{7EDCEB8C-B363-57B9-41E0-B31BF5C9CCBE}"/>
                </a:ext>
              </a:extLst>
            </p:cNvPr>
            <p:cNvCxnSpPr>
              <a:cxnSpLocks/>
            </p:cNvCxnSpPr>
            <p:nvPr/>
          </p:nvCxnSpPr>
          <p:spPr>
            <a:xfrm>
              <a:off x="-137160" y="2294222"/>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41" name="直線コネクタ 140">
              <a:extLst>
                <a:ext uri="{FF2B5EF4-FFF2-40B4-BE49-F238E27FC236}">
                  <a16:creationId xmlns:a16="http://schemas.microsoft.com/office/drawing/2014/main" id="{A0910E9C-6852-B1D4-934B-4D05EF5C1638}"/>
                </a:ext>
              </a:extLst>
            </p:cNvPr>
            <p:cNvCxnSpPr>
              <a:cxnSpLocks/>
            </p:cNvCxnSpPr>
            <p:nvPr/>
          </p:nvCxnSpPr>
          <p:spPr>
            <a:xfrm>
              <a:off x="-137160" y="3054095"/>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42" name="直線コネクタ 141">
              <a:extLst>
                <a:ext uri="{FF2B5EF4-FFF2-40B4-BE49-F238E27FC236}">
                  <a16:creationId xmlns:a16="http://schemas.microsoft.com/office/drawing/2014/main" id="{A1226A8B-4BAC-FDFB-FE13-C5C2AB3D6125}"/>
                </a:ext>
              </a:extLst>
            </p:cNvPr>
            <p:cNvCxnSpPr>
              <a:cxnSpLocks/>
            </p:cNvCxnSpPr>
            <p:nvPr/>
          </p:nvCxnSpPr>
          <p:spPr>
            <a:xfrm>
              <a:off x="-137160" y="3813968"/>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43" name="直線コネクタ 142">
              <a:extLst>
                <a:ext uri="{FF2B5EF4-FFF2-40B4-BE49-F238E27FC236}">
                  <a16:creationId xmlns:a16="http://schemas.microsoft.com/office/drawing/2014/main" id="{0DC5DD5F-DE00-8F3E-9504-84989535CED9}"/>
                </a:ext>
              </a:extLst>
            </p:cNvPr>
            <p:cNvCxnSpPr>
              <a:cxnSpLocks/>
            </p:cNvCxnSpPr>
            <p:nvPr/>
          </p:nvCxnSpPr>
          <p:spPr>
            <a:xfrm>
              <a:off x="-137160" y="4573841"/>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44" name="直線コネクタ 143">
              <a:extLst>
                <a:ext uri="{FF2B5EF4-FFF2-40B4-BE49-F238E27FC236}">
                  <a16:creationId xmlns:a16="http://schemas.microsoft.com/office/drawing/2014/main" id="{8FE676D0-E894-4E2A-796C-0A135447F0FF}"/>
                </a:ext>
              </a:extLst>
            </p:cNvPr>
            <p:cNvCxnSpPr>
              <a:cxnSpLocks/>
            </p:cNvCxnSpPr>
            <p:nvPr/>
          </p:nvCxnSpPr>
          <p:spPr>
            <a:xfrm>
              <a:off x="-137160" y="5333714"/>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45" name="直線コネクタ 144">
              <a:extLst>
                <a:ext uri="{FF2B5EF4-FFF2-40B4-BE49-F238E27FC236}">
                  <a16:creationId xmlns:a16="http://schemas.microsoft.com/office/drawing/2014/main" id="{76714359-C94D-EEDF-FB33-CFB539E2C280}"/>
                </a:ext>
              </a:extLst>
            </p:cNvPr>
            <p:cNvCxnSpPr>
              <a:cxnSpLocks/>
            </p:cNvCxnSpPr>
            <p:nvPr/>
          </p:nvCxnSpPr>
          <p:spPr>
            <a:xfrm>
              <a:off x="-137160" y="6093587"/>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46" name="直線コネクタ 145">
              <a:extLst>
                <a:ext uri="{FF2B5EF4-FFF2-40B4-BE49-F238E27FC236}">
                  <a16:creationId xmlns:a16="http://schemas.microsoft.com/office/drawing/2014/main" id="{7590DCFC-0519-9724-F4EE-224BC54F6DAE}"/>
                </a:ext>
              </a:extLst>
            </p:cNvPr>
            <p:cNvCxnSpPr>
              <a:cxnSpLocks/>
            </p:cNvCxnSpPr>
            <p:nvPr/>
          </p:nvCxnSpPr>
          <p:spPr>
            <a:xfrm>
              <a:off x="12207240" y="302895"/>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47" name="直線コネクタ 146">
              <a:extLst>
                <a:ext uri="{FF2B5EF4-FFF2-40B4-BE49-F238E27FC236}">
                  <a16:creationId xmlns:a16="http://schemas.microsoft.com/office/drawing/2014/main" id="{25D78A85-82F0-09A4-6620-43321D5FE696}"/>
                </a:ext>
              </a:extLst>
            </p:cNvPr>
            <p:cNvCxnSpPr>
              <a:cxnSpLocks/>
            </p:cNvCxnSpPr>
            <p:nvPr/>
          </p:nvCxnSpPr>
          <p:spPr>
            <a:xfrm>
              <a:off x="12207240" y="774476"/>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48" name="直線コネクタ 147">
              <a:extLst>
                <a:ext uri="{FF2B5EF4-FFF2-40B4-BE49-F238E27FC236}">
                  <a16:creationId xmlns:a16="http://schemas.microsoft.com/office/drawing/2014/main" id="{321A982F-335D-0AAC-66EF-2BE109D41B2A}"/>
                </a:ext>
              </a:extLst>
            </p:cNvPr>
            <p:cNvCxnSpPr>
              <a:cxnSpLocks/>
            </p:cNvCxnSpPr>
            <p:nvPr/>
          </p:nvCxnSpPr>
          <p:spPr>
            <a:xfrm>
              <a:off x="12207240" y="1534349"/>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49" name="直線コネクタ 148">
              <a:extLst>
                <a:ext uri="{FF2B5EF4-FFF2-40B4-BE49-F238E27FC236}">
                  <a16:creationId xmlns:a16="http://schemas.microsoft.com/office/drawing/2014/main" id="{E5AD9F5F-1352-2769-519C-00676DD9BAF5}"/>
                </a:ext>
              </a:extLst>
            </p:cNvPr>
            <p:cNvCxnSpPr>
              <a:cxnSpLocks/>
            </p:cNvCxnSpPr>
            <p:nvPr/>
          </p:nvCxnSpPr>
          <p:spPr>
            <a:xfrm>
              <a:off x="12207240" y="2294222"/>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50" name="直線コネクタ 149">
              <a:extLst>
                <a:ext uri="{FF2B5EF4-FFF2-40B4-BE49-F238E27FC236}">
                  <a16:creationId xmlns:a16="http://schemas.microsoft.com/office/drawing/2014/main" id="{F2A1C32A-AAC3-13BA-1567-77A88F4FB40F}"/>
                </a:ext>
              </a:extLst>
            </p:cNvPr>
            <p:cNvCxnSpPr>
              <a:cxnSpLocks/>
            </p:cNvCxnSpPr>
            <p:nvPr/>
          </p:nvCxnSpPr>
          <p:spPr>
            <a:xfrm>
              <a:off x="12207240" y="3054095"/>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51" name="直線コネクタ 150">
              <a:extLst>
                <a:ext uri="{FF2B5EF4-FFF2-40B4-BE49-F238E27FC236}">
                  <a16:creationId xmlns:a16="http://schemas.microsoft.com/office/drawing/2014/main" id="{CE30B204-6383-84E5-9AAE-14F30DDFAFC1}"/>
                </a:ext>
              </a:extLst>
            </p:cNvPr>
            <p:cNvCxnSpPr>
              <a:cxnSpLocks/>
            </p:cNvCxnSpPr>
            <p:nvPr/>
          </p:nvCxnSpPr>
          <p:spPr>
            <a:xfrm>
              <a:off x="12207240" y="3813968"/>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52" name="直線コネクタ 151">
              <a:extLst>
                <a:ext uri="{FF2B5EF4-FFF2-40B4-BE49-F238E27FC236}">
                  <a16:creationId xmlns:a16="http://schemas.microsoft.com/office/drawing/2014/main" id="{DAD664FB-E0BE-8D78-2097-584DDB6B26A8}"/>
                </a:ext>
              </a:extLst>
            </p:cNvPr>
            <p:cNvCxnSpPr>
              <a:cxnSpLocks/>
            </p:cNvCxnSpPr>
            <p:nvPr/>
          </p:nvCxnSpPr>
          <p:spPr>
            <a:xfrm>
              <a:off x="12207240" y="4573841"/>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53" name="直線コネクタ 152">
              <a:extLst>
                <a:ext uri="{FF2B5EF4-FFF2-40B4-BE49-F238E27FC236}">
                  <a16:creationId xmlns:a16="http://schemas.microsoft.com/office/drawing/2014/main" id="{BBACE0A8-95A5-0340-473E-D3564BDE5791}"/>
                </a:ext>
              </a:extLst>
            </p:cNvPr>
            <p:cNvCxnSpPr>
              <a:cxnSpLocks/>
            </p:cNvCxnSpPr>
            <p:nvPr/>
          </p:nvCxnSpPr>
          <p:spPr>
            <a:xfrm>
              <a:off x="12207240" y="5333714"/>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54" name="直線コネクタ 153">
              <a:extLst>
                <a:ext uri="{FF2B5EF4-FFF2-40B4-BE49-F238E27FC236}">
                  <a16:creationId xmlns:a16="http://schemas.microsoft.com/office/drawing/2014/main" id="{1504EE0B-2F9F-D908-F288-DACA548149E9}"/>
                </a:ext>
              </a:extLst>
            </p:cNvPr>
            <p:cNvCxnSpPr>
              <a:cxnSpLocks/>
            </p:cNvCxnSpPr>
            <p:nvPr/>
          </p:nvCxnSpPr>
          <p:spPr>
            <a:xfrm>
              <a:off x="12207240" y="6093587"/>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55" name="直線コネクタ 154">
              <a:extLst>
                <a:ext uri="{FF2B5EF4-FFF2-40B4-BE49-F238E27FC236}">
                  <a16:creationId xmlns:a16="http://schemas.microsoft.com/office/drawing/2014/main" id="{4CA3DF1E-DA85-C788-ACAD-8445E09B8376}"/>
                </a:ext>
              </a:extLst>
            </p:cNvPr>
            <p:cNvCxnSpPr>
              <a:cxnSpLocks/>
            </p:cNvCxnSpPr>
            <p:nvPr userDrawn="1"/>
          </p:nvCxnSpPr>
          <p:spPr>
            <a:xfrm>
              <a:off x="-137160" y="6565392"/>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56" name="直線コネクタ 155">
              <a:extLst>
                <a:ext uri="{FF2B5EF4-FFF2-40B4-BE49-F238E27FC236}">
                  <a16:creationId xmlns:a16="http://schemas.microsoft.com/office/drawing/2014/main" id="{F2FC5ECB-CD02-1229-CF68-B80F60379606}"/>
                </a:ext>
              </a:extLst>
            </p:cNvPr>
            <p:cNvCxnSpPr>
              <a:cxnSpLocks/>
            </p:cNvCxnSpPr>
            <p:nvPr userDrawn="1"/>
          </p:nvCxnSpPr>
          <p:spPr>
            <a:xfrm>
              <a:off x="12207240" y="6565392"/>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4" name="図プレースホルダー 1">
            <a:extLst>
              <a:ext uri="{FF2B5EF4-FFF2-40B4-BE49-F238E27FC236}">
                <a16:creationId xmlns:a16="http://schemas.microsoft.com/office/drawing/2014/main" id="{B6A5A343-3663-086B-6B9A-6FD7BDDDAD40}"/>
              </a:ext>
            </a:extLst>
          </p:cNvPr>
          <p:cNvSpPr>
            <a:spLocks noGrp="1"/>
          </p:cNvSpPr>
          <p:nvPr>
            <p:ph type="pic" sz="quarter" idx="15"/>
          </p:nvPr>
        </p:nvSpPr>
        <p:spPr>
          <a:xfrm>
            <a:off x="6382512" y="301752"/>
            <a:ext cx="5522976" cy="6263640"/>
          </a:xfrm>
          <a:solidFill>
            <a:srgbClr val="E0E0E0"/>
          </a:solidFill>
        </p:spPr>
        <p:txBody>
          <a:bodyPr anchor="ctr"/>
          <a:lstStyle>
            <a:lvl1pPr algn="ctr">
              <a:defRPr>
                <a:solidFill>
                  <a:srgbClr val="D02670"/>
                </a:solidFill>
              </a:defRPr>
            </a:lvl1pPr>
          </a:lstStyle>
          <a:p>
            <a:r>
              <a:rPr kumimoji="1" lang="ja-JP" altLang="en-US"/>
              <a:t>アイコンをクリックして図を追加</a:t>
            </a:r>
          </a:p>
        </p:txBody>
      </p:sp>
      <p:sp>
        <p:nvSpPr>
          <p:cNvPr id="158" name="グラフィックス 3">
            <a:extLst>
              <a:ext uri="{FF2B5EF4-FFF2-40B4-BE49-F238E27FC236}">
                <a16:creationId xmlns:a16="http://schemas.microsoft.com/office/drawing/2014/main" id="{A8CC1D9C-F6CA-DBF0-FC30-6DCF254551C3}"/>
              </a:ext>
            </a:extLst>
          </p:cNvPr>
          <p:cNvSpPr>
            <a:spLocks noChangeAspect="1"/>
          </p:cNvSpPr>
          <p:nvPr userDrawn="1"/>
        </p:nvSpPr>
        <p:spPr>
          <a:xfrm>
            <a:off x="292608" y="6288883"/>
            <a:ext cx="769062" cy="283732"/>
          </a:xfrm>
          <a:custGeom>
            <a:avLst/>
            <a:gdLst>
              <a:gd name="connsiteX0" fmla="*/ -158 w 4035240"/>
              <a:gd name="connsiteY0" fmla="*/ 1394109 h 1502868"/>
              <a:gd name="connsiteX1" fmla="*/ 731541 w 4035240"/>
              <a:gd name="connsiteY1" fmla="*/ 1394109 h 1502868"/>
              <a:gd name="connsiteX2" fmla="*/ 731541 w 4035240"/>
              <a:gd name="connsiteY2" fmla="*/ 1498442 h 1502868"/>
              <a:gd name="connsiteX3" fmla="*/ -158 w 4035240"/>
              <a:gd name="connsiteY3" fmla="*/ 1498442 h 1502868"/>
              <a:gd name="connsiteX4" fmla="*/ -158 w 4035240"/>
              <a:gd name="connsiteY4" fmla="*/ 1299261 h 1502868"/>
              <a:gd name="connsiteX5" fmla="*/ 731541 w 4035240"/>
              <a:gd name="connsiteY5" fmla="*/ 1299261 h 1502868"/>
              <a:gd name="connsiteX6" fmla="*/ 731541 w 4035240"/>
              <a:gd name="connsiteY6" fmla="*/ 1194928 h 1502868"/>
              <a:gd name="connsiteX7" fmla="*/ -158 w 4035240"/>
              <a:gd name="connsiteY7" fmla="*/ 1194928 h 1502868"/>
              <a:gd name="connsiteX8" fmla="*/ 208899 w 4035240"/>
              <a:gd name="connsiteY8" fmla="*/ 1100080 h 1502868"/>
              <a:gd name="connsiteX9" fmla="*/ 522484 w 4035240"/>
              <a:gd name="connsiteY9" fmla="*/ 1100080 h 1502868"/>
              <a:gd name="connsiteX10" fmla="*/ 522484 w 4035240"/>
              <a:gd name="connsiteY10" fmla="*/ 995747 h 1502868"/>
              <a:gd name="connsiteX11" fmla="*/ 208899 w 4035240"/>
              <a:gd name="connsiteY11" fmla="*/ 995747 h 1502868"/>
              <a:gd name="connsiteX12" fmla="*/ 208899 w 4035240"/>
              <a:gd name="connsiteY12" fmla="*/ 900899 h 1502868"/>
              <a:gd name="connsiteX13" fmla="*/ 522484 w 4035240"/>
              <a:gd name="connsiteY13" fmla="*/ 900899 h 1502868"/>
              <a:gd name="connsiteX14" fmla="*/ 522484 w 4035240"/>
              <a:gd name="connsiteY14" fmla="*/ 796566 h 1502868"/>
              <a:gd name="connsiteX15" fmla="*/ 208899 w 4035240"/>
              <a:gd name="connsiteY15" fmla="*/ 796566 h 1502868"/>
              <a:gd name="connsiteX16" fmla="*/ 208899 w 4035240"/>
              <a:gd name="connsiteY16" fmla="*/ 701718 h 1502868"/>
              <a:gd name="connsiteX17" fmla="*/ 522484 w 4035240"/>
              <a:gd name="connsiteY17" fmla="*/ 701718 h 1502868"/>
              <a:gd name="connsiteX18" fmla="*/ 522484 w 4035240"/>
              <a:gd name="connsiteY18" fmla="*/ 597385 h 1502868"/>
              <a:gd name="connsiteX19" fmla="*/ 208899 w 4035240"/>
              <a:gd name="connsiteY19" fmla="*/ 597385 h 1502868"/>
              <a:gd name="connsiteX20" fmla="*/ 522484 w 4035240"/>
              <a:gd name="connsiteY20" fmla="*/ 398204 h 1502868"/>
              <a:gd name="connsiteX21" fmla="*/ 208899 w 4035240"/>
              <a:gd name="connsiteY21" fmla="*/ 398204 h 1502868"/>
              <a:gd name="connsiteX22" fmla="*/ 208899 w 4035240"/>
              <a:gd name="connsiteY22" fmla="*/ 502537 h 1502868"/>
              <a:gd name="connsiteX23" fmla="*/ 522484 w 4035240"/>
              <a:gd name="connsiteY23" fmla="*/ 502537 h 1502868"/>
              <a:gd name="connsiteX24" fmla="*/ -158 w 4035240"/>
              <a:gd name="connsiteY24" fmla="*/ 303356 h 1502868"/>
              <a:gd name="connsiteX25" fmla="*/ 731541 w 4035240"/>
              <a:gd name="connsiteY25" fmla="*/ 303356 h 1502868"/>
              <a:gd name="connsiteX26" fmla="*/ 731541 w 4035240"/>
              <a:gd name="connsiteY26" fmla="*/ 199023 h 1502868"/>
              <a:gd name="connsiteX27" fmla="*/ -158 w 4035240"/>
              <a:gd name="connsiteY27" fmla="*/ 199023 h 1502868"/>
              <a:gd name="connsiteX28" fmla="*/ -158 w 4035240"/>
              <a:gd name="connsiteY28" fmla="*/ 104175 h 1502868"/>
              <a:gd name="connsiteX29" fmla="*/ 731541 w 4035240"/>
              <a:gd name="connsiteY29" fmla="*/ 104175 h 1502868"/>
              <a:gd name="connsiteX30" fmla="*/ 731541 w 4035240"/>
              <a:gd name="connsiteY30" fmla="*/ -158 h 1502868"/>
              <a:gd name="connsiteX31" fmla="*/ -158 w 4035240"/>
              <a:gd name="connsiteY31" fmla="*/ -158 h 1502868"/>
              <a:gd name="connsiteX32" fmla="*/ 836070 w 4035240"/>
              <a:gd name="connsiteY32" fmla="*/ 1299261 h 1502868"/>
              <a:gd name="connsiteX33" fmla="*/ 1951389 w 4035240"/>
              <a:gd name="connsiteY33" fmla="*/ 1299261 h 1502868"/>
              <a:gd name="connsiteX34" fmla="*/ 1993390 w 4035240"/>
              <a:gd name="connsiteY34" fmla="*/ 1194928 h 1502868"/>
              <a:gd name="connsiteX35" fmla="*/ 836070 w 4035240"/>
              <a:gd name="connsiteY35" fmla="*/ 1194928 h 1502868"/>
              <a:gd name="connsiteX36" fmla="*/ 1864060 w 4035240"/>
              <a:gd name="connsiteY36" fmla="*/ 796566 h 1502868"/>
              <a:gd name="connsiteX37" fmla="*/ 1045127 w 4035240"/>
              <a:gd name="connsiteY37" fmla="*/ 796566 h 1502868"/>
              <a:gd name="connsiteX38" fmla="*/ 1045127 w 4035240"/>
              <a:gd name="connsiteY38" fmla="*/ 900899 h 1502868"/>
              <a:gd name="connsiteX39" fmla="*/ 1951293 w 4035240"/>
              <a:gd name="connsiteY39" fmla="*/ 900899 h 1502868"/>
              <a:gd name="connsiteX40" fmla="*/ 1864060 w 4035240"/>
              <a:gd name="connsiteY40" fmla="*/ 796566 h 1502868"/>
              <a:gd name="connsiteX41" fmla="*/ 1045127 w 4035240"/>
              <a:gd name="connsiteY41" fmla="*/ 597385 h 1502868"/>
              <a:gd name="connsiteX42" fmla="*/ 1045127 w 4035240"/>
              <a:gd name="connsiteY42" fmla="*/ 701718 h 1502868"/>
              <a:gd name="connsiteX43" fmla="*/ 1864060 w 4035240"/>
              <a:gd name="connsiteY43" fmla="*/ 701718 h 1502868"/>
              <a:gd name="connsiteX44" fmla="*/ 1951293 w 4035240"/>
              <a:gd name="connsiteY44" fmla="*/ 597385 h 1502868"/>
              <a:gd name="connsiteX45" fmla="*/ 1951389 w 4035240"/>
              <a:gd name="connsiteY45" fmla="*/ 199023 h 1502868"/>
              <a:gd name="connsiteX46" fmla="*/ 836070 w 4035240"/>
              <a:gd name="connsiteY46" fmla="*/ 199023 h 1502868"/>
              <a:gd name="connsiteX47" fmla="*/ 836070 w 4035240"/>
              <a:gd name="connsiteY47" fmla="*/ 303356 h 1502868"/>
              <a:gd name="connsiteX48" fmla="*/ 1993390 w 4035240"/>
              <a:gd name="connsiteY48" fmla="*/ 303356 h 1502868"/>
              <a:gd name="connsiteX49" fmla="*/ 1951389 w 4035240"/>
              <a:gd name="connsiteY49" fmla="*/ 199023 h 1502868"/>
              <a:gd name="connsiteX50" fmla="*/ 1605779 w 4035240"/>
              <a:gd name="connsiteY50" fmla="*/ -158 h 1502868"/>
              <a:gd name="connsiteX51" fmla="*/ 836070 w 4035240"/>
              <a:gd name="connsiteY51" fmla="*/ -158 h 1502868"/>
              <a:gd name="connsiteX52" fmla="*/ 836070 w 4035240"/>
              <a:gd name="connsiteY52" fmla="*/ 104175 h 1502868"/>
              <a:gd name="connsiteX53" fmla="*/ 1874988 w 4035240"/>
              <a:gd name="connsiteY53" fmla="*/ 104175 h 1502868"/>
              <a:gd name="connsiteX54" fmla="*/ 1605779 w 4035240"/>
              <a:gd name="connsiteY54" fmla="*/ -158 h 1502868"/>
              <a:gd name="connsiteX55" fmla="*/ 1045127 w 4035240"/>
              <a:gd name="connsiteY55" fmla="*/ 502537 h 1502868"/>
              <a:gd name="connsiteX56" fmla="*/ 1358712 w 4035240"/>
              <a:gd name="connsiteY56" fmla="*/ 502537 h 1502868"/>
              <a:gd name="connsiteX57" fmla="*/ 1358712 w 4035240"/>
              <a:gd name="connsiteY57" fmla="*/ 398204 h 1502868"/>
              <a:gd name="connsiteX58" fmla="*/ 1045127 w 4035240"/>
              <a:gd name="connsiteY58" fmla="*/ 398204 h 1502868"/>
              <a:gd name="connsiteX59" fmla="*/ 1653292 w 4035240"/>
              <a:gd name="connsiteY59" fmla="*/ 502537 h 1502868"/>
              <a:gd name="connsiteX60" fmla="*/ 1990919 w 4035240"/>
              <a:gd name="connsiteY60" fmla="*/ 502537 h 1502868"/>
              <a:gd name="connsiteX61" fmla="*/ 2004888 w 4035240"/>
              <a:gd name="connsiteY61" fmla="*/ 398204 h 1502868"/>
              <a:gd name="connsiteX62" fmla="*/ 1653292 w 4035240"/>
              <a:gd name="connsiteY62" fmla="*/ 398204 h 1502868"/>
              <a:gd name="connsiteX63" fmla="*/ 1045127 w 4035240"/>
              <a:gd name="connsiteY63" fmla="*/ 1100080 h 1502868"/>
              <a:gd name="connsiteX64" fmla="*/ 1358712 w 4035240"/>
              <a:gd name="connsiteY64" fmla="*/ 1100080 h 1502868"/>
              <a:gd name="connsiteX65" fmla="*/ 1358712 w 4035240"/>
              <a:gd name="connsiteY65" fmla="*/ 995747 h 1502868"/>
              <a:gd name="connsiteX66" fmla="*/ 1045127 w 4035240"/>
              <a:gd name="connsiteY66" fmla="*/ 995747 h 1502868"/>
              <a:gd name="connsiteX67" fmla="*/ 1653292 w 4035240"/>
              <a:gd name="connsiteY67" fmla="*/ 995747 h 1502868"/>
              <a:gd name="connsiteX68" fmla="*/ 1653292 w 4035240"/>
              <a:gd name="connsiteY68" fmla="*/ 1100080 h 1502868"/>
              <a:gd name="connsiteX69" fmla="*/ 2004888 w 4035240"/>
              <a:gd name="connsiteY69" fmla="*/ 1100080 h 1502868"/>
              <a:gd name="connsiteX70" fmla="*/ 1990919 w 4035240"/>
              <a:gd name="connsiteY70" fmla="*/ 995747 h 1502868"/>
              <a:gd name="connsiteX71" fmla="*/ 836070 w 4035240"/>
              <a:gd name="connsiteY71" fmla="*/ 1498442 h 1502868"/>
              <a:gd name="connsiteX72" fmla="*/ 1605779 w 4035240"/>
              <a:gd name="connsiteY72" fmla="*/ 1498442 h 1502868"/>
              <a:gd name="connsiteX73" fmla="*/ 1874988 w 4035240"/>
              <a:gd name="connsiteY73" fmla="*/ 1394109 h 1502868"/>
              <a:gd name="connsiteX74" fmla="*/ 836070 w 4035240"/>
              <a:gd name="connsiteY74" fmla="*/ 1394109 h 1502868"/>
              <a:gd name="connsiteX75" fmla="*/ 2926639 w 4035240"/>
              <a:gd name="connsiteY75" fmla="*/ 1498442 h 1502868"/>
              <a:gd name="connsiteX76" fmla="*/ 2962939 w 4035240"/>
              <a:gd name="connsiteY76" fmla="*/ 1394109 h 1502868"/>
              <a:gd name="connsiteX77" fmla="*/ 2890339 w 4035240"/>
              <a:gd name="connsiteY77" fmla="*/ 1394109 h 1502868"/>
              <a:gd name="connsiteX78" fmla="*/ 2856985 w 4035240"/>
              <a:gd name="connsiteY78" fmla="*/ 1299261 h 1502868"/>
              <a:gd name="connsiteX79" fmla="*/ 2996293 w 4035240"/>
              <a:gd name="connsiteY79" fmla="*/ 1299261 h 1502868"/>
              <a:gd name="connsiteX80" fmla="*/ 3033068 w 4035240"/>
              <a:gd name="connsiteY80" fmla="*/ 1194928 h 1502868"/>
              <a:gd name="connsiteX81" fmla="*/ 2820210 w 4035240"/>
              <a:gd name="connsiteY81" fmla="*/ 1194928 h 1502868"/>
              <a:gd name="connsiteX82" fmla="*/ 2786856 w 4035240"/>
              <a:gd name="connsiteY82" fmla="*/ 1100080 h 1502868"/>
              <a:gd name="connsiteX83" fmla="*/ 3066422 w 4035240"/>
              <a:gd name="connsiteY83" fmla="*/ 1100080 h 1502868"/>
              <a:gd name="connsiteX84" fmla="*/ 3103102 w 4035240"/>
              <a:gd name="connsiteY84" fmla="*/ 995747 h 1502868"/>
              <a:gd name="connsiteX85" fmla="*/ 2750176 w 4035240"/>
              <a:gd name="connsiteY85" fmla="*/ 995747 h 1502868"/>
              <a:gd name="connsiteX86" fmla="*/ 2716822 w 4035240"/>
              <a:gd name="connsiteY86" fmla="*/ 900899 h 1502868"/>
              <a:gd name="connsiteX87" fmla="*/ 3136456 w 4035240"/>
              <a:gd name="connsiteY87" fmla="*/ 900899 h 1502868"/>
              <a:gd name="connsiteX88" fmla="*/ 3173136 w 4035240"/>
              <a:gd name="connsiteY88" fmla="*/ 796566 h 1502868"/>
              <a:gd name="connsiteX89" fmla="*/ 2680142 w 4035240"/>
              <a:gd name="connsiteY89" fmla="*/ 796566 h 1502868"/>
              <a:gd name="connsiteX90" fmla="*/ 2299468 w 4035240"/>
              <a:gd name="connsiteY90" fmla="*/ 502537 h 1502868"/>
              <a:gd name="connsiteX91" fmla="*/ 2864207 w 4035240"/>
              <a:gd name="connsiteY91" fmla="*/ 502537 h 1502868"/>
              <a:gd name="connsiteX92" fmla="*/ 2827907 w 4035240"/>
              <a:gd name="connsiteY92" fmla="*/ 398204 h 1502868"/>
              <a:gd name="connsiteX93" fmla="*/ 2299468 w 4035240"/>
              <a:gd name="connsiteY93" fmla="*/ 398204 h 1502868"/>
              <a:gd name="connsiteX94" fmla="*/ 3058440 w 4035240"/>
              <a:gd name="connsiteY94" fmla="*/ 303356 h 1502868"/>
              <a:gd name="connsiteX95" fmla="*/ 3762867 w 4035240"/>
              <a:gd name="connsiteY95" fmla="*/ 303356 h 1502868"/>
              <a:gd name="connsiteX96" fmla="*/ 3762867 w 4035240"/>
              <a:gd name="connsiteY96" fmla="*/ 199023 h 1502868"/>
              <a:gd name="connsiteX97" fmla="*/ 3094835 w 4035240"/>
              <a:gd name="connsiteY97" fmla="*/ 199023 h 1502868"/>
              <a:gd name="connsiteX98" fmla="*/ 3164204 w 4035240"/>
              <a:gd name="connsiteY98" fmla="*/ -158 h 1502868"/>
              <a:gd name="connsiteX99" fmla="*/ 3127904 w 4035240"/>
              <a:gd name="connsiteY99" fmla="*/ 104175 h 1502868"/>
              <a:gd name="connsiteX100" fmla="*/ 3762867 w 4035240"/>
              <a:gd name="connsiteY100" fmla="*/ 104175 h 1502868"/>
              <a:gd name="connsiteX101" fmla="*/ 3762867 w 4035240"/>
              <a:gd name="connsiteY101" fmla="*/ -158 h 1502868"/>
              <a:gd name="connsiteX102" fmla="*/ 2090411 w 4035240"/>
              <a:gd name="connsiteY102" fmla="*/ 1498442 h 1502868"/>
              <a:gd name="connsiteX103" fmla="*/ 2613054 w 4035240"/>
              <a:gd name="connsiteY103" fmla="*/ 1498442 h 1502868"/>
              <a:gd name="connsiteX104" fmla="*/ 2613054 w 4035240"/>
              <a:gd name="connsiteY104" fmla="*/ 1394109 h 1502868"/>
              <a:gd name="connsiteX105" fmla="*/ 2090411 w 4035240"/>
              <a:gd name="connsiteY105" fmla="*/ 1394109 h 1502868"/>
              <a:gd name="connsiteX106" fmla="*/ 2090411 w 4035240"/>
              <a:gd name="connsiteY106" fmla="*/ 1299261 h 1502868"/>
              <a:gd name="connsiteX107" fmla="*/ 2613054 w 4035240"/>
              <a:gd name="connsiteY107" fmla="*/ 1299261 h 1502868"/>
              <a:gd name="connsiteX108" fmla="*/ 2613054 w 4035240"/>
              <a:gd name="connsiteY108" fmla="*/ 1194928 h 1502868"/>
              <a:gd name="connsiteX109" fmla="*/ 2090411 w 4035240"/>
              <a:gd name="connsiteY109" fmla="*/ 1194928 h 1502868"/>
              <a:gd name="connsiteX110" fmla="*/ 2299468 w 4035240"/>
              <a:gd name="connsiteY110" fmla="*/ 1100080 h 1502868"/>
              <a:gd name="connsiteX111" fmla="*/ 2613054 w 4035240"/>
              <a:gd name="connsiteY111" fmla="*/ 1100080 h 1502868"/>
              <a:gd name="connsiteX112" fmla="*/ 2613054 w 4035240"/>
              <a:gd name="connsiteY112" fmla="*/ 995747 h 1502868"/>
              <a:gd name="connsiteX113" fmla="*/ 2299468 w 4035240"/>
              <a:gd name="connsiteY113" fmla="*/ 995747 h 1502868"/>
              <a:gd name="connsiteX114" fmla="*/ 2299468 w 4035240"/>
              <a:gd name="connsiteY114" fmla="*/ 900899 h 1502868"/>
              <a:gd name="connsiteX115" fmla="*/ 2613054 w 4035240"/>
              <a:gd name="connsiteY115" fmla="*/ 900899 h 1502868"/>
              <a:gd name="connsiteX116" fmla="*/ 2613054 w 4035240"/>
              <a:gd name="connsiteY116" fmla="*/ 796566 h 1502868"/>
              <a:gd name="connsiteX117" fmla="*/ 2299468 w 4035240"/>
              <a:gd name="connsiteY117" fmla="*/ 796566 h 1502868"/>
              <a:gd name="connsiteX118" fmla="*/ 3553810 w 4035240"/>
              <a:gd name="connsiteY118" fmla="*/ 398204 h 1502868"/>
              <a:gd name="connsiteX119" fmla="*/ 3025371 w 4035240"/>
              <a:gd name="connsiteY119" fmla="*/ 398204 h 1502868"/>
              <a:gd name="connsiteX120" fmla="*/ 2989071 w 4035240"/>
              <a:gd name="connsiteY120" fmla="*/ 502537 h 1502868"/>
              <a:gd name="connsiteX121" fmla="*/ 3553810 w 4035240"/>
              <a:gd name="connsiteY121" fmla="*/ 502537 h 1502868"/>
              <a:gd name="connsiteX122" fmla="*/ 3240225 w 4035240"/>
              <a:gd name="connsiteY122" fmla="*/ 701718 h 1502868"/>
              <a:gd name="connsiteX123" fmla="*/ 3553810 w 4035240"/>
              <a:gd name="connsiteY123" fmla="*/ 701718 h 1502868"/>
              <a:gd name="connsiteX124" fmla="*/ 3553810 w 4035240"/>
              <a:gd name="connsiteY124" fmla="*/ 597385 h 1502868"/>
              <a:gd name="connsiteX125" fmla="*/ 2956002 w 4035240"/>
              <a:gd name="connsiteY125" fmla="*/ 597385 h 1502868"/>
              <a:gd name="connsiteX126" fmla="*/ 2926639 w 4035240"/>
              <a:gd name="connsiteY126" fmla="*/ 681705 h 1502868"/>
              <a:gd name="connsiteX127" fmla="*/ 2897276 w 4035240"/>
              <a:gd name="connsiteY127" fmla="*/ 597385 h 1502868"/>
              <a:gd name="connsiteX128" fmla="*/ 2299468 w 4035240"/>
              <a:gd name="connsiteY128" fmla="*/ 597385 h 1502868"/>
              <a:gd name="connsiteX129" fmla="*/ 2299468 w 4035240"/>
              <a:gd name="connsiteY129" fmla="*/ 701718 h 1502868"/>
              <a:gd name="connsiteX130" fmla="*/ 2613054 w 4035240"/>
              <a:gd name="connsiteY130" fmla="*/ 701718 h 1502868"/>
              <a:gd name="connsiteX131" fmla="*/ 2613054 w 4035240"/>
              <a:gd name="connsiteY131" fmla="*/ 605827 h 1502868"/>
              <a:gd name="connsiteX132" fmla="*/ 2646788 w 4035240"/>
              <a:gd name="connsiteY132" fmla="*/ 701718 h 1502868"/>
              <a:gd name="connsiteX133" fmla="*/ 3206491 w 4035240"/>
              <a:gd name="connsiteY133" fmla="*/ 701718 h 1502868"/>
              <a:gd name="connsiteX134" fmla="*/ 3240225 w 4035240"/>
              <a:gd name="connsiteY134" fmla="*/ 605827 h 1502868"/>
              <a:gd name="connsiteX135" fmla="*/ 3553810 w 4035240"/>
              <a:gd name="connsiteY135" fmla="*/ 796566 h 1502868"/>
              <a:gd name="connsiteX136" fmla="*/ 3240225 w 4035240"/>
              <a:gd name="connsiteY136" fmla="*/ 796566 h 1502868"/>
              <a:gd name="connsiteX137" fmla="*/ 3240225 w 4035240"/>
              <a:gd name="connsiteY137" fmla="*/ 900899 h 1502868"/>
              <a:gd name="connsiteX138" fmla="*/ 3553810 w 4035240"/>
              <a:gd name="connsiteY138" fmla="*/ 900899 h 1502868"/>
              <a:gd name="connsiteX139" fmla="*/ 3240225 w 4035240"/>
              <a:gd name="connsiteY139" fmla="*/ 1100080 h 1502868"/>
              <a:gd name="connsiteX140" fmla="*/ 3553810 w 4035240"/>
              <a:gd name="connsiteY140" fmla="*/ 1100080 h 1502868"/>
              <a:gd name="connsiteX141" fmla="*/ 3553810 w 4035240"/>
              <a:gd name="connsiteY141" fmla="*/ 995747 h 1502868"/>
              <a:gd name="connsiteX142" fmla="*/ 3240225 w 4035240"/>
              <a:gd name="connsiteY142" fmla="*/ 995747 h 1502868"/>
              <a:gd name="connsiteX143" fmla="*/ 3240225 w 4035240"/>
              <a:gd name="connsiteY143" fmla="*/ 1299261 h 1502868"/>
              <a:gd name="connsiteX144" fmla="*/ 3762867 w 4035240"/>
              <a:gd name="connsiteY144" fmla="*/ 1299261 h 1502868"/>
              <a:gd name="connsiteX145" fmla="*/ 3762867 w 4035240"/>
              <a:gd name="connsiteY145" fmla="*/ 1194928 h 1502868"/>
              <a:gd name="connsiteX146" fmla="*/ 3240225 w 4035240"/>
              <a:gd name="connsiteY146" fmla="*/ 1194928 h 1502868"/>
              <a:gd name="connsiteX147" fmla="*/ 3240225 w 4035240"/>
              <a:gd name="connsiteY147" fmla="*/ 1498442 h 1502868"/>
              <a:gd name="connsiteX148" fmla="*/ 3762867 w 4035240"/>
              <a:gd name="connsiteY148" fmla="*/ 1498442 h 1502868"/>
              <a:gd name="connsiteX149" fmla="*/ 3762867 w 4035240"/>
              <a:gd name="connsiteY149" fmla="*/ 1394109 h 1502868"/>
              <a:gd name="connsiteX150" fmla="*/ 3240225 w 4035240"/>
              <a:gd name="connsiteY150" fmla="*/ 1394109 h 1502868"/>
              <a:gd name="connsiteX151" fmla="*/ 2794838 w 4035240"/>
              <a:gd name="connsiteY151" fmla="*/ 303356 h 1502868"/>
              <a:gd name="connsiteX152" fmla="*/ 2758443 w 4035240"/>
              <a:gd name="connsiteY152" fmla="*/ 199023 h 1502868"/>
              <a:gd name="connsiteX153" fmla="*/ 2090411 w 4035240"/>
              <a:gd name="connsiteY153" fmla="*/ 199023 h 1502868"/>
              <a:gd name="connsiteX154" fmla="*/ 2090411 w 4035240"/>
              <a:gd name="connsiteY154" fmla="*/ 303356 h 1502868"/>
              <a:gd name="connsiteX155" fmla="*/ 2725469 w 4035240"/>
              <a:gd name="connsiteY155" fmla="*/ 104175 h 1502868"/>
              <a:gd name="connsiteX156" fmla="*/ 2689075 w 4035240"/>
              <a:gd name="connsiteY156" fmla="*/ -158 h 1502868"/>
              <a:gd name="connsiteX157" fmla="*/ 2090411 w 4035240"/>
              <a:gd name="connsiteY157" fmla="*/ -158 h 1502868"/>
              <a:gd name="connsiteX158" fmla="*/ 2090411 w 4035240"/>
              <a:gd name="connsiteY158" fmla="*/ 104175 h 1502868"/>
              <a:gd name="connsiteX159" fmla="*/ 3875283 w 4035240"/>
              <a:gd name="connsiteY159" fmla="*/ 1420572 h 1502868"/>
              <a:gd name="connsiteX160" fmla="*/ 3957540 w 4035240"/>
              <a:gd name="connsiteY160" fmla="*/ 1343211 h 1502868"/>
              <a:gd name="connsiteX161" fmla="*/ 4035046 w 4035240"/>
              <a:gd name="connsiteY161" fmla="*/ 1425315 h 1502868"/>
              <a:gd name="connsiteX162" fmla="*/ 3955105 w 4035240"/>
              <a:gd name="connsiteY162" fmla="*/ 1502711 h 1502868"/>
              <a:gd name="connsiteX163" fmla="*/ 3875445 w 4035240"/>
              <a:gd name="connsiteY163" fmla="*/ 1422311 h 1502868"/>
              <a:gd name="connsiteX164" fmla="*/ 3875474 w 4035240"/>
              <a:gd name="connsiteY164" fmla="*/ 1420572 h 1502868"/>
              <a:gd name="connsiteX165" fmla="*/ 4016206 w 4035240"/>
              <a:gd name="connsiteY165" fmla="*/ 1425789 h 1502868"/>
              <a:gd name="connsiteX166" fmla="*/ 4016206 w 4035240"/>
              <a:gd name="connsiteY166" fmla="*/ 1415450 h 1502868"/>
              <a:gd name="connsiteX167" fmla="*/ 3952743 w 4035240"/>
              <a:gd name="connsiteY167" fmla="*/ 1356915 h 1502868"/>
              <a:gd name="connsiteX168" fmla="*/ 3894098 w 4035240"/>
              <a:gd name="connsiteY168" fmla="*/ 1415450 h 1502868"/>
              <a:gd name="connsiteX169" fmla="*/ 3894098 w 4035240"/>
              <a:gd name="connsiteY169" fmla="*/ 1425789 h 1502868"/>
              <a:gd name="connsiteX170" fmla="*/ 3957561 w 4035240"/>
              <a:gd name="connsiteY170" fmla="*/ 1484324 h 1502868"/>
              <a:gd name="connsiteX171" fmla="*/ 4016206 w 4035240"/>
              <a:gd name="connsiteY171" fmla="*/ 1425789 h 1502868"/>
              <a:gd name="connsiteX172" fmla="*/ 3943416 w 4035240"/>
              <a:gd name="connsiteY172" fmla="*/ 1462874 h 1502868"/>
              <a:gd name="connsiteX173" fmla="*/ 3923081 w 4035240"/>
              <a:gd name="connsiteY173" fmla="*/ 1462874 h 1502868"/>
              <a:gd name="connsiteX174" fmla="*/ 3923081 w 4035240"/>
              <a:gd name="connsiteY174" fmla="*/ 1379598 h 1502868"/>
              <a:gd name="connsiteX175" fmla="*/ 3961091 w 4035240"/>
              <a:gd name="connsiteY175" fmla="*/ 1379598 h 1502868"/>
              <a:gd name="connsiteX176" fmla="*/ 3989418 w 4035240"/>
              <a:gd name="connsiteY176" fmla="*/ 1401360 h 1502868"/>
              <a:gd name="connsiteX177" fmla="*/ 3989599 w 4035240"/>
              <a:gd name="connsiteY177" fmla="*/ 1405871 h 1502868"/>
              <a:gd name="connsiteX178" fmla="*/ 3974489 w 4035240"/>
              <a:gd name="connsiteY178" fmla="*/ 1431005 h 1502868"/>
              <a:gd name="connsiteX179" fmla="*/ 3993495 w 4035240"/>
              <a:gd name="connsiteY179" fmla="*/ 1462874 h 1502868"/>
              <a:gd name="connsiteX180" fmla="*/ 3971164 w 4035240"/>
              <a:gd name="connsiteY180" fmla="*/ 1462874 h 1502868"/>
              <a:gd name="connsiteX181" fmla="*/ 3955580 w 4035240"/>
              <a:gd name="connsiteY181" fmla="*/ 1434420 h 1502868"/>
              <a:gd name="connsiteX182" fmla="*/ 3943416 w 4035240"/>
              <a:gd name="connsiteY182" fmla="*/ 1434420 h 1502868"/>
              <a:gd name="connsiteX183" fmla="*/ 3958620 w 4035240"/>
              <a:gd name="connsiteY183" fmla="*/ 1419055 h 1502868"/>
              <a:gd name="connsiteX184" fmla="*/ 3968123 w 4035240"/>
              <a:gd name="connsiteY184" fmla="*/ 1410234 h 1502868"/>
              <a:gd name="connsiteX185" fmla="*/ 3968123 w 4035240"/>
              <a:gd name="connsiteY185" fmla="*/ 1404258 h 1502868"/>
              <a:gd name="connsiteX186" fmla="*/ 3958620 w 4035240"/>
              <a:gd name="connsiteY186" fmla="*/ 1395532 h 1502868"/>
              <a:gd name="connsiteX187" fmla="*/ 3943416 w 4035240"/>
              <a:gd name="connsiteY187" fmla="*/ 1395532 h 1502868"/>
              <a:gd name="connsiteX188" fmla="*/ 3943416 w 4035240"/>
              <a:gd name="connsiteY188" fmla="*/ 1419055 h 1502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Lst>
            <a:rect l="l" t="t" r="r" b="b"/>
            <a:pathLst>
              <a:path w="4035240" h="1502868">
                <a:moveTo>
                  <a:pt x="-158" y="1394109"/>
                </a:moveTo>
                <a:lnTo>
                  <a:pt x="731541" y="1394109"/>
                </a:lnTo>
                <a:lnTo>
                  <a:pt x="731541" y="1498442"/>
                </a:lnTo>
                <a:lnTo>
                  <a:pt x="-158" y="1498442"/>
                </a:lnTo>
                <a:close/>
                <a:moveTo>
                  <a:pt x="-158" y="1299261"/>
                </a:moveTo>
                <a:lnTo>
                  <a:pt x="731541" y="1299261"/>
                </a:lnTo>
                <a:lnTo>
                  <a:pt x="731541" y="1194928"/>
                </a:lnTo>
                <a:lnTo>
                  <a:pt x="-158" y="1194928"/>
                </a:lnTo>
                <a:close/>
                <a:moveTo>
                  <a:pt x="208899" y="1100080"/>
                </a:moveTo>
                <a:lnTo>
                  <a:pt x="522484" y="1100080"/>
                </a:lnTo>
                <a:lnTo>
                  <a:pt x="522484" y="995747"/>
                </a:lnTo>
                <a:lnTo>
                  <a:pt x="208899" y="995747"/>
                </a:lnTo>
                <a:close/>
                <a:moveTo>
                  <a:pt x="208899" y="900899"/>
                </a:moveTo>
                <a:lnTo>
                  <a:pt x="522484" y="900899"/>
                </a:lnTo>
                <a:lnTo>
                  <a:pt x="522484" y="796566"/>
                </a:lnTo>
                <a:lnTo>
                  <a:pt x="208899" y="796566"/>
                </a:lnTo>
                <a:close/>
                <a:moveTo>
                  <a:pt x="208899" y="701718"/>
                </a:moveTo>
                <a:lnTo>
                  <a:pt x="522484" y="701718"/>
                </a:lnTo>
                <a:lnTo>
                  <a:pt x="522484" y="597385"/>
                </a:lnTo>
                <a:lnTo>
                  <a:pt x="208899" y="597385"/>
                </a:lnTo>
                <a:close/>
                <a:moveTo>
                  <a:pt x="522484" y="398204"/>
                </a:moveTo>
                <a:lnTo>
                  <a:pt x="208899" y="398204"/>
                </a:lnTo>
                <a:lnTo>
                  <a:pt x="208899" y="502537"/>
                </a:lnTo>
                <a:lnTo>
                  <a:pt x="522484" y="502537"/>
                </a:lnTo>
                <a:close/>
                <a:moveTo>
                  <a:pt x="-158" y="303356"/>
                </a:moveTo>
                <a:lnTo>
                  <a:pt x="731541" y="303356"/>
                </a:lnTo>
                <a:lnTo>
                  <a:pt x="731541" y="199023"/>
                </a:lnTo>
                <a:lnTo>
                  <a:pt x="-158" y="199023"/>
                </a:lnTo>
                <a:close/>
                <a:moveTo>
                  <a:pt x="-158" y="104175"/>
                </a:moveTo>
                <a:lnTo>
                  <a:pt x="731541" y="104175"/>
                </a:lnTo>
                <a:lnTo>
                  <a:pt x="731541" y="-158"/>
                </a:lnTo>
                <a:lnTo>
                  <a:pt x="-158" y="-158"/>
                </a:lnTo>
                <a:close/>
                <a:moveTo>
                  <a:pt x="836070" y="1299261"/>
                </a:moveTo>
                <a:lnTo>
                  <a:pt x="1951389" y="1299261"/>
                </a:lnTo>
                <a:cubicBezTo>
                  <a:pt x="1970288" y="1266654"/>
                  <a:pt x="1984432" y="1231523"/>
                  <a:pt x="1993390" y="1194928"/>
                </a:cubicBezTo>
                <a:lnTo>
                  <a:pt x="836070" y="1194928"/>
                </a:lnTo>
                <a:close/>
                <a:moveTo>
                  <a:pt x="1864060" y="796566"/>
                </a:moveTo>
                <a:lnTo>
                  <a:pt x="1045127" y="796566"/>
                </a:lnTo>
                <a:lnTo>
                  <a:pt x="1045127" y="900899"/>
                </a:lnTo>
                <a:lnTo>
                  <a:pt x="1951293" y="900899"/>
                </a:lnTo>
                <a:cubicBezTo>
                  <a:pt x="1928348" y="861440"/>
                  <a:pt x="1898850" y="826160"/>
                  <a:pt x="1864060" y="796566"/>
                </a:cubicBezTo>
                <a:close/>
                <a:moveTo>
                  <a:pt x="1045127" y="597385"/>
                </a:moveTo>
                <a:lnTo>
                  <a:pt x="1045127" y="701718"/>
                </a:lnTo>
                <a:lnTo>
                  <a:pt x="1864060" y="701718"/>
                </a:lnTo>
                <a:cubicBezTo>
                  <a:pt x="1898850" y="672125"/>
                  <a:pt x="1928348" y="636845"/>
                  <a:pt x="1951293" y="597385"/>
                </a:cubicBezTo>
                <a:close/>
                <a:moveTo>
                  <a:pt x="1951389" y="199023"/>
                </a:moveTo>
                <a:lnTo>
                  <a:pt x="836070" y="199023"/>
                </a:lnTo>
                <a:lnTo>
                  <a:pt x="836070" y="303356"/>
                </a:lnTo>
                <a:lnTo>
                  <a:pt x="1993390" y="303356"/>
                </a:lnTo>
                <a:cubicBezTo>
                  <a:pt x="1984432" y="266762"/>
                  <a:pt x="1970289" y="231630"/>
                  <a:pt x="1951389" y="199023"/>
                </a:cubicBezTo>
                <a:close/>
                <a:moveTo>
                  <a:pt x="1605779" y="-158"/>
                </a:moveTo>
                <a:lnTo>
                  <a:pt x="836070" y="-158"/>
                </a:lnTo>
                <a:lnTo>
                  <a:pt x="836070" y="104175"/>
                </a:lnTo>
                <a:lnTo>
                  <a:pt x="1874988" y="104175"/>
                </a:lnTo>
                <a:cubicBezTo>
                  <a:pt x="1801525" y="36948"/>
                  <a:pt x="1705445" y="-288"/>
                  <a:pt x="1605779" y="-158"/>
                </a:cubicBezTo>
                <a:close/>
                <a:moveTo>
                  <a:pt x="1045127" y="502537"/>
                </a:moveTo>
                <a:lnTo>
                  <a:pt x="1358712" y="502537"/>
                </a:lnTo>
                <a:lnTo>
                  <a:pt x="1358712" y="398204"/>
                </a:lnTo>
                <a:lnTo>
                  <a:pt x="1045127" y="398204"/>
                </a:lnTo>
                <a:close/>
                <a:moveTo>
                  <a:pt x="1653292" y="502537"/>
                </a:moveTo>
                <a:lnTo>
                  <a:pt x="1990919" y="502537"/>
                </a:lnTo>
                <a:cubicBezTo>
                  <a:pt x="2000179" y="468529"/>
                  <a:pt x="2004876" y="433446"/>
                  <a:pt x="2004888" y="398204"/>
                </a:cubicBezTo>
                <a:lnTo>
                  <a:pt x="1653292" y="398204"/>
                </a:lnTo>
                <a:close/>
                <a:moveTo>
                  <a:pt x="1045127" y="1100080"/>
                </a:moveTo>
                <a:lnTo>
                  <a:pt x="1358712" y="1100080"/>
                </a:lnTo>
                <a:lnTo>
                  <a:pt x="1358712" y="995747"/>
                </a:lnTo>
                <a:lnTo>
                  <a:pt x="1045127" y="995747"/>
                </a:lnTo>
                <a:close/>
                <a:moveTo>
                  <a:pt x="1653292" y="995747"/>
                </a:moveTo>
                <a:lnTo>
                  <a:pt x="1653292" y="1100080"/>
                </a:lnTo>
                <a:lnTo>
                  <a:pt x="2004888" y="1100080"/>
                </a:lnTo>
                <a:cubicBezTo>
                  <a:pt x="2004876" y="1064839"/>
                  <a:pt x="2000179" y="1029755"/>
                  <a:pt x="1990919" y="995747"/>
                </a:cubicBezTo>
                <a:close/>
                <a:moveTo>
                  <a:pt x="836070" y="1498442"/>
                </a:moveTo>
                <a:lnTo>
                  <a:pt x="1605779" y="1498442"/>
                </a:lnTo>
                <a:cubicBezTo>
                  <a:pt x="1705471" y="1498712"/>
                  <a:pt x="1801600" y="1461457"/>
                  <a:pt x="1874988" y="1394109"/>
                </a:cubicBezTo>
                <a:lnTo>
                  <a:pt x="836070" y="1394109"/>
                </a:lnTo>
                <a:close/>
                <a:moveTo>
                  <a:pt x="2926639" y="1498442"/>
                </a:moveTo>
                <a:lnTo>
                  <a:pt x="2962939" y="1394109"/>
                </a:lnTo>
                <a:lnTo>
                  <a:pt x="2890339" y="1394109"/>
                </a:lnTo>
                <a:close/>
                <a:moveTo>
                  <a:pt x="2856985" y="1299261"/>
                </a:moveTo>
                <a:lnTo>
                  <a:pt x="2996293" y="1299261"/>
                </a:lnTo>
                <a:lnTo>
                  <a:pt x="3033068" y="1194928"/>
                </a:lnTo>
                <a:lnTo>
                  <a:pt x="2820210" y="1194928"/>
                </a:lnTo>
                <a:close/>
                <a:moveTo>
                  <a:pt x="2786856" y="1100080"/>
                </a:moveTo>
                <a:lnTo>
                  <a:pt x="3066422" y="1100080"/>
                </a:lnTo>
                <a:lnTo>
                  <a:pt x="3103102" y="995747"/>
                </a:lnTo>
                <a:lnTo>
                  <a:pt x="2750176" y="995747"/>
                </a:lnTo>
                <a:close/>
                <a:moveTo>
                  <a:pt x="2716822" y="900899"/>
                </a:moveTo>
                <a:lnTo>
                  <a:pt x="3136456" y="900899"/>
                </a:lnTo>
                <a:lnTo>
                  <a:pt x="3173136" y="796566"/>
                </a:lnTo>
                <a:lnTo>
                  <a:pt x="2680142" y="796566"/>
                </a:lnTo>
                <a:close/>
                <a:moveTo>
                  <a:pt x="2299468" y="502537"/>
                </a:moveTo>
                <a:lnTo>
                  <a:pt x="2864207" y="502537"/>
                </a:lnTo>
                <a:lnTo>
                  <a:pt x="2827907" y="398204"/>
                </a:lnTo>
                <a:lnTo>
                  <a:pt x="2299468" y="398204"/>
                </a:lnTo>
                <a:close/>
                <a:moveTo>
                  <a:pt x="3058440" y="303356"/>
                </a:moveTo>
                <a:lnTo>
                  <a:pt x="3762867" y="303356"/>
                </a:lnTo>
                <a:lnTo>
                  <a:pt x="3762867" y="199023"/>
                </a:lnTo>
                <a:lnTo>
                  <a:pt x="3094835" y="199023"/>
                </a:lnTo>
                <a:close/>
                <a:moveTo>
                  <a:pt x="3164204" y="-158"/>
                </a:moveTo>
                <a:lnTo>
                  <a:pt x="3127904" y="104175"/>
                </a:lnTo>
                <a:lnTo>
                  <a:pt x="3762867" y="104175"/>
                </a:lnTo>
                <a:lnTo>
                  <a:pt x="3762867" y="-158"/>
                </a:lnTo>
                <a:close/>
                <a:moveTo>
                  <a:pt x="2090411" y="1498442"/>
                </a:moveTo>
                <a:lnTo>
                  <a:pt x="2613054" y="1498442"/>
                </a:lnTo>
                <a:lnTo>
                  <a:pt x="2613054" y="1394109"/>
                </a:lnTo>
                <a:lnTo>
                  <a:pt x="2090411" y="1394109"/>
                </a:lnTo>
                <a:close/>
                <a:moveTo>
                  <a:pt x="2090411" y="1299261"/>
                </a:moveTo>
                <a:lnTo>
                  <a:pt x="2613054" y="1299261"/>
                </a:lnTo>
                <a:lnTo>
                  <a:pt x="2613054" y="1194928"/>
                </a:lnTo>
                <a:lnTo>
                  <a:pt x="2090411" y="1194928"/>
                </a:lnTo>
                <a:close/>
                <a:moveTo>
                  <a:pt x="2299468" y="1100080"/>
                </a:moveTo>
                <a:lnTo>
                  <a:pt x="2613054" y="1100080"/>
                </a:lnTo>
                <a:lnTo>
                  <a:pt x="2613054" y="995747"/>
                </a:lnTo>
                <a:lnTo>
                  <a:pt x="2299468" y="995747"/>
                </a:lnTo>
                <a:close/>
                <a:moveTo>
                  <a:pt x="2299468" y="900899"/>
                </a:moveTo>
                <a:lnTo>
                  <a:pt x="2613054" y="900899"/>
                </a:lnTo>
                <a:lnTo>
                  <a:pt x="2613054" y="796566"/>
                </a:lnTo>
                <a:lnTo>
                  <a:pt x="2299468" y="796566"/>
                </a:lnTo>
                <a:close/>
                <a:moveTo>
                  <a:pt x="3553810" y="398204"/>
                </a:moveTo>
                <a:lnTo>
                  <a:pt x="3025371" y="398204"/>
                </a:lnTo>
                <a:lnTo>
                  <a:pt x="2989071" y="502537"/>
                </a:lnTo>
                <a:lnTo>
                  <a:pt x="3553810" y="502537"/>
                </a:lnTo>
                <a:close/>
                <a:moveTo>
                  <a:pt x="3240225" y="701718"/>
                </a:moveTo>
                <a:lnTo>
                  <a:pt x="3553810" y="701718"/>
                </a:lnTo>
                <a:lnTo>
                  <a:pt x="3553810" y="597385"/>
                </a:lnTo>
                <a:lnTo>
                  <a:pt x="2956002" y="597385"/>
                </a:lnTo>
                <a:lnTo>
                  <a:pt x="2926639" y="681705"/>
                </a:lnTo>
                <a:lnTo>
                  <a:pt x="2897276" y="597385"/>
                </a:lnTo>
                <a:lnTo>
                  <a:pt x="2299468" y="597385"/>
                </a:lnTo>
                <a:lnTo>
                  <a:pt x="2299468" y="701718"/>
                </a:lnTo>
                <a:lnTo>
                  <a:pt x="2613054" y="701718"/>
                </a:lnTo>
                <a:lnTo>
                  <a:pt x="2613054" y="605827"/>
                </a:lnTo>
                <a:lnTo>
                  <a:pt x="2646788" y="701718"/>
                </a:lnTo>
                <a:lnTo>
                  <a:pt x="3206491" y="701718"/>
                </a:lnTo>
                <a:lnTo>
                  <a:pt x="3240225" y="605827"/>
                </a:lnTo>
                <a:close/>
                <a:moveTo>
                  <a:pt x="3553810" y="796566"/>
                </a:moveTo>
                <a:lnTo>
                  <a:pt x="3240225" y="796566"/>
                </a:lnTo>
                <a:lnTo>
                  <a:pt x="3240225" y="900899"/>
                </a:lnTo>
                <a:lnTo>
                  <a:pt x="3553810" y="900899"/>
                </a:lnTo>
                <a:close/>
                <a:moveTo>
                  <a:pt x="3240225" y="1100080"/>
                </a:moveTo>
                <a:lnTo>
                  <a:pt x="3553810" y="1100080"/>
                </a:lnTo>
                <a:lnTo>
                  <a:pt x="3553810" y="995747"/>
                </a:lnTo>
                <a:lnTo>
                  <a:pt x="3240225" y="995747"/>
                </a:lnTo>
                <a:close/>
                <a:moveTo>
                  <a:pt x="3240225" y="1299261"/>
                </a:moveTo>
                <a:lnTo>
                  <a:pt x="3762867" y="1299261"/>
                </a:lnTo>
                <a:lnTo>
                  <a:pt x="3762867" y="1194928"/>
                </a:lnTo>
                <a:lnTo>
                  <a:pt x="3240225" y="1194928"/>
                </a:lnTo>
                <a:close/>
                <a:moveTo>
                  <a:pt x="3240225" y="1498442"/>
                </a:moveTo>
                <a:lnTo>
                  <a:pt x="3762867" y="1498442"/>
                </a:lnTo>
                <a:lnTo>
                  <a:pt x="3762867" y="1394109"/>
                </a:lnTo>
                <a:lnTo>
                  <a:pt x="3240225" y="1394109"/>
                </a:lnTo>
                <a:close/>
                <a:moveTo>
                  <a:pt x="2794838" y="303356"/>
                </a:moveTo>
                <a:lnTo>
                  <a:pt x="2758443" y="199023"/>
                </a:lnTo>
                <a:lnTo>
                  <a:pt x="2090411" y="199023"/>
                </a:lnTo>
                <a:lnTo>
                  <a:pt x="2090411" y="303356"/>
                </a:lnTo>
                <a:close/>
                <a:moveTo>
                  <a:pt x="2725469" y="104175"/>
                </a:moveTo>
                <a:lnTo>
                  <a:pt x="2689075" y="-158"/>
                </a:lnTo>
                <a:lnTo>
                  <a:pt x="2090411" y="-158"/>
                </a:lnTo>
                <a:lnTo>
                  <a:pt x="2090411" y="104175"/>
                </a:lnTo>
                <a:close/>
                <a:moveTo>
                  <a:pt x="3875283" y="1420572"/>
                </a:moveTo>
                <a:cubicBezTo>
                  <a:pt x="3876595" y="1376537"/>
                  <a:pt x="3913423" y="1341902"/>
                  <a:pt x="3957540" y="1343211"/>
                </a:cubicBezTo>
                <a:cubicBezTo>
                  <a:pt x="4001657" y="1344521"/>
                  <a:pt x="4036358" y="1381280"/>
                  <a:pt x="4035046" y="1425315"/>
                </a:cubicBezTo>
                <a:cubicBezTo>
                  <a:pt x="4033761" y="1468450"/>
                  <a:pt x="3998340" y="1502743"/>
                  <a:pt x="3955105" y="1502711"/>
                </a:cubicBezTo>
                <a:cubicBezTo>
                  <a:pt x="3910864" y="1502465"/>
                  <a:pt x="3875199" y="1466469"/>
                  <a:pt x="3875445" y="1422311"/>
                </a:cubicBezTo>
                <a:cubicBezTo>
                  <a:pt x="3875449" y="1421731"/>
                  <a:pt x="3875458" y="1421152"/>
                  <a:pt x="3875474" y="1420572"/>
                </a:cubicBezTo>
                <a:close/>
                <a:moveTo>
                  <a:pt x="4016206" y="1425789"/>
                </a:moveTo>
                <a:lnTo>
                  <a:pt x="4016206" y="1415450"/>
                </a:lnTo>
                <a:cubicBezTo>
                  <a:pt x="4014875" y="1381794"/>
                  <a:pt x="3986462" y="1355587"/>
                  <a:pt x="3952743" y="1356915"/>
                </a:cubicBezTo>
                <a:cubicBezTo>
                  <a:pt x="3920889" y="1358170"/>
                  <a:pt x="3895355" y="1383656"/>
                  <a:pt x="3894098" y="1415450"/>
                </a:cubicBezTo>
                <a:lnTo>
                  <a:pt x="3894098" y="1425789"/>
                </a:lnTo>
                <a:cubicBezTo>
                  <a:pt x="3895428" y="1459445"/>
                  <a:pt x="3923842" y="1485652"/>
                  <a:pt x="3957561" y="1484324"/>
                </a:cubicBezTo>
                <a:cubicBezTo>
                  <a:pt x="3989415" y="1483070"/>
                  <a:pt x="4014949" y="1457583"/>
                  <a:pt x="4016206" y="1425789"/>
                </a:cubicBezTo>
                <a:close/>
                <a:moveTo>
                  <a:pt x="3943416" y="1462874"/>
                </a:moveTo>
                <a:lnTo>
                  <a:pt x="3923081" y="1462874"/>
                </a:lnTo>
                <a:lnTo>
                  <a:pt x="3923081" y="1379598"/>
                </a:lnTo>
                <a:lnTo>
                  <a:pt x="3961091" y="1379598"/>
                </a:lnTo>
                <a:cubicBezTo>
                  <a:pt x="3974934" y="1377799"/>
                  <a:pt x="3987617" y="1387543"/>
                  <a:pt x="3989418" y="1401360"/>
                </a:cubicBezTo>
                <a:cubicBezTo>
                  <a:pt x="3989613" y="1402855"/>
                  <a:pt x="3989674" y="1404365"/>
                  <a:pt x="3989599" y="1405871"/>
                </a:cubicBezTo>
                <a:cubicBezTo>
                  <a:pt x="3990607" y="1416644"/>
                  <a:pt x="3984488" y="1426824"/>
                  <a:pt x="3974489" y="1431005"/>
                </a:cubicBezTo>
                <a:lnTo>
                  <a:pt x="3993495" y="1462874"/>
                </a:lnTo>
                <a:lnTo>
                  <a:pt x="3971164" y="1462874"/>
                </a:lnTo>
                <a:lnTo>
                  <a:pt x="3955580" y="1434420"/>
                </a:lnTo>
                <a:lnTo>
                  <a:pt x="3943416" y="1434420"/>
                </a:lnTo>
                <a:close/>
                <a:moveTo>
                  <a:pt x="3958620" y="1419055"/>
                </a:moveTo>
                <a:cubicBezTo>
                  <a:pt x="3964987" y="1419055"/>
                  <a:pt x="3968123" y="1416209"/>
                  <a:pt x="3968123" y="1410234"/>
                </a:cubicBezTo>
                <a:lnTo>
                  <a:pt x="3968123" y="1404258"/>
                </a:lnTo>
                <a:cubicBezTo>
                  <a:pt x="3968123" y="1398283"/>
                  <a:pt x="3964512" y="1395532"/>
                  <a:pt x="3958620" y="1395532"/>
                </a:cubicBezTo>
                <a:lnTo>
                  <a:pt x="3943416" y="1395532"/>
                </a:lnTo>
                <a:lnTo>
                  <a:pt x="3943416" y="1419055"/>
                </a:lnTo>
                <a:close/>
              </a:path>
            </a:pathLst>
          </a:custGeom>
          <a:solidFill>
            <a:schemeClr val="tx1"/>
          </a:solidFill>
          <a:ln w="9503" cap="flat">
            <a:noFill/>
            <a:prstDash val="solid"/>
            <a:miter/>
          </a:ln>
        </p:spPr>
        <p:txBody>
          <a:bodyPr rtlCol="0" anchor="ctr"/>
          <a:lstStyle/>
          <a:p>
            <a:endParaRPr lang="ja-JP" altLang="en-US" sz="2799"/>
          </a:p>
        </p:txBody>
      </p:sp>
      <p:sp>
        <p:nvSpPr>
          <p:cNvPr id="10" name="タイトル 2">
            <a:extLst>
              <a:ext uri="{FF2B5EF4-FFF2-40B4-BE49-F238E27FC236}">
                <a16:creationId xmlns:a16="http://schemas.microsoft.com/office/drawing/2014/main" id="{0D098FF8-714A-CC75-2F7E-9D0ACBE1D541}"/>
              </a:ext>
            </a:extLst>
          </p:cNvPr>
          <p:cNvSpPr>
            <a:spLocks noGrp="1"/>
          </p:cNvSpPr>
          <p:nvPr>
            <p:ph type="title" hasCustomPrompt="1"/>
          </p:nvPr>
        </p:nvSpPr>
        <p:spPr>
          <a:xfrm>
            <a:off x="292608" y="768096"/>
            <a:ext cx="5522976" cy="4288536"/>
          </a:xfrm>
        </p:spPr>
        <p:txBody>
          <a:bodyPr/>
          <a:lstStyle>
            <a:lvl1pPr>
              <a:defRPr sz="3999"/>
            </a:lvl1pPr>
          </a:lstStyle>
          <a:p>
            <a:r>
              <a:rPr kumimoji="1" lang="ja-JP" altLang="en-US"/>
              <a:t>タイトル</a:t>
            </a:r>
            <a:r>
              <a:rPr kumimoji="1" lang="en-US" altLang="ja-JP" dirty="0"/>
              <a:t>, </a:t>
            </a:r>
            <a:r>
              <a:rPr kumimoji="1" lang="ja-JP" altLang="en-US"/>
              <a:t>最大</a:t>
            </a:r>
            <a:r>
              <a:rPr kumimoji="1" lang="en-US" altLang="ja-JP" dirty="0"/>
              <a:t> 4</a:t>
            </a:r>
            <a:r>
              <a:rPr kumimoji="1" lang="ja-JP" altLang="en-US"/>
              <a:t>行</a:t>
            </a:r>
            <a:r>
              <a:rPr kumimoji="1" lang="en-US" altLang="ja-JP" dirty="0"/>
              <a:t>,</a:t>
            </a:r>
            <a:br>
              <a:rPr kumimoji="1" lang="en-US" altLang="ja-JP" dirty="0"/>
            </a:br>
            <a:r>
              <a:rPr kumimoji="1" lang="ja-JP" altLang="en-US"/>
              <a:t>英語は最初のみ大文字</a:t>
            </a:r>
            <a:r>
              <a:rPr kumimoji="1" lang="en-US" altLang="ja-JP" dirty="0"/>
              <a:t> (Sentence case)</a:t>
            </a:r>
            <a:endParaRPr kumimoji="1" lang="ja-JP" altLang="en-US"/>
          </a:p>
        </p:txBody>
      </p:sp>
      <p:sp>
        <p:nvSpPr>
          <p:cNvPr id="9" name="テキスト プレースホルダー 4">
            <a:extLst>
              <a:ext uri="{FF2B5EF4-FFF2-40B4-BE49-F238E27FC236}">
                <a16:creationId xmlns:a16="http://schemas.microsoft.com/office/drawing/2014/main" id="{74C089DD-5C10-45ED-B831-5D8FCC7E51C3}"/>
              </a:ext>
            </a:extLst>
          </p:cNvPr>
          <p:cNvSpPr>
            <a:spLocks noGrp="1"/>
          </p:cNvSpPr>
          <p:nvPr>
            <p:ph type="body" sz="quarter" idx="16" hasCustomPrompt="1"/>
          </p:nvPr>
        </p:nvSpPr>
        <p:spPr>
          <a:xfrm>
            <a:off x="292608" y="299198"/>
            <a:ext cx="5522976" cy="365760"/>
          </a:xfrm>
        </p:spPr>
        <p:txBody>
          <a:bodyPr anchor="t"/>
          <a:lstStyle>
            <a:lvl1pPr>
              <a:defRPr sz="1400" b="0" i="0">
                <a:latin typeface="+mn-lt"/>
                <a:ea typeface="+mn-ea"/>
              </a:defRPr>
            </a:lvl1pPr>
          </a:lstStyle>
          <a:p>
            <a:pPr lvl="0"/>
            <a:r>
              <a:rPr kumimoji="1" lang="en-US" altLang="ja-JP" dirty="0"/>
              <a:t>1</a:t>
            </a:r>
            <a:r>
              <a:rPr kumimoji="1" lang="ja-JP" altLang="en-US"/>
              <a:t>行以内</a:t>
            </a:r>
            <a:r>
              <a:rPr kumimoji="1" lang="en-US" altLang="ja-JP" dirty="0"/>
              <a:t>, </a:t>
            </a:r>
            <a:r>
              <a:rPr kumimoji="1" lang="ja-JP" altLang="en-US"/>
              <a:t>フォーカス・プロダクト</a:t>
            </a:r>
            <a:r>
              <a:rPr kumimoji="1" lang="en-US" altLang="ja-JP" dirty="0"/>
              <a:t> </a:t>
            </a:r>
            <a:r>
              <a:rPr kumimoji="1" lang="ja-JP" altLang="en-US"/>
              <a:t>、ドメイン名、イベント名等</a:t>
            </a:r>
          </a:p>
        </p:txBody>
      </p:sp>
    </p:spTree>
    <p:extLst>
      <p:ext uri="{BB962C8B-B14F-4D97-AF65-F5344CB8AC3E}">
        <p14:creationId xmlns:p14="http://schemas.microsoft.com/office/powerpoint/2010/main" val="3453163369"/>
      </p:ext>
    </p:extLst>
  </p:cSld>
  <p:clrMapOvr>
    <a:masterClrMapping/>
  </p:clrMapOvr>
  <p:transition spd="med"/>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divider (with 2 page contents)">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CF211B0D-F6CD-C6C3-5E06-D70A60ED1018}"/>
              </a:ext>
            </a:extLst>
          </p:cNvPr>
          <p:cNvSpPr>
            <a:spLocks noGrp="1"/>
          </p:cNvSpPr>
          <p:nvPr>
            <p:ph type="title"/>
          </p:nvPr>
        </p:nvSpPr>
        <p:spPr>
          <a:xfrm>
            <a:off x="292609" y="301750"/>
            <a:ext cx="2471103" cy="1992188"/>
          </a:xfrm>
        </p:spPr>
        <p:txBody>
          <a:bodyPr/>
          <a:lstStyle/>
          <a:p>
            <a:r>
              <a:rPr kumimoji="1" lang="ja-JP" altLang="en-US"/>
              <a:t>マスター タイトルの書式設定</a:t>
            </a:r>
          </a:p>
        </p:txBody>
      </p:sp>
      <p:sp>
        <p:nvSpPr>
          <p:cNvPr id="9" name="コンテンツ プレースホルダー 8">
            <a:extLst>
              <a:ext uri="{FF2B5EF4-FFF2-40B4-BE49-F238E27FC236}">
                <a16:creationId xmlns:a16="http://schemas.microsoft.com/office/drawing/2014/main" id="{4616BE90-DC01-8F43-AD95-36178D5EB503}"/>
              </a:ext>
            </a:extLst>
          </p:cNvPr>
          <p:cNvSpPr>
            <a:spLocks noGrp="1"/>
          </p:cNvSpPr>
          <p:nvPr>
            <p:ph sz="quarter" idx="10"/>
          </p:nvPr>
        </p:nvSpPr>
        <p:spPr>
          <a:xfrm>
            <a:off x="6381750" y="304800"/>
            <a:ext cx="2478024" cy="5806440"/>
          </a:xfrm>
        </p:spPr>
        <p:txBody>
          <a:bodyPr lIns="0"/>
          <a:lstStyle>
            <a:lvl1pPr marL="0" indent="0">
              <a:spcBef>
                <a:spcPts val="300"/>
              </a:spcBef>
              <a:spcAft>
                <a:spcPts val="0"/>
              </a:spcAft>
              <a:tabLst>
                <a:tab pos="2104604" algn="l"/>
              </a:tabLst>
              <a:defRPr sz="1200" b="0" i="0">
                <a:solidFill>
                  <a:schemeClr val="tx1"/>
                </a:solidFill>
                <a:latin typeface="IBM Plex Sans JP Medm" panose="020B0503050203000203" pitchFamily="34" charset="-128"/>
                <a:ea typeface="IBM Plex Sans JP Medm" panose="020B0503050203000203" pitchFamily="34" charset="-128"/>
              </a:defRPr>
            </a:lvl1pPr>
            <a:lvl2pPr marL="0" indent="0">
              <a:spcBef>
                <a:spcPts val="0"/>
              </a:spcBef>
              <a:spcAft>
                <a:spcPts val="0"/>
              </a:spcAft>
              <a:buNone/>
              <a:tabLst>
                <a:tab pos="2104604" algn="l"/>
              </a:tabLst>
              <a:defRPr sz="1200">
                <a:solidFill>
                  <a:schemeClr val="tx1"/>
                </a:solidFill>
                <a:latin typeface="+mn-lt"/>
                <a:ea typeface="+mn-ea"/>
              </a:defRPr>
            </a:lvl2pPr>
            <a:lvl3pPr marL="201128" indent="0">
              <a:buNone/>
              <a:defRPr sz="1200">
                <a:solidFill>
                  <a:schemeClr val="tx1"/>
                </a:solidFill>
                <a:latin typeface="+mn-lt"/>
                <a:ea typeface="+mn-ea"/>
              </a:defRPr>
            </a:lvl3pPr>
            <a:lvl4pPr>
              <a:defRPr sz="1400">
                <a:solidFill>
                  <a:srgbClr val="002D9C"/>
                </a:solidFill>
              </a:defRPr>
            </a:lvl4pPr>
            <a:lvl5pPr>
              <a:defRPr sz="1400">
                <a:solidFill>
                  <a:srgbClr val="002D9C"/>
                </a:solidFill>
              </a:defRPr>
            </a:lvl5pPr>
          </a:lstStyle>
          <a:p>
            <a:pPr lvl="0"/>
            <a:r>
              <a:rPr kumimoji="1" lang="ja-JP" altLang="en-US"/>
              <a:t>マスター テキストの書式設定</a:t>
            </a:r>
          </a:p>
          <a:p>
            <a:pPr lvl="1"/>
            <a:r>
              <a:rPr kumimoji="1" lang="ja-JP" altLang="en-US"/>
              <a:t>第 </a:t>
            </a:r>
            <a:r>
              <a:rPr kumimoji="1" lang="en-US" altLang="ja-JP" dirty="0"/>
              <a:t>2 </a:t>
            </a:r>
            <a:r>
              <a:rPr kumimoji="1" lang="ja-JP" altLang="en-US"/>
              <a:t>レベル</a:t>
            </a:r>
          </a:p>
          <a:p>
            <a:pPr lvl="2"/>
            <a:r>
              <a:rPr kumimoji="1" lang="ja-JP" altLang="en-US"/>
              <a:t>第 </a:t>
            </a:r>
            <a:r>
              <a:rPr kumimoji="1" lang="en-US" altLang="ja-JP" dirty="0"/>
              <a:t>3 </a:t>
            </a:r>
            <a:r>
              <a:rPr kumimoji="1" lang="ja-JP" altLang="en-US"/>
              <a:t>レベル</a:t>
            </a:r>
          </a:p>
        </p:txBody>
      </p:sp>
      <p:sp>
        <p:nvSpPr>
          <p:cNvPr id="11" name="コンテンツ プレースホルダー 10">
            <a:extLst>
              <a:ext uri="{FF2B5EF4-FFF2-40B4-BE49-F238E27FC236}">
                <a16:creationId xmlns:a16="http://schemas.microsoft.com/office/drawing/2014/main" id="{8EA76F08-7D9D-6847-AA20-6A0223A9F013}"/>
              </a:ext>
            </a:extLst>
          </p:cNvPr>
          <p:cNvSpPr>
            <a:spLocks noGrp="1"/>
          </p:cNvSpPr>
          <p:nvPr>
            <p:ph sz="quarter" idx="11"/>
          </p:nvPr>
        </p:nvSpPr>
        <p:spPr>
          <a:xfrm>
            <a:off x="9430110" y="304800"/>
            <a:ext cx="2478024" cy="5806440"/>
          </a:xfrm>
        </p:spPr>
        <p:txBody>
          <a:bodyPr/>
          <a:lstStyle>
            <a:lvl1pPr marL="0" indent="0">
              <a:spcBef>
                <a:spcPts val="300"/>
              </a:spcBef>
              <a:spcAft>
                <a:spcPts val="0"/>
              </a:spcAft>
              <a:tabLst>
                <a:tab pos="2104604" algn="l"/>
                <a:tab pos="2217294" algn="l"/>
              </a:tabLst>
              <a:defRPr sz="1200" b="0" i="0">
                <a:solidFill>
                  <a:schemeClr val="tx1"/>
                </a:solidFill>
                <a:latin typeface="IBM Plex Sans JP Medm" panose="020B0503050203000203" pitchFamily="34" charset="-128"/>
                <a:ea typeface="IBM Plex Sans JP Medm" panose="020B0503050203000203" pitchFamily="34" charset="-128"/>
              </a:defRPr>
            </a:lvl1pPr>
            <a:lvl2pPr marL="0" indent="0">
              <a:spcBef>
                <a:spcPts val="0"/>
              </a:spcBef>
              <a:spcAft>
                <a:spcPts val="0"/>
              </a:spcAft>
              <a:buNone/>
              <a:tabLst>
                <a:tab pos="2104604" algn="l"/>
              </a:tabLst>
              <a:defRPr sz="1200">
                <a:solidFill>
                  <a:schemeClr val="tx1"/>
                </a:solidFill>
                <a:latin typeface="+mn-lt"/>
                <a:ea typeface="+mn-ea"/>
              </a:defRPr>
            </a:lvl2pPr>
            <a:lvl3pPr marL="201128" indent="0">
              <a:spcBef>
                <a:spcPts val="0"/>
              </a:spcBef>
              <a:spcAft>
                <a:spcPts val="0"/>
              </a:spcAft>
              <a:buNone/>
              <a:defRPr sz="1200">
                <a:solidFill>
                  <a:schemeClr val="tx1"/>
                </a:solidFill>
                <a:latin typeface="+mn-lt"/>
                <a:ea typeface="+mn-ea"/>
              </a:defRPr>
            </a:lvl3pPr>
            <a:lvl4pPr marL="0">
              <a:spcBef>
                <a:spcPts val="300"/>
              </a:spcBef>
              <a:spcAft>
                <a:spcPts val="300"/>
              </a:spcAft>
              <a:defRPr sz="1200">
                <a:solidFill>
                  <a:schemeClr val="tx1"/>
                </a:solidFill>
              </a:defRPr>
            </a:lvl4pPr>
            <a:lvl5pPr marL="0">
              <a:spcBef>
                <a:spcPts val="300"/>
              </a:spcBef>
              <a:spcAft>
                <a:spcPts val="300"/>
              </a:spcAft>
              <a:defRPr sz="1200">
                <a:solidFill>
                  <a:schemeClr val="tx1"/>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p:txBody>
      </p:sp>
      <p:sp>
        <p:nvSpPr>
          <p:cNvPr id="7" name="フッター プレースホルダー 6">
            <a:extLst>
              <a:ext uri="{FF2B5EF4-FFF2-40B4-BE49-F238E27FC236}">
                <a16:creationId xmlns:a16="http://schemas.microsoft.com/office/drawing/2014/main" id="{E267580C-276B-47C2-2952-0E580DC7EA0E}"/>
              </a:ext>
            </a:extLst>
          </p:cNvPr>
          <p:cNvSpPr>
            <a:spLocks noGrp="1"/>
          </p:cNvSpPr>
          <p:nvPr>
            <p:ph type="ftr" sz="quarter" idx="12"/>
          </p:nvPr>
        </p:nvSpPr>
        <p:spPr/>
        <p:txBody>
          <a:bodyPr/>
          <a:lstStyle/>
          <a:p>
            <a:r>
              <a:rPr kumimoji="1" lang="ja-JP" altLang="en-US"/>
              <a:t>フッター</a:t>
            </a:r>
            <a:r>
              <a:rPr kumimoji="1" lang="en-US" altLang="ja-JP" dirty="0"/>
              <a:t>(Optional)</a:t>
            </a:r>
            <a:endParaRPr kumimoji="1" lang="ja-JP" altLang="en-US"/>
          </a:p>
        </p:txBody>
      </p:sp>
      <p:sp>
        <p:nvSpPr>
          <p:cNvPr id="8" name="スライド番号プレースホルダー 7">
            <a:extLst>
              <a:ext uri="{FF2B5EF4-FFF2-40B4-BE49-F238E27FC236}">
                <a16:creationId xmlns:a16="http://schemas.microsoft.com/office/drawing/2014/main" id="{A4C0E1ED-5363-022F-8C62-73774C9BE346}"/>
              </a:ext>
            </a:extLst>
          </p:cNvPr>
          <p:cNvSpPr>
            <a:spLocks noGrp="1"/>
          </p:cNvSpPr>
          <p:nvPr>
            <p:ph type="sldNum" sz="quarter" idx="13"/>
          </p:nvPr>
        </p:nvSpPr>
        <p:spPr/>
        <p:txBody>
          <a:bodyPr/>
          <a:lstStyle/>
          <a:p>
            <a:fld id="{19CA33DB-3EF7-0D48-8164-B05E3E6F1758}" type="slidenum">
              <a:rPr kumimoji="1" lang="ja-JP" altLang="en-US" smtClean="0"/>
              <a:pPr/>
              <a:t>‹#›</a:t>
            </a:fld>
            <a:endParaRPr kumimoji="1" lang="ja-JP" altLang="en-US"/>
          </a:p>
        </p:txBody>
      </p:sp>
    </p:spTree>
    <p:extLst>
      <p:ext uri="{BB962C8B-B14F-4D97-AF65-F5344CB8AC3E}">
        <p14:creationId xmlns:p14="http://schemas.microsoft.com/office/powerpoint/2010/main" val="1520448454"/>
      </p:ext>
    </p:extLst>
  </p:cSld>
  <p:clrMapOvr>
    <a:masterClrMapping/>
  </p:clrMapOvr>
  <p:transition spd="med"/>
  <p:extLst>
    <p:ext uri="{DCECCB84-F9BA-43D5-87BE-67443E8EF086}">
      <p15:sldGuideLst xmlns:p15="http://schemas.microsoft.com/office/powerpoint/2012/main">
        <p15:guide id="1" pos="7681">
          <p15:clr>
            <a:srgbClr val="FBAE40"/>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divider (with page contents)">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9BCC917E-BE45-76C9-0E08-DBD59B2C737A}"/>
              </a:ext>
            </a:extLst>
          </p:cNvPr>
          <p:cNvSpPr>
            <a:spLocks noGrp="1"/>
          </p:cNvSpPr>
          <p:nvPr>
            <p:ph type="title"/>
          </p:nvPr>
        </p:nvSpPr>
        <p:spPr>
          <a:xfrm>
            <a:off x="292609" y="301750"/>
            <a:ext cx="2471103" cy="1992188"/>
          </a:xfrm>
        </p:spPr>
        <p:txBody>
          <a:bodyPr/>
          <a:lstStyle/>
          <a:p>
            <a:r>
              <a:rPr kumimoji="1" lang="ja-JP" altLang="en-US"/>
              <a:t>マスター タイトルの書式設定</a:t>
            </a:r>
          </a:p>
        </p:txBody>
      </p:sp>
      <p:sp>
        <p:nvSpPr>
          <p:cNvPr id="9" name="コンテンツ プレースホルダー 8">
            <a:extLst>
              <a:ext uri="{FF2B5EF4-FFF2-40B4-BE49-F238E27FC236}">
                <a16:creationId xmlns:a16="http://schemas.microsoft.com/office/drawing/2014/main" id="{4616BE90-DC01-8F43-AD95-36178D5EB503}"/>
              </a:ext>
            </a:extLst>
          </p:cNvPr>
          <p:cNvSpPr>
            <a:spLocks noGrp="1"/>
          </p:cNvSpPr>
          <p:nvPr>
            <p:ph sz="quarter" idx="10"/>
          </p:nvPr>
        </p:nvSpPr>
        <p:spPr>
          <a:xfrm>
            <a:off x="6381750" y="304799"/>
            <a:ext cx="5524500" cy="5788025"/>
          </a:xfrm>
        </p:spPr>
        <p:txBody>
          <a:bodyPr lIns="0"/>
          <a:lstStyle>
            <a:lvl1pPr marL="0" indent="0">
              <a:spcBef>
                <a:spcPts val="600"/>
              </a:spcBef>
              <a:spcAft>
                <a:spcPts val="0"/>
              </a:spcAft>
              <a:tabLst>
                <a:tab pos="5025020" algn="l"/>
              </a:tabLst>
              <a:defRPr sz="1800" b="0" i="0">
                <a:solidFill>
                  <a:schemeClr val="tx1"/>
                </a:solidFill>
                <a:latin typeface="IBM Plex Sans Medm" panose="020B0503050203000203" pitchFamily="34" charset="0"/>
                <a:ea typeface="IBM Plex Sans JP Medm" panose="020B0503050203000203" pitchFamily="34" charset="-128"/>
              </a:defRPr>
            </a:lvl1pPr>
            <a:lvl2pPr marL="0" indent="0">
              <a:spcAft>
                <a:spcPts val="0"/>
              </a:spcAft>
              <a:buNone/>
              <a:tabLst>
                <a:tab pos="5025020" algn="l"/>
              </a:tabLst>
              <a:defRPr sz="1800">
                <a:solidFill>
                  <a:schemeClr val="tx1"/>
                </a:solidFill>
              </a:defRPr>
            </a:lvl2pPr>
            <a:lvl3pPr marL="237696" indent="0">
              <a:spcAft>
                <a:spcPts val="0"/>
              </a:spcAft>
              <a:buNone/>
              <a:defRPr sz="1800">
                <a:solidFill>
                  <a:schemeClr val="tx1"/>
                </a:solidFill>
              </a:defRPr>
            </a:lvl3pPr>
            <a:lvl4pPr>
              <a:spcAft>
                <a:spcPts val="300"/>
              </a:spcAft>
              <a:defRPr sz="1200">
                <a:solidFill>
                  <a:schemeClr val="tx1"/>
                </a:solidFill>
              </a:defRPr>
            </a:lvl4pPr>
            <a:lvl5pPr>
              <a:spcAft>
                <a:spcPts val="300"/>
              </a:spcAft>
              <a:defRPr sz="1200">
                <a:solidFill>
                  <a:schemeClr val="tx1"/>
                </a:solidFill>
              </a:defRPr>
            </a:lvl5pPr>
          </a:lstStyle>
          <a:p>
            <a:pPr lvl="0"/>
            <a:r>
              <a:rPr kumimoji="1" lang="ja-JP" altLang="en-US"/>
              <a:t>マスター テキストの書式設定</a:t>
            </a:r>
          </a:p>
          <a:p>
            <a:pPr lvl="1"/>
            <a:r>
              <a:rPr kumimoji="1" lang="ja-JP" altLang="en-US"/>
              <a:t>第 </a:t>
            </a:r>
            <a:r>
              <a:rPr kumimoji="1" lang="en-US" altLang="ja-JP" dirty="0"/>
              <a:t>2 </a:t>
            </a:r>
            <a:r>
              <a:rPr kumimoji="1" lang="ja-JP" altLang="en-US"/>
              <a:t>レベル</a:t>
            </a:r>
          </a:p>
          <a:p>
            <a:pPr lvl="2"/>
            <a:r>
              <a:rPr kumimoji="1" lang="ja-JP" altLang="en-US"/>
              <a:t>第 </a:t>
            </a:r>
            <a:r>
              <a:rPr kumimoji="1" lang="en-US" altLang="ja-JP" dirty="0"/>
              <a:t>3 </a:t>
            </a:r>
            <a:r>
              <a:rPr kumimoji="1" lang="ja-JP" altLang="en-US"/>
              <a:t>レベル</a:t>
            </a:r>
          </a:p>
        </p:txBody>
      </p:sp>
      <p:sp>
        <p:nvSpPr>
          <p:cNvPr id="5" name="フッター プレースホルダー 4">
            <a:extLst>
              <a:ext uri="{FF2B5EF4-FFF2-40B4-BE49-F238E27FC236}">
                <a16:creationId xmlns:a16="http://schemas.microsoft.com/office/drawing/2014/main" id="{4BE7CA89-E948-7275-C185-100CA8632FA0}"/>
              </a:ext>
            </a:extLst>
          </p:cNvPr>
          <p:cNvSpPr>
            <a:spLocks noGrp="1"/>
          </p:cNvSpPr>
          <p:nvPr>
            <p:ph type="ftr" sz="quarter" idx="11"/>
          </p:nvPr>
        </p:nvSpPr>
        <p:spPr/>
        <p:txBody>
          <a:bodyPr/>
          <a:lstStyle/>
          <a:p>
            <a:r>
              <a:rPr kumimoji="1" lang="ja-JP" altLang="en-US"/>
              <a:t>フッター</a:t>
            </a:r>
            <a:r>
              <a:rPr kumimoji="1" lang="en-US" altLang="ja-JP" dirty="0"/>
              <a:t>(Optional)</a:t>
            </a:r>
            <a:endParaRPr kumimoji="1" lang="ja-JP" altLang="en-US"/>
          </a:p>
        </p:txBody>
      </p:sp>
      <p:sp>
        <p:nvSpPr>
          <p:cNvPr id="6" name="スライド番号プレースホルダー 5">
            <a:extLst>
              <a:ext uri="{FF2B5EF4-FFF2-40B4-BE49-F238E27FC236}">
                <a16:creationId xmlns:a16="http://schemas.microsoft.com/office/drawing/2014/main" id="{7252303C-F2E6-73D7-B4E8-845E1BA8FCFE}"/>
              </a:ext>
            </a:extLst>
          </p:cNvPr>
          <p:cNvSpPr>
            <a:spLocks noGrp="1"/>
          </p:cNvSpPr>
          <p:nvPr>
            <p:ph type="sldNum" sz="quarter" idx="12"/>
          </p:nvPr>
        </p:nvSpPr>
        <p:spPr/>
        <p:txBody>
          <a:bodyPr/>
          <a:lstStyle/>
          <a:p>
            <a:fld id="{19CA33DB-3EF7-0D48-8164-B05E3E6F1758}" type="slidenum">
              <a:rPr kumimoji="1" lang="ja-JP" altLang="en-US" smtClean="0"/>
              <a:pPr/>
              <a:t>‹#›</a:t>
            </a:fld>
            <a:endParaRPr kumimoji="1" lang="ja-JP" altLang="en-US"/>
          </a:p>
        </p:txBody>
      </p:sp>
    </p:spTree>
    <p:extLst>
      <p:ext uri="{BB962C8B-B14F-4D97-AF65-F5344CB8AC3E}">
        <p14:creationId xmlns:p14="http://schemas.microsoft.com/office/powerpoint/2010/main" val="1465844194"/>
      </p:ext>
    </p:extLst>
  </p:cSld>
  <p:clrMapOvr>
    <a:masterClrMapping/>
  </p:clrMapOvr>
  <p:transition spd="med"/>
  <p:extLst>
    <p:ext uri="{DCECCB84-F9BA-43D5-87BE-67443E8EF086}">
      <p15:sldGuideLst xmlns:p15="http://schemas.microsoft.com/office/powerpoint/2012/main"/>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first">
    <p:bg>
      <p:bgRef idx="1001">
        <a:schemeClr val="bg1"/>
      </p:bgRef>
    </p:bg>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CE00DF9A-2A80-984C-A8A2-BA61B54A0D87}"/>
              </a:ext>
            </a:extLst>
          </p:cNvPr>
          <p:cNvSpPr/>
          <p:nvPr userDrawn="1"/>
        </p:nvSpPr>
        <p:spPr bwMode="auto">
          <a:xfrm>
            <a:off x="0" y="0"/>
            <a:ext cx="3048000" cy="6858000"/>
          </a:xfrm>
          <a:prstGeom prst="rect">
            <a:avLst/>
          </a:prstGeom>
          <a:solidFill>
            <a:srgbClr val="E5F6FF"/>
          </a:solidFill>
          <a:ln w="1270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35995" tIns="35995" rIns="35995" bIns="35995" numCol="1" rtlCol="0" anchor="t" anchorCtr="0" compatLnSpc="1">
            <a:prstTxWarp prst="textNoShape">
              <a:avLst/>
            </a:prstTxWarp>
          </a:bodyPr>
          <a:lstStyle/>
          <a:p>
            <a:pPr marL="0" marR="0" indent="0" algn="l" defTabSz="914217" rtl="0" eaLnBrk="1" fontAlgn="base" latinLnBrk="0" hangingPunct="1">
              <a:lnSpc>
                <a:spcPct val="90000"/>
              </a:lnSpc>
              <a:spcBef>
                <a:spcPct val="0"/>
              </a:spcBef>
              <a:spcAft>
                <a:spcPct val="0"/>
              </a:spcAft>
              <a:buClrTx/>
              <a:buSzTx/>
              <a:buFontTx/>
              <a:buNone/>
              <a:tabLst/>
            </a:pPr>
            <a:endParaRPr kumimoji="0" lang="ja-JP" altLang="en-US" sz="1400" b="0" i="0" u="none" strike="noStrike" cap="none" normalizeH="0" baseline="0" err="1">
              <a:ln>
                <a:noFill/>
              </a:ln>
              <a:solidFill>
                <a:schemeClr val="tx1"/>
              </a:solidFill>
              <a:effectLst/>
            </a:endParaRPr>
          </a:p>
        </p:txBody>
      </p:sp>
      <p:sp>
        <p:nvSpPr>
          <p:cNvPr id="5" name="テキスト ボックス 4">
            <a:extLst>
              <a:ext uri="{FF2B5EF4-FFF2-40B4-BE49-F238E27FC236}">
                <a16:creationId xmlns:a16="http://schemas.microsoft.com/office/drawing/2014/main" id="{CEE212D2-E536-0F40-A57A-1D3ADDCF71EB}"/>
              </a:ext>
            </a:extLst>
          </p:cNvPr>
          <p:cNvSpPr txBox="1"/>
          <p:nvPr userDrawn="1"/>
        </p:nvSpPr>
        <p:spPr>
          <a:xfrm>
            <a:off x="274320" y="6464809"/>
            <a:ext cx="1131720" cy="123111"/>
          </a:xfrm>
          <a:prstGeom prst="rect">
            <a:avLst/>
          </a:prstGeom>
          <a:noFill/>
        </p:spPr>
        <p:txBody>
          <a:bodyPr wrap="none" lIns="0" tIns="0" rIns="0" bIns="0" rtlCol="0">
            <a:spAutoFit/>
          </a:bodyPr>
          <a:lstStyle/>
          <a:p>
            <a:pPr algn="l"/>
            <a:r>
              <a:rPr kumimoji="1" lang="en-US" altLang="ja-JP" sz="800" b="0" i="0" dirty="0">
                <a:solidFill>
                  <a:schemeClr val="tx1"/>
                </a:solidFill>
                <a:latin typeface="IBM Plex Sans" panose="020B0503050203000203" pitchFamily="34" charset="0"/>
                <a:ea typeface="IBM Plex Sans JP" panose="020B0503050203000203" pitchFamily="34" charset="-128"/>
                <a:cs typeface="IBM Plex Sans" charset="0"/>
              </a:rPr>
              <a:t>© 2026 IBM Corporation</a:t>
            </a:r>
          </a:p>
        </p:txBody>
      </p:sp>
      <p:sp>
        <p:nvSpPr>
          <p:cNvPr id="11" name="タイトル 10">
            <a:extLst>
              <a:ext uri="{FF2B5EF4-FFF2-40B4-BE49-F238E27FC236}">
                <a16:creationId xmlns:a16="http://schemas.microsoft.com/office/drawing/2014/main" id="{DD703C5B-C3D0-3FFF-AF7E-972E56C566BC}"/>
              </a:ext>
            </a:extLst>
          </p:cNvPr>
          <p:cNvSpPr>
            <a:spLocks noGrp="1"/>
          </p:cNvSpPr>
          <p:nvPr>
            <p:ph type="title"/>
          </p:nvPr>
        </p:nvSpPr>
        <p:spPr>
          <a:xfrm>
            <a:off x="292608" y="301751"/>
            <a:ext cx="2474278" cy="5806440"/>
          </a:xfrm>
        </p:spPr>
        <p:txBody>
          <a:bodyPr/>
          <a:lstStyle>
            <a:lvl1pPr>
              <a:defRPr>
                <a:solidFill>
                  <a:schemeClr val="tx1"/>
                </a:solidFill>
              </a:defRPr>
            </a:lvl1pPr>
          </a:lstStyle>
          <a:p>
            <a:r>
              <a:rPr kumimoji="1" lang="ja-JP" altLang="en-US"/>
              <a:t>マスター タイトルの書式設定</a:t>
            </a:r>
          </a:p>
        </p:txBody>
      </p:sp>
      <p:sp>
        <p:nvSpPr>
          <p:cNvPr id="6" name="テキスト プレースホルダー 5">
            <a:extLst>
              <a:ext uri="{FF2B5EF4-FFF2-40B4-BE49-F238E27FC236}">
                <a16:creationId xmlns:a16="http://schemas.microsoft.com/office/drawing/2014/main" id="{12D50E08-20E7-A34C-9DAE-87789B130D95}"/>
              </a:ext>
            </a:extLst>
          </p:cNvPr>
          <p:cNvSpPr>
            <a:spLocks noGrp="1"/>
          </p:cNvSpPr>
          <p:nvPr>
            <p:ph type="body" sz="quarter" idx="12"/>
          </p:nvPr>
        </p:nvSpPr>
        <p:spPr>
          <a:xfrm>
            <a:off x="3355849" y="308524"/>
            <a:ext cx="8529639" cy="5806440"/>
          </a:xfrm>
        </p:spPr>
        <p:txBody>
          <a:bodyPr tIns="0"/>
          <a:lstStyle>
            <a:lvl1pPr>
              <a:defRPr sz="1800">
                <a:solidFill>
                  <a:schemeClr val="tx1"/>
                </a:solidFill>
              </a:defRPr>
            </a:lvl1pPr>
          </a:lstStyle>
          <a:p>
            <a:pPr lvl="0"/>
            <a:r>
              <a:rPr kumimoji="1" lang="ja-JP" altLang="en-US"/>
              <a:t>マスター テキストの書式設定</a:t>
            </a:r>
          </a:p>
        </p:txBody>
      </p:sp>
      <p:sp>
        <p:nvSpPr>
          <p:cNvPr id="9" name="フッター プレースホルダー 8">
            <a:extLst>
              <a:ext uri="{FF2B5EF4-FFF2-40B4-BE49-F238E27FC236}">
                <a16:creationId xmlns:a16="http://schemas.microsoft.com/office/drawing/2014/main" id="{BF5C6F00-93D2-CE57-061F-1D3AF2680337}"/>
              </a:ext>
            </a:extLst>
          </p:cNvPr>
          <p:cNvSpPr>
            <a:spLocks noGrp="1"/>
          </p:cNvSpPr>
          <p:nvPr>
            <p:ph type="ftr" sz="quarter" idx="14"/>
          </p:nvPr>
        </p:nvSpPr>
        <p:spPr/>
        <p:txBody>
          <a:bodyPr/>
          <a:lstStyle/>
          <a:p>
            <a:r>
              <a:rPr kumimoji="1" lang="ja-JP" altLang="en-US"/>
              <a:t>フッター</a:t>
            </a:r>
            <a:r>
              <a:rPr kumimoji="1" lang="en-US" altLang="ja-JP" dirty="0"/>
              <a:t>(Optional)</a:t>
            </a:r>
            <a:endParaRPr kumimoji="1" lang="ja-JP" altLang="en-US"/>
          </a:p>
        </p:txBody>
      </p:sp>
      <p:sp>
        <p:nvSpPr>
          <p:cNvPr id="10" name="スライド番号プレースホルダー 9">
            <a:extLst>
              <a:ext uri="{FF2B5EF4-FFF2-40B4-BE49-F238E27FC236}">
                <a16:creationId xmlns:a16="http://schemas.microsoft.com/office/drawing/2014/main" id="{7EA933D4-0440-F83C-4A3B-8796E9124CCF}"/>
              </a:ext>
            </a:extLst>
          </p:cNvPr>
          <p:cNvSpPr>
            <a:spLocks noGrp="1"/>
          </p:cNvSpPr>
          <p:nvPr>
            <p:ph type="sldNum" sz="quarter" idx="15"/>
          </p:nvPr>
        </p:nvSpPr>
        <p:spPr/>
        <p:txBody>
          <a:bodyPr/>
          <a:lstStyle/>
          <a:p>
            <a:fld id="{19CA33DB-3EF7-0D48-8164-B05E3E6F1758}" type="slidenum">
              <a:rPr kumimoji="1" lang="ja-JP" altLang="en-US" smtClean="0"/>
              <a:pPr/>
              <a:t>‹#›</a:t>
            </a:fld>
            <a:endParaRPr kumimoji="1" lang="ja-JP" altLang="en-US"/>
          </a:p>
        </p:txBody>
      </p:sp>
    </p:spTree>
    <p:extLst>
      <p:ext uri="{BB962C8B-B14F-4D97-AF65-F5344CB8AC3E}">
        <p14:creationId xmlns:p14="http://schemas.microsoft.com/office/powerpoint/2010/main" val="1960998637"/>
      </p:ext>
    </p:extLst>
  </p:cSld>
  <p:clrMapOvr>
    <a:overrideClrMapping bg1="lt1" tx1="dk1" bg2="lt2" tx2="dk2" accent1="accent1" accent2="accent2" accent3="accent3" accent4="accent4" accent5="accent5" accent6="accent6" hlink="hlink" folHlink="folHlink"/>
  </p:clrMapOvr>
  <p:transition spd="med"/>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first, alternate">
    <p:bg>
      <p:bgRef idx="1001">
        <a:schemeClr val="bg1"/>
      </p:bgRef>
    </p:bg>
    <p:spTree>
      <p:nvGrpSpPr>
        <p:cNvPr id="1" name=""/>
        <p:cNvGrpSpPr/>
        <p:nvPr/>
      </p:nvGrpSpPr>
      <p:grpSpPr>
        <a:xfrm>
          <a:off x="0" y="0"/>
          <a:ext cx="0" cy="0"/>
          <a:chOff x="0" y="0"/>
          <a:chExt cx="0" cy="0"/>
        </a:xfrm>
      </p:grpSpPr>
      <p:cxnSp>
        <p:nvCxnSpPr>
          <p:cNvPr id="3" name="Straight Connector 13">
            <a:extLst>
              <a:ext uri="{FF2B5EF4-FFF2-40B4-BE49-F238E27FC236}">
                <a16:creationId xmlns:a16="http://schemas.microsoft.com/office/drawing/2014/main" id="{F4379B50-9AFF-7307-058D-37244569E8AD}"/>
              </a:ext>
            </a:extLst>
          </p:cNvPr>
          <p:cNvCxnSpPr/>
          <p:nvPr userDrawn="1"/>
        </p:nvCxnSpPr>
        <p:spPr bwMode="auto">
          <a:xfrm>
            <a:off x="3047603" y="284957"/>
            <a:ext cx="0" cy="5806440"/>
          </a:xfrm>
          <a:prstGeom prst="line">
            <a:avLst/>
          </a:prstGeom>
          <a:ln w="635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1" name="タイトル 10">
            <a:extLst>
              <a:ext uri="{FF2B5EF4-FFF2-40B4-BE49-F238E27FC236}">
                <a16:creationId xmlns:a16="http://schemas.microsoft.com/office/drawing/2014/main" id="{DD703C5B-C3D0-3FFF-AF7E-972E56C566BC}"/>
              </a:ext>
            </a:extLst>
          </p:cNvPr>
          <p:cNvSpPr>
            <a:spLocks noGrp="1"/>
          </p:cNvSpPr>
          <p:nvPr>
            <p:ph type="title"/>
          </p:nvPr>
        </p:nvSpPr>
        <p:spPr>
          <a:xfrm>
            <a:off x="292608" y="301750"/>
            <a:ext cx="2474278" cy="5806440"/>
          </a:xfrm>
        </p:spPr>
        <p:txBody>
          <a:bodyPr/>
          <a:lstStyle>
            <a:lvl1pPr>
              <a:defRPr>
                <a:solidFill>
                  <a:schemeClr val="tx1"/>
                </a:solidFill>
              </a:defRPr>
            </a:lvl1pPr>
          </a:lstStyle>
          <a:p>
            <a:r>
              <a:rPr kumimoji="1" lang="ja-JP" altLang="en-US"/>
              <a:t>マスター タイトルの書式設定</a:t>
            </a:r>
          </a:p>
        </p:txBody>
      </p:sp>
      <p:sp>
        <p:nvSpPr>
          <p:cNvPr id="6" name="テキスト プレースホルダー 5">
            <a:extLst>
              <a:ext uri="{FF2B5EF4-FFF2-40B4-BE49-F238E27FC236}">
                <a16:creationId xmlns:a16="http://schemas.microsoft.com/office/drawing/2014/main" id="{12D50E08-20E7-A34C-9DAE-87789B130D95}"/>
              </a:ext>
            </a:extLst>
          </p:cNvPr>
          <p:cNvSpPr>
            <a:spLocks noGrp="1"/>
          </p:cNvSpPr>
          <p:nvPr>
            <p:ph type="body" sz="quarter" idx="12"/>
          </p:nvPr>
        </p:nvSpPr>
        <p:spPr>
          <a:xfrm>
            <a:off x="3355849" y="308524"/>
            <a:ext cx="8529639" cy="5806440"/>
          </a:xfrm>
        </p:spPr>
        <p:txBody>
          <a:bodyPr tIns="0"/>
          <a:lstStyle>
            <a:lvl1pPr>
              <a:defRPr sz="1800">
                <a:solidFill>
                  <a:schemeClr val="tx1"/>
                </a:solidFill>
              </a:defRPr>
            </a:lvl1pPr>
          </a:lstStyle>
          <a:p>
            <a:pPr lvl="0"/>
            <a:r>
              <a:rPr kumimoji="1" lang="ja-JP" altLang="en-US"/>
              <a:t>マスター テキストの書式設定</a:t>
            </a:r>
          </a:p>
        </p:txBody>
      </p:sp>
      <p:sp>
        <p:nvSpPr>
          <p:cNvPr id="9" name="フッター プレースホルダー 8">
            <a:extLst>
              <a:ext uri="{FF2B5EF4-FFF2-40B4-BE49-F238E27FC236}">
                <a16:creationId xmlns:a16="http://schemas.microsoft.com/office/drawing/2014/main" id="{BF5C6F00-93D2-CE57-061F-1D3AF2680337}"/>
              </a:ext>
            </a:extLst>
          </p:cNvPr>
          <p:cNvSpPr>
            <a:spLocks noGrp="1"/>
          </p:cNvSpPr>
          <p:nvPr>
            <p:ph type="ftr" sz="quarter" idx="14"/>
          </p:nvPr>
        </p:nvSpPr>
        <p:spPr/>
        <p:txBody>
          <a:bodyPr/>
          <a:lstStyle/>
          <a:p>
            <a:r>
              <a:rPr kumimoji="1" lang="ja-JP" altLang="en-US"/>
              <a:t>フッター</a:t>
            </a:r>
            <a:r>
              <a:rPr kumimoji="1" lang="en-US" altLang="ja-JP" dirty="0"/>
              <a:t>(Optional)</a:t>
            </a:r>
            <a:endParaRPr kumimoji="1" lang="ja-JP" altLang="en-US"/>
          </a:p>
        </p:txBody>
      </p:sp>
      <p:sp>
        <p:nvSpPr>
          <p:cNvPr id="10" name="スライド番号プレースホルダー 9">
            <a:extLst>
              <a:ext uri="{FF2B5EF4-FFF2-40B4-BE49-F238E27FC236}">
                <a16:creationId xmlns:a16="http://schemas.microsoft.com/office/drawing/2014/main" id="{7EA933D4-0440-F83C-4A3B-8796E9124CCF}"/>
              </a:ext>
            </a:extLst>
          </p:cNvPr>
          <p:cNvSpPr>
            <a:spLocks noGrp="1"/>
          </p:cNvSpPr>
          <p:nvPr>
            <p:ph type="sldNum" sz="quarter" idx="15"/>
          </p:nvPr>
        </p:nvSpPr>
        <p:spPr/>
        <p:txBody>
          <a:bodyPr/>
          <a:lstStyle/>
          <a:p>
            <a:fld id="{19CA33DB-3EF7-0D48-8164-B05E3E6F1758}" type="slidenum">
              <a:rPr kumimoji="1" lang="ja-JP" altLang="en-US" smtClean="0"/>
              <a:pPr/>
              <a:t>‹#›</a:t>
            </a:fld>
            <a:endParaRPr kumimoji="1" lang="ja-JP" altLang="en-US"/>
          </a:p>
        </p:txBody>
      </p:sp>
    </p:spTree>
    <p:extLst>
      <p:ext uri="{BB962C8B-B14F-4D97-AF65-F5344CB8AC3E}">
        <p14:creationId xmlns:p14="http://schemas.microsoft.com/office/powerpoint/2010/main" val="824983762"/>
      </p:ext>
    </p:extLst>
  </p:cSld>
  <p:clrMapOvr>
    <a:overrideClrMapping bg1="lt1" tx1="dk1" bg2="lt2" tx2="dk2" accent1="accent1" accent2="accent2" accent3="accent3" accent4="accent4" accent5="accent5" accent6="accent6" hlink="hlink" folHlink="folHlink"/>
  </p:clrMapOvr>
  <p:transition spd="med"/>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divider (with section number)">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0B8C2A4D-BDD9-0123-C064-40F55F2D41A0}"/>
              </a:ext>
            </a:extLst>
          </p:cNvPr>
          <p:cNvSpPr>
            <a:spLocks noGrp="1"/>
          </p:cNvSpPr>
          <p:nvPr>
            <p:ph type="title" hasCustomPrompt="1"/>
          </p:nvPr>
        </p:nvSpPr>
        <p:spPr>
          <a:xfrm>
            <a:off x="292608" y="301751"/>
            <a:ext cx="5527040" cy="1231774"/>
          </a:xfrm>
        </p:spPr>
        <p:txBody>
          <a:bodyPr/>
          <a:lstStyle/>
          <a:p>
            <a:r>
              <a:rPr kumimoji="1" lang="ja-JP" altLang="en-US"/>
              <a:t>マスター タイトルの書式設定</a:t>
            </a:r>
            <a:br>
              <a:rPr kumimoji="1" lang="en-US" altLang="ja-JP" dirty="0"/>
            </a:br>
            <a:r>
              <a:rPr kumimoji="1" lang="ja-JP" altLang="en-US"/>
              <a:t>最大</a:t>
            </a:r>
            <a:r>
              <a:rPr kumimoji="1" lang="en-US" altLang="ja-JP" dirty="0"/>
              <a:t>3</a:t>
            </a:r>
            <a:r>
              <a:rPr kumimoji="1" lang="ja-JP" altLang="en-US"/>
              <a:t>行</a:t>
            </a:r>
          </a:p>
        </p:txBody>
      </p:sp>
      <p:sp>
        <p:nvSpPr>
          <p:cNvPr id="6" name="テキスト プレースホルダー 5">
            <a:extLst>
              <a:ext uri="{FF2B5EF4-FFF2-40B4-BE49-F238E27FC236}">
                <a16:creationId xmlns:a16="http://schemas.microsoft.com/office/drawing/2014/main" id="{371C5BD5-9945-9F4E-8961-BFB38CB1D1E6}"/>
              </a:ext>
            </a:extLst>
          </p:cNvPr>
          <p:cNvSpPr>
            <a:spLocks noGrp="1"/>
          </p:cNvSpPr>
          <p:nvPr>
            <p:ph type="body" sz="quarter" idx="10" hasCustomPrompt="1"/>
          </p:nvPr>
        </p:nvSpPr>
        <p:spPr>
          <a:xfrm>
            <a:off x="292608" y="3918434"/>
            <a:ext cx="4282440" cy="2571750"/>
          </a:xfrm>
        </p:spPr>
        <p:txBody>
          <a:bodyPr anchor="b"/>
          <a:lstStyle>
            <a:lvl1pPr algn="l">
              <a:lnSpc>
                <a:spcPct val="100000"/>
              </a:lnSpc>
              <a:defRPr sz="12897" b="0" i="0">
                <a:solidFill>
                  <a:srgbClr val="0F62FE"/>
                </a:solidFill>
                <a:latin typeface="IBM Plex Sans ExtLt" panose="020B0303050203000203" pitchFamily="34" charset="0"/>
                <a:ea typeface="IBM Plex Sans JP ExtLt" panose="020B0303050203000203" pitchFamily="34" charset="-128"/>
              </a:defRPr>
            </a:lvl1pPr>
          </a:lstStyle>
          <a:p>
            <a:pPr lvl="0"/>
            <a:r>
              <a:rPr kumimoji="1" lang="en-US" altLang="ja-JP" dirty="0"/>
              <a:t>00</a:t>
            </a:r>
            <a:endParaRPr kumimoji="1" lang="ja-JP" altLang="en-US"/>
          </a:p>
        </p:txBody>
      </p:sp>
      <p:sp>
        <p:nvSpPr>
          <p:cNvPr id="7" name="フッター プレースホルダー 6">
            <a:extLst>
              <a:ext uri="{FF2B5EF4-FFF2-40B4-BE49-F238E27FC236}">
                <a16:creationId xmlns:a16="http://schemas.microsoft.com/office/drawing/2014/main" id="{82BBFE24-A538-6F61-7A33-8053818E80AB}"/>
              </a:ext>
            </a:extLst>
          </p:cNvPr>
          <p:cNvSpPr>
            <a:spLocks noGrp="1"/>
          </p:cNvSpPr>
          <p:nvPr>
            <p:ph type="ftr" sz="quarter" idx="11"/>
          </p:nvPr>
        </p:nvSpPr>
        <p:spPr/>
        <p:txBody>
          <a:bodyPr/>
          <a:lstStyle/>
          <a:p>
            <a:r>
              <a:rPr kumimoji="1" lang="ja-JP" altLang="en-US"/>
              <a:t>フッター</a:t>
            </a:r>
            <a:r>
              <a:rPr kumimoji="1" lang="en-US" altLang="ja-JP" dirty="0"/>
              <a:t>(Optional)</a:t>
            </a:r>
            <a:endParaRPr kumimoji="1" lang="ja-JP" altLang="en-US"/>
          </a:p>
        </p:txBody>
      </p:sp>
      <p:sp>
        <p:nvSpPr>
          <p:cNvPr id="8" name="スライド番号プレースホルダー 7">
            <a:extLst>
              <a:ext uri="{FF2B5EF4-FFF2-40B4-BE49-F238E27FC236}">
                <a16:creationId xmlns:a16="http://schemas.microsoft.com/office/drawing/2014/main" id="{94DFBB7D-B520-EFF8-BDC7-A2E19ABE104F}"/>
              </a:ext>
            </a:extLst>
          </p:cNvPr>
          <p:cNvSpPr>
            <a:spLocks noGrp="1"/>
          </p:cNvSpPr>
          <p:nvPr>
            <p:ph type="sldNum" sz="quarter" idx="12"/>
          </p:nvPr>
        </p:nvSpPr>
        <p:spPr/>
        <p:txBody>
          <a:bodyPr/>
          <a:lstStyle/>
          <a:p>
            <a:fld id="{19CA33DB-3EF7-0D48-8164-B05E3E6F1758}" type="slidenum">
              <a:rPr kumimoji="1" lang="ja-JP" altLang="en-US" smtClean="0"/>
              <a:pPr/>
              <a:t>‹#›</a:t>
            </a:fld>
            <a:endParaRPr kumimoji="1" lang="ja-JP" altLang="en-US"/>
          </a:p>
        </p:txBody>
      </p:sp>
    </p:spTree>
    <p:extLst>
      <p:ext uri="{BB962C8B-B14F-4D97-AF65-F5344CB8AC3E}">
        <p14:creationId xmlns:p14="http://schemas.microsoft.com/office/powerpoint/2010/main" val="249142978"/>
      </p:ext>
    </p:extLst>
  </p:cSld>
  <p:clrMapOvr>
    <a:overrideClrMapping bg1="lt1" tx1="dk1" bg2="lt2" tx2="dk2" accent1="accent1" accent2="accent2" accent3="accent3" accent4="accent4" accent5="accent5" accent6="accent6" hlink="hlink" folHlink="folHlink"/>
  </p:clrMapOvr>
  <p:transition spd="med"/>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divider, single line (with section number)">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B90165B-0602-333D-2462-0FC19C537F4E}"/>
              </a:ext>
            </a:extLst>
          </p:cNvPr>
          <p:cNvSpPr>
            <a:spLocks noGrp="1"/>
          </p:cNvSpPr>
          <p:nvPr>
            <p:ph type="title"/>
          </p:nvPr>
        </p:nvSpPr>
        <p:spPr/>
        <p:txBody>
          <a:bodyPr/>
          <a:lstStyle/>
          <a:p>
            <a:r>
              <a:rPr kumimoji="1" lang="ja-JP" altLang="en-US"/>
              <a:t>マスター タイトルの書式設定</a:t>
            </a:r>
          </a:p>
        </p:txBody>
      </p:sp>
      <p:sp>
        <p:nvSpPr>
          <p:cNvPr id="6" name="テキスト プレースホルダー 5">
            <a:extLst>
              <a:ext uri="{FF2B5EF4-FFF2-40B4-BE49-F238E27FC236}">
                <a16:creationId xmlns:a16="http://schemas.microsoft.com/office/drawing/2014/main" id="{371C5BD5-9945-9F4E-8961-BFB38CB1D1E6}"/>
              </a:ext>
            </a:extLst>
          </p:cNvPr>
          <p:cNvSpPr>
            <a:spLocks noGrp="1"/>
          </p:cNvSpPr>
          <p:nvPr>
            <p:ph type="body" sz="quarter" idx="10" hasCustomPrompt="1"/>
          </p:nvPr>
        </p:nvSpPr>
        <p:spPr>
          <a:xfrm>
            <a:off x="292608" y="3918434"/>
            <a:ext cx="4282440" cy="2571750"/>
          </a:xfrm>
        </p:spPr>
        <p:txBody>
          <a:bodyPr anchor="b"/>
          <a:lstStyle>
            <a:lvl1pPr algn="l">
              <a:lnSpc>
                <a:spcPct val="100000"/>
              </a:lnSpc>
              <a:defRPr sz="12897" b="0" i="0">
                <a:solidFill>
                  <a:srgbClr val="0F62FE"/>
                </a:solidFill>
                <a:latin typeface="IBM Plex Sans ExtLt" panose="020B0303050203000203" pitchFamily="34" charset="0"/>
                <a:ea typeface="IBM Plex Sans JP ExtLt" panose="020B0303050203000203" pitchFamily="34" charset="-128"/>
              </a:defRPr>
            </a:lvl1pPr>
          </a:lstStyle>
          <a:p>
            <a:pPr lvl="0"/>
            <a:r>
              <a:rPr kumimoji="1" lang="en-US" altLang="ja-JP" dirty="0"/>
              <a:t>00</a:t>
            </a:r>
            <a:endParaRPr kumimoji="1" lang="ja-JP" altLang="en-US"/>
          </a:p>
        </p:txBody>
      </p:sp>
      <p:sp>
        <p:nvSpPr>
          <p:cNvPr id="7" name="フッター プレースホルダー 6">
            <a:extLst>
              <a:ext uri="{FF2B5EF4-FFF2-40B4-BE49-F238E27FC236}">
                <a16:creationId xmlns:a16="http://schemas.microsoft.com/office/drawing/2014/main" id="{82BBFE24-A538-6F61-7A33-8053818E80AB}"/>
              </a:ext>
            </a:extLst>
          </p:cNvPr>
          <p:cNvSpPr>
            <a:spLocks noGrp="1"/>
          </p:cNvSpPr>
          <p:nvPr>
            <p:ph type="ftr" sz="quarter" idx="11"/>
          </p:nvPr>
        </p:nvSpPr>
        <p:spPr/>
        <p:txBody>
          <a:bodyPr/>
          <a:lstStyle/>
          <a:p>
            <a:r>
              <a:rPr kumimoji="1" lang="ja-JP" altLang="en-US"/>
              <a:t>フッター</a:t>
            </a:r>
            <a:r>
              <a:rPr kumimoji="1" lang="en-US" altLang="ja-JP" dirty="0"/>
              <a:t>(Optional)</a:t>
            </a:r>
            <a:endParaRPr kumimoji="1" lang="ja-JP" altLang="en-US"/>
          </a:p>
        </p:txBody>
      </p:sp>
      <p:sp>
        <p:nvSpPr>
          <p:cNvPr id="8" name="スライド番号プレースホルダー 7">
            <a:extLst>
              <a:ext uri="{FF2B5EF4-FFF2-40B4-BE49-F238E27FC236}">
                <a16:creationId xmlns:a16="http://schemas.microsoft.com/office/drawing/2014/main" id="{94DFBB7D-B520-EFF8-BDC7-A2E19ABE104F}"/>
              </a:ext>
            </a:extLst>
          </p:cNvPr>
          <p:cNvSpPr>
            <a:spLocks noGrp="1"/>
          </p:cNvSpPr>
          <p:nvPr>
            <p:ph type="sldNum" sz="quarter" idx="12"/>
          </p:nvPr>
        </p:nvSpPr>
        <p:spPr/>
        <p:txBody>
          <a:bodyPr/>
          <a:lstStyle/>
          <a:p>
            <a:fld id="{19CA33DB-3EF7-0D48-8164-B05E3E6F1758}" type="slidenum">
              <a:rPr kumimoji="1" lang="ja-JP" altLang="en-US" smtClean="0"/>
              <a:pPr/>
              <a:t>‹#›</a:t>
            </a:fld>
            <a:endParaRPr kumimoji="1" lang="ja-JP" altLang="en-US"/>
          </a:p>
        </p:txBody>
      </p:sp>
    </p:spTree>
    <p:extLst>
      <p:ext uri="{BB962C8B-B14F-4D97-AF65-F5344CB8AC3E}">
        <p14:creationId xmlns:p14="http://schemas.microsoft.com/office/powerpoint/2010/main" val="4131826687"/>
      </p:ext>
    </p:extLst>
  </p:cSld>
  <p:clrMapOvr>
    <a:overrideClrMapping bg1="lt1" tx1="dk1" bg2="lt2" tx2="dk2" accent1="accent1" accent2="accent2" accent3="accent3" accent4="accent4" accent5="accent5" accent6="accent6" hlink="hlink" folHlink="folHlink"/>
  </p:clrMapOvr>
  <p:transition spd="med"/>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title, subtitle, text (two columns)">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D1C2152F-3C19-0DB4-C956-13194A85F5B4}"/>
              </a:ext>
            </a:extLst>
          </p:cNvPr>
          <p:cNvSpPr>
            <a:spLocks noGrp="1"/>
          </p:cNvSpPr>
          <p:nvPr>
            <p:ph type="title"/>
          </p:nvPr>
        </p:nvSpPr>
        <p:spPr/>
        <p:txBody>
          <a:bodyPr/>
          <a:lstStyle/>
          <a:p>
            <a:r>
              <a:rPr kumimoji="1" lang="ja-JP" altLang="en-US"/>
              <a:t>マスター タイトルの書式設定</a:t>
            </a:r>
          </a:p>
        </p:txBody>
      </p:sp>
      <p:sp>
        <p:nvSpPr>
          <p:cNvPr id="9" name="Text Placeholder 1">
            <a:extLst>
              <a:ext uri="{FF2B5EF4-FFF2-40B4-BE49-F238E27FC236}">
                <a16:creationId xmlns:a16="http://schemas.microsoft.com/office/drawing/2014/main" id="{03785D5B-A9EC-46EA-962E-260FE62F10E2}"/>
              </a:ext>
            </a:extLst>
          </p:cNvPr>
          <p:cNvSpPr>
            <a:spLocks noGrp="1"/>
          </p:cNvSpPr>
          <p:nvPr>
            <p:ph type="body" sz="quarter" idx="14" hasCustomPrompt="1"/>
          </p:nvPr>
        </p:nvSpPr>
        <p:spPr>
          <a:xfrm>
            <a:off x="292608" y="768096"/>
            <a:ext cx="11612880" cy="557784"/>
          </a:xfrm>
        </p:spPr>
        <p:txBody>
          <a:bodyPr/>
          <a:lstStyle>
            <a:lvl1pPr>
              <a:lnSpc>
                <a:spcPct val="120000"/>
              </a:lnSpc>
              <a:spcBef>
                <a:spcPts val="0"/>
              </a:spcBef>
              <a:defRPr sz="1800">
                <a:latin typeface="+mn-lt"/>
                <a:ea typeface="+mn-ea"/>
              </a:defRPr>
            </a:lvl1pPr>
          </a:lstStyle>
          <a:p>
            <a:pPr lvl="0"/>
            <a:r>
              <a:rPr lang="ja-JP" altLang="en-US"/>
              <a:t>サブタイトルや</a:t>
            </a:r>
            <a:r>
              <a:rPr lang="en-US" altLang="ja-JP" dirty="0" err="1"/>
              <a:t>リード文</a:t>
            </a:r>
            <a:r>
              <a:rPr lang="ja-JP" altLang="en-US"/>
              <a:t>などを記載。</a:t>
            </a:r>
            <a:r>
              <a:rPr lang="en-US" altLang="ja-JP" dirty="0"/>
              <a:t>2行</a:t>
            </a:r>
            <a:r>
              <a:rPr lang="ja-JP" altLang="en-US"/>
              <a:t>までを推奨</a:t>
            </a:r>
            <a:r>
              <a:rPr lang="en-US" altLang="ja-JP" dirty="0"/>
              <a:t>。</a:t>
            </a:r>
          </a:p>
          <a:p>
            <a:pPr lvl="0"/>
            <a:r>
              <a:rPr lang="en-US" altLang="ja-JP" dirty="0"/>
              <a:t>3行になると本文と近くなりすぎるためあまりお勧め</a:t>
            </a:r>
            <a:r>
              <a:rPr lang="ja-JP" altLang="en-US"/>
              <a:t>しません</a:t>
            </a:r>
            <a:r>
              <a:rPr lang="en-US" altLang="ja-JP" dirty="0"/>
              <a:t>。</a:t>
            </a:r>
          </a:p>
        </p:txBody>
      </p:sp>
      <p:sp>
        <p:nvSpPr>
          <p:cNvPr id="6" name="コンテンツ プレースホルダー 8">
            <a:extLst>
              <a:ext uri="{FF2B5EF4-FFF2-40B4-BE49-F238E27FC236}">
                <a16:creationId xmlns:a16="http://schemas.microsoft.com/office/drawing/2014/main" id="{EC83C3CC-00D0-4743-A7E7-F372655EAAB0}"/>
              </a:ext>
            </a:extLst>
          </p:cNvPr>
          <p:cNvSpPr>
            <a:spLocks noGrp="1"/>
          </p:cNvSpPr>
          <p:nvPr>
            <p:ph sz="quarter" idx="15"/>
          </p:nvPr>
        </p:nvSpPr>
        <p:spPr>
          <a:xfrm>
            <a:off x="292608" y="1533525"/>
            <a:ext cx="5522976" cy="4559300"/>
          </a:xfrm>
        </p:spPr>
        <p:txBody>
          <a:bodyPr/>
          <a:lstStyle/>
          <a:p>
            <a:pPr lvl="0"/>
            <a:r>
              <a:rPr kumimoji="1" lang="ja-JP" altLang="en-US"/>
              <a:t>マスター テキストの書式設定</a:t>
            </a:r>
          </a:p>
          <a:p>
            <a:pPr lvl="1"/>
            <a:r>
              <a:rPr kumimoji="1" lang="ja-JP" altLang="en-US"/>
              <a:t>第 </a:t>
            </a:r>
            <a:r>
              <a:rPr kumimoji="1" lang="en-US" altLang="ja-JP" dirty="0"/>
              <a:t>2 </a:t>
            </a:r>
            <a:r>
              <a:rPr kumimoji="1" lang="ja-JP" altLang="en-US"/>
              <a:t>レベル</a:t>
            </a:r>
          </a:p>
          <a:p>
            <a:pPr lvl="2"/>
            <a:r>
              <a:rPr kumimoji="1" lang="ja-JP" altLang="en-US"/>
              <a:t>第 </a:t>
            </a:r>
            <a:r>
              <a:rPr kumimoji="1" lang="en-US" altLang="ja-JP" dirty="0"/>
              <a:t>3 </a:t>
            </a:r>
            <a:r>
              <a:rPr kumimoji="1" lang="ja-JP" altLang="en-US"/>
              <a:t>レベル</a:t>
            </a:r>
          </a:p>
          <a:p>
            <a:pPr lvl="3"/>
            <a:r>
              <a:rPr kumimoji="1" lang="ja-JP" altLang="en-US"/>
              <a:t>第 </a:t>
            </a:r>
            <a:r>
              <a:rPr kumimoji="1" lang="en-US" altLang="ja-JP" dirty="0"/>
              <a:t>4 </a:t>
            </a:r>
            <a:r>
              <a:rPr kumimoji="1" lang="ja-JP" altLang="en-US"/>
              <a:t>レベル</a:t>
            </a:r>
          </a:p>
          <a:p>
            <a:pPr lvl="4"/>
            <a:r>
              <a:rPr kumimoji="1" lang="ja-JP" altLang="en-US"/>
              <a:t>第 </a:t>
            </a:r>
            <a:r>
              <a:rPr kumimoji="1" lang="en-US" altLang="ja-JP" dirty="0"/>
              <a:t>5 </a:t>
            </a:r>
            <a:r>
              <a:rPr kumimoji="1" lang="ja-JP" altLang="en-US"/>
              <a:t>レベル</a:t>
            </a:r>
          </a:p>
        </p:txBody>
      </p:sp>
      <p:sp>
        <p:nvSpPr>
          <p:cNvPr id="8" name="コンテンツ プレースホルダー 8">
            <a:extLst>
              <a:ext uri="{FF2B5EF4-FFF2-40B4-BE49-F238E27FC236}">
                <a16:creationId xmlns:a16="http://schemas.microsoft.com/office/drawing/2014/main" id="{6C936E10-614E-384B-BA3F-BC0FEB124BDE}"/>
              </a:ext>
            </a:extLst>
          </p:cNvPr>
          <p:cNvSpPr>
            <a:spLocks noGrp="1"/>
          </p:cNvSpPr>
          <p:nvPr>
            <p:ph sz="quarter" idx="16"/>
          </p:nvPr>
        </p:nvSpPr>
        <p:spPr>
          <a:xfrm>
            <a:off x="6379464" y="1533525"/>
            <a:ext cx="5522976" cy="4559300"/>
          </a:xfrm>
        </p:spPr>
        <p:txBody>
          <a:bodyPr/>
          <a:lstStyle/>
          <a:p>
            <a:pPr lvl="0"/>
            <a:r>
              <a:rPr kumimoji="1" lang="ja-JP" altLang="en-US"/>
              <a:t>マスター テキストの書式設定</a:t>
            </a:r>
          </a:p>
          <a:p>
            <a:pPr lvl="1"/>
            <a:r>
              <a:rPr kumimoji="1" lang="ja-JP" altLang="en-US"/>
              <a:t>第 </a:t>
            </a:r>
            <a:r>
              <a:rPr kumimoji="1" lang="en-US" altLang="ja-JP" dirty="0"/>
              <a:t>2 </a:t>
            </a:r>
            <a:r>
              <a:rPr kumimoji="1" lang="ja-JP" altLang="en-US"/>
              <a:t>レベル</a:t>
            </a:r>
          </a:p>
          <a:p>
            <a:pPr lvl="2"/>
            <a:r>
              <a:rPr kumimoji="1" lang="ja-JP" altLang="en-US"/>
              <a:t>第 </a:t>
            </a:r>
            <a:r>
              <a:rPr kumimoji="1" lang="en-US" altLang="ja-JP" dirty="0"/>
              <a:t>3 </a:t>
            </a:r>
            <a:r>
              <a:rPr kumimoji="1" lang="ja-JP" altLang="en-US"/>
              <a:t>レベル</a:t>
            </a:r>
          </a:p>
          <a:p>
            <a:pPr lvl="3"/>
            <a:r>
              <a:rPr kumimoji="1" lang="ja-JP" altLang="en-US"/>
              <a:t>第 </a:t>
            </a:r>
            <a:r>
              <a:rPr kumimoji="1" lang="en-US" altLang="ja-JP" dirty="0"/>
              <a:t>4 </a:t>
            </a:r>
            <a:r>
              <a:rPr kumimoji="1" lang="ja-JP" altLang="en-US"/>
              <a:t>レベル</a:t>
            </a:r>
          </a:p>
          <a:p>
            <a:pPr lvl="4"/>
            <a:r>
              <a:rPr kumimoji="1" lang="ja-JP" altLang="en-US"/>
              <a:t>第 </a:t>
            </a:r>
            <a:r>
              <a:rPr kumimoji="1" lang="en-US" altLang="ja-JP" dirty="0"/>
              <a:t>5 </a:t>
            </a:r>
            <a:r>
              <a:rPr kumimoji="1" lang="ja-JP" altLang="en-US"/>
              <a:t>レベル</a:t>
            </a:r>
          </a:p>
        </p:txBody>
      </p:sp>
      <p:sp>
        <p:nvSpPr>
          <p:cNvPr id="10" name="フッター プレースホルダー 9">
            <a:extLst>
              <a:ext uri="{FF2B5EF4-FFF2-40B4-BE49-F238E27FC236}">
                <a16:creationId xmlns:a16="http://schemas.microsoft.com/office/drawing/2014/main" id="{34B74C79-85C2-E2E3-DA92-895EFE036131}"/>
              </a:ext>
            </a:extLst>
          </p:cNvPr>
          <p:cNvSpPr>
            <a:spLocks noGrp="1"/>
          </p:cNvSpPr>
          <p:nvPr>
            <p:ph type="ftr" sz="quarter" idx="17"/>
          </p:nvPr>
        </p:nvSpPr>
        <p:spPr/>
        <p:txBody>
          <a:bodyPr/>
          <a:lstStyle/>
          <a:p>
            <a:r>
              <a:rPr kumimoji="1" lang="ja-JP" altLang="en-US"/>
              <a:t>フッター</a:t>
            </a:r>
            <a:r>
              <a:rPr kumimoji="1" lang="en-US" altLang="ja-JP" dirty="0"/>
              <a:t>(Optional)</a:t>
            </a:r>
            <a:endParaRPr kumimoji="1" lang="ja-JP" altLang="en-US"/>
          </a:p>
        </p:txBody>
      </p:sp>
      <p:sp>
        <p:nvSpPr>
          <p:cNvPr id="11" name="スライド番号プレースホルダー 10">
            <a:extLst>
              <a:ext uri="{FF2B5EF4-FFF2-40B4-BE49-F238E27FC236}">
                <a16:creationId xmlns:a16="http://schemas.microsoft.com/office/drawing/2014/main" id="{AE75CAD1-B972-CC0E-D0DE-6DFF1BF39048}"/>
              </a:ext>
            </a:extLst>
          </p:cNvPr>
          <p:cNvSpPr>
            <a:spLocks noGrp="1"/>
          </p:cNvSpPr>
          <p:nvPr>
            <p:ph type="sldNum" sz="quarter" idx="18"/>
          </p:nvPr>
        </p:nvSpPr>
        <p:spPr/>
        <p:txBody>
          <a:bodyPr/>
          <a:lstStyle/>
          <a:p>
            <a:fld id="{19CA33DB-3EF7-0D48-8164-B05E3E6F1758}" type="slidenum">
              <a:rPr kumimoji="1" lang="ja-JP" altLang="en-US" smtClean="0"/>
              <a:pPr/>
              <a:t>‹#›</a:t>
            </a:fld>
            <a:endParaRPr kumimoji="1" lang="ja-JP" altLang="en-US"/>
          </a:p>
        </p:txBody>
      </p:sp>
    </p:spTree>
    <p:extLst>
      <p:ext uri="{BB962C8B-B14F-4D97-AF65-F5344CB8AC3E}">
        <p14:creationId xmlns:p14="http://schemas.microsoft.com/office/powerpoint/2010/main" val="1487224129"/>
      </p:ext>
    </p:extLst>
  </p:cSld>
  <p:clrMapOvr>
    <a:masterClrMapping/>
  </p:clrMapOvr>
  <p:transition spd="med"/>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title, subtitle, text and image">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9AC8D011-E95A-6FF3-8CD7-0061682B1F15}"/>
              </a:ext>
            </a:extLst>
          </p:cNvPr>
          <p:cNvSpPr>
            <a:spLocks noGrp="1"/>
          </p:cNvSpPr>
          <p:nvPr>
            <p:ph type="title"/>
          </p:nvPr>
        </p:nvSpPr>
        <p:spPr>
          <a:xfrm>
            <a:off x="292608" y="301752"/>
            <a:ext cx="5522257" cy="466344"/>
          </a:xfrm>
        </p:spPr>
        <p:txBody>
          <a:bodyPr/>
          <a:lstStyle/>
          <a:p>
            <a:r>
              <a:rPr kumimoji="1" lang="ja-JP" altLang="en-US"/>
              <a:t>マスター タイトルの書式設定</a:t>
            </a:r>
          </a:p>
        </p:txBody>
      </p:sp>
      <p:sp>
        <p:nvSpPr>
          <p:cNvPr id="9" name="Text Placeholder 1">
            <a:extLst>
              <a:ext uri="{FF2B5EF4-FFF2-40B4-BE49-F238E27FC236}">
                <a16:creationId xmlns:a16="http://schemas.microsoft.com/office/drawing/2014/main" id="{03785D5B-A9EC-46EA-962E-260FE62F10E2}"/>
              </a:ext>
            </a:extLst>
          </p:cNvPr>
          <p:cNvSpPr>
            <a:spLocks noGrp="1"/>
          </p:cNvSpPr>
          <p:nvPr>
            <p:ph type="body" sz="quarter" idx="14" hasCustomPrompt="1"/>
          </p:nvPr>
        </p:nvSpPr>
        <p:spPr>
          <a:xfrm>
            <a:off x="292608" y="768096"/>
            <a:ext cx="5522257" cy="557784"/>
          </a:xfrm>
        </p:spPr>
        <p:txBody>
          <a:bodyPr/>
          <a:lstStyle>
            <a:lvl1pPr>
              <a:lnSpc>
                <a:spcPct val="120000"/>
              </a:lnSpc>
              <a:spcBef>
                <a:spcPts val="0"/>
              </a:spcBef>
              <a:defRPr sz="1800">
                <a:latin typeface="+mn-lt"/>
                <a:ea typeface="+mn-ea"/>
              </a:defRPr>
            </a:lvl1pPr>
          </a:lstStyle>
          <a:p>
            <a:pPr lvl="0"/>
            <a:r>
              <a:rPr lang="ja-JP" altLang="en-US"/>
              <a:t>サブタイトルや</a:t>
            </a:r>
            <a:r>
              <a:rPr lang="en-US" altLang="ja-JP" dirty="0" err="1"/>
              <a:t>リード文</a:t>
            </a:r>
            <a:r>
              <a:rPr lang="ja-JP" altLang="en-US"/>
              <a:t>などを記載。</a:t>
            </a:r>
            <a:r>
              <a:rPr lang="en-US" altLang="ja-JP" dirty="0"/>
              <a:t>2行</a:t>
            </a:r>
            <a:r>
              <a:rPr lang="ja-JP" altLang="en-US"/>
              <a:t>までを推奨</a:t>
            </a:r>
            <a:r>
              <a:rPr lang="en-US" altLang="ja-JP" dirty="0"/>
              <a:t>。3行になると本文と近くなりすぎるためあまりお勧め</a:t>
            </a:r>
            <a:r>
              <a:rPr lang="ja-JP" altLang="en-US"/>
              <a:t>しません</a:t>
            </a:r>
            <a:r>
              <a:rPr lang="en-US" altLang="ja-JP" dirty="0"/>
              <a:t>。</a:t>
            </a:r>
          </a:p>
        </p:txBody>
      </p:sp>
      <p:sp>
        <p:nvSpPr>
          <p:cNvPr id="6" name="コンテンツ プレースホルダー 8">
            <a:extLst>
              <a:ext uri="{FF2B5EF4-FFF2-40B4-BE49-F238E27FC236}">
                <a16:creationId xmlns:a16="http://schemas.microsoft.com/office/drawing/2014/main" id="{EC83C3CC-00D0-4743-A7E7-F372655EAAB0}"/>
              </a:ext>
            </a:extLst>
          </p:cNvPr>
          <p:cNvSpPr>
            <a:spLocks noGrp="1"/>
          </p:cNvSpPr>
          <p:nvPr>
            <p:ph sz="quarter" idx="15"/>
          </p:nvPr>
        </p:nvSpPr>
        <p:spPr>
          <a:xfrm>
            <a:off x="292608" y="1533525"/>
            <a:ext cx="5522976" cy="4559300"/>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図プレースホルダー 3">
            <a:extLst>
              <a:ext uri="{FF2B5EF4-FFF2-40B4-BE49-F238E27FC236}">
                <a16:creationId xmlns:a16="http://schemas.microsoft.com/office/drawing/2014/main" id="{86313E76-9266-1030-6BE0-03FC88963406}"/>
              </a:ext>
            </a:extLst>
          </p:cNvPr>
          <p:cNvSpPr>
            <a:spLocks noGrp="1"/>
          </p:cNvSpPr>
          <p:nvPr>
            <p:ph type="pic" sz="quarter" idx="19"/>
          </p:nvPr>
        </p:nvSpPr>
        <p:spPr>
          <a:xfrm>
            <a:off x="6380164" y="0"/>
            <a:ext cx="5811837" cy="6858000"/>
          </a:xfrm>
        </p:spPr>
        <p:txBody>
          <a:bodyPr/>
          <a:lstStyle/>
          <a:p>
            <a:r>
              <a:rPr kumimoji="1" lang="ja-JP" altLang="en-US"/>
              <a:t>アイコンをクリックして図を追加</a:t>
            </a:r>
          </a:p>
        </p:txBody>
      </p:sp>
      <p:sp>
        <p:nvSpPr>
          <p:cNvPr id="10" name="フッター プレースホルダー 9">
            <a:extLst>
              <a:ext uri="{FF2B5EF4-FFF2-40B4-BE49-F238E27FC236}">
                <a16:creationId xmlns:a16="http://schemas.microsoft.com/office/drawing/2014/main" id="{34B74C79-85C2-E2E3-DA92-895EFE036131}"/>
              </a:ext>
            </a:extLst>
          </p:cNvPr>
          <p:cNvSpPr>
            <a:spLocks noGrp="1"/>
          </p:cNvSpPr>
          <p:nvPr>
            <p:ph type="ftr" sz="quarter" idx="17"/>
          </p:nvPr>
        </p:nvSpPr>
        <p:spPr/>
        <p:txBody>
          <a:bodyPr/>
          <a:lstStyle/>
          <a:p>
            <a:r>
              <a:rPr kumimoji="1" lang="ja-JP" altLang="en-US"/>
              <a:t>フッター</a:t>
            </a:r>
            <a:r>
              <a:rPr kumimoji="1" lang="en-US" altLang="ja-JP" dirty="0"/>
              <a:t>(Optional)</a:t>
            </a:r>
            <a:endParaRPr kumimoji="1" lang="ja-JP" altLang="en-US"/>
          </a:p>
        </p:txBody>
      </p:sp>
      <p:sp>
        <p:nvSpPr>
          <p:cNvPr id="11" name="スライド番号プレースホルダー 10">
            <a:extLst>
              <a:ext uri="{FF2B5EF4-FFF2-40B4-BE49-F238E27FC236}">
                <a16:creationId xmlns:a16="http://schemas.microsoft.com/office/drawing/2014/main" id="{AE75CAD1-B972-CC0E-D0DE-6DFF1BF39048}"/>
              </a:ext>
            </a:extLst>
          </p:cNvPr>
          <p:cNvSpPr>
            <a:spLocks noGrp="1"/>
          </p:cNvSpPr>
          <p:nvPr>
            <p:ph type="sldNum" sz="quarter" idx="18"/>
          </p:nvPr>
        </p:nvSpPr>
        <p:spPr/>
        <p:txBody>
          <a:bodyPr/>
          <a:lstStyle/>
          <a:p>
            <a:fld id="{19CA33DB-3EF7-0D48-8164-B05E3E6F1758}" type="slidenum">
              <a:rPr kumimoji="1" lang="ja-JP" altLang="en-US" smtClean="0"/>
              <a:pPr/>
              <a:t>‹#›</a:t>
            </a:fld>
            <a:endParaRPr kumimoji="1" lang="ja-JP" altLang="en-US"/>
          </a:p>
        </p:txBody>
      </p:sp>
    </p:spTree>
    <p:extLst>
      <p:ext uri="{BB962C8B-B14F-4D97-AF65-F5344CB8AC3E}">
        <p14:creationId xmlns:p14="http://schemas.microsoft.com/office/powerpoint/2010/main" val="258577167"/>
      </p:ext>
    </p:extLst>
  </p:cSld>
  <p:clrMapOvr>
    <a:masterClrMapping/>
  </p:clrMapOvr>
  <p:transition spd="med"/>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title, subtitle, text (four columns)">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D3561782-9736-B490-509D-B2797BD56F24}"/>
              </a:ext>
            </a:extLst>
          </p:cNvPr>
          <p:cNvSpPr>
            <a:spLocks noGrp="1"/>
          </p:cNvSpPr>
          <p:nvPr>
            <p:ph type="title"/>
          </p:nvPr>
        </p:nvSpPr>
        <p:spPr/>
        <p:txBody>
          <a:bodyPr/>
          <a:lstStyle/>
          <a:p>
            <a:r>
              <a:rPr kumimoji="1" lang="ja-JP" altLang="en-US"/>
              <a:t>マスター タイトルの書式設定</a:t>
            </a:r>
          </a:p>
        </p:txBody>
      </p:sp>
      <p:sp>
        <p:nvSpPr>
          <p:cNvPr id="9" name="Text Placeholder 1">
            <a:extLst>
              <a:ext uri="{FF2B5EF4-FFF2-40B4-BE49-F238E27FC236}">
                <a16:creationId xmlns:a16="http://schemas.microsoft.com/office/drawing/2014/main" id="{03785D5B-A9EC-46EA-962E-260FE62F10E2}"/>
              </a:ext>
            </a:extLst>
          </p:cNvPr>
          <p:cNvSpPr>
            <a:spLocks noGrp="1"/>
          </p:cNvSpPr>
          <p:nvPr>
            <p:ph type="body" sz="quarter" idx="14" hasCustomPrompt="1"/>
          </p:nvPr>
        </p:nvSpPr>
        <p:spPr>
          <a:xfrm>
            <a:off x="292608" y="768096"/>
            <a:ext cx="11612880" cy="557784"/>
          </a:xfrm>
        </p:spPr>
        <p:txBody>
          <a:bodyPr/>
          <a:lstStyle>
            <a:lvl1pPr>
              <a:lnSpc>
                <a:spcPct val="120000"/>
              </a:lnSpc>
              <a:spcBef>
                <a:spcPts val="0"/>
              </a:spcBef>
              <a:defRPr sz="1800">
                <a:latin typeface="+mn-lt"/>
                <a:ea typeface="+mn-ea"/>
              </a:defRPr>
            </a:lvl1pPr>
          </a:lstStyle>
          <a:p>
            <a:pPr lvl="0"/>
            <a:r>
              <a:rPr lang="ja-JP" altLang="en-US"/>
              <a:t>サブタイトルや</a:t>
            </a:r>
            <a:r>
              <a:rPr lang="en-US" altLang="ja-JP" dirty="0" err="1"/>
              <a:t>リード文</a:t>
            </a:r>
            <a:r>
              <a:rPr lang="ja-JP" altLang="en-US"/>
              <a:t>などを記載。</a:t>
            </a:r>
            <a:r>
              <a:rPr lang="en-US" altLang="ja-JP" dirty="0"/>
              <a:t>2行</a:t>
            </a:r>
            <a:r>
              <a:rPr lang="ja-JP" altLang="en-US"/>
              <a:t>までを推奨</a:t>
            </a:r>
            <a:r>
              <a:rPr lang="en-US" altLang="ja-JP" dirty="0"/>
              <a:t>。</a:t>
            </a:r>
          </a:p>
          <a:p>
            <a:pPr lvl="0"/>
            <a:r>
              <a:rPr lang="en-US" altLang="ja-JP" dirty="0"/>
              <a:t>3行になると本文と近くなりすぎるためあまりお勧め</a:t>
            </a:r>
            <a:r>
              <a:rPr lang="ja-JP" altLang="en-US"/>
              <a:t>しません</a:t>
            </a:r>
            <a:r>
              <a:rPr lang="en-US" altLang="ja-JP" dirty="0"/>
              <a:t>。</a:t>
            </a:r>
          </a:p>
        </p:txBody>
      </p:sp>
      <p:sp>
        <p:nvSpPr>
          <p:cNvPr id="6" name="コンテンツ プレースホルダー 8">
            <a:extLst>
              <a:ext uri="{FF2B5EF4-FFF2-40B4-BE49-F238E27FC236}">
                <a16:creationId xmlns:a16="http://schemas.microsoft.com/office/drawing/2014/main" id="{EC83C3CC-00D0-4743-A7E7-F372655EAAB0}"/>
              </a:ext>
            </a:extLst>
          </p:cNvPr>
          <p:cNvSpPr>
            <a:spLocks noGrp="1"/>
          </p:cNvSpPr>
          <p:nvPr>
            <p:ph sz="quarter" idx="15"/>
          </p:nvPr>
        </p:nvSpPr>
        <p:spPr>
          <a:xfrm>
            <a:off x="292608" y="1533525"/>
            <a:ext cx="2478024" cy="4559300"/>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8" name="コンテンツ プレースホルダー 8">
            <a:extLst>
              <a:ext uri="{FF2B5EF4-FFF2-40B4-BE49-F238E27FC236}">
                <a16:creationId xmlns:a16="http://schemas.microsoft.com/office/drawing/2014/main" id="{6C936E10-614E-384B-BA3F-BC0FEB124BDE}"/>
              </a:ext>
            </a:extLst>
          </p:cNvPr>
          <p:cNvSpPr>
            <a:spLocks noGrp="1"/>
          </p:cNvSpPr>
          <p:nvPr>
            <p:ph sz="quarter" idx="16"/>
          </p:nvPr>
        </p:nvSpPr>
        <p:spPr>
          <a:xfrm>
            <a:off x="3337560" y="1533525"/>
            <a:ext cx="2478024" cy="4559300"/>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3" name="コンテンツ プレースホルダー 8">
            <a:extLst>
              <a:ext uri="{FF2B5EF4-FFF2-40B4-BE49-F238E27FC236}">
                <a16:creationId xmlns:a16="http://schemas.microsoft.com/office/drawing/2014/main" id="{65D34B44-23B5-0462-C9DF-E273BF96D9C0}"/>
              </a:ext>
            </a:extLst>
          </p:cNvPr>
          <p:cNvSpPr>
            <a:spLocks noGrp="1"/>
          </p:cNvSpPr>
          <p:nvPr>
            <p:ph sz="quarter" idx="19"/>
          </p:nvPr>
        </p:nvSpPr>
        <p:spPr>
          <a:xfrm>
            <a:off x="6382512" y="1533525"/>
            <a:ext cx="2478024" cy="4559300"/>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8">
            <a:extLst>
              <a:ext uri="{FF2B5EF4-FFF2-40B4-BE49-F238E27FC236}">
                <a16:creationId xmlns:a16="http://schemas.microsoft.com/office/drawing/2014/main" id="{380AD03A-0891-BA92-9F0A-1C4159F9DECF}"/>
              </a:ext>
            </a:extLst>
          </p:cNvPr>
          <p:cNvSpPr>
            <a:spLocks noGrp="1"/>
          </p:cNvSpPr>
          <p:nvPr>
            <p:ph sz="quarter" idx="20"/>
          </p:nvPr>
        </p:nvSpPr>
        <p:spPr>
          <a:xfrm>
            <a:off x="9427464" y="1533525"/>
            <a:ext cx="2478024" cy="4559300"/>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10" name="フッター プレースホルダー 9">
            <a:extLst>
              <a:ext uri="{FF2B5EF4-FFF2-40B4-BE49-F238E27FC236}">
                <a16:creationId xmlns:a16="http://schemas.microsoft.com/office/drawing/2014/main" id="{34B74C79-85C2-E2E3-DA92-895EFE036131}"/>
              </a:ext>
            </a:extLst>
          </p:cNvPr>
          <p:cNvSpPr>
            <a:spLocks noGrp="1"/>
          </p:cNvSpPr>
          <p:nvPr>
            <p:ph type="ftr" sz="quarter" idx="17"/>
          </p:nvPr>
        </p:nvSpPr>
        <p:spPr/>
        <p:txBody>
          <a:bodyPr/>
          <a:lstStyle/>
          <a:p>
            <a:r>
              <a:rPr kumimoji="1" lang="ja-JP" altLang="en-US"/>
              <a:t>フッター</a:t>
            </a:r>
            <a:r>
              <a:rPr kumimoji="1" lang="en-US" altLang="ja-JP" dirty="0"/>
              <a:t>(Optional)</a:t>
            </a:r>
            <a:endParaRPr kumimoji="1" lang="ja-JP" altLang="en-US"/>
          </a:p>
        </p:txBody>
      </p:sp>
      <p:sp>
        <p:nvSpPr>
          <p:cNvPr id="11" name="スライド番号プレースホルダー 10">
            <a:extLst>
              <a:ext uri="{FF2B5EF4-FFF2-40B4-BE49-F238E27FC236}">
                <a16:creationId xmlns:a16="http://schemas.microsoft.com/office/drawing/2014/main" id="{AE75CAD1-B972-CC0E-D0DE-6DFF1BF39048}"/>
              </a:ext>
            </a:extLst>
          </p:cNvPr>
          <p:cNvSpPr>
            <a:spLocks noGrp="1"/>
          </p:cNvSpPr>
          <p:nvPr>
            <p:ph type="sldNum" sz="quarter" idx="18"/>
          </p:nvPr>
        </p:nvSpPr>
        <p:spPr/>
        <p:txBody>
          <a:bodyPr/>
          <a:lstStyle/>
          <a:p>
            <a:fld id="{19CA33DB-3EF7-0D48-8164-B05E3E6F1758}" type="slidenum">
              <a:rPr kumimoji="1" lang="ja-JP" altLang="en-US" smtClean="0"/>
              <a:pPr/>
              <a:t>‹#›</a:t>
            </a:fld>
            <a:endParaRPr kumimoji="1" lang="ja-JP" altLang="en-US"/>
          </a:p>
        </p:txBody>
      </p:sp>
    </p:spTree>
    <p:extLst>
      <p:ext uri="{BB962C8B-B14F-4D97-AF65-F5344CB8AC3E}">
        <p14:creationId xmlns:p14="http://schemas.microsoft.com/office/powerpoint/2010/main" val="4135036007"/>
      </p:ext>
    </p:extLst>
  </p:cSld>
  <p:clrMapOvr>
    <a:masterClrMapping/>
  </p:clrMapOvr>
  <p:transition spd="med"/>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title, subtitle, text (two columns, horizontal)">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2F384D34-CCF0-8370-5EE3-4FBF28DCD994}"/>
              </a:ext>
            </a:extLst>
          </p:cNvPr>
          <p:cNvSpPr>
            <a:spLocks noGrp="1"/>
          </p:cNvSpPr>
          <p:nvPr>
            <p:ph type="title"/>
          </p:nvPr>
        </p:nvSpPr>
        <p:spPr/>
        <p:txBody>
          <a:bodyPr/>
          <a:lstStyle/>
          <a:p>
            <a:r>
              <a:rPr kumimoji="1" lang="ja-JP" altLang="en-US"/>
              <a:t>マスター タイトルの書式設定</a:t>
            </a:r>
          </a:p>
        </p:txBody>
      </p:sp>
      <p:sp>
        <p:nvSpPr>
          <p:cNvPr id="3" name="Text Placeholder 1">
            <a:extLst>
              <a:ext uri="{FF2B5EF4-FFF2-40B4-BE49-F238E27FC236}">
                <a16:creationId xmlns:a16="http://schemas.microsoft.com/office/drawing/2014/main" id="{95BCF124-B727-7D60-7B93-F455F9E91BE4}"/>
              </a:ext>
            </a:extLst>
          </p:cNvPr>
          <p:cNvSpPr>
            <a:spLocks noGrp="1"/>
          </p:cNvSpPr>
          <p:nvPr>
            <p:ph type="body" sz="quarter" idx="18" hasCustomPrompt="1"/>
          </p:nvPr>
        </p:nvSpPr>
        <p:spPr>
          <a:xfrm>
            <a:off x="292608" y="768096"/>
            <a:ext cx="11612880" cy="557784"/>
          </a:xfrm>
        </p:spPr>
        <p:txBody>
          <a:bodyPr/>
          <a:lstStyle>
            <a:lvl1pPr>
              <a:lnSpc>
                <a:spcPct val="120000"/>
              </a:lnSpc>
              <a:spcBef>
                <a:spcPts val="0"/>
              </a:spcBef>
              <a:defRPr sz="1800">
                <a:latin typeface="+mn-lt"/>
                <a:ea typeface="+mn-ea"/>
              </a:defRPr>
            </a:lvl1pPr>
          </a:lstStyle>
          <a:p>
            <a:pPr lvl="0"/>
            <a:r>
              <a:rPr lang="ja-JP" altLang="en-US"/>
              <a:t>サブタイトルや</a:t>
            </a:r>
            <a:r>
              <a:rPr lang="en-US" altLang="ja-JP" dirty="0" err="1"/>
              <a:t>リード文</a:t>
            </a:r>
            <a:r>
              <a:rPr lang="ja-JP" altLang="en-US"/>
              <a:t>などを記載。</a:t>
            </a:r>
            <a:r>
              <a:rPr lang="en-US" altLang="ja-JP" dirty="0"/>
              <a:t>2行</a:t>
            </a:r>
            <a:r>
              <a:rPr lang="ja-JP" altLang="en-US"/>
              <a:t>までを推奨</a:t>
            </a:r>
            <a:r>
              <a:rPr lang="en-US" altLang="ja-JP" dirty="0"/>
              <a:t>。</a:t>
            </a:r>
          </a:p>
          <a:p>
            <a:pPr lvl="0"/>
            <a:r>
              <a:rPr lang="en-US" altLang="ja-JP" dirty="0"/>
              <a:t>3行になると本文と近くなりすぎるためあまりお勧め</a:t>
            </a:r>
            <a:r>
              <a:rPr lang="ja-JP" altLang="en-US"/>
              <a:t>しません</a:t>
            </a:r>
            <a:r>
              <a:rPr lang="en-US" altLang="ja-JP" dirty="0"/>
              <a:t>。</a:t>
            </a:r>
          </a:p>
        </p:txBody>
      </p:sp>
      <p:sp>
        <p:nvSpPr>
          <p:cNvPr id="9" name="コンテンツ プレースホルダー 8">
            <a:extLst>
              <a:ext uri="{FF2B5EF4-FFF2-40B4-BE49-F238E27FC236}">
                <a16:creationId xmlns:a16="http://schemas.microsoft.com/office/drawing/2014/main" id="{681A0326-1E4C-E245-BFED-C13F18C44458}"/>
              </a:ext>
            </a:extLst>
          </p:cNvPr>
          <p:cNvSpPr>
            <a:spLocks noGrp="1"/>
          </p:cNvSpPr>
          <p:nvPr>
            <p:ph sz="quarter" idx="14"/>
          </p:nvPr>
        </p:nvSpPr>
        <p:spPr>
          <a:xfrm>
            <a:off x="292608" y="1533524"/>
            <a:ext cx="11612880" cy="2130552"/>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10" name="コンテンツ プレースホルダー 8">
            <a:extLst>
              <a:ext uri="{FF2B5EF4-FFF2-40B4-BE49-F238E27FC236}">
                <a16:creationId xmlns:a16="http://schemas.microsoft.com/office/drawing/2014/main" id="{9762304B-AF41-664C-932A-E43E39C4EE7D}"/>
              </a:ext>
            </a:extLst>
          </p:cNvPr>
          <p:cNvSpPr>
            <a:spLocks noGrp="1"/>
          </p:cNvSpPr>
          <p:nvPr>
            <p:ph sz="quarter" idx="15"/>
          </p:nvPr>
        </p:nvSpPr>
        <p:spPr>
          <a:xfrm>
            <a:off x="292608" y="3968496"/>
            <a:ext cx="11612880" cy="2130552"/>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フッター プレースホルダー 3">
            <a:extLst>
              <a:ext uri="{FF2B5EF4-FFF2-40B4-BE49-F238E27FC236}">
                <a16:creationId xmlns:a16="http://schemas.microsoft.com/office/drawing/2014/main" id="{05552EEA-E01D-E4F8-9EA1-48D2BF6F939A}"/>
              </a:ext>
            </a:extLst>
          </p:cNvPr>
          <p:cNvSpPr>
            <a:spLocks noGrp="1"/>
          </p:cNvSpPr>
          <p:nvPr>
            <p:ph type="ftr" sz="quarter" idx="19"/>
          </p:nvPr>
        </p:nvSpPr>
        <p:spPr/>
        <p:txBody>
          <a:bodyPr/>
          <a:lstStyle/>
          <a:p>
            <a:r>
              <a:rPr kumimoji="1" lang="ja-JP" altLang="en-US"/>
              <a:t>フッター</a:t>
            </a:r>
            <a:r>
              <a:rPr kumimoji="1" lang="en-US" altLang="ja-JP" dirty="0"/>
              <a:t>(Optional)</a:t>
            </a:r>
            <a:endParaRPr kumimoji="1" lang="ja-JP" altLang="en-US"/>
          </a:p>
        </p:txBody>
      </p:sp>
      <p:sp>
        <p:nvSpPr>
          <p:cNvPr id="7" name="スライド番号プレースホルダー 6">
            <a:extLst>
              <a:ext uri="{FF2B5EF4-FFF2-40B4-BE49-F238E27FC236}">
                <a16:creationId xmlns:a16="http://schemas.microsoft.com/office/drawing/2014/main" id="{D0F74EF8-DAC5-ABDE-967F-99970C8F2254}"/>
              </a:ext>
            </a:extLst>
          </p:cNvPr>
          <p:cNvSpPr>
            <a:spLocks noGrp="1"/>
          </p:cNvSpPr>
          <p:nvPr>
            <p:ph type="sldNum" sz="quarter" idx="17"/>
          </p:nvPr>
        </p:nvSpPr>
        <p:spPr/>
        <p:txBody>
          <a:bodyPr/>
          <a:lstStyle/>
          <a:p>
            <a:fld id="{19CA33DB-3EF7-0D48-8164-B05E3E6F1758}" type="slidenum">
              <a:rPr kumimoji="1" lang="ja-JP" altLang="en-US" smtClean="0"/>
              <a:pPr/>
              <a:t>‹#›</a:t>
            </a:fld>
            <a:endParaRPr kumimoji="1" lang="ja-JP" altLang="en-US"/>
          </a:p>
        </p:txBody>
      </p:sp>
    </p:spTree>
    <p:extLst>
      <p:ext uri="{BB962C8B-B14F-4D97-AF65-F5344CB8AC3E}">
        <p14:creationId xmlns:p14="http://schemas.microsoft.com/office/powerpoint/2010/main" val="3122090119"/>
      </p:ext>
    </p:extLst>
  </p:cSld>
  <p:clrMapOvr>
    <a:masterClrMapping/>
  </p:clrMapOvr>
  <p:transition spd="med"/>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title, subtitle, text (one columns)">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705B5A9-36FC-238E-A634-2FCDEEC2EC41}"/>
              </a:ext>
            </a:extLst>
          </p:cNvPr>
          <p:cNvSpPr>
            <a:spLocks noGrp="1"/>
          </p:cNvSpPr>
          <p:nvPr>
            <p:ph type="title"/>
          </p:nvPr>
        </p:nvSpPr>
        <p:spPr/>
        <p:txBody>
          <a:bodyPr/>
          <a:lstStyle/>
          <a:p>
            <a:r>
              <a:rPr kumimoji="1" lang="ja-JP" altLang="en-US"/>
              <a:t>マスター タイトルの書式設定</a:t>
            </a:r>
          </a:p>
        </p:txBody>
      </p:sp>
      <p:sp>
        <p:nvSpPr>
          <p:cNvPr id="9" name="Text Placeholder 1">
            <a:extLst>
              <a:ext uri="{FF2B5EF4-FFF2-40B4-BE49-F238E27FC236}">
                <a16:creationId xmlns:a16="http://schemas.microsoft.com/office/drawing/2014/main" id="{03785D5B-A9EC-46EA-962E-260FE62F10E2}"/>
              </a:ext>
            </a:extLst>
          </p:cNvPr>
          <p:cNvSpPr>
            <a:spLocks noGrp="1"/>
          </p:cNvSpPr>
          <p:nvPr>
            <p:ph type="body" sz="quarter" idx="14" hasCustomPrompt="1"/>
          </p:nvPr>
        </p:nvSpPr>
        <p:spPr>
          <a:xfrm>
            <a:off x="292608" y="768096"/>
            <a:ext cx="11612880" cy="557784"/>
          </a:xfrm>
        </p:spPr>
        <p:txBody>
          <a:bodyPr/>
          <a:lstStyle>
            <a:lvl1pPr>
              <a:lnSpc>
                <a:spcPct val="120000"/>
              </a:lnSpc>
              <a:spcBef>
                <a:spcPts val="0"/>
              </a:spcBef>
              <a:defRPr sz="1800">
                <a:latin typeface="+mn-lt"/>
                <a:ea typeface="+mn-ea"/>
              </a:defRPr>
            </a:lvl1pPr>
          </a:lstStyle>
          <a:p>
            <a:pPr lvl="0"/>
            <a:r>
              <a:rPr lang="ja-JP" altLang="en-US"/>
              <a:t>サブタイトルや</a:t>
            </a:r>
            <a:r>
              <a:rPr lang="en-US" altLang="ja-JP" dirty="0" err="1"/>
              <a:t>リード文</a:t>
            </a:r>
            <a:r>
              <a:rPr lang="ja-JP" altLang="en-US"/>
              <a:t>などを記載。</a:t>
            </a:r>
            <a:r>
              <a:rPr lang="en-US" altLang="ja-JP" dirty="0"/>
              <a:t>2行</a:t>
            </a:r>
            <a:r>
              <a:rPr lang="ja-JP" altLang="en-US"/>
              <a:t>までを推奨</a:t>
            </a:r>
            <a:r>
              <a:rPr lang="en-US" altLang="ja-JP" dirty="0"/>
              <a:t>。</a:t>
            </a:r>
          </a:p>
          <a:p>
            <a:pPr lvl="0"/>
            <a:r>
              <a:rPr lang="en-US" altLang="ja-JP" dirty="0"/>
              <a:t>3行になると本文と近くなりすぎるためあまりお勧め</a:t>
            </a:r>
            <a:r>
              <a:rPr lang="ja-JP" altLang="en-US"/>
              <a:t>しません</a:t>
            </a:r>
            <a:r>
              <a:rPr lang="en-US" altLang="ja-JP" dirty="0"/>
              <a:t>。</a:t>
            </a:r>
          </a:p>
        </p:txBody>
      </p:sp>
      <p:sp>
        <p:nvSpPr>
          <p:cNvPr id="7" name="コンテンツ プレースホルダー 6">
            <a:extLst>
              <a:ext uri="{FF2B5EF4-FFF2-40B4-BE49-F238E27FC236}">
                <a16:creationId xmlns:a16="http://schemas.microsoft.com/office/drawing/2014/main" id="{B93AF3D0-4266-224C-8033-93B4A3694DA9}"/>
              </a:ext>
            </a:extLst>
          </p:cNvPr>
          <p:cNvSpPr>
            <a:spLocks noGrp="1"/>
          </p:cNvSpPr>
          <p:nvPr>
            <p:ph sz="quarter" idx="15"/>
          </p:nvPr>
        </p:nvSpPr>
        <p:spPr>
          <a:xfrm>
            <a:off x="292608" y="1533525"/>
            <a:ext cx="11612880" cy="4559300"/>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a:extLst>
              <a:ext uri="{FF2B5EF4-FFF2-40B4-BE49-F238E27FC236}">
                <a16:creationId xmlns:a16="http://schemas.microsoft.com/office/drawing/2014/main" id="{34AC49F2-51C1-8629-A29F-ED6D5C05331C}"/>
              </a:ext>
            </a:extLst>
          </p:cNvPr>
          <p:cNvSpPr>
            <a:spLocks noGrp="1"/>
          </p:cNvSpPr>
          <p:nvPr>
            <p:ph type="ftr" sz="quarter" idx="16"/>
          </p:nvPr>
        </p:nvSpPr>
        <p:spPr/>
        <p:txBody>
          <a:bodyPr/>
          <a:lstStyle/>
          <a:p>
            <a:r>
              <a:rPr kumimoji="1" lang="ja-JP" altLang="en-US"/>
              <a:t>フッター</a:t>
            </a:r>
            <a:r>
              <a:rPr kumimoji="1" lang="en-US" altLang="ja-JP" dirty="0"/>
              <a:t>(Optional)</a:t>
            </a:r>
            <a:endParaRPr kumimoji="1" lang="ja-JP" altLang="en-US"/>
          </a:p>
        </p:txBody>
      </p:sp>
      <p:sp>
        <p:nvSpPr>
          <p:cNvPr id="8" name="スライド番号プレースホルダー 7">
            <a:extLst>
              <a:ext uri="{FF2B5EF4-FFF2-40B4-BE49-F238E27FC236}">
                <a16:creationId xmlns:a16="http://schemas.microsoft.com/office/drawing/2014/main" id="{9A12E168-72E6-96FD-2DDA-46DC96EC7F86}"/>
              </a:ext>
            </a:extLst>
          </p:cNvPr>
          <p:cNvSpPr>
            <a:spLocks noGrp="1"/>
          </p:cNvSpPr>
          <p:nvPr>
            <p:ph type="sldNum" sz="quarter" idx="17"/>
          </p:nvPr>
        </p:nvSpPr>
        <p:spPr/>
        <p:txBody>
          <a:bodyPr/>
          <a:lstStyle/>
          <a:p>
            <a:fld id="{19CA33DB-3EF7-0D48-8164-B05E3E6F1758}" type="slidenum">
              <a:rPr kumimoji="1" lang="ja-JP" altLang="en-US" smtClean="0"/>
              <a:pPr/>
              <a:t>‹#›</a:t>
            </a:fld>
            <a:endParaRPr kumimoji="1" lang="ja-JP" altLang="en-US"/>
          </a:p>
        </p:txBody>
      </p:sp>
    </p:spTree>
    <p:extLst>
      <p:ext uri="{BB962C8B-B14F-4D97-AF65-F5344CB8AC3E}">
        <p14:creationId xmlns:p14="http://schemas.microsoft.com/office/powerpoint/2010/main" val="1254562492"/>
      </p:ext>
    </p:extLst>
  </p:cSld>
  <p:clrMapOvr>
    <a:masterClrMapping/>
  </p:clrMapOvr>
  <p:transition spd="med"/>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927F053B-65E0-1F85-B900-7A231F46E70C}"/>
              </a:ext>
            </a:extLst>
          </p:cNvPr>
          <p:cNvSpPr>
            <a:spLocks noGrp="1"/>
          </p:cNvSpPr>
          <p:nvPr>
            <p:ph type="title"/>
          </p:nvPr>
        </p:nvSpPr>
        <p:spPr/>
        <p:txBody>
          <a:bodyPr/>
          <a:lstStyle/>
          <a:p>
            <a:r>
              <a:rPr kumimoji="1" lang="ja-JP" altLang="en-US"/>
              <a:t>マスター タイトルの書式設定</a:t>
            </a:r>
          </a:p>
        </p:txBody>
      </p:sp>
      <p:sp>
        <p:nvSpPr>
          <p:cNvPr id="9" name="Text Placeholder 1">
            <a:extLst>
              <a:ext uri="{FF2B5EF4-FFF2-40B4-BE49-F238E27FC236}">
                <a16:creationId xmlns:a16="http://schemas.microsoft.com/office/drawing/2014/main" id="{03785D5B-A9EC-46EA-962E-260FE62F10E2}"/>
              </a:ext>
            </a:extLst>
          </p:cNvPr>
          <p:cNvSpPr>
            <a:spLocks noGrp="1"/>
          </p:cNvSpPr>
          <p:nvPr>
            <p:ph type="body" sz="quarter" idx="14" hasCustomPrompt="1"/>
          </p:nvPr>
        </p:nvSpPr>
        <p:spPr>
          <a:xfrm>
            <a:off x="292608" y="768096"/>
            <a:ext cx="11612880" cy="557784"/>
          </a:xfrm>
        </p:spPr>
        <p:txBody>
          <a:bodyPr/>
          <a:lstStyle>
            <a:lvl1pPr>
              <a:lnSpc>
                <a:spcPct val="120000"/>
              </a:lnSpc>
              <a:spcBef>
                <a:spcPts val="0"/>
              </a:spcBef>
              <a:defRPr sz="1800">
                <a:latin typeface="+mn-lt"/>
                <a:ea typeface="+mn-ea"/>
              </a:defRPr>
            </a:lvl1pPr>
          </a:lstStyle>
          <a:p>
            <a:pPr lvl="0"/>
            <a:r>
              <a:rPr lang="ja-JP" altLang="en-US"/>
              <a:t>サブタイトルや</a:t>
            </a:r>
            <a:r>
              <a:rPr lang="en-US" altLang="ja-JP" dirty="0" err="1"/>
              <a:t>リード文</a:t>
            </a:r>
            <a:r>
              <a:rPr lang="ja-JP" altLang="en-US"/>
              <a:t>などを記載。</a:t>
            </a:r>
            <a:r>
              <a:rPr lang="en-US" altLang="ja-JP" dirty="0"/>
              <a:t>2行</a:t>
            </a:r>
            <a:r>
              <a:rPr lang="ja-JP" altLang="en-US"/>
              <a:t>までを推奨</a:t>
            </a:r>
            <a:r>
              <a:rPr lang="en-US" altLang="ja-JP" dirty="0"/>
              <a:t>。</a:t>
            </a:r>
          </a:p>
          <a:p>
            <a:pPr lvl="0"/>
            <a:r>
              <a:rPr lang="en-US" altLang="ja-JP" dirty="0"/>
              <a:t>3行になると本文と近くなりすぎるためあまりお勧め</a:t>
            </a:r>
            <a:r>
              <a:rPr lang="ja-JP" altLang="en-US"/>
              <a:t>しません</a:t>
            </a:r>
            <a:r>
              <a:rPr lang="en-US" altLang="ja-JP" dirty="0"/>
              <a:t>。</a:t>
            </a:r>
          </a:p>
        </p:txBody>
      </p:sp>
      <p:sp>
        <p:nvSpPr>
          <p:cNvPr id="3" name="フッター プレースホルダー 2">
            <a:extLst>
              <a:ext uri="{FF2B5EF4-FFF2-40B4-BE49-F238E27FC236}">
                <a16:creationId xmlns:a16="http://schemas.microsoft.com/office/drawing/2014/main" id="{617AE797-6580-6D09-C08F-547A5B2E9D65}"/>
              </a:ext>
            </a:extLst>
          </p:cNvPr>
          <p:cNvSpPr>
            <a:spLocks noGrp="1"/>
          </p:cNvSpPr>
          <p:nvPr>
            <p:ph type="ftr" sz="quarter" idx="15"/>
          </p:nvPr>
        </p:nvSpPr>
        <p:spPr/>
        <p:txBody>
          <a:bodyPr/>
          <a:lstStyle/>
          <a:p>
            <a:r>
              <a:rPr kumimoji="1" lang="ja-JP" altLang="en-US"/>
              <a:t>フッター</a:t>
            </a:r>
            <a:r>
              <a:rPr kumimoji="1" lang="en-US" altLang="ja-JP" dirty="0"/>
              <a:t>(Optional)</a:t>
            </a:r>
            <a:endParaRPr kumimoji="1" lang="ja-JP" altLang="en-US"/>
          </a:p>
        </p:txBody>
      </p:sp>
      <p:sp>
        <p:nvSpPr>
          <p:cNvPr id="4" name="スライド番号プレースホルダー 3">
            <a:extLst>
              <a:ext uri="{FF2B5EF4-FFF2-40B4-BE49-F238E27FC236}">
                <a16:creationId xmlns:a16="http://schemas.microsoft.com/office/drawing/2014/main" id="{B3A9BD52-1F56-A71B-F927-CD0784C13905}"/>
              </a:ext>
            </a:extLst>
          </p:cNvPr>
          <p:cNvSpPr>
            <a:spLocks noGrp="1"/>
          </p:cNvSpPr>
          <p:nvPr>
            <p:ph type="sldNum" sz="quarter" idx="16"/>
          </p:nvPr>
        </p:nvSpPr>
        <p:spPr/>
        <p:txBody>
          <a:bodyPr/>
          <a:lstStyle/>
          <a:p>
            <a:fld id="{19CA33DB-3EF7-0D48-8164-B05E3E6F1758}" type="slidenum">
              <a:rPr kumimoji="1" lang="ja-JP" altLang="en-US" smtClean="0"/>
              <a:pPr/>
              <a:t>‹#›</a:t>
            </a:fld>
            <a:endParaRPr kumimoji="1" lang="ja-JP" altLang="en-US"/>
          </a:p>
        </p:txBody>
      </p:sp>
    </p:spTree>
    <p:extLst>
      <p:ext uri="{BB962C8B-B14F-4D97-AF65-F5344CB8AC3E}">
        <p14:creationId xmlns:p14="http://schemas.microsoft.com/office/powerpoint/2010/main" val="2191281416"/>
      </p:ext>
    </p:extLst>
  </p:cSld>
  <p:clrMapOvr>
    <a:masterClrMapping/>
  </p:clrMapOvr>
  <p:transition spd="med"/>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title, text (two columns)">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365B171D-D828-76E8-A576-80E8FAF3ED94}"/>
              </a:ext>
            </a:extLst>
          </p:cNvPr>
          <p:cNvSpPr>
            <a:spLocks noGrp="1"/>
          </p:cNvSpPr>
          <p:nvPr>
            <p:ph type="title"/>
          </p:nvPr>
        </p:nvSpPr>
        <p:spPr/>
        <p:txBody>
          <a:bodyPr/>
          <a:lstStyle/>
          <a:p>
            <a:r>
              <a:rPr kumimoji="1" lang="ja-JP" altLang="en-US"/>
              <a:t>マスター タイトルの書式設定</a:t>
            </a:r>
          </a:p>
        </p:txBody>
      </p:sp>
      <p:sp>
        <p:nvSpPr>
          <p:cNvPr id="9" name="コンテンツ プレースホルダー 8">
            <a:extLst>
              <a:ext uri="{FF2B5EF4-FFF2-40B4-BE49-F238E27FC236}">
                <a16:creationId xmlns:a16="http://schemas.microsoft.com/office/drawing/2014/main" id="{681A0326-1E4C-E245-BFED-C13F18C44458}"/>
              </a:ext>
            </a:extLst>
          </p:cNvPr>
          <p:cNvSpPr>
            <a:spLocks noGrp="1"/>
          </p:cNvSpPr>
          <p:nvPr>
            <p:ph sz="quarter" idx="14"/>
          </p:nvPr>
        </p:nvSpPr>
        <p:spPr>
          <a:xfrm>
            <a:off x="292608" y="1533525"/>
            <a:ext cx="5522976" cy="4559300"/>
          </a:xfrm>
        </p:spPr>
        <p:txBody>
          <a:bodyPr/>
          <a:lstStyle/>
          <a:p>
            <a:pPr lvl="0"/>
            <a:r>
              <a:rPr kumimoji="1" lang="ja-JP" altLang="en-US"/>
              <a:t>マスター テキストの書式設定</a:t>
            </a:r>
          </a:p>
          <a:p>
            <a:pPr lvl="1"/>
            <a:r>
              <a:rPr kumimoji="1" lang="ja-JP" altLang="en-US"/>
              <a:t>第 </a:t>
            </a:r>
            <a:r>
              <a:rPr kumimoji="1" lang="en-US" altLang="ja-JP" dirty="0"/>
              <a:t>2 </a:t>
            </a:r>
            <a:r>
              <a:rPr kumimoji="1" lang="ja-JP" altLang="en-US"/>
              <a:t>レベル</a:t>
            </a:r>
          </a:p>
          <a:p>
            <a:pPr lvl="2"/>
            <a:r>
              <a:rPr kumimoji="1" lang="ja-JP" altLang="en-US"/>
              <a:t>第 </a:t>
            </a:r>
            <a:r>
              <a:rPr kumimoji="1" lang="en-US" altLang="ja-JP" dirty="0"/>
              <a:t>3 </a:t>
            </a:r>
            <a:r>
              <a:rPr kumimoji="1" lang="ja-JP" altLang="en-US"/>
              <a:t>レベル</a:t>
            </a:r>
          </a:p>
          <a:p>
            <a:pPr lvl="3"/>
            <a:r>
              <a:rPr kumimoji="1" lang="ja-JP" altLang="en-US"/>
              <a:t>第 </a:t>
            </a:r>
            <a:r>
              <a:rPr kumimoji="1" lang="en-US" altLang="ja-JP" dirty="0"/>
              <a:t>4 </a:t>
            </a:r>
            <a:r>
              <a:rPr kumimoji="1" lang="ja-JP" altLang="en-US"/>
              <a:t>レベル</a:t>
            </a:r>
          </a:p>
          <a:p>
            <a:pPr lvl="4"/>
            <a:r>
              <a:rPr kumimoji="1" lang="ja-JP" altLang="en-US"/>
              <a:t>第 </a:t>
            </a:r>
            <a:r>
              <a:rPr kumimoji="1" lang="en-US" altLang="ja-JP" dirty="0"/>
              <a:t>5 </a:t>
            </a:r>
            <a:r>
              <a:rPr kumimoji="1" lang="ja-JP" altLang="en-US"/>
              <a:t>レベル</a:t>
            </a:r>
          </a:p>
        </p:txBody>
      </p:sp>
      <p:sp>
        <p:nvSpPr>
          <p:cNvPr id="10" name="コンテンツ プレースホルダー 8">
            <a:extLst>
              <a:ext uri="{FF2B5EF4-FFF2-40B4-BE49-F238E27FC236}">
                <a16:creationId xmlns:a16="http://schemas.microsoft.com/office/drawing/2014/main" id="{9762304B-AF41-664C-932A-E43E39C4EE7D}"/>
              </a:ext>
            </a:extLst>
          </p:cNvPr>
          <p:cNvSpPr>
            <a:spLocks noGrp="1"/>
          </p:cNvSpPr>
          <p:nvPr>
            <p:ph sz="quarter" idx="15"/>
          </p:nvPr>
        </p:nvSpPr>
        <p:spPr>
          <a:xfrm>
            <a:off x="6379464" y="1533525"/>
            <a:ext cx="5522976" cy="4559300"/>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a:extLst>
              <a:ext uri="{FF2B5EF4-FFF2-40B4-BE49-F238E27FC236}">
                <a16:creationId xmlns:a16="http://schemas.microsoft.com/office/drawing/2014/main" id="{90AB557E-324D-26E5-E897-259F334FE163}"/>
              </a:ext>
            </a:extLst>
          </p:cNvPr>
          <p:cNvSpPr>
            <a:spLocks noGrp="1"/>
          </p:cNvSpPr>
          <p:nvPr>
            <p:ph type="ftr" sz="quarter" idx="16"/>
          </p:nvPr>
        </p:nvSpPr>
        <p:spPr/>
        <p:txBody>
          <a:bodyPr/>
          <a:lstStyle/>
          <a:p>
            <a:r>
              <a:rPr kumimoji="1" lang="ja-JP" altLang="en-US"/>
              <a:t>フッター</a:t>
            </a:r>
            <a:r>
              <a:rPr kumimoji="1" lang="en-US" altLang="ja-JP" dirty="0"/>
              <a:t>(Optional)</a:t>
            </a:r>
            <a:endParaRPr kumimoji="1" lang="ja-JP" altLang="en-US"/>
          </a:p>
        </p:txBody>
      </p:sp>
      <p:sp>
        <p:nvSpPr>
          <p:cNvPr id="7" name="スライド番号プレースホルダー 6">
            <a:extLst>
              <a:ext uri="{FF2B5EF4-FFF2-40B4-BE49-F238E27FC236}">
                <a16:creationId xmlns:a16="http://schemas.microsoft.com/office/drawing/2014/main" id="{D0F74EF8-DAC5-ABDE-967F-99970C8F2254}"/>
              </a:ext>
            </a:extLst>
          </p:cNvPr>
          <p:cNvSpPr>
            <a:spLocks noGrp="1"/>
          </p:cNvSpPr>
          <p:nvPr>
            <p:ph type="sldNum" sz="quarter" idx="17"/>
          </p:nvPr>
        </p:nvSpPr>
        <p:spPr/>
        <p:txBody>
          <a:bodyPr/>
          <a:lstStyle/>
          <a:p>
            <a:fld id="{19CA33DB-3EF7-0D48-8164-B05E3E6F1758}" type="slidenum">
              <a:rPr kumimoji="1" lang="ja-JP" altLang="en-US" smtClean="0"/>
              <a:pPr/>
              <a:t>‹#›</a:t>
            </a:fld>
            <a:endParaRPr kumimoji="1" lang="ja-JP" altLang="en-US"/>
          </a:p>
        </p:txBody>
      </p:sp>
    </p:spTree>
    <p:extLst>
      <p:ext uri="{BB962C8B-B14F-4D97-AF65-F5344CB8AC3E}">
        <p14:creationId xmlns:p14="http://schemas.microsoft.com/office/powerpoint/2010/main" val="2476168976"/>
      </p:ext>
    </p:extLst>
  </p:cSld>
  <p:clrMapOvr>
    <a:masterClrMapping/>
  </p:clrMapOvr>
  <p:transition spd="med"/>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title, text (two columns, horizontal)">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12679C14-0CDA-9CA9-D7AF-EB1C55CB463A}"/>
              </a:ext>
            </a:extLst>
          </p:cNvPr>
          <p:cNvSpPr>
            <a:spLocks noGrp="1"/>
          </p:cNvSpPr>
          <p:nvPr>
            <p:ph type="title"/>
          </p:nvPr>
        </p:nvSpPr>
        <p:spPr/>
        <p:txBody>
          <a:bodyPr/>
          <a:lstStyle/>
          <a:p>
            <a:r>
              <a:rPr kumimoji="1" lang="ja-JP" altLang="en-US"/>
              <a:t>マスター タイトルの書式設定</a:t>
            </a:r>
          </a:p>
        </p:txBody>
      </p:sp>
      <p:sp>
        <p:nvSpPr>
          <p:cNvPr id="9" name="コンテンツ プレースホルダー 8">
            <a:extLst>
              <a:ext uri="{FF2B5EF4-FFF2-40B4-BE49-F238E27FC236}">
                <a16:creationId xmlns:a16="http://schemas.microsoft.com/office/drawing/2014/main" id="{681A0326-1E4C-E245-BFED-C13F18C44458}"/>
              </a:ext>
            </a:extLst>
          </p:cNvPr>
          <p:cNvSpPr>
            <a:spLocks noGrp="1"/>
          </p:cNvSpPr>
          <p:nvPr>
            <p:ph sz="quarter" idx="14"/>
          </p:nvPr>
        </p:nvSpPr>
        <p:spPr>
          <a:xfrm>
            <a:off x="292608" y="1533524"/>
            <a:ext cx="11612880" cy="2130552"/>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10" name="コンテンツ プレースホルダー 8">
            <a:extLst>
              <a:ext uri="{FF2B5EF4-FFF2-40B4-BE49-F238E27FC236}">
                <a16:creationId xmlns:a16="http://schemas.microsoft.com/office/drawing/2014/main" id="{9762304B-AF41-664C-932A-E43E39C4EE7D}"/>
              </a:ext>
            </a:extLst>
          </p:cNvPr>
          <p:cNvSpPr>
            <a:spLocks noGrp="1"/>
          </p:cNvSpPr>
          <p:nvPr>
            <p:ph sz="quarter" idx="15"/>
          </p:nvPr>
        </p:nvSpPr>
        <p:spPr>
          <a:xfrm>
            <a:off x="292608" y="3968496"/>
            <a:ext cx="11612880" cy="2130552"/>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3" name="フッター プレースホルダー 2">
            <a:extLst>
              <a:ext uri="{FF2B5EF4-FFF2-40B4-BE49-F238E27FC236}">
                <a16:creationId xmlns:a16="http://schemas.microsoft.com/office/drawing/2014/main" id="{4C185DA9-EB91-B697-478A-AC45634D9FA5}"/>
              </a:ext>
            </a:extLst>
          </p:cNvPr>
          <p:cNvSpPr>
            <a:spLocks noGrp="1"/>
          </p:cNvSpPr>
          <p:nvPr>
            <p:ph type="ftr" sz="quarter" idx="18"/>
          </p:nvPr>
        </p:nvSpPr>
        <p:spPr/>
        <p:txBody>
          <a:bodyPr/>
          <a:lstStyle/>
          <a:p>
            <a:r>
              <a:rPr kumimoji="1" lang="ja-JP" altLang="en-US"/>
              <a:t>フッター</a:t>
            </a:r>
            <a:r>
              <a:rPr kumimoji="1" lang="en-US" altLang="ja-JP" dirty="0"/>
              <a:t>(Optional)</a:t>
            </a:r>
            <a:endParaRPr kumimoji="1" lang="ja-JP" altLang="en-US"/>
          </a:p>
        </p:txBody>
      </p:sp>
      <p:sp>
        <p:nvSpPr>
          <p:cNvPr id="7" name="スライド番号プレースホルダー 6">
            <a:extLst>
              <a:ext uri="{FF2B5EF4-FFF2-40B4-BE49-F238E27FC236}">
                <a16:creationId xmlns:a16="http://schemas.microsoft.com/office/drawing/2014/main" id="{D0F74EF8-DAC5-ABDE-967F-99970C8F2254}"/>
              </a:ext>
            </a:extLst>
          </p:cNvPr>
          <p:cNvSpPr>
            <a:spLocks noGrp="1"/>
          </p:cNvSpPr>
          <p:nvPr>
            <p:ph type="sldNum" sz="quarter" idx="17"/>
          </p:nvPr>
        </p:nvSpPr>
        <p:spPr/>
        <p:txBody>
          <a:bodyPr/>
          <a:lstStyle/>
          <a:p>
            <a:fld id="{19CA33DB-3EF7-0D48-8164-B05E3E6F1758}" type="slidenum">
              <a:rPr kumimoji="1" lang="ja-JP" altLang="en-US" smtClean="0"/>
              <a:pPr/>
              <a:t>‹#›</a:t>
            </a:fld>
            <a:endParaRPr kumimoji="1" lang="ja-JP" altLang="en-US"/>
          </a:p>
        </p:txBody>
      </p:sp>
    </p:spTree>
    <p:extLst>
      <p:ext uri="{BB962C8B-B14F-4D97-AF65-F5344CB8AC3E}">
        <p14:creationId xmlns:p14="http://schemas.microsoft.com/office/powerpoint/2010/main" val="3246874977"/>
      </p:ext>
    </p:extLst>
  </p:cSld>
  <p:clrMapOvr>
    <a:masterClrMapping/>
  </p:clrMapOvr>
  <p:transition spd="med"/>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title, text (one columns)">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F52FDFC3-C2C5-907B-8904-7EBF92C96BE5}"/>
              </a:ext>
            </a:extLst>
          </p:cNvPr>
          <p:cNvSpPr>
            <a:spLocks noGrp="1"/>
          </p:cNvSpPr>
          <p:nvPr>
            <p:ph type="title"/>
          </p:nvPr>
        </p:nvSpPr>
        <p:spPr/>
        <p:txBody>
          <a:bodyPr/>
          <a:lstStyle/>
          <a:p>
            <a:r>
              <a:rPr kumimoji="1" lang="ja-JP" altLang="en-US"/>
              <a:t>マスター タイトルの書式設定</a:t>
            </a:r>
          </a:p>
        </p:txBody>
      </p:sp>
      <p:sp>
        <p:nvSpPr>
          <p:cNvPr id="7" name="コンテンツ プレースホルダー 6">
            <a:extLst>
              <a:ext uri="{FF2B5EF4-FFF2-40B4-BE49-F238E27FC236}">
                <a16:creationId xmlns:a16="http://schemas.microsoft.com/office/drawing/2014/main" id="{B93AF3D0-4266-224C-8033-93B4A3694DA9}"/>
              </a:ext>
            </a:extLst>
          </p:cNvPr>
          <p:cNvSpPr>
            <a:spLocks noGrp="1"/>
          </p:cNvSpPr>
          <p:nvPr>
            <p:ph sz="quarter" idx="15"/>
          </p:nvPr>
        </p:nvSpPr>
        <p:spPr>
          <a:xfrm>
            <a:off x="292608" y="1533525"/>
            <a:ext cx="11612880" cy="4559300"/>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フッター プレースホルダー 3">
            <a:extLst>
              <a:ext uri="{FF2B5EF4-FFF2-40B4-BE49-F238E27FC236}">
                <a16:creationId xmlns:a16="http://schemas.microsoft.com/office/drawing/2014/main" id="{B107795A-5E90-41FD-2DC9-F1CCEFE8F49F}"/>
              </a:ext>
            </a:extLst>
          </p:cNvPr>
          <p:cNvSpPr>
            <a:spLocks noGrp="1"/>
          </p:cNvSpPr>
          <p:nvPr>
            <p:ph type="ftr" sz="quarter" idx="16"/>
          </p:nvPr>
        </p:nvSpPr>
        <p:spPr/>
        <p:txBody>
          <a:bodyPr/>
          <a:lstStyle/>
          <a:p>
            <a:r>
              <a:rPr kumimoji="1" lang="ja-JP" altLang="en-US"/>
              <a:t>フッター</a:t>
            </a:r>
            <a:r>
              <a:rPr kumimoji="1" lang="en-US" altLang="ja-JP" dirty="0"/>
              <a:t>(Optional)</a:t>
            </a:r>
            <a:endParaRPr kumimoji="1" lang="ja-JP" altLang="en-US"/>
          </a:p>
        </p:txBody>
      </p:sp>
      <p:sp>
        <p:nvSpPr>
          <p:cNvPr id="6" name="スライド番号プレースホルダー 5">
            <a:extLst>
              <a:ext uri="{FF2B5EF4-FFF2-40B4-BE49-F238E27FC236}">
                <a16:creationId xmlns:a16="http://schemas.microsoft.com/office/drawing/2014/main" id="{F0EE9D71-7E35-5F92-CE10-FEAEE42CB90A}"/>
              </a:ext>
            </a:extLst>
          </p:cNvPr>
          <p:cNvSpPr>
            <a:spLocks noGrp="1"/>
          </p:cNvSpPr>
          <p:nvPr>
            <p:ph type="sldNum" sz="quarter" idx="17"/>
          </p:nvPr>
        </p:nvSpPr>
        <p:spPr/>
        <p:txBody>
          <a:bodyPr/>
          <a:lstStyle/>
          <a:p>
            <a:fld id="{19CA33DB-3EF7-0D48-8164-B05E3E6F1758}" type="slidenum">
              <a:rPr kumimoji="1" lang="ja-JP" altLang="en-US" smtClean="0"/>
              <a:pPr/>
              <a:t>‹#›</a:t>
            </a:fld>
            <a:endParaRPr kumimoji="1" lang="ja-JP" altLang="en-US"/>
          </a:p>
        </p:txBody>
      </p:sp>
    </p:spTree>
    <p:extLst>
      <p:ext uri="{BB962C8B-B14F-4D97-AF65-F5344CB8AC3E}">
        <p14:creationId xmlns:p14="http://schemas.microsoft.com/office/powerpoint/2010/main" val="500403401"/>
      </p:ext>
    </p:extLst>
  </p:cSld>
  <p:clrMapOvr>
    <a:masterClrMapping/>
  </p:clrMapOvr>
  <p:transition spd="med"/>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title, blank">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F8910878-5AC3-17C2-7888-558779725E9F}"/>
              </a:ext>
            </a:extLst>
          </p:cNvPr>
          <p:cNvSpPr>
            <a:spLocks noGrp="1"/>
          </p:cNvSpPr>
          <p:nvPr>
            <p:ph type="title"/>
          </p:nvPr>
        </p:nvSpPr>
        <p:spPr/>
        <p:txBody>
          <a:bodyPr/>
          <a:lstStyle/>
          <a:p>
            <a:r>
              <a:rPr kumimoji="1" lang="ja-JP" altLang="en-US"/>
              <a:t>マスター タイトルの書式設定</a:t>
            </a:r>
          </a:p>
        </p:txBody>
      </p:sp>
      <p:sp>
        <p:nvSpPr>
          <p:cNvPr id="3" name="フッター プレースホルダー 2">
            <a:extLst>
              <a:ext uri="{FF2B5EF4-FFF2-40B4-BE49-F238E27FC236}">
                <a16:creationId xmlns:a16="http://schemas.microsoft.com/office/drawing/2014/main" id="{0F7232FF-4E96-C763-84A1-B32F28EF728F}"/>
              </a:ext>
            </a:extLst>
          </p:cNvPr>
          <p:cNvSpPr>
            <a:spLocks noGrp="1"/>
          </p:cNvSpPr>
          <p:nvPr>
            <p:ph type="ftr" sz="quarter" idx="10"/>
          </p:nvPr>
        </p:nvSpPr>
        <p:spPr/>
        <p:txBody>
          <a:bodyPr/>
          <a:lstStyle/>
          <a:p>
            <a:r>
              <a:rPr kumimoji="1" lang="ja-JP" altLang="en-US"/>
              <a:t>フッター</a:t>
            </a:r>
            <a:r>
              <a:rPr kumimoji="1" lang="en-US" altLang="ja-JP" dirty="0"/>
              <a:t>(Optional)</a:t>
            </a:r>
            <a:endParaRPr kumimoji="1" lang="ja-JP" altLang="en-US"/>
          </a:p>
        </p:txBody>
      </p:sp>
      <p:sp>
        <p:nvSpPr>
          <p:cNvPr id="4" name="スライド番号プレースホルダー 3">
            <a:extLst>
              <a:ext uri="{FF2B5EF4-FFF2-40B4-BE49-F238E27FC236}">
                <a16:creationId xmlns:a16="http://schemas.microsoft.com/office/drawing/2014/main" id="{7CB8F9AF-B85C-EA34-6F6E-2D702C71D011}"/>
              </a:ext>
            </a:extLst>
          </p:cNvPr>
          <p:cNvSpPr>
            <a:spLocks noGrp="1"/>
          </p:cNvSpPr>
          <p:nvPr>
            <p:ph type="sldNum" sz="quarter" idx="11"/>
          </p:nvPr>
        </p:nvSpPr>
        <p:spPr/>
        <p:txBody>
          <a:bodyPr/>
          <a:lstStyle/>
          <a:p>
            <a:fld id="{19CA33DB-3EF7-0D48-8164-B05E3E6F1758}" type="slidenum">
              <a:rPr kumimoji="1" lang="ja-JP" altLang="en-US" smtClean="0"/>
              <a:pPr/>
              <a:t>‹#›</a:t>
            </a:fld>
            <a:endParaRPr kumimoji="1" lang="ja-JP" altLang="en-US"/>
          </a:p>
        </p:txBody>
      </p:sp>
    </p:spTree>
    <p:extLst>
      <p:ext uri="{BB962C8B-B14F-4D97-AF65-F5344CB8AC3E}">
        <p14:creationId xmlns:p14="http://schemas.microsoft.com/office/powerpoint/2010/main" val="1029829811"/>
      </p:ext>
    </p:extLst>
  </p:cSld>
  <p:clrMapOvr>
    <a:masterClrMapping/>
  </p:clrMapOvr>
  <p:transition spd="med"/>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白紙">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6A49D000-2B0C-7C88-64F7-6A9069FCF8F8}"/>
              </a:ext>
            </a:extLst>
          </p:cNvPr>
          <p:cNvSpPr>
            <a:spLocks noGrp="1"/>
          </p:cNvSpPr>
          <p:nvPr>
            <p:ph type="ftr" sz="quarter" idx="17"/>
          </p:nvPr>
        </p:nvSpPr>
        <p:spPr/>
        <p:txBody>
          <a:bodyPr/>
          <a:lstStyle/>
          <a:p>
            <a:r>
              <a:rPr kumimoji="1" lang="ja-JP" altLang="en-US"/>
              <a:t>フッター</a:t>
            </a:r>
            <a:r>
              <a:rPr kumimoji="1" lang="en-US" altLang="ja-JP" dirty="0"/>
              <a:t>(Optional)</a:t>
            </a:r>
            <a:endParaRPr kumimoji="1" lang="ja-JP" altLang="en-US"/>
          </a:p>
        </p:txBody>
      </p:sp>
      <p:sp>
        <p:nvSpPr>
          <p:cNvPr id="3" name="スライド番号プレースホルダー 2">
            <a:extLst>
              <a:ext uri="{FF2B5EF4-FFF2-40B4-BE49-F238E27FC236}">
                <a16:creationId xmlns:a16="http://schemas.microsoft.com/office/drawing/2014/main" id="{47DDCFE2-CADC-187A-AF2C-AA406B3DC3EA}"/>
              </a:ext>
            </a:extLst>
          </p:cNvPr>
          <p:cNvSpPr>
            <a:spLocks noGrp="1"/>
          </p:cNvSpPr>
          <p:nvPr>
            <p:ph type="sldNum" sz="quarter" idx="18"/>
          </p:nvPr>
        </p:nvSpPr>
        <p:spPr/>
        <p:txBody>
          <a:bodyPr/>
          <a:lstStyle/>
          <a:p>
            <a:fld id="{19CA33DB-3EF7-0D48-8164-B05E3E6F1758}" type="slidenum">
              <a:rPr kumimoji="1" lang="ja-JP" altLang="en-US" smtClean="0"/>
              <a:pPr/>
              <a:t>‹#›</a:t>
            </a:fld>
            <a:endParaRPr kumimoji="1" lang="ja-JP" altLang="en-US"/>
          </a:p>
        </p:txBody>
      </p:sp>
    </p:spTree>
    <p:extLst>
      <p:ext uri="{BB962C8B-B14F-4D97-AF65-F5344CB8AC3E}">
        <p14:creationId xmlns:p14="http://schemas.microsoft.com/office/powerpoint/2010/main" val="1132687580"/>
      </p:ext>
    </p:extLst>
  </p:cSld>
  <p:clrMapOvr>
    <a:masterClrMapping/>
  </p:clrMapOvr>
  <p:transition spd="med"/>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Legal disclaimer, one column">
    <p:bg>
      <p:bgPr>
        <a:solidFill>
          <a:schemeClr val="bg1"/>
        </a:solidFill>
        <a:effectLst/>
      </p:bgPr>
    </p:bg>
    <p:spTree>
      <p:nvGrpSpPr>
        <p:cNvPr id="1" name=""/>
        <p:cNvGrpSpPr/>
        <p:nvPr/>
      </p:nvGrpSpPr>
      <p:grpSpPr>
        <a:xfrm>
          <a:off x="0" y="0"/>
          <a:ext cx="0" cy="0"/>
          <a:chOff x="0" y="0"/>
          <a:chExt cx="0" cy="0"/>
        </a:xfrm>
      </p:grpSpPr>
      <p:cxnSp>
        <p:nvCxnSpPr>
          <p:cNvPr id="12" name="直線コネクタ 5">
            <a:extLst>
              <a:ext uri="{FF2B5EF4-FFF2-40B4-BE49-F238E27FC236}">
                <a16:creationId xmlns:a16="http://schemas.microsoft.com/office/drawing/2014/main" id="{7596CB4B-9834-2C48-3054-993AE17C406E}"/>
              </a:ext>
            </a:extLst>
          </p:cNvPr>
          <p:cNvCxnSpPr>
            <a:cxnSpLocks/>
          </p:cNvCxnSpPr>
          <p:nvPr userDrawn="1"/>
        </p:nvCxnSpPr>
        <p:spPr bwMode="auto">
          <a:xfrm>
            <a:off x="9142810" y="285366"/>
            <a:ext cx="0" cy="5806440"/>
          </a:xfrm>
          <a:prstGeom prst="line">
            <a:avLst/>
          </a:prstGeom>
          <a:ln w="635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5" name="タイトル 1">
            <a:extLst>
              <a:ext uri="{FF2B5EF4-FFF2-40B4-BE49-F238E27FC236}">
                <a16:creationId xmlns:a16="http://schemas.microsoft.com/office/drawing/2014/main" id="{F64418A7-04E3-FB16-D49E-3D3669EFA2E2}"/>
              </a:ext>
            </a:extLst>
          </p:cNvPr>
          <p:cNvSpPr>
            <a:spLocks noGrp="1"/>
          </p:cNvSpPr>
          <p:nvPr>
            <p:ph type="title"/>
          </p:nvPr>
        </p:nvSpPr>
        <p:spPr>
          <a:xfrm>
            <a:off x="292608" y="301751"/>
            <a:ext cx="2474278" cy="2752599"/>
          </a:xfrm>
        </p:spPr>
        <p:txBody>
          <a:bodyPr/>
          <a:lstStyle/>
          <a:p>
            <a:r>
              <a:rPr kumimoji="1" lang="ja-JP" altLang="en-US"/>
              <a:t>マスター タイトルの書式設定</a:t>
            </a:r>
          </a:p>
        </p:txBody>
      </p:sp>
      <p:sp>
        <p:nvSpPr>
          <p:cNvPr id="9" name="テキスト プレースホルダー 2">
            <a:extLst>
              <a:ext uri="{FF2B5EF4-FFF2-40B4-BE49-F238E27FC236}">
                <a16:creationId xmlns:a16="http://schemas.microsoft.com/office/drawing/2014/main" id="{6CDEF245-EC19-DD0A-9973-F27275544A0F}"/>
              </a:ext>
            </a:extLst>
          </p:cNvPr>
          <p:cNvSpPr>
            <a:spLocks noGrp="1"/>
          </p:cNvSpPr>
          <p:nvPr>
            <p:ph type="body" sz="quarter" idx="21" hasCustomPrompt="1"/>
          </p:nvPr>
        </p:nvSpPr>
        <p:spPr>
          <a:xfrm>
            <a:off x="9428163" y="301625"/>
            <a:ext cx="2474277" cy="5806440"/>
          </a:xfrm>
        </p:spPr>
        <p:txBody>
          <a:bodyPr/>
          <a:lstStyle>
            <a:lvl1pPr>
              <a:defRPr sz="800" b="0" i="0">
                <a:latin typeface="IBM Plex Sans" panose="020B0503050203000203" pitchFamily="34" charset="0"/>
                <a:ea typeface="IBM Plex Sans JP" panose="020B0503050203000203" pitchFamily="34" charset="-128"/>
              </a:defRPr>
            </a:lvl1pPr>
          </a:lstStyle>
          <a:p>
            <a:pPr lvl="0"/>
            <a:r>
              <a:rPr kumimoji="1" lang="ja-JP" altLang="en-US"/>
              <a:t>本書に含まれる情報は、貴社内部のご検討、評価の目的のために提供されるものです。貴社内でのご使用、複製、開示はこの目的のために必要な範囲でのみお願いします。</a:t>
            </a:r>
            <a:br>
              <a:rPr kumimoji="1" lang="en-US" altLang="ja-JP" dirty="0"/>
            </a:br>
            <a:r>
              <a:rPr kumimoji="1" lang="ja-JP" altLang="en-US"/>
              <a:t>貴社との間で正式な契約が成立した場合には、それに従ってこれをお取り扱い願います。なお、貴社にて既に取得されている情報については、これらの制限は及びません。</a:t>
            </a:r>
            <a:endParaRPr kumimoji="1" lang="en-US" altLang="ja-JP" dirty="0"/>
          </a:p>
          <a:p>
            <a:pPr lvl="0"/>
            <a:endParaRPr kumimoji="1" lang="en-US" altLang="ja-JP" dirty="0"/>
          </a:p>
          <a:p>
            <a:pPr lvl="0"/>
            <a:r>
              <a:rPr kumimoji="1" lang="en-US" altLang="ja-JP" dirty="0"/>
              <a:t>© Copyright IBM Corporation 2022. All rights reserved. </a:t>
            </a:r>
          </a:p>
          <a:p>
            <a:pPr lvl="0"/>
            <a:endParaRPr kumimoji="1" lang="en-US" altLang="ja-JP" dirty="0"/>
          </a:p>
          <a:p>
            <a:pPr lvl="0"/>
            <a:r>
              <a:rPr kumimoji="1" lang="en-US" altLang="ja-JP" dirty="0"/>
              <a:t>The information contained in these materials is provided for informational purposes only, and is provided AS IS without warranty of any kind, express or implied. Any statement of direction represents IBM’s current intent, is subject to change or withdrawal, and represent only goals and objectives. IBM, the IBM logo, and </a:t>
            </a:r>
            <a:r>
              <a:rPr kumimoji="1" lang="en-US" altLang="ja-JP" dirty="0" err="1"/>
              <a:t>ibm.com</a:t>
            </a:r>
            <a:r>
              <a:rPr kumimoji="1" lang="en-US" altLang="ja-JP" dirty="0"/>
              <a:t> are trademarks of IBM Corp., registered in many jurisdictions worldwide. Other product and service names might be trademarks of IBM or other companies. A current list of IBM trademarks is available at Copyright and trademark information.</a:t>
            </a:r>
            <a:endParaRPr kumimoji="1" lang="ja-JP" altLang="en-US"/>
          </a:p>
        </p:txBody>
      </p:sp>
      <p:sp>
        <p:nvSpPr>
          <p:cNvPr id="10" name="フッター プレースホルダー 3">
            <a:extLst>
              <a:ext uri="{FF2B5EF4-FFF2-40B4-BE49-F238E27FC236}">
                <a16:creationId xmlns:a16="http://schemas.microsoft.com/office/drawing/2014/main" id="{8A9F5192-4C6D-6CED-7BE7-CD1946704FD4}"/>
              </a:ext>
            </a:extLst>
          </p:cNvPr>
          <p:cNvSpPr>
            <a:spLocks noGrp="1"/>
          </p:cNvSpPr>
          <p:nvPr>
            <p:ph type="ftr" sz="quarter" idx="22"/>
          </p:nvPr>
        </p:nvSpPr>
        <p:spPr/>
        <p:txBody>
          <a:bodyPr/>
          <a:lstStyle/>
          <a:p>
            <a:r>
              <a:rPr kumimoji="1" lang="ja-JP" altLang="en-US"/>
              <a:t>フッター</a:t>
            </a:r>
            <a:r>
              <a:rPr kumimoji="1" lang="en-US" altLang="ja-JP" dirty="0"/>
              <a:t>(Optional)</a:t>
            </a:r>
            <a:endParaRPr kumimoji="1" lang="ja-JP" altLang="en-US"/>
          </a:p>
        </p:txBody>
      </p:sp>
      <p:sp>
        <p:nvSpPr>
          <p:cNvPr id="11" name="スライド番号プレースホルダー 4">
            <a:extLst>
              <a:ext uri="{FF2B5EF4-FFF2-40B4-BE49-F238E27FC236}">
                <a16:creationId xmlns:a16="http://schemas.microsoft.com/office/drawing/2014/main" id="{875CD6A7-B37C-4748-E1A4-F9C064A6EECF}"/>
              </a:ext>
            </a:extLst>
          </p:cNvPr>
          <p:cNvSpPr>
            <a:spLocks noGrp="1"/>
          </p:cNvSpPr>
          <p:nvPr>
            <p:ph type="sldNum" sz="quarter" idx="23"/>
          </p:nvPr>
        </p:nvSpPr>
        <p:spPr/>
        <p:txBody>
          <a:bodyPr/>
          <a:lstStyle/>
          <a:p>
            <a:fld id="{19CA33DB-3EF7-0D48-8164-B05E3E6F1758}" type="slidenum">
              <a:rPr kumimoji="1" lang="ja-JP" altLang="en-US" smtClean="0"/>
              <a:pPr/>
              <a:t>‹#›</a:t>
            </a:fld>
            <a:endParaRPr kumimoji="1" lang="ja-JP" altLang="en-US"/>
          </a:p>
        </p:txBody>
      </p:sp>
    </p:spTree>
    <p:extLst>
      <p:ext uri="{BB962C8B-B14F-4D97-AF65-F5344CB8AC3E}">
        <p14:creationId xmlns:p14="http://schemas.microsoft.com/office/powerpoint/2010/main" val="3123009229"/>
      </p:ext>
    </p:extLst>
  </p:cSld>
  <p:clrMapOvr>
    <a:masterClrMapping/>
  </p:clrMapOvr>
  <p:transition spd="med"/>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Legal disclaimer, two columns">
    <p:bg>
      <p:bgRef idx="1001">
        <a:schemeClr val="bg1"/>
      </p:bgRef>
    </p:bg>
    <p:spTree>
      <p:nvGrpSpPr>
        <p:cNvPr id="1" name=""/>
        <p:cNvGrpSpPr/>
        <p:nvPr/>
      </p:nvGrpSpPr>
      <p:grpSpPr>
        <a:xfrm>
          <a:off x="0" y="0"/>
          <a:ext cx="0" cy="0"/>
          <a:chOff x="0" y="0"/>
          <a:chExt cx="0" cy="0"/>
        </a:xfrm>
      </p:grpSpPr>
      <p:cxnSp>
        <p:nvCxnSpPr>
          <p:cNvPr id="6" name="直線コネクタ 6">
            <a:extLst>
              <a:ext uri="{FF2B5EF4-FFF2-40B4-BE49-F238E27FC236}">
                <a16:creationId xmlns:a16="http://schemas.microsoft.com/office/drawing/2014/main" id="{51905006-BB33-C5B9-1F37-35B745315A86}"/>
              </a:ext>
            </a:extLst>
          </p:cNvPr>
          <p:cNvCxnSpPr>
            <a:cxnSpLocks/>
          </p:cNvCxnSpPr>
          <p:nvPr userDrawn="1"/>
        </p:nvCxnSpPr>
        <p:spPr bwMode="auto">
          <a:xfrm>
            <a:off x="6096000" y="285366"/>
            <a:ext cx="0" cy="5806440"/>
          </a:xfrm>
          <a:prstGeom prst="line">
            <a:avLst/>
          </a:prstGeom>
          <a:ln w="635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7" name="直線コネクタ 7">
            <a:extLst>
              <a:ext uri="{FF2B5EF4-FFF2-40B4-BE49-F238E27FC236}">
                <a16:creationId xmlns:a16="http://schemas.microsoft.com/office/drawing/2014/main" id="{C143EE53-48A0-1069-7C69-075034B8CA0D}"/>
              </a:ext>
            </a:extLst>
          </p:cNvPr>
          <p:cNvCxnSpPr>
            <a:cxnSpLocks/>
          </p:cNvCxnSpPr>
          <p:nvPr userDrawn="1"/>
        </p:nvCxnSpPr>
        <p:spPr bwMode="auto">
          <a:xfrm>
            <a:off x="9142810" y="285366"/>
            <a:ext cx="0" cy="5806440"/>
          </a:xfrm>
          <a:prstGeom prst="line">
            <a:avLst/>
          </a:prstGeom>
          <a:ln w="635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3" name="タイトル 2">
            <a:extLst>
              <a:ext uri="{FF2B5EF4-FFF2-40B4-BE49-F238E27FC236}">
                <a16:creationId xmlns:a16="http://schemas.microsoft.com/office/drawing/2014/main" id="{834FB9A9-9F9A-13C4-C655-808FCEE6C745}"/>
              </a:ext>
            </a:extLst>
          </p:cNvPr>
          <p:cNvSpPr>
            <a:spLocks noGrp="1"/>
          </p:cNvSpPr>
          <p:nvPr>
            <p:ph type="title"/>
          </p:nvPr>
        </p:nvSpPr>
        <p:spPr>
          <a:xfrm>
            <a:off x="292608" y="301750"/>
            <a:ext cx="2478024" cy="2752600"/>
          </a:xfrm>
        </p:spPr>
        <p:txBody>
          <a:bodyPr/>
          <a:lstStyle/>
          <a:p>
            <a:r>
              <a:rPr kumimoji="1" lang="ja-JP" altLang="en-US"/>
              <a:t>マスター タイトルの書式設定</a:t>
            </a:r>
          </a:p>
        </p:txBody>
      </p:sp>
      <p:sp>
        <p:nvSpPr>
          <p:cNvPr id="4" name="テキスト プレースホルダー 3">
            <a:extLst>
              <a:ext uri="{FF2B5EF4-FFF2-40B4-BE49-F238E27FC236}">
                <a16:creationId xmlns:a16="http://schemas.microsoft.com/office/drawing/2014/main" id="{8C0F1926-6A65-FB6B-E538-5CCBF509BD6F}"/>
              </a:ext>
            </a:extLst>
          </p:cNvPr>
          <p:cNvSpPr>
            <a:spLocks noGrp="1"/>
          </p:cNvSpPr>
          <p:nvPr>
            <p:ph type="body" sz="quarter" idx="25"/>
          </p:nvPr>
        </p:nvSpPr>
        <p:spPr>
          <a:xfrm>
            <a:off x="6382512" y="304800"/>
            <a:ext cx="2478024" cy="5806440"/>
          </a:xfrm>
        </p:spPr>
        <p:txBody>
          <a:bodyPr/>
          <a:lstStyle>
            <a:lvl1pPr marL="0">
              <a:spcAft>
                <a:spcPts val="0"/>
              </a:spcAft>
              <a:defRPr sz="1200" b="0" i="0">
                <a:latin typeface="IBM Plex Sans Medm" panose="020B0503050203000203" pitchFamily="34" charset="0"/>
                <a:ea typeface="IBM Plex Sans JP Medm" panose="020B0503050203000203" pitchFamily="34" charset="-128"/>
              </a:defRPr>
            </a:lvl1pPr>
            <a:lvl2pPr marL="0" indent="0">
              <a:spcAft>
                <a:spcPts val="0"/>
              </a:spcAft>
              <a:buNone/>
              <a:defRPr sz="1200"/>
            </a:lvl2pPr>
            <a:lvl3pPr marL="0" indent="0">
              <a:spcAft>
                <a:spcPts val="0"/>
              </a:spcAft>
              <a:buNone/>
              <a:defRPr sz="1200"/>
            </a:lvl3pPr>
            <a:lvl4pPr marL="0" indent="0">
              <a:spcAft>
                <a:spcPts val="0"/>
              </a:spcAft>
              <a:buNone/>
              <a:defRPr sz="1200"/>
            </a:lvl4pPr>
            <a:lvl5pPr marL="0" indent="0">
              <a:spcAft>
                <a:spcPts val="0"/>
              </a:spcAft>
              <a:buNone/>
              <a:defRPr sz="1200"/>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14" name="テキスト プレースホルダー 13">
            <a:extLst>
              <a:ext uri="{FF2B5EF4-FFF2-40B4-BE49-F238E27FC236}">
                <a16:creationId xmlns:a16="http://schemas.microsoft.com/office/drawing/2014/main" id="{98F3A69E-0ADA-0739-A29D-D2AD980EB224}"/>
              </a:ext>
            </a:extLst>
          </p:cNvPr>
          <p:cNvSpPr>
            <a:spLocks noGrp="1"/>
          </p:cNvSpPr>
          <p:nvPr>
            <p:ph type="body" sz="quarter" idx="26" hasCustomPrompt="1"/>
          </p:nvPr>
        </p:nvSpPr>
        <p:spPr>
          <a:xfrm>
            <a:off x="9420225" y="304800"/>
            <a:ext cx="2478024" cy="5806440"/>
          </a:xfrm>
        </p:spPr>
        <p:txBody>
          <a:bodyPr/>
          <a:lstStyle>
            <a:lvl1pPr>
              <a:defRPr sz="800" b="0" i="0">
                <a:latin typeface="IBM Plex Sans" panose="020B0503050203000203" pitchFamily="34" charset="0"/>
                <a:ea typeface="IBM Plex Sans JP" panose="020B0503050203000203" pitchFamily="34" charset="-128"/>
              </a:defRPr>
            </a:lvl1pPr>
            <a:lvl2pPr marL="0" indent="0">
              <a:buNone/>
              <a:defRPr sz="800"/>
            </a:lvl2pPr>
            <a:lvl3pPr>
              <a:defRPr sz="800"/>
            </a:lvl3pPr>
            <a:lvl4pPr>
              <a:defRPr sz="800"/>
            </a:lvl4pPr>
            <a:lvl5pPr>
              <a:defRPr sz="800"/>
            </a:lvl5pPr>
          </a:lstStyle>
          <a:p>
            <a:pPr lvl="0"/>
            <a:r>
              <a:rPr kumimoji="1" lang="ja-JP" altLang="en-US"/>
              <a:t>本書に含まれる情報は、貴社内部のご検討、評価の目的のために提供されるものです。貴社内でのご使用、複製、開示はこの目的のために必要な範囲でのみお願いします。</a:t>
            </a:r>
            <a:br>
              <a:rPr kumimoji="1" lang="en-US" altLang="ja-JP" dirty="0"/>
            </a:br>
            <a:r>
              <a:rPr kumimoji="1" lang="ja-JP" altLang="en-US"/>
              <a:t>貴社との間で正式な契約が成立した場合には、それに従ってこれをお取り扱い願います。なお、貴社にて既に取得されている情報については、これらの制限は及びません。</a:t>
            </a:r>
            <a:endParaRPr kumimoji="1" lang="en-US" altLang="ja-JP" dirty="0"/>
          </a:p>
          <a:p>
            <a:pPr lvl="0"/>
            <a:endParaRPr kumimoji="1" lang="en-US" altLang="ja-JP" dirty="0"/>
          </a:p>
          <a:p>
            <a:pPr lvl="0"/>
            <a:r>
              <a:rPr kumimoji="1" lang="en-US" altLang="ja-JP" dirty="0"/>
              <a:t>© Copyright IBM Corporation 2022. All rights reserved. </a:t>
            </a:r>
          </a:p>
          <a:p>
            <a:pPr lvl="0"/>
            <a:endParaRPr kumimoji="1" lang="en-US" altLang="ja-JP" dirty="0"/>
          </a:p>
          <a:p>
            <a:pPr lvl="0"/>
            <a:r>
              <a:rPr kumimoji="1" lang="en-US" altLang="ja-JP" dirty="0"/>
              <a:t>The information contained in these materials is provided for informational purposes only, and is provided AS IS without warranty of any kind, express or implied. Any statement of direction represents IBM’s current intent, is subject to change or withdrawal, and represent only goals and objectives. IBM, the IBM logo, and </a:t>
            </a:r>
            <a:r>
              <a:rPr kumimoji="1" lang="en-US" altLang="ja-JP" dirty="0" err="1"/>
              <a:t>ibm.com</a:t>
            </a:r>
            <a:r>
              <a:rPr kumimoji="1" lang="en-US" altLang="ja-JP" dirty="0"/>
              <a:t> are trademarks of IBM Corp., registered in many jurisdictions worldwide. Other product and service names might be trademarks of IBM or other companies. A current list of IBM trademarks is available at Copyright and trademark information.</a:t>
            </a:r>
            <a:endParaRPr kumimoji="1" lang="ja-JP" altLang="en-US"/>
          </a:p>
        </p:txBody>
      </p:sp>
      <p:sp>
        <p:nvSpPr>
          <p:cNvPr id="9" name="フッター プレースホルダー 8">
            <a:extLst>
              <a:ext uri="{FF2B5EF4-FFF2-40B4-BE49-F238E27FC236}">
                <a16:creationId xmlns:a16="http://schemas.microsoft.com/office/drawing/2014/main" id="{10570302-2B03-B3BA-7162-5F91A81446A3}"/>
              </a:ext>
            </a:extLst>
          </p:cNvPr>
          <p:cNvSpPr>
            <a:spLocks noGrp="1"/>
          </p:cNvSpPr>
          <p:nvPr>
            <p:ph type="ftr" sz="quarter" idx="19"/>
          </p:nvPr>
        </p:nvSpPr>
        <p:spPr/>
        <p:txBody>
          <a:bodyPr/>
          <a:lstStyle/>
          <a:p>
            <a:r>
              <a:rPr kumimoji="1" lang="ja-JP" altLang="en-US"/>
              <a:t>フッター</a:t>
            </a:r>
            <a:r>
              <a:rPr kumimoji="1" lang="en-US" altLang="ja-JP" dirty="0"/>
              <a:t>(Optional)</a:t>
            </a:r>
            <a:endParaRPr kumimoji="1" lang="ja-JP" altLang="en-US"/>
          </a:p>
        </p:txBody>
      </p:sp>
      <p:sp>
        <p:nvSpPr>
          <p:cNvPr id="10" name="スライド番号プレースホルダー 9">
            <a:extLst>
              <a:ext uri="{FF2B5EF4-FFF2-40B4-BE49-F238E27FC236}">
                <a16:creationId xmlns:a16="http://schemas.microsoft.com/office/drawing/2014/main" id="{ADE0AE02-8C77-E051-2352-B8B8949D308E}"/>
              </a:ext>
            </a:extLst>
          </p:cNvPr>
          <p:cNvSpPr>
            <a:spLocks noGrp="1"/>
          </p:cNvSpPr>
          <p:nvPr>
            <p:ph type="sldNum" sz="quarter" idx="20"/>
          </p:nvPr>
        </p:nvSpPr>
        <p:spPr/>
        <p:txBody>
          <a:bodyPr/>
          <a:lstStyle/>
          <a:p>
            <a:fld id="{19CA33DB-3EF7-0D48-8164-B05E3E6F1758}" type="slidenum">
              <a:rPr kumimoji="1" lang="ja-JP" altLang="en-US" smtClean="0"/>
              <a:pPr/>
              <a:t>‹#›</a:t>
            </a:fld>
            <a:endParaRPr kumimoji="1" lang="ja-JP" altLang="en-US"/>
          </a:p>
        </p:txBody>
      </p:sp>
    </p:spTree>
    <p:extLst>
      <p:ext uri="{BB962C8B-B14F-4D97-AF65-F5344CB8AC3E}">
        <p14:creationId xmlns:p14="http://schemas.microsoft.com/office/powerpoint/2010/main" val="2951447426"/>
      </p:ext>
    </p:extLst>
  </p:cSld>
  <p:clrMapOvr>
    <a:overrideClrMapping bg1="lt1" tx1="dk1" bg2="lt2" tx2="dk2" accent1="accent1" accent2="accent2" accent3="accent3" accent4="accent4" accent5="accent5" accent6="accent6" hlink="hlink" folHlink="folHlink"/>
  </p:clrMapOvr>
  <p:transition spd="med"/>
</p:sldLayout>
</file>

<file path=ppt/slideLayouts/slideLayout120.xml><?xml version="1.0" encoding="utf-8"?>
<p:sldLayout xmlns:a="http://schemas.openxmlformats.org/drawingml/2006/main" xmlns:r="http://schemas.openxmlformats.org/officeDocument/2006/relationships" xmlns:p="http://schemas.openxmlformats.org/presentationml/2006/main" showMasterSp="0" preserve="1" userDrawn="1">
  <p:cSld name="End slide">
    <p:bg>
      <p:bgPr>
        <a:solidFill>
          <a:schemeClr val="bg1"/>
        </a:solidFill>
        <a:effectLst/>
      </p:bgPr>
    </p:bg>
    <p:spTree>
      <p:nvGrpSpPr>
        <p:cNvPr id="1" name=""/>
        <p:cNvGrpSpPr/>
        <p:nvPr/>
      </p:nvGrpSpPr>
      <p:grpSpPr>
        <a:xfrm>
          <a:off x="0" y="0"/>
          <a:ext cx="0" cy="0"/>
          <a:chOff x="0" y="0"/>
          <a:chExt cx="0" cy="0"/>
        </a:xfrm>
      </p:grpSpPr>
      <p:grpSp>
        <p:nvGrpSpPr>
          <p:cNvPr id="52" name="グループ化 51">
            <a:extLst>
              <a:ext uri="{FF2B5EF4-FFF2-40B4-BE49-F238E27FC236}">
                <a16:creationId xmlns:a16="http://schemas.microsoft.com/office/drawing/2014/main" id="{BE115D8E-DA06-19B7-7E30-159721348469}"/>
              </a:ext>
            </a:extLst>
          </p:cNvPr>
          <p:cNvGrpSpPr/>
          <p:nvPr userDrawn="1"/>
        </p:nvGrpSpPr>
        <p:grpSpPr>
          <a:xfrm>
            <a:off x="-137160" y="-138793"/>
            <a:ext cx="12454128" cy="7133953"/>
            <a:chOff x="-137160" y="-138793"/>
            <a:chExt cx="12454128" cy="7133953"/>
          </a:xfrm>
        </p:grpSpPr>
        <p:cxnSp>
          <p:nvCxnSpPr>
            <p:cNvPr id="53" name="直線コネクタ 52">
              <a:extLst>
                <a:ext uri="{FF2B5EF4-FFF2-40B4-BE49-F238E27FC236}">
                  <a16:creationId xmlns:a16="http://schemas.microsoft.com/office/drawing/2014/main" id="{74E94ADC-01AE-A0D4-8CE6-ED3960F87F05}"/>
                </a:ext>
              </a:extLst>
            </p:cNvPr>
            <p:cNvCxnSpPr/>
            <p:nvPr/>
          </p:nvCxnSpPr>
          <p:spPr>
            <a:xfrm>
              <a:off x="285750" y="-138793"/>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54" name="直線コネクタ 53">
              <a:extLst>
                <a:ext uri="{FF2B5EF4-FFF2-40B4-BE49-F238E27FC236}">
                  <a16:creationId xmlns:a16="http://schemas.microsoft.com/office/drawing/2014/main" id="{FA6A5897-F82C-5E1D-BAC4-1B7A4AF3A4F3}"/>
                </a:ext>
              </a:extLst>
            </p:cNvPr>
            <p:cNvCxnSpPr/>
            <p:nvPr/>
          </p:nvCxnSpPr>
          <p:spPr>
            <a:xfrm>
              <a:off x="1524000" y="-138793"/>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55" name="直線コネクタ 54">
              <a:extLst>
                <a:ext uri="{FF2B5EF4-FFF2-40B4-BE49-F238E27FC236}">
                  <a16:creationId xmlns:a16="http://schemas.microsoft.com/office/drawing/2014/main" id="{5D86B836-115A-1810-3C5A-E5AA62E62C27}"/>
                </a:ext>
              </a:extLst>
            </p:cNvPr>
            <p:cNvCxnSpPr/>
            <p:nvPr/>
          </p:nvCxnSpPr>
          <p:spPr>
            <a:xfrm>
              <a:off x="2765425" y="-138793"/>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56" name="直線コネクタ 55">
              <a:extLst>
                <a:ext uri="{FF2B5EF4-FFF2-40B4-BE49-F238E27FC236}">
                  <a16:creationId xmlns:a16="http://schemas.microsoft.com/office/drawing/2014/main" id="{C97B0F0A-CA71-1D75-AD71-E3E659779DED}"/>
                </a:ext>
              </a:extLst>
            </p:cNvPr>
            <p:cNvCxnSpPr/>
            <p:nvPr/>
          </p:nvCxnSpPr>
          <p:spPr>
            <a:xfrm>
              <a:off x="3051175" y="-138793"/>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57" name="直線コネクタ 56">
              <a:extLst>
                <a:ext uri="{FF2B5EF4-FFF2-40B4-BE49-F238E27FC236}">
                  <a16:creationId xmlns:a16="http://schemas.microsoft.com/office/drawing/2014/main" id="{69A1E770-0D28-72F6-7DCF-9DCD44CFBC07}"/>
                </a:ext>
              </a:extLst>
            </p:cNvPr>
            <p:cNvCxnSpPr>
              <a:cxnSpLocks/>
            </p:cNvCxnSpPr>
            <p:nvPr/>
          </p:nvCxnSpPr>
          <p:spPr>
            <a:xfrm>
              <a:off x="3340957" y="-138793"/>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58" name="直線コネクタ 57">
              <a:extLst>
                <a:ext uri="{FF2B5EF4-FFF2-40B4-BE49-F238E27FC236}">
                  <a16:creationId xmlns:a16="http://schemas.microsoft.com/office/drawing/2014/main" id="{E9CE13F4-2172-F460-4E09-01C958603F2B}"/>
                </a:ext>
              </a:extLst>
            </p:cNvPr>
            <p:cNvCxnSpPr>
              <a:cxnSpLocks/>
            </p:cNvCxnSpPr>
            <p:nvPr/>
          </p:nvCxnSpPr>
          <p:spPr>
            <a:xfrm>
              <a:off x="4575175" y="-138793"/>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59" name="直線コネクタ 58">
              <a:extLst>
                <a:ext uri="{FF2B5EF4-FFF2-40B4-BE49-F238E27FC236}">
                  <a16:creationId xmlns:a16="http://schemas.microsoft.com/office/drawing/2014/main" id="{7BFCF1C0-0250-95F6-3D5F-19953AABF052}"/>
                </a:ext>
              </a:extLst>
            </p:cNvPr>
            <p:cNvCxnSpPr>
              <a:cxnSpLocks/>
            </p:cNvCxnSpPr>
            <p:nvPr/>
          </p:nvCxnSpPr>
          <p:spPr>
            <a:xfrm>
              <a:off x="5819775" y="-138793"/>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60" name="直線コネクタ 59">
              <a:extLst>
                <a:ext uri="{FF2B5EF4-FFF2-40B4-BE49-F238E27FC236}">
                  <a16:creationId xmlns:a16="http://schemas.microsoft.com/office/drawing/2014/main" id="{48B6E93C-A65D-C9A7-E756-6348D67D2216}"/>
                </a:ext>
              </a:extLst>
            </p:cNvPr>
            <p:cNvCxnSpPr>
              <a:cxnSpLocks/>
            </p:cNvCxnSpPr>
            <p:nvPr/>
          </p:nvCxnSpPr>
          <p:spPr>
            <a:xfrm>
              <a:off x="6096000" y="-138793"/>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61" name="直線コネクタ 60">
              <a:extLst>
                <a:ext uri="{FF2B5EF4-FFF2-40B4-BE49-F238E27FC236}">
                  <a16:creationId xmlns:a16="http://schemas.microsoft.com/office/drawing/2014/main" id="{2670E33A-B2F8-F182-5E7E-2F28F418ED9D}"/>
                </a:ext>
              </a:extLst>
            </p:cNvPr>
            <p:cNvCxnSpPr>
              <a:cxnSpLocks/>
            </p:cNvCxnSpPr>
            <p:nvPr/>
          </p:nvCxnSpPr>
          <p:spPr>
            <a:xfrm>
              <a:off x="6380512" y="-138793"/>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62" name="直線コネクタ 61">
              <a:extLst>
                <a:ext uri="{FF2B5EF4-FFF2-40B4-BE49-F238E27FC236}">
                  <a16:creationId xmlns:a16="http://schemas.microsoft.com/office/drawing/2014/main" id="{F6C6D298-D5F8-BA8B-EE68-17810A8F3466}"/>
                </a:ext>
              </a:extLst>
            </p:cNvPr>
            <p:cNvCxnSpPr>
              <a:cxnSpLocks/>
            </p:cNvCxnSpPr>
            <p:nvPr/>
          </p:nvCxnSpPr>
          <p:spPr>
            <a:xfrm>
              <a:off x="7616825" y="-138793"/>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63" name="直線コネクタ 62">
              <a:extLst>
                <a:ext uri="{FF2B5EF4-FFF2-40B4-BE49-F238E27FC236}">
                  <a16:creationId xmlns:a16="http://schemas.microsoft.com/office/drawing/2014/main" id="{E481BCD1-1951-97AA-B07A-F6C8DAF7485F}"/>
                </a:ext>
              </a:extLst>
            </p:cNvPr>
            <p:cNvCxnSpPr>
              <a:cxnSpLocks/>
            </p:cNvCxnSpPr>
            <p:nvPr/>
          </p:nvCxnSpPr>
          <p:spPr>
            <a:xfrm>
              <a:off x="8861425" y="-138793"/>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64" name="直線コネクタ 63">
              <a:extLst>
                <a:ext uri="{FF2B5EF4-FFF2-40B4-BE49-F238E27FC236}">
                  <a16:creationId xmlns:a16="http://schemas.microsoft.com/office/drawing/2014/main" id="{6B2B60DB-0786-D3E5-D303-A525F044233F}"/>
                </a:ext>
              </a:extLst>
            </p:cNvPr>
            <p:cNvCxnSpPr>
              <a:cxnSpLocks/>
            </p:cNvCxnSpPr>
            <p:nvPr/>
          </p:nvCxnSpPr>
          <p:spPr>
            <a:xfrm>
              <a:off x="9144000" y="-138793"/>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65" name="直線コネクタ 64">
              <a:extLst>
                <a:ext uri="{FF2B5EF4-FFF2-40B4-BE49-F238E27FC236}">
                  <a16:creationId xmlns:a16="http://schemas.microsoft.com/office/drawing/2014/main" id="{EAD57BF4-32A1-82E0-7E76-53520A726E67}"/>
                </a:ext>
              </a:extLst>
            </p:cNvPr>
            <p:cNvCxnSpPr>
              <a:cxnSpLocks/>
            </p:cNvCxnSpPr>
            <p:nvPr/>
          </p:nvCxnSpPr>
          <p:spPr>
            <a:xfrm>
              <a:off x="9420225" y="-138793"/>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66" name="直線コネクタ 65">
              <a:extLst>
                <a:ext uri="{FF2B5EF4-FFF2-40B4-BE49-F238E27FC236}">
                  <a16:creationId xmlns:a16="http://schemas.microsoft.com/office/drawing/2014/main" id="{02640458-A4C8-C9D1-0335-D25B7677A59B}"/>
                </a:ext>
              </a:extLst>
            </p:cNvPr>
            <p:cNvCxnSpPr>
              <a:cxnSpLocks/>
            </p:cNvCxnSpPr>
            <p:nvPr/>
          </p:nvCxnSpPr>
          <p:spPr>
            <a:xfrm>
              <a:off x="10671175" y="-138793"/>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67" name="直線コネクタ 66">
              <a:extLst>
                <a:ext uri="{FF2B5EF4-FFF2-40B4-BE49-F238E27FC236}">
                  <a16:creationId xmlns:a16="http://schemas.microsoft.com/office/drawing/2014/main" id="{ECC4A5A6-B5FE-1BC8-503A-0EC14B3F8182}"/>
                </a:ext>
              </a:extLst>
            </p:cNvPr>
            <p:cNvCxnSpPr>
              <a:cxnSpLocks/>
            </p:cNvCxnSpPr>
            <p:nvPr/>
          </p:nvCxnSpPr>
          <p:spPr>
            <a:xfrm>
              <a:off x="11905012" y="-138793"/>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68" name="直線コネクタ 67">
              <a:extLst>
                <a:ext uri="{FF2B5EF4-FFF2-40B4-BE49-F238E27FC236}">
                  <a16:creationId xmlns:a16="http://schemas.microsoft.com/office/drawing/2014/main" id="{BAC7B4EE-E2CC-FF21-9AA3-2FBADD6DE4E9}"/>
                </a:ext>
              </a:extLst>
            </p:cNvPr>
            <p:cNvCxnSpPr>
              <a:cxnSpLocks/>
            </p:cNvCxnSpPr>
            <p:nvPr/>
          </p:nvCxnSpPr>
          <p:spPr>
            <a:xfrm>
              <a:off x="285750" y="6885432"/>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69" name="直線コネクタ 68">
              <a:extLst>
                <a:ext uri="{FF2B5EF4-FFF2-40B4-BE49-F238E27FC236}">
                  <a16:creationId xmlns:a16="http://schemas.microsoft.com/office/drawing/2014/main" id="{B6A2B18A-A919-E1B6-4200-B4B0EE358DCF}"/>
                </a:ext>
              </a:extLst>
            </p:cNvPr>
            <p:cNvCxnSpPr>
              <a:cxnSpLocks/>
            </p:cNvCxnSpPr>
            <p:nvPr/>
          </p:nvCxnSpPr>
          <p:spPr>
            <a:xfrm>
              <a:off x="1524000" y="6885432"/>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0" name="直線コネクタ 69">
              <a:extLst>
                <a:ext uri="{FF2B5EF4-FFF2-40B4-BE49-F238E27FC236}">
                  <a16:creationId xmlns:a16="http://schemas.microsoft.com/office/drawing/2014/main" id="{5D48F3CD-E056-ECC5-4A01-605C9B30C11F}"/>
                </a:ext>
              </a:extLst>
            </p:cNvPr>
            <p:cNvCxnSpPr>
              <a:cxnSpLocks/>
            </p:cNvCxnSpPr>
            <p:nvPr/>
          </p:nvCxnSpPr>
          <p:spPr>
            <a:xfrm>
              <a:off x="2765425" y="6885432"/>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1" name="直線コネクタ 70">
              <a:extLst>
                <a:ext uri="{FF2B5EF4-FFF2-40B4-BE49-F238E27FC236}">
                  <a16:creationId xmlns:a16="http://schemas.microsoft.com/office/drawing/2014/main" id="{5D145F95-E25B-0B66-49E8-563D6BF75ED1}"/>
                </a:ext>
              </a:extLst>
            </p:cNvPr>
            <p:cNvCxnSpPr>
              <a:cxnSpLocks/>
            </p:cNvCxnSpPr>
            <p:nvPr/>
          </p:nvCxnSpPr>
          <p:spPr>
            <a:xfrm>
              <a:off x="3051175" y="6885432"/>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2" name="直線コネクタ 71">
              <a:extLst>
                <a:ext uri="{FF2B5EF4-FFF2-40B4-BE49-F238E27FC236}">
                  <a16:creationId xmlns:a16="http://schemas.microsoft.com/office/drawing/2014/main" id="{A27EA511-D4A9-21A6-7CA5-81FA3FE865BF}"/>
                </a:ext>
              </a:extLst>
            </p:cNvPr>
            <p:cNvCxnSpPr>
              <a:cxnSpLocks/>
            </p:cNvCxnSpPr>
            <p:nvPr/>
          </p:nvCxnSpPr>
          <p:spPr>
            <a:xfrm>
              <a:off x="3340957" y="6885432"/>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3" name="直線コネクタ 72">
              <a:extLst>
                <a:ext uri="{FF2B5EF4-FFF2-40B4-BE49-F238E27FC236}">
                  <a16:creationId xmlns:a16="http://schemas.microsoft.com/office/drawing/2014/main" id="{6C5F072F-056C-F6AF-1EFC-B3244973D36A}"/>
                </a:ext>
              </a:extLst>
            </p:cNvPr>
            <p:cNvCxnSpPr>
              <a:cxnSpLocks/>
            </p:cNvCxnSpPr>
            <p:nvPr/>
          </p:nvCxnSpPr>
          <p:spPr>
            <a:xfrm>
              <a:off x="4575175" y="6885432"/>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4" name="直線コネクタ 73">
              <a:extLst>
                <a:ext uri="{FF2B5EF4-FFF2-40B4-BE49-F238E27FC236}">
                  <a16:creationId xmlns:a16="http://schemas.microsoft.com/office/drawing/2014/main" id="{ACE1EC92-11D6-0835-46A4-8FC2E9E50D82}"/>
                </a:ext>
              </a:extLst>
            </p:cNvPr>
            <p:cNvCxnSpPr>
              <a:cxnSpLocks/>
            </p:cNvCxnSpPr>
            <p:nvPr/>
          </p:nvCxnSpPr>
          <p:spPr>
            <a:xfrm>
              <a:off x="5819775" y="6885432"/>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5" name="直線コネクタ 74">
              <a:extLst>
                <a:ext uri="{FF2B5EF4-FFF2-40B4-BE49-F238E27FC236}">
                  <a16:creationId xmlns:a16="http://schemas.microsoft.com/office/drawing/2014/main" id="{95561E05-1BCA-B626-F594-DE7D34D93903}"/>
                </a:ext>
              </a:extLst>
            </p:cNvPr>
            <p:cNvCxnSpPr>
              <a:cxnSpLocks/>
            </p:cNvCxnSpPr>
            <p:nvPr/>
          </p:nvCxnSpPr>
          <p:spPr>
            <a:xfrm>
              <a:off x="6096000" y="6885432"/>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6" name="直線コネクタ 75">
              <a:extLst>
                <a:ext uri="{FF2B5EF4-FFF2-40B4-BE49-F238E27FC236}">
                  <a16:creationId xmlns:a16="http://schemas.microsoft.com/office/drawing/2014/main" id="{EB2234EB-8ADF-7DE1-6CCB-FB69E608A893}"/>
                </a:ext>
              </a:extLst>
            </p:cNvPr>
            <p:cNvCxnSpPr>
              <a:cxnSpLocks/>
            </p:cNvCxnSpPr>
            <p:nvPr/>
          </p:nvCxnSpPr>
          <p:spPr>
            <a:xfrm>
              <a:off x="6380512" y="6885432"/>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7" name="直線コネクタ 76">
              <a:extLst>
                <a:ext uri="{FF2B5EF4-FFF2-40B4-BE49-F238E27FC236}">
                  <a16:creationId xmlns:a16="http://schemas.microsoft.com/office/drawing/2014/main" id="{FF7D0E05-3311-1CE0-BD24-AD089C51B3DD}"/>
                </a:ext>
              </a:extLst>
            </p:cNvPr>
            <p:cNvCxnSpPr>
              <a:cxnSpLocks/>
            </p:cNvCxnSpPr>
            <p:nvPr/>
          </p:nvCxnSpPr>
          <p:spPr>
            <a:xfrm>
              <a:off x="7616825" y="6885432"/>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8" name="直線コネクタ 77">
              <a:extLst>
                <a:ext uri="{FF2B5EF4-FFF2-40B4-BE49-F238E27FC236}">
                  <a16:creationId xmlns:a16="http://schemas.microsoft.com/office/drawing/2014/main" id="{D8F0D6D7-D759-97EC-9423-6291BB32928B}"/>
                </a:ext>
              </a:extLst>
            </p:cNvPr>
            <p:cNvCxnSpPr>
              <a:cxnSpLocks/>
            </p:cNvCxnSpPr>
            <p:nvPr/>
          </p:nvCxnSpPr>
          <p:spPr>
            <a:xfrm>
              <a:off x="8861425" y="6885432"/>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9" name="直線コネクタ 78">
              <a:extLst>
                <a:ext uri="{FF2B5EF4-FFF2-40B4-BE49-F238E27FC236}">
                  <a16:creationId xmlns:a16="http://schemas.microsoft.com/office/drawing/2014/main" id="{AA6CE021-2016-0B07-46C8-4805F3FDF5FB}"/>
                </a:ext>
              </a:extLst>
            </p:cNvPr>
            <p:cNvCxnSpPr>
              <a:cxnSpLocks/>
            </p:cNvCxnSpPr>
            <p:nvPr/>
          </p:nvCxnSpPr>
          <p:spPr>
            <a:xfrm>
              <a:off x="9144000" y="6885432"/>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0" name="直線コネクタ 79">
              <a:extLst>
                <a:ext uri="{FF2B5EF4-FFF2-40B4-BE49-F238E27FC236}">
                  <a16:creationId xmlns:a16="http://schemas.microsoft.com/office/drawing/2014/main" id="{B6E6B601-EF48-C23F-949A-15E01FBFA103}"/>
                </a:ext>
              </a:extLst>
            </p:cNvPr>
            <p:cNvCxnSpPr>
              <a:cxnSpLocks/>
            </p:cNvCxnSpPr>
            <p:nvPr/>
          </p:nvCxnSpPr>
          <p:spPr>
            <a:xfrm>
              <a:off x="9420225" y="6885432"/>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1" name="直線コネクタ 80">
              <a:extLst>
                <a:ext uri="{FF2B5EF4-FFF2-40B4-BE49-F238E27FC236}">
                  <a16:creationId xmlns:a16="http://schemas.microsoft.com/office/drawing/2014/main" id="{670BD6E1-E02A-9D4F-DEA1-677F7CDB16D8}"/>
                </a:ext>
              </a:extLst>
            </p:cNvPr>
            <p:cNvCxnSpPr>
              <a:cxnSpLocks/>
            </p:cNvCxnSpPr>
            <p:nvPr/>
          </p:nvCxnSpPr>
          <p:spPr>
            <a:xfrm>
              <a:off x="10671175" y="6885432"/>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2" name="直線コネクタ 81">
              <a:extLst>
                <a:ext uri="{FF2B5EF4-FFF2-40B4-BE49-F238E27FC236}">
                  <a16:creationId xmlns:a16="http://schemas.microsoft.com/office/drawing/2014/main" id="{A7E7944B-5664-876B-FD5D-863F86232552}"/>
                </a:ext>
              </a:extLst>
            </p:cNvPr>
            <p:cNvCxnSpPr>
              <a:cxnSpLocks/>
            </p:cNvCxnSpPr>
            <p:nvPr/>
          </p:nvCxnSpPr>
          <p:spPr>
            <a:xfrm>
              <a:off x="11905012" y="6885432"/>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3" name="直線コネクタ 82">
              <a:extLst>
                <a:ext uri="{FF2B5EF4-FFF2-40B4-BE49-F238E27FC236}">
                  <a16:creationId xmlns:a16="http://schemas.microsoft.com/office/drawing/2014/main" id="{D14AC67E-97F9-8C2E-FF25-3A0698CAD980}"/>
                </a:ext>
              </a:extLst>
            </p:cNvPr>
            <p:cNvCxnSpPr>
              <a:cxnSpLocks/>
            </p:cNvCxnSpPr>
            <p:nvPr/>
          </p:nvCxnSpPr>
          <p:spPr>
            <a:xfrm>
              <a:off x="-137160" y="302895"/>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4" name="直線コネクタ 83">
              <a:extLst>
                <a:ext uri="{FF2B5EF4-FFF2-40B4-BE49-F238E27FC236}">
                  <a16:creationId xmlns:a16="http://schemas.microsoft.com/office/drawing/2014/main" id="{D5ACC444-EBA8-228E-D32A-FCD0880CCA66}"/>
                </a:ext>
              </a:extLst>
            </p:cNvPr>
            <p:cNvCxnSpPr>
              <a:cxnSpLocks/>
            </p:cNvCxnSpPr>
            <p:nvPr/>
          </p:nvCxnSpPr>
          <p:spPr>
            <a:xfrm>
              <a:off x="-137160" y="774476"/>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5" name="直線コネクタ 84">
              <a:extLst>
                <a:ext uri="{FF2B5EF4-FFF2-40B4-BE49-F238E27FC236}">
                  <a16:creationId xmlns:a16="http://schemas.microsoft.com/office/drawing/2014/main" id="{4E0A8B38-7255-858E-1A80-9C8CC526C115}"/>
                </a:ext>
              </a:extLst>
            </p:cNvPr>
            <p:cNvCxnSpPr>
              <a:cxnSpLocks/>
            </p:cNvCxnSpPr>
            <p:nvPr/>
          </p:nvCxnSpPr>
          <p:spPr>
            <a:xfrm>
              <a:off x="-137160" y="1534349"/>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6" name="直線コネクタ 85">
              <a:extLst>
                <a:ext uri="{FF2B5EF4-FFF2-40B4-BE49-F238E27FC236}">
                  <a16:creationId xmlns:a16="http://schemas.microsoft.com/office/drawing/2014/main" id="{E2CED85F-4388-FAAC-8711-D5B5DDC98ABE}"/>
                </a:ext>
              </a:extLst>
            </p:cNvPr>
            <p:cNvCxnSpPr>
              <a:cxnSpLocks/>
            </p:cNvCxnSpPr>
            <p:nvPr/>
          </p:nvCxnSpPr>
          <p:spPr>
            <a:xfrm>
              <a:off x="-137160" y="2294222"/>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7" name="直線コネクタ 86">
              <a:extLst>
                <a:ext uri="{FF2B5EF4-FFF2-40B4-BE49-F238E27FC236}">
                  <a16:creationId xmlns:a16="http://schemas.microsoft.com/office/drawing/2014/main" id="{A0C5F4A5-A93D-605E-DE1B-6417964FC81F}"/>
                </a:ext>
              </a:extLst>
            </p:cNvPr>
            <p:cNvCxnSpPr>
              <a:cxnSpLocks/>
            </p:cNvCxnSpPr>
            <p:nvPr/>
          </p:nvCxnSpPr>
          <p:spPr>
            <a:xfrm>
              <a:off x="-137160" y="3054095"/>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8" name="直線コネクタ 87">
              <a:extLst>
                <a:ext uri="{FF2B5EF4-FFF2-40B4-BE49-F238E27FC236}">
                  <a16:creationId xmlns:a16="http://schemas.microsoft.com/office/drawing/2014/main" id="{3A393A78-8038-4693-FDA7-3BAF572781CA}"/>
                </a:ext>
              </a:extLst>
            </p:cNvPr>
            <p:cNvCxnSpPr>
              <a:cxnSpLocks/>
            </p:cNvCxnSpPr>
            <p:nvPr/>
          </p:nvCxnSpPr>
          <p:spPr>
            <a:xfrm>
              <a:off x="-137160" y="3813968"/>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9" name="直線コネクタ 88">
              <a:extLst>
                <a:ext uri="{FF2B5EF4-FFF2-40B4-BE49-F238E27FC236}">
                  <a16:creationId xmlns:a16="http://schemas.microsoft.com/office/drawing/2014/main" id="{BA5FAC93-5122-DEFC-DC72-5AAAF2B86EE6}"/>
                </a:ext>
              </a:extLst>
            </p:cNvPr>
            <p:cNvCxnSpPr>
              <a:cxnSpLocks/>
            </p:cNvCxnSpPr>
            <p:nvPr/>
          </p:nvCxnSpPr>
          <p:spPr>
            <a:xfrm>
              <a:off x="-137160" y="4573841"/>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90" name="直線コネクタ 89">
              <a:extLst>
                <a:ext uri="{FF2B5EF4-FFF2-40B4-BE49-F238E27FC236}">
                  <a16:creationId xmlns:a16="http://schemas.microsoft.com/office/drawing/2014/main" id="{5D2AB207-3F33-8102-4822-EC55E5CCB9AA}"/>
                </a:ext>
              </a:extLst>
            </p:cNvPr>
            <p:cNvCxnSpPr>
              <a:cxnSpLocks/>
            </p:cNvCxnSpPr>
            <p:nvPr/>
          </p:nvCxnSpPr>
          <p:spPr>
            <a:xfrm>
              <a:off x="-137160" y="5333714"/>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91" name="直線コネクタ 90">
              <a:extLst>
                <a:ext uri="{FF2B5EF4-FFF2-40B4-BE49-F238E27FC236}">
                  <a16:creationId xmlns:a16="http://schemas.microsoft.com/office/drawing/2014/main" id="{F8F17160-AEE3-F2FF-AED3-89A9B891109F}"/>
                </a:ext>
              </a:extLst>
            </p:cNvPr>
            <p:cNvCxnSpPr>
              <a:cxnSpLocks/>
            </p:cNvCxnSpPr>
            <p:nvPr/>
          </p:nvCxnSpPr>
          <p:spPr>
            <a:xfrm>
              <a:off x="-137160" y="6093587"/>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92" name="直線コネクタ 91">
              <a:extLst>
                <a:ext uri="{FF2B5EF4-FFF2-40B4-BE49-F238E27FC236}">
                  <a16:creationId xmlns:a16="http://schemas.microsoft.com/office/drawing/2014/main" id="{D73B6B3D-4544-1ECA-45F6-6FC75DF78A4F}"/>
                </a:ext>
              </a:extLst>
            </p:cNvPr>
            <p:cNvCxnSpPr>
              <a:cxnSpLocks/>
            </p:cNvCxnSpPr>
            <p:nvPr/>
          </p:nvCxnSpPr>
          <p:spPr>
            <a:xfrm>
              <a:off x="12207240" y="302895"/>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93" name="直線コネクタ 92">
              <a:extLst>
                <a:ext uri="{FF2B5EF4-FFF2-40B4-BE49-F238E27FC236}">
                  <a16:creationId xmlns:a16="http://schemas.microsoft.com/office/drawing/2014/main" id="{C18C1466-34BF-4E96-9576-949455F05553}"/>
                </a:ext>
              </a:extLst>
            </p:cNvPr>
            <p:cNvCxnSpPr>
              <a:cxnSpLocks/>
            </p:cNvCxnSpPr>
            <p:nvPr/>
          </p:nvCxnSpPr>
          <p:spPr>
            <a:xfrm>
              <a:off x="12207240" y="774476"/>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94" name="直線コネクタ 93">
              <a:extLst>
                <a:ext uri="{FF2B5EF4-FFF2-40B4-BE49-F238E27FC236}">
                  <a16:creationId xmlns:a16="http://schemas.microsoft.com/office/drawing/2014/main" id="{3118E5D8-A662-E7E4-89E0-011A3AB53EDA}"/>
                </a:ext>
              </a:extLst>
            </p:cNvPr>
            <p:cNvCxnSpPr>
              <a:cxnSpLocks/>
            </p:cNvCxnSpPr>
            <p:nvPr/>
          </p:nvCxnSpPr>
          <p:spPr>
            <a:xfrm>
              <a:off x="12207240" y="1534349"/>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95" name="直線コネクタ 94">
              <a:extLst>
                <a:ext uri="{FF2B5EF4-FFF2-40B4-BE49-F238E27FC236}">
                  <a16:creationId xmlns:a16="http://schemas.microsoft.com/office/drawing/2014/main" id="{8D9CD4DB-6CC4-56DF-93F1-D7428EFEB6F6}"/>
                </a:ext>
              </a:extLst>
            </p:cNvPr>
            <p:cNvCxnSpPr>
              <a:cxnSpLocks/>
            </p:cNvCxnSpPr>
            <p:nvPr/>
          </p:nvCxnSpPr>
          <p:spPr>
            <a:xfrm>
              <a:off x="12207240" y="2294222"/>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96" name="直線コネクタ 95">
              <a:extLst>
                <a:ext uri="{FF2B5EF4-FFF2-40B4-BE49-F238E27FC236}">
                  <a16:creationId xmlns:a16="http://schemas.microsoft.com/office/drawing/2014/main" id="{86A3B2A1-A45A-6268-BA86-38CEBFA0F5AF}"/>
                </a:ext>
              </a:extLst>
            </p:cNvPr>
            <p:cNvCxnSpPr>
              <a:cxnSpLocks/>
            </p:cNvCxnSpPr>
            <p:nvPr/>
          </p:nvCxnSpPr>
          <p:spPr>
            <a:xfrm>
              <a:off x="12207240" y="3054095"/>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97" name="直線コネクタ 96">
              <a:extLst>
                <a:ext uri="{FF2B5EF4-FFF2-40B4-BE49-F238E27FC236}">
                  <a16:creationId xmlns:a16="http://schemas.microsoft.com/office/drawing/2014/main" id="{2C77BF91-F5F0-98C6-C6CE-3AF2C7D6047F}"/>
                </a:ext>
              </a:extLst>
            </p:cNvPr>
            <p:cNvCxnSpPr>
              <a:cxnSpLocks/>
            </p:cNvCxnSpPr>
            <p:nvPr/>
          </p:nvCxnSpPr>
          <p:spPr>
            <a:xfrm>
              <a:off x="12207240" y="3813968"/>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98" name="直線コネクタ 97">
              <a:extLst>
                <a:ext uri="{FF2B5EF4-FFF2-40B4-BE49-F238E27FC236}">
                  <a16:creationId xmlns:a16="http://schemas.microsoft.com/office/drawing/2014/main" id="{09F9C003-5B5B-D282-5D5A-8A3283EA7C53}"/>
                </a:ext>
              </a:extLst>
            </p:cNvPr>
            <p:cNvCxnSpPr>
              <a:cxnSpLocks/>
            </p:cNvCxnSpPr>
            <p:nvPr/>
          </p:nvCxnSpPr>
          <p:spPr>
            <a:xfrm>
              <a:off x="12207240" y="4573841"/>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99" name="直線コネクタ 98">
              <a:extLst>
                <a:ext uri="{FF2B5EF4-FFF2-40B4-BE49-F238E27FC236}">
                  <a16:creationId xmlns:a16="http://schemas.microsoft.com/office/drawing/2014/main" id="{686B01B8-4DCF-2593-BEDF-63B97D819AE2}"/>
                </a:ext>
              </a:extLst>
            </p:cNvPr>
            <p:cNvCxnSpPr>
              <a:cxnSpLocks/>
            </p:cNvCxnSpPr>
            <p:nvPr/>
          </p:nvCxnSpPr>
          <p:spPr>
            <a:xfrm>
              <a:off x="12207240" y="5333714"/>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00" name="直線コネクタ 99">
              <a:extLst>
                <a:ext uri="{FF2B5EF4-FFF2-40B4-BE49-F238E27FC236}">
                  <a16:creationId xmlns:a16="http://schemas.microsoft.com/office/drawing/2014/main" id="{8BC9D367-30B8-D6F0-6181-28BED10992C4}"/>
                </a:ext>
              </a:extLst>
            </p:cNvPr>
            <p:cNvCxnSpPr>
              <a:cxnSpLocks/>
            </p:cNvCxnSpPr>
            <p:nvPr/>
          </p:nvCxnSpPr>
          <p:spPr>
            <a:xfrm>
              <a:off x="12207240" y="6093587"/>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01" name="直線コネクタ 100">
              <a:extLst>
                <a:ext uri="{FF2B5EF4-FFF2-40B4-BE49-F238E27FC236}">
                  <a16:creationId xmlns:a16="http://schemas.microsoft.com/office/drawing/2014/main" id="{7F398830-8058-2AB6-E5E8-C5F8D7067046}"/>
                </a:ext>
              </a:extLst>
            </p:cNvPr>
            <p:cNvCxnSpPr>
              <a:cxnSpLocks/>
            </p:cNvCxnSpPr>
            <p:nvPr userDrawn="1"/>
          </p:nvCxnSpPr>
          <p:spPr>
            <a:xfrm>
              <a:off x="-137160" y="6565392"/>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02" name="直線コネクタ 101">
              <a:extLst>
                <a:ext uri="{FF2B5EF4-FFF2-40B4-BE49-F238E27FC236}">
                  <a16:creationId xmlns:a16="http://schemas.microsoft.com/office/drawing/2014/main" id="{51C3C42E-9613-DC60-7A38-A16B4C268EE0}"/>
                </a:ext>
              </a:extLst>
            </p:cNvPr>
            <p:cNvCxnSpPr>
              <a:cxnSpLocks/>
            </p:cNvCxnSpPr>
            <p:nvPr userDrawn="1"/>
          </p:nvCxnSpPr>
          <p:spPr>
            <a:xfrm>
              <a:off x="12207240" y="6565392"/>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3" name="グラフィックス 8">
            <a:extLst>
              <a:ext uri="{FF2B5EF4-FFF2-40B4-BE49-F238E27FC236}">
                <a16:creationId xmlns:a16="http://schemas.microsoft.com/office/drawing/2014/main" id="{FB6693E7-C8A6-F9FD-CE29-BEB8ADC8EC8B}"/>
              </a:ext>
            </a:extLst>
          </p:cNvPr>
          <p:cNvSpPr>
            <a:spLocks noChangeAspect="1"/>
          </p:cNvSpPr>
          <p:nvPr userDrawn="1"/>
        </p:nvSpPr>
        <p:spPr>
          <a:xfrm>
            <a:off x="5242361" y="3093069"/>
            <a:ext cx="1871097" cy="690308"/>
          </a:xfrm>
          <a:custGeom>
            <a:avLst/>
            <a:gdLst>
              <a:gd name="connsiteX0" fmla="*/ -158 w 4035240"/>
              <a:gd name="connsiteY0" fmla="*/ 1394109 h 1502868"/>
              <a:gd name="connsiteX1" fmla="*/ 731541 w 4035240"/>
              <a:gd name="connsiteY1" fmla="*/ 1394109 h 1502868"/>
              <a:gd name="connsiteX2" fmla="*/ 731541 w 4035240"/>
              <a:gd name="connsiteY2" fmla="*/ 1498442 h 1502868"/>
              <a:gd name="connsiteX3" fmla="*/ -158 w 4035240"/>
              <a:gd name="connsiteY3" fmla="*/ 1498442 h 1502868"/>
              <a:gd name="connsiteX4" fmla="*/ -158 w 4035240"/>
              <a:gd name="connsiteY4" fmla="*/ 1299261 h 1502868"/>
              <a:gd name="connsiteX5" fmla="*/ 731541 w 4035240"/>
              <a:gd name="connsiteY5" fmla="*/ 1299261 h 1502868"/>
              <a:gd name="connsiteX6" fmla="*/ 731541 w 4035240"/>
              <a:gd name="connsiteY6" fmla="*/ 1194928 h 1502868"/>
              <a:gd name="connsiteX7" fmla="*/ -158 w 4035240"/>
              <a:gd name="connsiteY7" fmla="*/ 1194928 h 1502868"/>
              <a:gd name="connsiteX8" fmla="*/ 208899 w 4035240"/>
              <a:gd name="connsiteY8" fmla="*/ 1100080 h 1502868"/>
              <a:gd name="connsiteX9" fmla="*/ 522484 w 4035240"/>
              <a:gd name="connsiteY9" fmla="*/ 1100080 h 1502868"/>
              <a:gd name="connsiteX10" fmla="*/ 522484 w 4035240"/>
              <a:gd name="connsiteY10" fmla="*/ 995747 h 1502868"/>
              <a:gd name="connsiteX11" fmla="*/ 208899 w 4035240"/>
              <a:gd name="connsiteY11" fmla="*/ 995747 h 1502868"/>
              <a:gd name="connsiteX12" fmla="*/ 208899 w 4035240"/>
              <a:gd name="connsiteY12" fmla="*/ 900899 h 1502868"/>
              <a:gd name="connsiteX13" fmla="*/ 522484 w 4035240"/>
              <a:gd name="connsiteY13" fmla="*/ 900899 h 1502868"/>
              <a:gd name="connsiteX14" fmla="*/ 522484 w 4035240"/>
              <a:gd name="connsiteY14" fmla="*/ 796566 h 1502868"/>
              <a:gd name="connsiteX15" fmla="*/ 208899 w 4035240"/>
              <a:gd name="connsiteY15" fmla="*/ 796566 h 1502868"/>
              <a:gd name="connsiteX16" fmla="*/ 208899 w 4035240"/>
              <a:gd name="connsiteY16" fmla="*/ 701718 h 1502868"/>
              <a:gd name="connsiteX17" fmla="*/ 522484 w 4035240"/>
              <a:gd name="connsiteY17" fmla="*/ 701718 h 1502868"/>
              <a:gd name="connsiteX18" fmla="*/ 522484 w 4035240"/>
              <a:gd name="connsiteY18" fmla="*/ 597385 h 1502868"/>
              <a:gd name="connsiteX19" fmla="*/ 208899 w 4035240"/>
              <a:gd name="connsiteY19" fmla="*/ 597385 h 1502868"/>
              <a:gd name="connsiteX20" fmla="*/ 522484 w 4035240"/>
              <a:gd name="connsiteY20" fmla="*/ 398204 h 1502868"/>
              <a:gd name="connsiteX21" fmla="*/ 208899 w 4035240"/>
              <a:gd name="connsiteY21" fmla="*/ 398204 h 1502868"/>
              <a:gd name="connsiteX22" fmla="*/ 208899 w 4035240"/>
              <a:gd name="connsiteY22" fmla="*/ 502537 h 1502868"/>
              <a:gd name="connsiteX23" fmla="*/ 522484 w 4035240"/>
              <a:gd name="connsiteY23" fmla="*/ 502537 h 1502868"/>
              <a:gd name="connsiteX24" fmla="*/ -158 w 4035240"/>
              <a:gd name="connsiteY24" fmla="*/ 303356 h 1502868"/>
              <a:gd name="connsiteX25" fmla="*/ 731541 w 4035240"/>
              <a:gd name="connsiteY25" fmla="*/ 303356 h 1502868"/>
              <a:gd name="connsiteX26" fmla="*/ 731541 w 4035240"/>
              <a:gd name="connsiteY26" fmla="*/ 199023 h 1502868"/>
              <a:gd name="connsiteX27" fmla="*/ -158 w 4035240"/>
              <a:gd name="connsiteY27" fmla="*/ 199023 h 1502868"/>
              <a:gd name="connsiteX28" fmla="*/ -158 w 4035240"/>
              <a:gd name="connsiteY28" fmla="*/ 104175 h 1502868"/>
              <a:gd name="connsiteX29" fmla="*/ 731541 w 4035240"/>
              <a:gd name="connsiteY29" fmla="*/ 104175 h 1502868"/>
              <a:gd name="connsiteX30" fmla="*/ 731541 w 4035240"/>
              <a:gd name="connsiteY30" fmla="*/ -158 h 1502868"/>
              <a:gd name="connsiteX31" fmla="*/ -158 w 4035240"/>
              <a:gd name="connsiteY31" fmla="*/ -158 h 1502868"/>
              <a:gd name="connsiteX32" fmla="*/ 836070 w 4035240"/>
              <a:gd name="connsiteY32" fmla="*/ 1299261 h 1502868"/>
              <a:gd name="connsiteX33" fmla="*/ 1951389 w 4035240"/>
              <a:gd name="connsiteY33" fmla="*/ 1299261 h 1502868"/>
              <a:gd name="connsiteX34" fmla="*/ 1993390 w 4035240"/>
              <a:gd name="connsiteY34" fmla="*/ 1194928 h 1502868"/>
              <a:gd name="connsiteX35" fmla="*/ 836070 w 4035240"/>
              <a:gd name="connsiteY35" fmla="*/ 1194928 h 1502868"/>
              <a:gd name="connsiteX36" fmla="*/ 1864060 w 4035240"/>
              <a:gd name="connsiteY36" fmla="*/ 796566 h 1502868"/>
              <a:gd name="connsiteX37" fmla="*/ 1045127 w 4035240"/>
              <a:gd name="connsiteY37" fmla="*/ 796566 h 1502868"/>
              <a:gd name="connsiteX38" fmla="*/ 1045127 w 4035240"/>
              <a:gd name="connsiteY38" fmla="*/ 900899 h 1502868"/>
              <a:gd name="connsiteX39" fmla="*/ 1951293 w 4035240"/>
              <a:gd name="connsiteY39" fmla="*/ 900899 h 1502868"/>
              <a:gd name="connsiteX40" fmla="*/ 1864060 w 4035240"/>
              <a:gd name="connsiteY40" fmla="*/ 796566 h 1502868"/>
              <a:gd name="connsiteX41" fmla="*/ 1045127 w 4035240"/>
              <a:gd name="connsiteY41" fmla="*/ 597385 h 1502868"/>
              <a:gd name="connsiteX42" fmla="*/ 1045127 w 4035240"/>
              <a:gd name="connsiteY42" fmla="*/ 701718 h 1502868"/>
              <a:gd name="connsiteX43" fmla="*/ 1864060 w 4035240"/>
              <a:gd name="connsiteY43" fmla="*/ 701718 h 1502868"/>
              <a:gd name="connsiteX44" fmla="*/ 1951293 w 4035240"/>
              <a:gd name="connsiteY44" fmla="*/ 597385 h 1502868"/>
              <a:gd name="connsiteX45" fmla="*/ 1951389 w 4035240"/>
              <a:gd name="connsiteY45" fmla="*/ 199023 h 1502868"/>
              <a:gd name="connsiteX46" fmla="*/ 836070 w 4035240"/>
              <a:gd name="connsiteY46" fmla="*/ 199023 h 1502868"/>
              <a:gd name="connsiteX47" fmla="*/ 836070 w 4035240"/>
              <a:gd name="connsiteY47" fmla="*/ 303356 h 1502868"/>
              <a:gd name="connsiteX48" fmla="*/ 1993390 w 4035240"/>
              <a:gd name="connsiteY48" fmla="*/ 303356 h 1502868"/>
              <a:gd name="connsiteX49" fmla="*/ 1951389 w 4035240"/>
              <a:gd name="connsiteY49" fmla="*/ 199023 h 1502868"/>
              <a:gd name="connsiteX50" fmla="*/ 1605779 w 4035240"/>
              <a:gd name="connsiteY50" fmla="*/ -158 h 1502868"/>
              <a:gd name="connsiteX51" fmla="*/ 836070 w 4035240"/>
              <a:gd name="connsiteY51" fmla="*/ -158 h 1502868"/>
              <a:gd name="connsiteX52" fmla="*/ 836070 w 4035240"/>
              <a:gd name="connsiteY52" fmla="*/ 104175 h 1502868"/>
              <a:gd name="connsiteX53" fmla="*/ 1874988 w 4035240"/>
              <a:gd name="connsiteY53" fmla="*/ 104175 h 1502868"/>
              <a:gd name="connsiteX54" fmla="*/ 1605779 w 4035240"/>
              <a:gd name="connsiteY54" fmla="*/ -158 h 1502868"/>
              <a:gd name="connsiteX55" fmla="*/ 1045127 w 4035240"/>
              <a:gd name="connsiteY55" fmla="*/ 502537 h 1502868"/>
              <a:gd name="connsiteX56" fmla="*/ 1358712 w 4035240"/>
              <a:gd name="connsiteY56" fmla="*/ 502537 h 1502868"/>
              <a:gd name="connsiteX57" fmla="*/ 1358712 w 4035240"/>
              <a:gd name="connsiteY57" fmla="*/ 398204 h 1502868"/>
              <a:gd name="connsiteX58" fmla="*/ 1045127 w 4035240"/>
              <a:gd name="connsiteY58" fmla="*/ 398204 h 1502868"/>
              <a:gd name="connsiteX59" fmla="*/ 1653292 w 4035240"/>
              <a:gd name="connsiteY59" fmla="*/ 502537 h 1502868"/>
              <a:gd name="connsiteX60" fmla="*/ 1990919 w 4035240"/>
              <a:gd name="connsiteY60" fmla="*/ 502537 h 1502868"/>
              <a:gd name="connsiteX61" fmla="*/ 2004888 w 4035240"/>
              <a:gd name="connsiteY61" fmla="*/ 398204 h 1502868"/>
              <a:gd name="connsiteX62" fmla="*/ 1653292 w 4035240"/>
              <a:gd name="connsiteY62" fmla="*/ 398204 h 1502868"/>
              <a:gd name="connsiteX63" fmla="*/ 1045127 w 4035240"/>
              <a:gd name="connsiteY63" fmla="*/ 1100080 h 1502868"/>
              <a:gd name="connsiteX64" fmla="*/ 1358712 w 4035240"/>
              <a:gd name="connsiteY64" fmla="*/ 1100080 h 1502868"/>
              <a:gd name="connsiteX65" fmla="*/ 1358712 w 4035240"/>
              <a:gd name="connsiteY65" fmla="*/ 995747 h 1502868"/>
              <a:gd name="connsiteX66" fmla="*/ 1045127 w 4035240"/>
              <a:gd name="connsiteY66" fmla="*/ 995747 h 1502868"/>
              <a:gd name="connsiteX67" fmla="*/ 1653292 w 4035240"/>
              <a:gd name="connsiteY67" fmla="*/ 995747 h 1502868"/>
              <a:gd name="connsiteX68" fmla="*/ 1653292 w 4035240"/>
              <a:gd name="connsiteY68" fmla="*/ 1100080 h 1502868"/>
              <a:gd name="connsiteX69" fmla="*/ 2004888 w 4035240"/>
              <a:gd name="connsiteY69" fmla="*/ 1100080 h 1502868"/>
              <a:gd name="connsiteX70" fmla="*/ 1990919 w 4035240"/>
              <a:gd name="connsiteY70" fmla="*/ 995747 h 1502868"/>
              <a:gd name="connsiteX71" fmla="*/ 836070 w 4035240"/>
              <a:gd name="connsiteY71" fmla="*/ 1498442 h 1502868"/>
              <a:gd name="connsiteX72" fmla="*/ 1605779 w 4035240"/>
              <a:gd name="connsiteY72" fmla="*/ 1498442 h 1502868"/>
              <a:gd name="connsiteX73" fmla="*/ 1874988 w 4035240"/>
              <a:gd name="connsiteY73" fmla="*/ 1394109 h 1502868"/>
              <a:gd name="connsiteX74" fmla="*/ 836070 w 4035240"/>
              <a:gd name="connsiteY74" fmla="*/ 1394109 h 1502868"/>
              <a:gd name="connsiteX75" fmla="*/ 2926639 w 4035240"/>
              <a:gd name="connsiteY75" fmla="*/ 1498442 h 1502868"/>
              <a:gd name="connsiteX76" fmla="*/ 2962939 w 4035240"/>
              <a:gd name="connsiteY76" fmla="*/ 1394109 h 1502868"/>
              <a:gd name="connsiteX77" fmla="*/ 2890339 w 4035240"/>
              <a:gd name="connsiteY77" fmla="*/ 1394109 h 1502868"/>
              <a:gd name="connsiteX78" fmla="*/ 2856985 w 4035240"/>
              <a:gd name="connsiteY78" fmla="*/ 1299261 h 1502868"/>
              <a:gd name="connsiteX79" fmla="*/ 2996293 w 4035240"/>
              <a:gd name="connsiteY79" fmla="*/ 1299261 h 1502868"/>
              <a:gd name="connsiteX80" fmla="*/ 3033068 w 4035240"/>
              <a:gd name="connsiteY80" fmla="*/ 1194928 h 1502868"/>
              <a:gd name="connsiteX81" fmla="*/ 2820210 w 4035240"/>
              <a:gd name="connsiteY81" fmla="*/ 1194928 h 1502868"/>
              <a:gd name="connsiteX82" fmla="*/ 2786856 w 4035240"/>
              <a:gd name="connsiteY82" fmla="*/ 1100080 h 1502868"/>
              <a:gd name="connsiteX83" fmla="*/ 3066422 w 4035240"/>
              <a:gd name="connsiteY83" fmla="*/ 1100080 h 1502868"/>
              <a:gd name="connsiteX84" fmla="*/ 3103102 w 4035240"/>
              <a:gd name="connsiteY84" fmla="*/ 995747 h 1502868"/>
              <a:gd name="connsiteX85" fmla="*/ 2750176 w 4035240"/>
              <a:gd name="connsiteY85" fmla="*/ 995747 h 1502868"/>
              <a:gd name="connsiteX86" fmla="*/ 2716822 w 4035240"/>
              <a:gd name="connsiteY86" fmla="*/ 900899 h 1502868"/>
              <a:gd name="connsiteX87" fmla="*/ 3136456 w 4035240"/>
              <a:gd name="connsiteY87" fmla="*/ 900899 h 1502868"/>
              <a:gd name="connsiteX88" fmla="*/ 3173136 w 4035240"/>
              <a:gd name="connsiteY88" fmla="*/ 796566 h 1502868"/>
              <a:gd name="connsiteX89" fmla="*/ 2680142 w 4035240"/>
              <a:gd name="connsiteY89" fmla="*/ 796566 h 1502868"/>
              <a:gd name="connsiteX90" fmla="*/ 2299468 w 4035240"/>
              <a:gd name="connsiteY90" fmla="*/ 502537 h 1502868"/>
              <a:gd name="connsiteX91" fmla="*/ 2864207 w 4035240"/>
              <a:gd name="connsiteY91" fmla="*/ 502537 h 1502868"/>
              <a:gd name="connsiteX92" fmla="*/ 2827907 w 4035240"/>
              <a:gd name="connsiteY92" fmla="*/ 398204 h 1502868"/>
              <a:gd name="connsiteX93" fmla="*/ 2299468 w 4035240"/>
              <a:gd name="connsiteY93" fmla="*/ 398204 h 1502868"/>
              <a:gd name="connsiteX94" fmla="*/ 3058440 w 4035240"/>
              <a:gd name="connsiteY94" fmla="*/ 303356 h 1502868"/>
              <a:gd name="connsiteX95" fmla="*/ 3762867 w 4035240"/>
              <a:gd name="connsiteY95" fmla="*/ 303356 h 1502868"/>
              <a:gd name="connsiteX96" fmla="*/ 3762867 w 4035240"/>
              <a:gd name="connsiteY96" fmla="*/ 199023 h 1502868"/>
              <a:gd name="connsiteX97" fmla="*/ 3094835 w 4035240"/>
              <a:gd name="connsiteY97" fmla="*/ 199023 h 1502868"/>
              <a:gd name="connsiteX98" fmla="*/ 3164204 w 4035240"/>
              <a:gd name="connsiteY98" fmla="*/ -158 h 1502868"/>
              <a:gd name="connsiteX99" fmla="*/ 3127904 w 4035240"/>
              <a:gd name="connsiteY99" fmla="*/ 104175 h 1502868"/>
              <a:gd name="connsiteX100" fmla="*/ 3762867 w 4035240"/>
              <a:gd name="connsiteY100" fmla="*/ 104175 h 1502868"/>
              <a:gd name="connsiteX101" fmla="*/ 3762867 w 4035240"/>
              <a:gd name="connsiteY101" fmla="*/ -158 h 1502868"/>
              <a:gd name="connsiteX102" fmla="*/ 2090411 w 4035240"/>
              <a:gd name="connsiteY102" fmla="*/ 1498442 h 1502868"/>
              <a:gd name="connsiteX103" fmla="*/ 2613054 w 4035240"/>
              <a:gd name="connsiteY103" fmla="*/ 1498442 h 1502868"/>
              <a:gd name="connsiteX104" fmla="*/ 2613054 w 4035240"/>
              <a:gd name="connsiteY104" fmla="*/ 1394109 h 1502868"/>
              <a:gd name="connsiteX105" fmla="*/ 2090411 w 4035240"/>
              <a:gd name="connsiteY105" fmla="*/ 1394109 h 1502868"/>
              <a:gd name="connsiteX106" fmla="*/ 2090411 w 4035240"/>
              <a:gd name="connsiteY106" fmla="*/ 1299261 h 1502868"/>
              <a:gd name="connsiteX107" fmla="*/ 2613054 w 4035240"/>
              <a:gd name="connsiteY107" fmla="*/ 1299261 h 1502868"/>
              <a:gd name="connsiteX108" fmla="*/ 2613054 w 4035240"/>
              <a:gd name="connsiteY108" fmla="*/ 1194928 h 1502868"/>
              <a:gd name="connsiteX109" fmla="*/ 2090411 w 4035240"/>
              <a:gd name="connsiteY109" fmla="*/ 1194928 h 1502868"/>
              <a:gd name="connsiteX110" fmla="*/ 2299468 w 4035240"/>
              <a:gd name="connsiteY110" fmla="*/ 1100080 h 1502868"/>
              <a:gd name="connsiteX111" fmla="*/ 2613054 w 4035240"/>
              <a:gd name="connsiteY111" fmla="*/ 1100080 h 1502868"/>
              <a:gd name="connsiteX112" fmla="*/ 2613054 w 4035240"/>
              <a:gd name="connsiteY112" fmla="*/ 995747 h 1502868"/>
              <a:gd name="connsiteX113" fmla="*/ 2299468 w 4035240"/>
              <a:gd name="connsiteY113" fmla="*/ 995747 h 1502868"/>
              <a:gd name="connsiteX114" fmla="*/ 2299468 w 4035240"/>
              <a:gd name="connsiteY114" fmla="*/ 900899 h 1502868"/>
              <a:gd name="connsiteX115" fmla="*/ 2613054 w 4035240"/>
              <a:gd name="connsiteY115" fmla="*/ 900899 h 1502868"/>
              <a:gd name="connsiteX116" fmla="*/ 2613054 w 4035240"/>
              <a:gd name="connsiteY116" fmla="*/ 796566 h 1502868"/>
              <a:gd name="connsiteX117" fmla="*/ 2299468 w 4035240"/>
              <a:gd name="connsiteY117" fmla="*/ 796566 h 1502868"/>
              <a:gd name="connsiteX118" fmla="*/ 3553810 w 4035240"/>
              <a:gd name="connsiteY118" fmla="*/ 398204 h 1502868"/>
              <a:gd name="connsiteX119" fmla="*/ 3025371 w 4035240"/>
              <a:gd name="connsiteY119" fmla="*/ 398204 h 1502868"/>
              <a:gd name="connsiteX120" fmla="*/ 2989071 w 4035240"/>
              <a:gd name="connsiteY120" fmla="*/ 502537 h 1502868"/>
              <a:gd name="connsiteX121" fmla="*/ 3553810 w 4035240"/>
              <a:gd name="connsiteY121" fmla="*/ 502537 h 1502868"/>
              <a:gd name="connsiteX122" fmla="*/ 3240225 w 4035240"/>
              <a:gd name="connsiteY122" fmla="*/ 701718 h 1502868"/>
              <a:gd name="connsiteX123" fmla="*/ 3553810 w 4035240"/>
              <a:gd name="connsiteY123" fmla="*/ 701718 h 1502868"/>
              <a:gd name="connsiteX124" fmla="*/ 3553810 w 4035240"/>
              <a:gd name="connsiteY124" fmla="*/ 597385 h 1502868"/>
              <a:gd name="connsiteX125" fmla="*/ 2956002 w 4035240"/>
              <a:gd name="connsiteY125" fmla="*/ 597385 h 1502868"/>
              <a:gd name="connsiteX126" fmla="*/ 2926639 w 4035240"/>
              <a:gd name="connsiteY126" fmla="*/ 681705 h 1502868"/>
              <a:gd name="connsiteX127" fmla="*/ 2897276 w 4035240"/>
              <a:gd name="connsiteY127" fmla="*/ 597385 h 1502868"/>
              <a:gd name="connsiteX128" fmla="*/ 2299468 w 4035240"/>
              <a:gd name="connsiteY128" fmla="*/ 597385 h 1502868"/>
              <a:gd name="connsiteX129" fmla="*/ 2299468 w 4035240"/>
              <a:gd name="connsiteY129" fmla="*/ 701718 h 1502868"/>
              <a:gd name="connsiteX130" fmla="*/ 2613054 w 4035240"/>
              <a:gd name="connsiteY130" fmla="*/ 701718 h 1502868"/>
              <a:gd name="connsiteX131" fmla="*/ 2613054 w 4035240"/>
              <a:gd name="connsiteY131" fmla="*/ 605827 h 1502868"/>
              <a:gd name="connsiteX132" fmla="*/ 2646788 w 4035240"/>
              <a:gd name="connsiteY132" fmla="*/ 701718 h 1502868"/>
              <a:gd name="connsiteX133" fmla="*/ 3206491 w 4035240"/>
              <a:gd name="connsiteY133" fmla="*/ 701718 h 1502868"/>
              <a:gd name="connsiteX134" fmla="*/ 3240225 w 4035240"/>
              <a:gd name="connsiteY134" fmla="*/ 605827 h 1502868"/>
              <a:gd name="connsiteX135" fmla="*/ 3553810 w 4035240"/>
              <a:gd name="connsiteY135" fmla="*/ 796566 h 1502868"/>
              <a:gd name="connsiteX136" fmla="*/ 3240225 w 4035240"/>
              <a:gd name="connsiteY136" fmla="*/ 796566 h 1502868"/>
              <a:gd name="connsiteX137" fmla="*/ 3240225 w 4035240"/>
              <a:gd name="connsiteY137" fmla="*/ 900899 h 1502868"/>
              <a:gd name="connsiteX138" fmla="*/ 3553810 w 4035240"/>
              <a:gd name="connsiteY138" fmla="*/ 900899 h 1502868"/>
              <a:gd name="connsiteX139" fmla="*/ 3240225 w 4035240"/>
              <a:gd name="connsiteY139" fmla="*/ 1100080 h 1502868"/>
              <a:gd name="connsiteX140" fmla="*/ 3553810 w 4035240"/>
              <a:gd name="connsiteY140" fmla="*/ 1100080 h 1502868"/>
              <a:gd name="connsiteX141" fmla="*/ 3553810 w 4035240"/>
              <a:gd name="connsiteY141" fmla="*/ 995747 h 1502868"/>
              <a:gd name="connsiteX142" fmla="*/ 3240225 w 4035240"/>
              <a:gd name="connsiteY142" fmla="*/ 995747 h 1502868"/>
              <a:gd name="connsiteX143" fmla="*/ 3240225 w 4035240"/>
              <a:gd name="connsiteY143" fmla="*/ 1299261 h 1502868"/>
              <a:gd name="connsiteX144" fmla="*/ 3762867 w 4035240"/>
              <a:gd name="connsiteY144" fmla="*/ 1299261 h 1502868"/>
              <a:gd name="connsiteX145" fmla="*/ 3762867 w 4035240"/>
              <a:gd name="connsiteY145" fmla="*/ 1194928 h 1502868"/>
              <a:gd name="connsiteX146" fmla="*/ 3240225 w 4035240"/>
              <a:gd name="connsiteY146" fmla="*/ 1194928 h 1502868"/>
              <a:gd name="connsiteX147" fmla="*/ 3240225 w 4035240"/>
              <a:gd name="connsiteY147" fmla="*/ 1498442 h 1502868"/>
              <a:gd name="connsiteX148" fmla="*/ 3762867 w 4035240"/>
              <a:gd name="connsiteY148" fmla="*/ 1498442 h 1502868"/>
              <a:gd name="connsiteX149" fmla="*/ 3762867 w 4035240"/>
              <a:gd name="connsiteY149" fmla="*/ 1394109 h 1502868"/>
              <a:gd name="connsiteX150" fmla="*/ 3240225 w 4035240"/>
              <a:gd name="connsiteY150" fmla="*/ 1394109 h 1502868"/>
              <a:gd name="connsiteX151" fmla="*/ 2794838 w 4035240"/>
              <a:gd name="connsiteY151" fmla="*/ 303356 h 1502868"/>
              <a:gd name="connsiteX152" fmla="*/ 2758443 w 4035240"/>
              <a:gd name="connsiteY152" fmla="*/ 199023 h 1502868"/>
              <a:gd name="connsiteX153" fmla="*/ 2090411 w 4035240"/>
              <a:gd name="connsiteY153" fmla="*/ 199023 h 1502868"/>
              <a:gd name="connsiteX154" fmla="*/ 2090411 w 4035240"/>
              <a:gd name="connsiteY154" fmla="*/ 303356 h 1502868"/>
              <a:gd name="connsiteX155" fmla="*/ 2725469 w 4035240"/>
              <a:gd name="connsiteY155" fmla="*/ 104175 h 1502868"/>
              <a:gd name="connsiteX156" fmla="*/ 2689075 w 4035240"/>
              <a:gd name="connsiteY156" fmla="*/ -158 h 1502868"/>
              <a:gd name="connsiteX157" fmla="*/ 2090411 w 4035240"/>
              <a:gd name="connsiteY157" fmla="*/ -158 h 1502868"/>
              <a:gd name="connsiteX158" fmla="*/ 2090411 w 4035240"/>
              <a:gd name="connsiteY158" fmla="*/ 104175 h 1502868"/>
              <a:gd name="connsiteX159" fmla="*/ 3875283 w 4035240"/>
              <a:gd name="connsiteY159" fmla="*/ 1420572 h 1502868"/>
              <a:gd name="connsiteX160" fmla="*/ 3957540 w 4035240"/>
              <a:gd name="connsiteY160" fmla="*/ 1343211 h 1502868"/>
              <a:gd name="connsiteX161" fmla="*/ 4035046 w 4035240"/>
              <a:gd name="connsiteY161" fmla="*/ 1425315 h 1502868"/>
              <a:gd name="connsiteX162" fmla="*/ 3955105 w 4035240"/>
              <a:gd name="connsiteY162" fmla="*/ 1502711 h 1502868"/>
              <a:gd name="connsiteX163" fmla="*/ 3875445 w 4035240"/>
              <a:gd name="connsiteY163" fmla="*/ 1422311 h 1502868"/>
              <a:gd name="connsiteX164" fmla="*/ 3875474 w 4035240"/>
              <a:gd name="connsiteY164" fmla="*/ 1420572 h 1502868"/>
              <a:gd name="connsiteX165" fmla="*/ 4016206 w 4035240"/>
              <a:gd name="connsiteY165" fmla="*/ 1425789 h 1502868"/>
              <a:gd name="connsiteX166" fmla="*/ 4016206 w 4035240"/>
              <a:gd name="connsiteY166" fmla="*/ 1415450 h 1502868"/>
              <a:gd name="connsiteX167" fmla="*/ 3952743 w 4035240"/>
              <a:gd name="connsiteY167" fmla="*/ 1356915 h 1502868"/>
              <a:gd name="connsiteX168" fmla="*/ 3894098 w 4035240"/>
              <a:gd name="connsiteY168" fmla="*/ 1415450 h 1502868"/>
              <a:gd name="connsiteX169" fmla="*/ 3894098 w 4035240"/>
              <a:gd name="connsiteY169" fmla="*/ 1425789 h 1502868"/>
              <a:gd name="connsiteX170" fmla="*/ 3957561 w 4035240"/>
              <a:gd name="connsiteY170" fmla="*/ 1484324 h 1502868"/>
              <a:gd name="connsiteX171" fmla="*/ 4016206 w 4035240"/>
              <a:gd name="connsiteY171" fmla="*/ 1425789 h 1502868"/>
              <a:gd name="connsiteX172" fmla="*/ 3943416 w 4035240"/>
              <a:gd name="connsiteY172" fmla="*/ 1462874 h 1502868"/>
              <a:gd name="connsiteX173" fmla="*/ 3923081 w 4035240"/>
              <a:gd name="connsiteY173" fmla="*/ 1462874 h 1502868"/>
              <a:gd name="connsiteX174" fmla="*/ 3923081 w 4035240"/>
              <a:gd name="connsiteY174" fmla="*/ 1379598 h 1502868"/>
              <a:gd name="connsiteX175" fmla="*/ 3961091 w 4035240"/>
              <a:gd name="connsiteY175" fmla="*/ 1379598 h 1502868"/>
              <a:gd name="connsiteX176" fmla="*/ 3989418 w 4035240"/>
              <a:gd name="connsiteY176" fmla="*/ 1401360 h 1502868"/>
              <a:gd name="connsiteX177" fmla="*/ 3989599 w 4035240"/>
              <a:gd name="connsiteY177" fmla="*/ 1405871 h 1502868"/>
              <a:gd name="connsiteX178" fmla="*/ 3974489 w 4035240"/>
              <a:gd name="connsiteY178" fmla="*/ 1431005 h 1502868"/>
              <a:gd name="connsiteX179" fmla="*/ 3993495 w 4035240"/>
              <a:gd name="connsiteY179" fmla="*/ 1462874 h 1502868"/>
              <a:gd name="connsiteX180" fmla="*/ 3971164 w 4035240"/>
              <a:gd name="connsiteY180" fmla="*/ 1462874 h 1502868"/>
              <a:gd name="connsiteX181" fmla="*/ 3955580 w 4035240"/>
              <a:gd name="connsiteY181" fmla="*/ 1434420 h 1502868"/>
              <a:gd name="connsiteX182" fmla="*/ 3943416 w 4035240"/>
              <a:gd name="connsiteY182" fmla="*/ 1434420 h 1502868"/>
              <a:gd name="connsiteX183" fmla="*/ 3958620 w 4035240"/>
              <a:gd name="connsiteY183" fmla="*/ 1419055 h 1502868"/>
              <a:gd name="connsiteX184" fmla="*/ 3968123 w 4035240"/>
              <a:gd name="connsiteY184" fmla="*/ 1410234 h 1502868"/>
              <a:gd name="connsiteX185" fmla="*/ 3968123 w 4035240"/>
              <a:gd name="connsiteY185" fmla="*/ 1404258 h 1502868"/>
              <a:gd name="connsiteX186" fmla="*/ 3958620 w 4035240"/>
              <a:gd name="connsiteY186" fmla="*/ 1395532 h 1502868"/>
              <a:gd name="connsiteX187" fmla="*/ 3943416 w 4035240"/>
              <a:gd name="connsiteY187" fmla="*/ 1395532 h 1502868"/>
              <a:gd name="connsiteX188" fmla="*/ 3943416 w 4035240"/>
              <a:gd name="connsiteY188" fmla="*/ 1419055 h 1502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Lst>
            <a:rect l="l" t="t" r="r" b="b"/>
            <a:pathLst>
              <a:path w="4035240" h="1502868">
                <a:moveTo>
                  <a:pt x="-158" y="1394109"/>
                </a:moveTo>
                <a:lnTo>
                  <a:pt x="731541" y="1394109"/>
                </a:lnTo>
                <a:lnTo>
                  <a:pt x="731541" y="1498442"/>
                </a:lnTo>
                <a:lnTo>
                  <a:pt x="-158" y="1498442"/>
                </a:lnTo>
                <a:close/>
                <a:moveTo>
                  <a:pt x="-158" y="1299261"/>
                </a:moveTo>
                <a:lnTo>
                  <a:pt x="731541" y="1299261"/>
                </a:lnTo>
                <a:lnTo>
                  <a:pt x="731541" y="1194928"/>
                </a:lnTo>
                <a:lnTo>
                  <a:pt x="-158" y="1194928"/>
                </a:lnTo>
                <a:close/>
                <a:moveTo>
                  <a:pt x="208899" y="1100080"/>
                </a:moveTo>
                <a:lnTo>
                  <a:pt x="522484" y="1100080"/>
                </a:lnTo>
                <a:lnTo>
                  <a:pt x="522484" y="995747"/>
                </a:lnTo>
                <a:lnTo>
                  <a:pt x="208899" y="995747"/>
                </a:lnTo>
                <a:close/>
                <a:moveTo>
                  <a:pt x="208899" y="900899"/>
                </a:moveTo>
                <a:lnTo>
                  <a:pt x="522484" y="900899"/>
                </a:lnTo>
                <a:lnTo>
                  <a:pt x="522484" y="796566"/>
                </a:lnTo>
                <a:lnTo>
                  <a:pt x="208899" y="796566"/>
                </a:lnTo>
                <a:close/>
                <a:moveTo>
                  <a:pt x="208899" y="701718"/>
                </a:moveTo>
                <a:lnTo>
                  <a:pt x="522484" y="701718"/>
                </a:lnTo>
                <a:lnTo>
                  <a:pt x="522484" y="597385"/>
                </a:lnTo>
                <a:lnTo>
                  <a:pt x="208899" y="597385"/>
                </a:lnTo>
                <a:close/>
                <a:moveTo>
                  <a:pt x="522484" y="398204"/>
                </a:moveTo>
                <a:lnTo>
                  <a:pt x="208899" y="398204"/>
                </a:lnTo>
                <a:lnTo>
                  <a:pt x="208899" y="502537"/>
                </a:lnTo>
                <a:lnTo>
                  <a:pt x="522484" y="502537"/>
                </a:lnTo>
                <a:close/>
                <a:moveTo>
                  <a:pt x="-158" y="303356"/>
                </a:moveTo>
                <a:lnTo>
                  <a:pt x="731541" y="303356"/>
                </a:lnTo>
                <a:lnTo>
                  <a:pt x="731541" y="199023"/>
                </a:lnTo>
                <a:lnTo>
                  <a:pt x="-158" y="199023"/>
                </a:lnTo>
                <a:close/>
                <a:moveTo>
                  <a:pt x="-158" y="104175"/>
                </a:moveTo>
                <a:lnTo>
                  <a:pt x="731541" y="104175"/>
                </a:lnTo>
                <a:lnTo>
                  <a:pt x="731541" y="-158"/>
                </a:lnTo>
                <a:lnTo>
                  <a:pt x="-158" y="-158"/>
                </a:lnTo>
                <a:close/>
                <a:moveTo>
                  <a:pt x="836070" y="1299261"/>
                </a:moveTo>
                <a:lnTo>
                  <a:pt x="1951389" y="1299261"/>
                </a:lnTo>
                <a:cubicBezTo>
                  <a:pt x="1970288" y="1266654"/>
                  <a:pt x="1984432" y="1231523"/>
                  <a:pt x="1993390" y="1194928"/>
                </a:cubicBezTo>
                <a:lnTo>
                  <a:pt x="836070" y="1194928"/>
                </a:lnTo>
                <a:close/>
                <a:moveTo>
                  <a:pt x="1864060" y="796566"/>
                </a:moveTo>
                <a:lnTo>
                  <a:pt x="1045127" y="796566"/>
                </a:lnTo>
                <a:lnTo>
                  <a:pt x="1045127" y="900899"/>
                </a:lnTo>
                <a:lnTo>
                  <a:pt x="1951293" y="900899"/>
                </a:lnTo>
                <a:cubicBezTo>
                  <a:pt x="1928348" y="861440"/>
                  <a:pt x="1898850" y="826160"/>
                  <a:pt x="1864060" y="796566"/>
                </a:cubicBezTo>
                <a:close/>
                <a:moveTo>
                  <a:pt x="1045127" y="597385"/>
                </a:moveTo>
                <a:lnTo>
                  <a:pt x="1045127" y="701718"/>
                </a:lnTo>
                <a:lnTo>
                  <a:pt x="1864060" y="701718"/>
                </a:lnTo>
                <a:cubicBezTo>
                  <a:pt x="1898850" y="672125"/>
                  <a:pt x="1928348" y="636845"/>
                  <a:pt x="1951293" y="597385"/>
                </a:cubicBezTo>
                <a:close/>
                <a:moveTo>
                  <a:pt x="1951389" y="199023"/>
                </a:moveTo>
                <a:lnTo>
                  <a:pt x="836070" y="199023"/>
                </a:lnTo>
                <a:lnTo>
                  <a:pt x="836070" y="303356"/>
                </a:lnTo>
                <a:lnTo>
                  <a:pt x="1993390" y="303356"/>
                </a:lnTo>
                <a:cubicBezTo>
                  <a:pt x="1984432" y="266762"/>
                  <a:pt x="1970289" y="231630"/>
                  <a:pt x="1951389" y="199023"/>
                </a:cubicBezTo>
                <a:close/>
                <a:moveTo>
                  <a:pt x="1605779" y="-158"/>
                </a:moveTo>
                <a:lnTo>
                  <a:pt x="836070" y="-158"/>
                </a:lnTo>
                <a:lnTo>
                  <a:pt x="836070" y="104175"/>
                </a:lnTo>
                <a:lnTo>
                  <a:pt x="1874988" y="104175"/>
                </a:lnTo>
                <a:cubicBezTo>
                  <a:pt x="1801525" y="36948"/>
                  <a:pt x="1705445" y="-288"/>
                  <a:pt x="1605779" y="-158"/>
                </a:cubicBezTo>
                <a:close/>
                <a:moveTo>
                  <a:pt x="1045127" y="502537"/>
                </a:moveTo>
                <a:lnTo>
                  <a:pt x="1358712" y="502537"/>
                </a:lnTo>
                <a:lnTo>
                  <a:pt x="1358712" y="398204"/>
                </a:lnTo>
                <a:lnTo>
                  <a:pt x="1045127" y="398204"/>
                </a:lnTo>
                <a:close/>
                <a:moveTo>
                  <a:pt x="1653292" y="502537"/>
                </a:moveTo>
                <a:lnTo>
                  <a:pt x="1990919" y="502537"/>
                </a:lnTo>
                <a:cubicBezTo>
                  <a:pt x="2000179" y="468529"/>
                  <a:pt x="2004876" y="433446"/>
                  <a:pt x="2004888" y="398204"/>
                </a:cubicBezTo>
                <a:lnTo>
                  <a:pt x="1653292" y="398204"/>
                </a:lnTo>
                <a:close/>
                <a:moveTo>
                  <a:pt x="1045127" y="1100080"/>
                </a:moveTo>
                <a:lnTo>
                  <a:pt x="1358712" y="1100080"/>
                </a:lnTo>
                <a:lnTo>
                  <a:pt x="1358712" y="995747"/>
                </a:lnTo>
                <a:lnTo>
                  <a:pt x="1045127" y="995747"/>
                </a:lnTo>
                <a:close/>
                <a:moveTo>
                  <a:pt x="1653292" y="995747"/>
                </a:moveTo>
                <a:lnTo>
                  <a:pt x="1653292" y="1100080"/>
                </a:lnTo>
                <a:lnTo>
                  <a:pt x="2004888" y="1100080"/>
                </a:lnTo>
                <a:cubicBezTo>
                  <a:pt x="2004876" y="1064839"/>
                  <a:pt x="2000179" y="1029755"/>
                  <a:pt x="1990919" y="995747"/>
                </a:cubicBezTo>
                <a:close/>
                <a:moveTo>
                  <a:pt x="836070" y="1498442"/>
                </a:moveTo>
                <a:lnTo>
                  <a:pt x="1605779" y="1498442"/>
                </a:lnTo>
                <a:cubicBezTo>
                  <a:pt x="1705471" y="1498712"/>
                  <a:pt x="1801600" y="1461457"/>
                  <a:pt x="1874988" y="1394109"/>
                </a:cubicBezTo>
                <a:lnTo>
                  <a:pt x="836070" y="1394109"/>
                </a:lnTo>
                <a:close/>
                <a:moveTo>
                  <a:pt x="2926639" y="1498442"/>
                </a:moveTo>
                <a:lnTo>
                  <a:pt x="2962939" y="1394109"/>
                </a:lnTo>
                <a:lnTo>
                  <a:pt x="2890339" y="1394109"/>
                </a:lnTo>
                <a:close/>
                <a:moveTo>
                  <a:pt x="2856985" y="1299261"/>
                </a:moveTo>
                <a:lnTo>
                  <a:pt x="2996293" y="1299261"/>
                </a:lnTo>
                <a:lnTo>
                  <a:pt x="3033068" y="1194928"/>
                </a:lnTo>
                <a:lnTo>
                  <a:pt x="2820210" y="1194928"/>
                </a:lnTo>
                <a:close/>
                <a:moveTo>
                  <a:pt x="2786856" y="1100080"/>
                </a:moveTo>
                <a:lnTo>
                  <a:pt x="3066422" y="1100080"/>
                </a:lnTo>
                <a:lnTo>
                  <a:pt x="3103102" y="995747"/>
                </a:lnTo>
                <a:lnTo>
                  <a:pt x="2750176" y="995747"/>
                </a:lnTo>
                <a:close/>
                <a:moveTo>
                  <a:pt x="2716822" y="900899"/>
                </a:moveTo>
                <a:lnTo>
                  <a:pt x="3136456" y="900899"/>
                </a:lnTo>
                <a:lnTo>
                  <a:pt x="3173136" y="796566"/>
                </a:lnTo>
                <a:lnTo>
                  <a:pt x="2680142" y="796566"/>
                </a:lnTo>
                <a:close/>
                <a:moveTo>
                  <a:pt x="2299468" y="502537"/>
                </a:moveTo>
                <a:lnTo>
                  <a:pt x="2864207" y="502537"/>
                </a:lnTo>
                <a:lnTo>
                  <a:pt x="2827907" y="398204"/>
                </a:lnTo>
                <a:lnTo>
                  <a:pt x="2299468" y="398204"/>
                </a:lnTo>
                <a:close/>
                <a:moveTo>
                  <a:pt x="3058440" y="303356"/>
                </a:moveTo>
                <a:lnTo>
                  <a:pt x="3762867" y="303356"/>
                </a:lnTo>
                <a:lnTo>
                  <a:pt x="3762867" y="199023"/>
                </a:lnTo>
                <a:lnTo>
                  <a:pt x="3094835" y="199023"/>
                </a:lnTo>
                <a:close/>
                <a:moveTo>
                  <a:pt x="3164204" y="-158"/>
                </a:moveTo>
                <a:lnTo>
                  <a:pt x="3127904" y="104175"/>
                </a:lnTo>
                <a:lnTo>
                  <a:pt x="3762867" y="104175"/>
                </a:lnTo>
                <a:lnTo>
                  <a:pt x="3762867" y="-158"/>
                </a:lnTo>
                <a:close/>
                <a:moveTo>
                  <a:pt x="2090411" y="1498442"/>
                </a:moveTo>
                <a:lnTo>
                  <a:pt x="2613054" y="1498442"/>
                </a:lnTo>
                <a:lnTo>
                  <a:pt x="2613054" y="1394109"/>
                </a:lnTo>
                <a:lnTo>
                  <a:pt x="2090411" y="1394109"/>
                </a:lnTo>
                <a:close/>
                <a:moveTo>
                  <a:pt x="2090411" y="1299261"/>
                </a:moveTo>
                <a:lnTo>
                  <a:pt x="2613054" y="1299261"/>
                </a:lnTo>
                <a:lnTo>
                  <a:pt x="2613054" y="1194928"/>
                </a:lnTo>
                <a:lnTo>
                  <a:pt x="2090411" y="1194928"/>
                </a:lnTo>
                <a:close/>
                <a:moveTo>
                  <a:pt x="2299468" y="1100080"/>
                </a:moveTo>
                <a:lnTo>
                  <a:pt x="2613054" y="1100080"/>
                </a:lnTo>
                <a:lnTo>
                  <a:pt x="2613054" y="995747"/>
                </a:lnTo>
                <a:lnTo>
                  <a:pt x="2299468" y="995747"/>
                </a:lnTo>
                <a:close/>
                <a:moveTo>
                  <a:pt x="2299468" y="900899"/>
                </a:moveTo>
                <a:lnTo>
                  <a:pt x="2613054" y="900899"/>
                </a:lnTo>
                <a:lnTo>
                  <a:pt x="2613054" y="796566"/>
                </a:lnTo>
                <a:lnTo>
                  <a:pt x="2299468" y="796566"/>
                </a:lnTo>
                <a:close/>
                <a:moveTo>
                  <a:pt x="3553810" y="398204"/>
                </a:moveTo>
                <a:lnTo>
                  <a:pt x="3025371" y="398204"/>
                </a:lnTo>
                <a:lnTo>
                  <a:pt x="2989071" y="502537"/>
                </a:lnTo>
                <a:lnTo>
                  <a:pt x="3553810" y="502537"/>
                </a:lnTo>
                <a:close/>
                <a:moveTo>
                  <a:pt x="3240225" y="701718"/>
                </a:moveTo>
                <a:lnTo>
                  <a:pt x="3553810" y="701718"/>
                </a:lnTo>
                <a:lnTo>
                  <a:pt x="3553810" y="597385"/>
                </a:lnTo>
                <a:lnTo>
                  <a:pt x="2956002" y="597385"/>
                </a:lnTo>
                <a:lnTo>
                  <a:pt x="2926639" y="681705"/>
                </a:lnTo>
                <a:lnTo>
                  <a:pt x="2897276" y="597385"/>
                </a:lnTo>
                <a:lnTo>
                  <a:pt x="2299468" y="597385"/>
                </a:lnTo>
                <a:lnTo>
                  <a:pt x="2299468" y="701718"/>
                </a:lnTo>
                <a:lnTo>
                  <a:pt x="2613054" y="701718"/>
                </a:lnTo>
                <a:lnTo>
                  <a:pt x="2613054" y="605827"/>
                </a:lnTo>
                <a:lnTo>
                  <a:pt x="2646788" y="701718"/>
                </a:lnTo>
                <a:lnTo>
                  <a:pt x="3206491" y="701718"/>
                </a:lnTo>
                <a:lnTo>
                  <a:pt x="3240225" y="605827"/>
                </a:lnTo>
                <a:close/>
                <a:moveTo>
                  <a:pt x="3553810" y="796566"/>
                </a:moveTo>
                <a:lnTo>
                  <a:pt x="3240225" y="796566"/>
                </a:lnTo>
                <a:lnTo>
                  <a:pt x="3240225" y="900899"/>
                </a:lnTo>
                <a:lnTo>
                  <a:pt x="3553810" y="900899"/>
                </a:lnTo>
                <a:close/>
                <a:moveTo>
                  <a:pt x="3240225" y="1100080"/>
                </a:moveTo>
                <a:lnTo>
                  <a:pt x="3553810" y="1100080"/>
                </a:lnTo>
                <a:lnTo>
                  <a:pt x="3553810" y="995747"/>
                </a:lnTo>
                <a:lnTo>
                  <a:pt x="3240225" y="995747"/>
                </a:lnTo>
                <a:close/>
                <a:moveTo>
                  <a:pt x="3240225" y="1299261"/>
                </a:moveTo>
                <a:lnTo>
                  <a:pt x="3762867" y="1299261"/>
                </a:lnTo>
                <a:lnTo>
                  <a:pt x="3762867" y="1194928"/>
                </a:lnTo>
                <a:lnTo>
                  <a:pt x="3240225" y="1194928"/>
                </a:lnTo>
                <a:close/>
                <a:moveTo>
                  <a:pt x="3240225" y="1498442"/>
                </a:moveTo>
                <a:lnTo>
                  <a:pt x="3762867" y="1498442"/>
                </a:lnTo>
                <a:lnTo>
                  <a:pt x="3762867" y="1394109"/>
                </a:lnTo>
                <a:lnTo>
                  <a:pt x="3240225" y="1394109"/>
                </a:lnTo>
                <a:close/>
                <a:moveTo>
                  <a:pt x="2794838" y="303356"/>
                </a:moveTo>
                <a:lnTo>
                  <a:pt x="2758443" y="199023"/>
                </a:lnTo>
                <a:lnTo>
                  <a:pt x="2090411" y="199023"/>
                </a:lnTo>
                <a:lnTo>
                  <a:pt x="2090411" y="303356"/>
                </a:lnTo>
                <a:close/>
                <a:moveTo>
                  <a:pt x="2725469" y="104175"/>
                </a:moveTo>
                <a:lnTo>
                  <a:pt x="2689075" y="-158"/>
                </a:lnTo>
                <a:lnTo>
                  <a:pt x="2090411" y="-158"/>
                </a:lnTo>
                <a:lnTo>
                  <a:pt x="2090411" y="104175"/>
                </a:lnTo>
                <a:close/>
                <a:moveTo>
                  <a:pt x="3875283" y="1420572"/>
                </a:moveTo>
                <a:cubicBezTo>
                  <a:pt x="3876595" y="1376537"/>
                  <a:pt x="3913423" y="1341902"/>
                  <a:pt x="3957540" y="1343211"/>
                </a:cubicBezTo>
                <a:cubicBezTo>
                  <a:pt x="4001657" y="1344521"/>
                  <a:pt x="4036358" y="1381280"/>
                  <a:pt x="4035046" y="1425315"/>
                </a:cubicBezTo>
                <a:cubicBezTo>
                  <a:pt x="4033761" y="1468450"/>
                  <a:pt x="3998340" y="1502743"/>
                  <a:pt x="3955105" y="1502711"/>
                </a:cubicBezTo>
                <a:cubicBezTo>
                  <a:pt x="3910864" y="1502465"/>
                  <a:pt x="3875199" y="1466469"/>
                  <a:pt x="3875445" y="1422311"/>
                </a:cubicBezTo>
                <a:cubicBezTo>
                  <a:pt x="3875449" y="1421731"/>
                  <a:pt x="3875458" y="1421152"/>
                  <a:pt x="3875474" y="1420572"/>
                </a:cubicBezTo>
                <a:close/>
                <a:moveTo>
                  <a:pt x="4016206" y="1425789"/>
                </a:moveTo>
                <a:lnTo>
                  <a:pt x="4016206" y="1415450"/>
                </a:lnTo>
                <a:cubicBezTo>
                  <a:pt x="4014875" y="1381794"/>
                  <a:pt x="3986462" y="1355587"/>
                  <a:pt x="3952743" y="1356915"/>
                </a:cubicBezTo>
                <a:cubicBezTo>
                  <a:pt x="3920889" y="1358170"/>
                  <a:pt x="3895355" y="1383656"/>
                  <a:pt x="3894098" y="1415450"/>
                </a:cubicBezTo>
                <a:lnTo>
                  <a:pt x="3894098" y="1425789"/>
                </a:lnTo>
                <a:cubicBezTo>
                  <a:pt x="3895428" y="1459445"/>
                  <a:pt x="3923842" y="1485652"/>
                  <a:pt x="3957561" y="1484324"/>
                </a:cubicBezTo>
                <a:cubicBezTo>
                  <a:pt x="3989415" y="1483070"/>
                  <a:pt x="4014949" y="1457583"/>
                  <a:pt x="4016206" y="1425789"/>
                </a:cubicBezTo>
                <a:close/>
                <a:moveTo>
                  <a:pt x="3943416" y="1462874"/>
                </a:moveTo>
                <a:lnTo>
                  <a:pt x="3923081" y="1462874"/>
                </a:lnTo>
                <a:lnTo>
                  <a:pt x="3923081" y="1379598"/>
                </a:lnTo>
                <a:lnTo>
                  <a:pt x="3961091" y="1379598"/>
                </a:lnTo>
                <a:cubicBezTo>
                  <a:pt x="3974934" y="1377799"/>
                  <a:pt x="3987617" y="1387543"/>
                  <a:pt x="3989418" y="1401360"/>
                </a:cubicBezTo>
                <a:cubicBezTo>
                  <a:pt x="3989613" y="1402855"/>
                  <a:pt x="3989674" y="1404365"/>
                  <a:pt x="3989599" y="1405871"/>
                </a:cubicBezTo>
                <a:cubicBezTo>
                  <a:pt x="3990607" y="1416644"/>
                  <a:pt x="3984488" y="1426824"/>
                  <a:pt x="3974489" y="1431005"/>
                </a:cubicBezTo>
                <a:lnTo>
                  <a:pt x="3993495" y="1462874"/>
                </a:lnTo>
                <a:lnTo>
                  <a:pt x="3971164" y="1462874"/>
                </a:lnTo>
                <a:lnTo>
                  <a:pt x="3955580" y="1434420"/>
                </a:lnTo>
                <a:lnTo>
                  <a:pt x="3943416" y="1434420"/>
                </a:lnTo>
                <a:close/>
                <a:moveTo>
                  <a:pt x="3958620" y="1419055"/>
                </a:moveTo>
                <a:cubicBezTo>
                  <a:pt x="3964987" y="1419055"/>
                  <a:pt x="3968123" y="1416209"/>
                  <a:pt x="3968123" y="1410234"/>
                </a:cubicBezTo>
                <a:lnTo>
                  <a:pt x="3968123" y="1404258"/>
                </a:lnTo>
                <a:cubicBezTo>
                  <a:pt x="3968123" y="1398283"/>
                  <a:pt x="3964512" y="1395532"/>
                  <a:pt x="3958620" y="1395532"/>
                </a:cubicBezTo>
                <a:lnTo>
                  <a:pt x="3943416" y="1395532"/>
                </a:lnTo>
                <a:lnTo>
                  <a:pt x="3943416" y="1419055"/>
                </a:lnTo>
                <a:close/>
              </a:path>
            </a:pathLst>
          </a:custGeom>
          <a:solidFill>
            <a:srgbClr val="0F62FE"/>
          </a:solidFill>
          <a:ln w="3175" cap="flat">
            <a:noFill/>
            <a:prstDash val="solid"/>
            <a:miter/>
          </a:ln>
        </p:spPr>
        <p:txBody>
          <a:bodyPr rtlCol="0" anchor="ctr"/>
          <a:lstStyle/>
          <a:p>
            <a:endParaRPr lang="ja-JP" altLang="en-US" sz="2799"/>
          </a:p>
        </p:txBody>
      </p:sp>
    </p:spTree>
    <p:extLst>
      <p:ext uri="{BB962C8B-B14F-4D97-AF65-F5344CB8AC3E}">
        <p14:creationId xmlns:p14="http://schemas.microsoft.com/office/powerpoint/2010/main" val="109672726"/>
      </p:ext>
    </p:extLst>
  </p:cSld>
  <p:clrMapOvr>
    <a:masterClrMapping/>
  </p:clrMapOvr>
  <p:transition spd="med"/>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Large text">
    <p:bg>
      <p:bgPr>
        <a:solidFill>
          <a:schemeClr val="bg1"/>
        </a:solid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33F45D4-6948-110C-D79C-FDC01F4C2615}"/>
              </a:ext>
            </a:extLst>
          </p:cNvPr>
          <p:cNvSpPr>
            <a:spLocks noGrp="1"/>
          </p:cNvSpPr>
          <p:nvPr>
            <p:ph type="title"/>
          </p:nvPr>
        </p:nvSpPr>
        <p:spPr>
          <a:xfrm>
            <a:off x="292608" y="301752"/>
            <a:ext cx="8854440" cy="4270249"/>
          </a:xfrm>
        </p:spPr>
        <p:txBody>
          <a:bodyPr/>
          <a:lstStyle>
            <a:lvl1pPr>
              <a:lnSpc>
                <a:spcPct val="100000"/>
              </a:lnSpc>
              <a:spcAft>
                <a:spcPts val="0"/>
              </a:spcAft>
              <a:defRPr sz="8398" b="0" i="0">
                <a:latin typeface="IBM Plex Sans ExtLt" panose="020B0303050203000203" pitchFamily="34" charset="0"/>
                <a:ea typeface="IBM Plex Sans JP ExtLt" panose="020B0303050203000203" pitchFamily="34" charset="-128"/>
              </a:defRPr>
            </a:lvl1pPr>
          </a:lstStyle>
          <a:p>
            <a:r>
              <a:rPr kumimoji="1" lang="ja-JP" altLang="en-US"/>
              <a:t>マスター タイトルの書式設定</a:t>
            </a:r>
          </a:p>
        </p:txBody>
      </p:sp>
      <p:sp>
        <p:nvSpPr>
          <p:cNvPr id="5" name="フッター プレースホルダー 2">
            <a:extLst>
              <a:ext uri="{FF2B5EF4-FFF2-40B4-BE49-F238E27FC236}">
                <a16:creationId xmlns:a16="http://schemas.microsoft.com/office/drawing/2014/main" id="{F5DDFED2-C28F-4C3F-5CD9-6CBBB6855751}"/>
              </a:ext>
            </a:extLst>
          </p:cNvPr>
          <p:cNvSpPr>
            <a:spLocks noGrp="1"/>
          </p:cNvSpPr>
          <p:nvPr>
            <p:ph type="ftr" sz="quarter" idx="10"/>
          </p:nvPr>
        </p:nvSpPr>
        <p:spPr/>
        <p:txBody>
          <a:bodyPr/>
          <a:lstStyle/>
          <a:p>
            <a:r>
              <a:rPr kumimoji="1" lang="ja-JP" altLang="en-US"/>
              <a:t>フッター</a:t>
            </a:r>
            <a:r>
              <a:rPr kumimoji="1" lang="en-US" altLang="ja-JP" dirty="0"/>
              <a:t>(Optional)</a:t>
            </a:r>
            <a:endParaRPr kumimoji="1" lang="ja-JP" altLang="en-US"/>
          </a:p>
        </p:txBody>
      </p:sp>
      <p:sp>
        <p:nvSpPr>
          <p:cNvPr id="7" name="スライド番号プレースホルダー 3">
            <a:extLst>
              <a:ext uri="{FF2B5EF4-FFF2-40B4-BE49-F238E27FC236}">
                <a16:creationId xmlns:a16="http://schemas.microsoft.com/office/drawing/2014/main" id="{CC228FC2-D88F-C54D-CF30-58BAD2CF82B7}"/>
              </a:ext>
            </a:extLst>
          </p:cNvPr>
          <p:cNvSpPr>
            <a:spLocks noGrp="1"/>
          </p:cNvSpPr>
          <p:nvPr>
            <p:ph type="sldNum" sz="quarter" idx="11"/>
          </p:nvPr>
        </p:nvSpPr>
        <p:spPr/>
        <p:txBody>
          <a:bodyPr/>
          <a:lstStyle/>
          <a:p>
            <a:fld id="{19CA33DB-3EF7-0D48-8164-B05E3E6F1758}" type="slidenum">
              <a:rPr kumimoji="1" lang="ja-JP" altLang="en-US" smtClean="0"/>
              <a:pPr/>
              <a:t>‹#›</a:t>
            </a:fld>
            <a:endParaRPr kumimoji="1" lang="ja-JP" altLang="en-US"/>
          </a:p>
        </p:txBody>
      </p:sp>
    </p:spTree>
    <p:extLst>
      <p:ext uri="{BB962C8B-B14F-4D97-AF65-F5344CB8AC3E}">
        <p14:creationId xmlns:p14="http://schemas.microsoft.com/office/powerpoint/2010/main" val="2206991300"/>
      </p:ext>
    </p:extLst>
  </p:cSld>
  <p:clrMapOvr>
    <a:masterClrMapping/>
  </p:clrMapOvr>
  <p:transition spd="med"/>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Callout, headline">
    <p:bg>
      <p:bgPr>
        <a:solidFill>
          <a:schemeClr val="bg1"/>
        </a:solidFill>
        <a:effectLst/>
      </p:bgPr>
    </p:bg>
    <p:spTree>
      <p:nvGrpSpPr>
        <p:cNvPr id="1" name=""/>
        <p:cNvGrpSpPr/>
        <p:nvPr/>
      </p:nvGrpSpPr>
      <p:grpSpPr>
        <a:xfrm>
          <a:off x="0" y="0"/>
          <a:ext cx="0" cy="0"/>
          <a:chOff x="0" y="0"/>
          <a:chExt cx="0" cy="0"/>
        </a:xfrm>
      </p:grpSpPr>
      <p:sp>
        <p:nvSpPr>
          <p:cNvPr id="7" name="タイトル 6">
            <a:extLst>
              <a:ext uri="{FF2B5EF4-FFF2-40B4-BE49-F238E27FC236}">
                <a16:creationId xmlns:a16="http://schemas.microsoft.com/office/drawing/2014/main" id="{0F862A99-9A32-E6B3-4913-056890C3F6C4}"/>
              </a:ext>
            </a:extLst>
          </p:cNvPr>
          <p:cNvSpPr>
            <a:spLocks noGrp="1"/>
          </p:cNvSpPr>
          <p:nvPr>
            <p:ph type="title"/>
          </p:nvPr>
        </p:nvSpPr>
        <p:spPr>
          <a:xfrm>
            <a:off x="292608" y="301752"/>
            <a:ext cx="5527040" cy="1992186"/>
          </a:xfrm>
        </p:spPr>
        <p:txBody>
          <a:bodyPr/>
          <a:lstStyle>
            <a:lvl1pPr>
              <a:lnSpc>
                <a:spcPct val="120000"/>
              </a:lnSpc>
              <a:spcAft>
                <a:spcPts val="0"/>
              </a:spcAft>
              <a:defRPr sz="3199"/>
            </a:lvl1pPr>
          </a:lstStyle>
          <a:p>
            <a:r>
              <a:rPr kumimoji="1" lang="ja-JP" altLang="en-US"/>
              <a:t>マスター タイトルの書式設定</a:t>
            </a:r>
          </a:p>
        </p:txBody>
      </p:sp>
      <p:sp>
        <p:nvSpPr>
          <p:cNvPr id="4" name="Text Placeholder 3">
            <a:extLst>
              <a:ext uri="{FF2B5EF4-FFF2-40B4-BE49-F238E27FC236}">
                <a16:creationId xmlns:a16="http://schemas.microsoft.com/office/drawing/2014/main" id="{0354631A-4ED7-F527-1CBC-9AF7BE2CB676}"/>
              </a:ext>
            </a:extLst>
          </p:cNvPr>
          <p:cNvSpPr>
            <a:spLocks noGrp="1"/>
          </p:cNvSpPr>
          <p:nvPr>
            <p:ph type="body" sz="quarter" idx="10"/>
          </p:nvPr>
        </p:nvSpPr>
        <p:spPr>
          <a:xfrm>
            <a:off x="6384382" y="301750"/>
            <a:ext cx="5520318" cy="5698999"/>
          </a:xfrm>
          <a:prstGeom prst="rect">
            <a:avLst/>
          </a:prstGeom>
        </p:spPr>
        <p:txBody>
          <a:bodyPr/>
          <a:lstStyle>
            <a:lvl1pPr>
              <a:lnSpc>
                <a:spcPct val="110000"/>
              </a:lnSpc>
              <a:spcBef>
                <a:spcPts val="0"/>
              </a:spcBef>
              <a:spcAft>
                <a:spcPts val="0"/>
              </a:spcAft>
              <a:defRPr sz="3198">
                <a:solidFill>
                  <a:schemeClr val="tx1"/>
                </a:solidFill>
              </a:defRPr>
            </a:lvl1pPr>
            <a:lvl2pPr marL="292490" indent="-292490">
              <a:lnSpc>
                <a:spcPct val="110000"/>
              </a:lnSpc>
              <a:spcBef>
                <a:spcPts val="0"/>
              </a:spcBef>
              <a:spcAft>
                <a:spcPts val="0"/>
              </a:spcAft>
              <a:defRPr sz="3198">
                <a:solidFill>
                  <a:schemeClr val="tx1"/>
                </a:solidFill>
              </a:defRPr>
            </a:lvl2pPr>
            <a:lvl3pPr marL="548420" indent="-292490">
              <a:lnSpc>
                <a:spcPct val="110000"/>
              </a:lnSpc>
              <a:spcBef>
                <a:spcPts val="0"/>
              </a:spcBef>
              <a:spcAft>
                <a:spcPts val="0"/>
              </a:spcAft>
              <a:defRPr sz="3198">
                <a:solidFill>
                  <a:schemeClr val="tx1"/>
                </a:solidFill>
              </a:defRPr>
            </a:lvl3pPr>
            <a:lvl4pPr marL="877472">
              <a:lnSpc>
                <a:spcPct val="110000"/>
              </a:lnSpc>
              <a:spcBef>
                <a:spcPts val="0"/>
              </a:spcBef>
              <a:spcAft>
                <a:spcPts val="0"/>
              </a:spcAft>
              <a:defRPr sz="3198">
                <a:solidFill>
                  <a:schemeClr val="tx1"/>
                </a:solidFill>
              </a:defRPr>
            </a:lvl4pPr>
            <a:lvl5pPr>
              <a:lnSpc>
                <a:spcPct val="100000"/>
              </a:lnSpc>
              <a:spcBef>
                <a:spcPts val="0"/>
              </a:spcBef>
              <a:defRPr sz="3198"/>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2" name="フッター プレースホルダー 1">
            <a:extLst>
              <a:ext uri="{FF2B5EF4-FFF2-40B4-BE49-F238E27FC236}">
                <a16:creationId xmlns:a16="http://schemas.microsoft.com/office/drawing/2014/main" id="{3BE88839-C820-03FF-3A76-9A1A020E1B20}"/>
              </a:ext>
            </a:extLst>
          </p:cNvPr>
          <p:cNvSpPr>
            <a:spLocks noGrp="1"/>
          </p:cNvSpPr>
          <p:nvPr>
            <p:ph type="ftr" sz="quarter" idx="11"/>
          </p:nvPr>
        </p:nvSpPr>
        <p:spPr/>
        <p:txBody>
          <a:bodyPr/>
          <a:lstStyle/>
          <a:p>
            <a:r>
              <a:rPr kumimoji="1" lang="ja-JP" altLang="en-US"/>
              <a:t>フッター</a:t>
            </a:r>
            <a:r>
              <a:rPr kumimoji="1" lang="en-US" altLang="ja-JP" dirty="0"/>
              <a:t>(Optional)</a:t>
            </a:r>
            <a:endParaRPr kumimoji="1" lang="ja-JP" altLang="en-US"/>
          </a:p>
        </p:txBody>
      </p:sp>
      <p:sp>
        <p:nvSpPr>
          <p:cNvPr id="3" name="スライド番号プレースホルダー 2">
            <a:extLst>
              <a:ext uri="{FF2B5EF4-FFF2-40B4-BE49-F238E27FC236}">
                <a16:creationId xmlns:a16="http://schemas.microsoft.com/office/drawing/2014/main" id="{EF167531-9554-63F4-C3F2-1AD3FD0C809F}"/>
              </a:ext>
            </a:extLst>
          </p:cNvPr>
          <p:cNvSpPr>
            <a:spLocks noGrp="1"/>
          </p:cNvSpPr>
          <p:nvPr>
            <p:ph type="sldNum" sz="quarter" idx="12"/>
          </p:nvPr>
        </p:nvSpPr>
        <p:spPr/>
        <p:txBody>
          <a:bodyPr/>
          <a:lstStyle/>
          <a:p>
            <a:fld id="{19CA33DB-3EF7-0D48-8164-B05E3E6F1758}" type="slidenum">
              <a:rPr kumimoji="1" lang="ja-JP" altLang="en-US" smtClean="0"/>
              <a:pPr/>
              <a:t>‹#›</a:t>
            </a:fld>
            <a:endParaRPr kumimoji="1" lang="ja-JP" altLang="en-US"/>
          </a:p>
        </p:txBody>
      </p:sp>
    </p:spTree>
    <p:extLst>
      <p:ext uri="{BB962C8B-B14F-4D97-AF65-F5344CB8AC3E}">
        <p14:creationId xmlns:p14="http://schemas.microsoft.com/office/powerpoint/2010/main" val="3026336221"/>
      </p:ext>
    </p:extLst>
  </p:cSld>
  <p:clrMapOvr>
    <a:masterClrMapping/>
  </p:clrMapOvr>
  <p:transition spd="med"/>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Callout, stand-alone">
    <p:bg>
      <p:bgPr>
        <a:solidFill>
          <a:schemeClr val="bg1"/>
        </a:solidFill>
        <a:effectLst/>
      </p:bgPr>
    </p:bg>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95D0A438-DE91-9819-F830-0ABF7DBADA49}"/>
              </a:ext>
            </a:extLst>
          </p:cNvPr>
          <p:cNvSpPr>
            <a:spLocks noGrp="1"/>
          </p:cNvSpPr>
          <p:nvPr>
            <p:ph type="title"/>
          </p:nvPr>
        </p:nvSpPr>
        <p:spPr>
          <a:xfrm>
            <a:off x="292608" y="301752"/>
            <a:ext cx="7330440" cy="5032249"/>
          </a:xfrm>
        </p:spPr>
        <p:txBody>
          <a:bodyPr/>
          <a:lstStyle>
            <a:lvl1pPr>
              <a:spcAft>
                <a:spcPts val="0"/>
              </a:spcAft>
              <a:defRPr sz="3999"/>
            </a:lvl1pPr>
          </a:lstStyle>
          <a:p>
            <a:r>
              <a:rPr kumimoji="1" lang="ja-JP" altLang="en-US"/>
              <a:t>マスター タイトルの書式設定</a:t>
            </a:r>
          </a:p>
        </p:txBody>
      </p:sp>
      <p:sp>
        <p:nvSpPr>
          <p:cNvPr id="2" name="フッター プレースホルダー 1">
            <a:extLst>
              <a:ext uri="{FF2B5EF4-FFF2-40B4-BE49-F238E27FC236}">
                <a16:creationId xmlns:a16="http://schemas.microsoft.com/office/drawing/2014/main" id="{26FA0CC3-40EF-DEC8-2308-D870E2153B46}"/>
              </a:ext>
            </a:extLst>
          </p:cNvPr>
          <p:cNvSpPr>
            <a:spLocks noGrp="1"/>
          </p:cNvSpPr>
          <p:nvPr>
            <p:ph type="ftr" sz="quarter" idx="10"/>
          </p:nvPr>
        </p:nvSpPr>
        <p:spPr/>
        <p:txBody>
          <a:bodyPr/>
          <a:lstStyle/>
          <a:p>
            <a:r>
              <a:rPr kumimoji="1" lang="ja-JP" altLang="en-US"/>
              <a:t>フッター</a:t>
            </a:r>
            <a:r>
              <a:rPr kumimoji="1" lang="en-US" altLang="ja-JP" dirty="0"/>
              <a:t>(Optional)</a:t>
            </a:r>
            <a:endParaRPr kumimoji="1" lang="ja-JP" altLang="en-US"/>
          </a:p>
        </p:txBody>
      </p:sp>
      <p:sp>
        <p:nvSpPr>
          <p:cNvPr id="3" name="スライド番号プレースホルダー 2">
            <a:extLst>
              <a:ext uri="{FF2B5EF4-FFF2-40B4-BE49-F238E27FC236}">
                <a16:creationId xmlns:a16="http://schemas.microsoft.com/office/drawing/2014/main" id="{46E3BA5F-140F-48A3-589D-FF3673C5D626}"/>
              </a:ext>
            </a:extLst>
          </p:cNvPr>
          <p:cNvSpPr>
            <a:spLocks noGrp="1"/>
          </p:cNvSpPr>
          <p:nvPr>
            <p:ph type="sldNum" sz="quarter" idx="11"/>
          </p:nvPr>
        </p:nvSpPr>
        <p:spPr/>
        <p:txBody>
          <a:bodyPr/>
          <a:lstStyle/>
          <a:p>
            <a:fld id="{19CA33DB-3EF7-0D48-8164-B05E3E6F1758}" type="slidenum">
              <a:rPr kumimoji="1" lang="ja-JP" altLang="en-US" smtClean="0"/>
              <a:pPr/>
              <a:t>‹#›</a:t>
            </a:fld>
            <a:endParaRPr kumimoji="1" lang="ja-JP" altLang="en-US"/>
          </a:p>
        </p:txBody>
      </p:sp>
    </p:spTree>
    <p:extLst>
      <p:ext uri="{BB962C8B-B14F-4D97-AF65-F5344CB8AC3E}">
        <p14:creationId xmlns:p14="http://schemas.microsoft.com/office/powerpoint/2010/main" val="2855983217"/>
      </p:ext>
    </p:extLst>
  </p:cSld>
  <p:clrMapOvr>
    <a:masterClrMapping/>
  </p:clrMapOvr>
  <p:transition spd="med"/>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Data, 2 callouts, vertical">
    <p:bg>
      <p:bgPr>
        <a:solidFill>
          <a:schemeClr val="bg1"/>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C44518A-7FBB-67DA-E35B-8BC0AAFC6062}"/>
              </a:ext>
            </a:extLst>
          </p:cNvPr>
          <p:cNvCxnSpPr>
            <a:cxnSpLocks/>
          </p:cNvCxnSpPr>
          <p:nvPr userDrawn="1"/>
        </p:nvCxnSpPr>
        <p:spPr bwMode="auto">
          <a:xfrm>
            <a:off x="6096000" y="284957"/>
            <a:ext cx="0" cy="5807868"/>
          </a:xfrm>
          <a:prstGeom prst="line">
            <a:avLst/>
          </a:prstGeom>
          <a:ln w="635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8" name="Text Placeholder 7">
            <a:extLst>
              <a:ext uri="{FF2B5EF4-FFF2-40B4-BE49-F238E27FC236}">
                <a16:creationId xmlns:a16="http://schemas.microsoft.com/office/drawing/2014/main" id="{2D5E03B0-C633-E81D-0D42-3FCCAFD64B0F}"/>
              </a:ext>
            </a:extLst>
          </p:cNvPr>
          <p:cNvSpPr>
            <a:spLocks noGrp="1"/>
          </p:cNvSpPr>
          <p:nvPr>
            <p:ph type="body" sz="quarter" idx="12"/>
          </p:nvPr>
        </p:nvSpPr>
        <p:spPr>
          <a:xfrm>
            <a:off x="292608" y="301752"/>
            <a:ext cx="5522976" cy="3144044"/>
          </a:xfrm>
          <a:prstGeom prst="rect">
            <a:avLst/>
          </a:prstGeom>
        </p:spPr>
        <p:txBody>
          <a:bodyPr/>
          <a:lstStyle>
            <a:lvl1pPr>
              <a:lnSpc>
                <a:spcPct val="110000"/>
              </a:lnSpc>
              <a:spcBef>
                <a:spcPts val="0"/>
              </a:spcBef>
              <a:defRPr sz="2000">
                <a:solidFill>
                  <a:schemeClr val="tx1"/>
                </a:solidFill>
              </a:defRPr>
            </a:lvl1pPr>
            <a:lvl2pPr marL="201088" indent="-201088">
              <a:lnSpc>
                <a:spcPct val="110000"/>
              </a:lnSpc>
              <a:spcBef>
                <a:spcPts val="0"/>
              </a:spcBef>
              <a:defRPr sz="2000">
                <a:solidFill>
                  <a:schemeClr val="tx1"/>
                </a:solidFill>
              </a:defRPr>
            </a:lvl2pPr>
            <a:lvl3pPr marL="402176" indent="-201088">
              <a:lnSpc>
                <a:spcPct val="110000"/>
              </a:lnSpc>
              <a:spcBef>
                <a:spcPts val="0"/>
              </a:spcBef>
              <a:defRPr sz="2000">
                <a:solidFill>
                  <a:schemeClr val="tx1"/>
                </a:solidFill>
              </a:defRPr>
            </a:lvl3pPr>
            <a:lvl4pPr marL="557560" indent="-201088">
              <a:lnSpc>
                <a:spcPct val="110000"/>
              </a:lnSpc>
              <a:spcBef>
                <a:spcPts val="0"/>
              </a:spcBef>
              <a:defRPr sz="2000">
                <a:solidFill>
                  <a:schemeClr val="tx1"/>
                </a:solidFill>
              </a:defRPr>
            </a:lvl4pPr>
            <a:lvl5pPr>
              <a:lnSpc>
                <a:spcPct val="100000"/>
              </a:lnSpc>
              <a:spcBef>
                <a:spcPts val="0"/>
              </a:spcBef>
              <a:defRPr sz="2200">
                <a:solidFill>
                  <a:schemeClr val="tx1"/>
                </a:solidFill>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10" name="Text Placeholder 9">
            <a:extLst>
              <a:ext uri="{FF2B5EF4-FFF2-40B4-BE49-F238E27FC236}">
                <a16:creationId xmlns:a16="http://schemas.microsoft.com/office/drawing/2014/main" id="{DB20D7FD-6784-59C5-938D-4728A153F52B}"/>
              </a:ext>
            </a:extLst>
          </p:cNvPr>
          <p:cNvSpPr>
            <a:spLocks noGrp="1"/>
          </p:cNvSpPr>
          <p:nvPr>
            <p:ph type="body" sz="quarter" idx="13" hasCustomPrompt="1"/>
          </p:nvPr>
        </p:nvSpPr>
        <p:spPr>
          <a:xfrm>
            <a:off x="292608" y="4713304"/>
            <a:ext cx="5522976" cy="1771650"/>
          </a:xfrm>
          <a:prstGeom prst="rect">
            <a:avLst/>
          </a:prstGeom>
        </p:spPr>
        <p:txBody>
          <a:bodyPr anchor="b"/>
          <a:lstStyle>
            <a:lvl1pPr>
              <a:lnSpc>
                <a:spcPct val="100000"/>
              </a:lnSpc>
              <a:spcBef>
                <a:spcPts val="0"/>
              </a:spcBef>
              <a:defRPr sz="12597" b="0" i="0">
                <a:solidFill>
                  <a:schemeClr val="accent1"/>
                </a:solidFill>
                <a:latin typeface="IBM Plex Sans ExtLt" panose="020B0303050203000203" pitchFamily="34" charset="0"/>
              </a:defRPr>
            </a:lvl1pPr>
          </a:lstStyle>
          <a:p>
            <a:r>
              <a:rPr lang="en-US" dirty="0"/>
              <a:t>↗︎00M</a:t>
            </a:r>
          </a:p>
        </p:txBody>
      </p:sp>
      <p:sp>
        <p:nvSpPr>
          <p:cNvPr id="6" name="Text Placeholder 5">
            <a:extLst>
              <a:ext uri="{FF2B5EF4-FFF2-40B4-BE49-F238E27FC236}">
                <a16:creationId xmlns:a16="http://schemas.microsoft.com/office/drawing/2014/main" id="{0A7285B0-4A1E-8885-0C0E-77D0ECA9CACD}"/>
              </a:ext>
            </a:extLst>
          </p:cNvPr>
          <p:cNvSpPr>
            <a:spLocks noGrp="1"/>
          </p:cNvSpPr>
          <p:nvPr>
            <p:ph type="body" sz="quarter" idx="11"/>
          </p:nvPr>
        </p:nvSpPr>
        <p:spPr>
          <a:xfrm>
            <a:off x="6378658" y="289052"/>
            <a:ext cx="5522976" cy="3144044"/>
          </a:xfrm>
          <a:prstGeom prst="rect">
            <a:avLst/>
          </a:prstGeom>
        </p:spPr>
        <p:txBody>
          <a:bodyPr/>
          <a:lstStyle>
            <a:lvl1pPr>
              <a:lnSpc>
                <a:spcPct val="110000"/>
              </a:lnSpc>
              <a:spcBef>
                <a:spcPts val="0"/>
              </a:spcBef>
              <a:defRPr sz="2000">
                <a:solidFill>
                  <a:schemeClr val="tx1"/>
                </a:solidFill>
              </a:defRPr>
            </a:lvl1pPr>
            <a:lvl2pPr marL="201088" indent="-201088">
              <a:lnSpc>
                <a:spcPct val="110000"/>
              </a:lnSpc>
              <a:spcBef>
                <a:spcPts val="0"/>
              </a:spcBef>
              <a:defRPr sz="2000">
                <a:solidFill>
                  <a:schemeClr val="tx1"/>
                </a:solidFill>
              </a:defRPr>
            </a:lvl2pPr>
            <a:lvl3pPr marL="402176" indent="-201088">
              <a:lnSpc>
                <a:spcPct val="110000"/>
              </a:lnSpc>
              <a:spcBef>
                <a:spcPts val="0"/>
              </a:spcBef>
              <a:defRPr sz="2000">
                <a:solidFill>
                  <a:schemeClr val="tx1"/>
                </a:solidFill>
              </a:defRPr>
            </a:lvl3pPr>
            <a:lvl4pPr marL="557560" indent="-201088">
              <a:lnSpc>
                <a:spcPct val="110000"/>
              </a:lnSpc>
              <a:spcBef>
                <a:spcPts val="0"/>
              </a:spcBef>
              <a:defRPr sz="2000">
                <a:solidFill>
                  <a:schemeClr val="tx1"/>
                </a:solidFill>
              </a:defRPr>
            </a:lvl4pPr>
            <a:lvl5pPr>
              <a:lnSpc>
                <a:spcPct val="100000"/>
              </a:lnSpc>
              <a:spcBef>
                <a:spcPts val="0"/>
              </a:spcBef>
              <a:defRPr sz="2200">
                <a:solidFill>
                  <a:schemeClr val="tx1"/>
                </a:solidFill>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12" name="Text Placeholder 11">
            <a:extLst>
              <a:ext uri="{FF2B5EF4-FFF2-40B4-BE49-F238E27FC236}">
                <a16:creationId xmlns:a16="http://schemas.microsoft.com/office/drawing/2014/main" id="{5F395CBF-E65B-9A42-BAE5-C2B2BD9B7BD2}"/>
              </a:ext>
            </a:extLst>
          </p:cNvPr>
          <p:cNvSpPr>
            <a:spLocks noGrp="1"/>
          </p:cNvSpPr>
          <p:nvPr>
            <p:ph type="body" sz="quarter" idx="14" hasCustomPrompt="1"/>
          </p:nvPr>
        </p:nvSpPr>
        <p:spPr>
          <a:xfrm>
            <a:off x="6378658" y="4713304"/>
            <a:ext cx="5522976" cy="1771650"/>
          </a:xfrm>
          <a:prstGeom prst="rect">
            <a:avLst/>
          </a:prstGeom>
        </p:spPr>
        <p:txBody>
          <a:bodyPr anchor="b"/>
          <a:lstStyle>
            <a:lvl1pPr>
              <a:lnSpc>
                <a:spcPct val="100000"/>
              </a:lnSpc>
              <a:spcBef>
                <a:spcPts val="0"/>
              </a:spcBef>
              <a:defRPr sz="12597" b="0" i="0">
                <a:solidFill>
                  <a:schemeClr val="accent1"/>
                </a:solidFill>
                <a:latin typeface="IBM Plex Sans ExtLt" panose="020B0303050203000203" pitchFamily="34" charset="0"/>
              </a:defRPr>
            </a:lvl1pPr>
          </a:lstStyle>
          <a:p>
            <a:r>
              <a:rPr lang="en-US" dirty="0"/>
              <a:t>+00%</a:t>
            </a:r>
          </a:p>
        </p:txBody>
      </p:sp>
      <p:sp>
        <p:nvSpPr>
          <p:cNvPr id="2" name="フッター プレースホルダー 1">
            <a:extLst>
              <a:ext uri="{FF2B5EF4-FFF2-40B4-BE49-F238E27FC236}">
                <a16:creationId xmlns:a16="http://schemas.microsoft.com/office/drawing/2014/main" id="{1D415873-FC11-1484-87B2-2B91670CA7C9}"/>
              </a:ext>
            </a:extLst>
          </p:cNvPr>
          <p:cNvSpPr>
            <a:spLocks noGrp="1"/>
          </p:cNvSpPr>
          <p:nvPr>
            <p:ph type="ftr" sz="quarter" idx="15"/>
          </p:nvPr>
        </p:nvSpPr>
        <p:spPr/>
        <p:txBody>
          <a:bodyPr/>
          <a:lstStyle/>
          <a:p>
            <a:r>
              <a:rPr kumimoji="1" lang="ja-JP" altLang="en-US"/>
              <a:t>フッター</a:t>
            </a:r>
            <a:r>
              <a:rPr kumimoji="1" lang="en-US" altLang="ja-JP" dirty="0"/>
              <a:t>(Optional)</a:t>
            </a:r>
            <a:endParaRPr kumimoji="1" lang="ja-JP" altLang="en-US"/>
          </a:p>
        </p:txBody>
      </p:sp>
      <p:sp>
        <p:nvSpPr>
          <p:cNvPr id="5" name="スライド番号プレースホルダー 4">
            <a:extLst>
              <a:ext uri="{FF2B5EF4-FFF2-40B4-BE49-F238E27FC236}">
                <a16:creationId xmlns:a16="http://schemas.microsoft.com/office/drawing/2014/main" id="{1E72310A-D871-349A-77FA-8F4E1BEA9688}"/>
              </a:ext>
            </a:extLst>
          </p:cNvPr>
          <p:cNvSpPr>
            <a:spLocks noGrp="1"/>
          </p:cNvSpPr>
          <p:nvPr>
            <p:ph type="sldNum" sz="quarter" idx="16"/>
          </p:nvPr>
        </p:nvSpPr>
        <p:spPr/>
        <p:txBody>
          <a:bodyPr/>
          <a:lstStyle/>
          <a:p>
            <a:fld id="{19CA33DB-3EF7-0D48-8164-B05E3E6F1758}" type="slidenum">
              <a:rPr kumimoji="1" lang="ja-JP" altLang="en-US" smtClean="0"/>
              <a:pPr/>
              <a:t>‹#›</a:t>
            </a:fld>
            <a:endParaRPr kumimoji="1" lang="ja-JP" altLang="en-US"/>
          </a:p>
        </p:txBody>
      </p:sp>
    </p:spTree>
    <p:extLst>
      <p:ext uri="{BB962C8B-B14F-4D97-AF65-F5344CB8AC3E}">
        <p14:creationId xmlns:p14="http://schemas.microsoft.com/office/powerpoint/2010/main" val="923598172"/>
      </p:ext>
    </p:extLst>
  </p:cSld>
  <p:clrMapOvr>
    <a:masterClrMapping/>
  </p:clrMapOvr>
  <p:transition spd="med"/>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Data, 3 callouts, vertical">
    <p:bg>
      <p:bgPr>
        <a:solidFill>
          <a:schemeClr val="bg1"/>
        </a:solidFill>
        <a:effectLst/>
      </p:bgPr>
    </p:bg>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0190DC4B-4198-FC7C-74AF-F35A2C6F4DA9}"/>
              </a:ext>
            </a:extLst>
          </p:cNvPr>
          <p:cNvSpPr>
            <a:spLocks noGrp="1"/>
          </p:cNvSpPr>
          <p:nvPr>
            <p:ph type="title"/>
          </p:nvPr>
        </p:nvSpPr>
        <p:spPr>
          <a:xfrm>
            <a:off x="292608" y="301750"/>
            <a:ext cx="2478024" cy="1426464"/>
          </a:xfrm>
        </p:spPr>
        <p:txBody>
          <a:bodyPr/>
          <a:lstStyle>
            <a:lvl1pPr>
              <a:lnSpc>
                <a:spcPct val="120000"/>
              </a:lnSpc>
              <a:defRPr sz="1800"/>
            </a:lvl1pPr>
          </a:lstStyle>
          <a:p>
            <a:r>
              <a:rPr kumimoji="1" lang="ja-JP" altLang="en-US"/>
              <a:t>マスター タイトルの書式設定</a:t>
            </a:r>
          </a:p>
        </p:txBody>
      </p:sp>
      <p:sp>
        <p:nvSpPr>
          <p:cNvPr id="16" name="Text Placeholder 15">
            <a:extLst>
              <a:ext uri="{FF2B5EF4-FFF2-40B4-BE49-F238E27FC236}">
                <a16:creationId xmlns:a16="http://schemas.microsoft.com/office/drawing/2014/main" id="{BBB79390-98CC-5F62-D373-F6646F767DD0}"/>
              </a:ext>
            </a:extLst>
          </p:cNvPr>
          <p:cNvSpPr>
            <a:spLocks noGrp="1"/>
          </p:cNvSpPr>
          <p:nvPr>
            <p:ph type="body" sz="quarter" idx="15" hasCustomPrompt="1"/>
          </p:nvPr>
        </p:nvSpPr>
        <p:spPr>
          <a:xfrm>
            <a:off x="3333316" y="117101"/>
            <a:ext cx="2478024" cy="822960"/>
          </a:xfrm>
          <a:prstGeom prst="rect">
            <a:avLst/>
          </a:prstGeom>
        </p:spPr>
        <p:txBody>
          <a:bodyPr/>
          <a:lstStyle>
            <a:lvl1pPr>
              <a:lnSpc>
                <a:spcPct val="100000"/>
              </a:lnSpc>
              <a:defRPr sz="6599">
                <a:solidFill>
                  <a:schemeClr val="accent1"/>
                </a:solidFill>
              </a:defRPr>
            </a:lvl1pPr>
            <a:lvl2pPr marL="0" indent="0">
              <a:buNone/>
              <a:defRPr/>
            </a:lvl2pPr>
          </a:lstStyle>
          <a:p>
            <a:pPr lvl="0"/>
            <a:r>
              <a:rPr lang="en-US" dirty="0"/>
              <a:t>00%</a:t>
            </a:r>
          </a:p>
        </p:txBody>
      </p:sp>
      <p:sp>
        <p:nvSpPr>
          <p:cNvPr id="18" name="Text Placeholder 17">
            <a:extLst>
              <a:ext uri="{FF2B5EF4-FFF2-40B4-BE49-F238E27FC236}">
                <a16:creationId xmlns:a16="http://schemas.microsoft.com/office/drawing/2014/main" id="{3516E6B1-7020-1EA5-CDD4-B1FC6CE2740C}"/>
              </a:ext>
            </a:extLst>
          </p:cNvPr>
          <p:cNvSpPr>
            <a:spLocks noGrp="1"/>
          </p:cNvSpPr>
          <p:nvPr>
            <p:ph type="body" sz="quarter" idx="16" hasCustomPrompt="1"/>
          </p:nvPr>
        </p:nvSpPr>
        <p:spPr>
          <a:xfrm>
            <a:off x="6383301" y="117101"/>
            <a:ext cx="2478024" cy="822960"/>
          </a:xfrm>
          <a:prstGeom prst="rect">
            <a:avLst/>
          </a:prstGeom>
        </p:spPr>
        <p:txBody>
          <a:bodyPr/>
          <a:lstStyle>
            <a:lvl1pPr>
              <a:lnSpc>
                <a:spcPct val="100000"/>
              </a:lnSpc>
              <a:defRPr sz="6599">
                <a:solidFill>
                  <a:schemeClr val="accent1"/>
                </a:solidFill>
              </a:defRPr>
            </a:lvl1pPr>
          </a:lstStyle>
          <a:p>
            <a:pPr lvl="0"/>
            <a:r>
              <a:rPr lang="en-US" dirty="0"/>
              <a:t>00%</a:t>
            </a:r>
          </a:p>
        </p:txBody>
      </p:sp>
      <p:sp>
        <p:nvSpPr>
          <p:cNvPr id="20" name="Text Placeholder 19">
            <a:extLst>
              <a:ext uri="{FF2B5EF4-FFF2-40B4-BE49-F238E27FC236}">
                <a16:creationId xmlns:a16="http://schemas.microsoft.com/office/drawing/2014/main" id="{AC11D906-6DD0-910D-48BA-0C197C90AA45}"/>
              </a:ext>
            </a:extLst>
          </p:cNvPr>
          <p:cNvSpPr>
            <a:spLocks noGrp="1"/>
          </p:cNvSpPr>
          <p:nvPr>
            <p:ph type="body" sz="quarter" idx="17" hasCustomPrompt="1"/>
          </p:nvPr>
        </p:nvSpPr>
        <p:spPr>
          <a:xfrm>
            <a:off x="9428523" y="117101"/>
            <a:ext cx="2478024" cy="822960"/>
          </a:xfrm>
          <a:prstGeom prst="rect">
            <a:avLst/>
          </a:prstGeom>
        </p:spPr>
        <p:txBody>
          <a:bodyPr/>
          <a:lstStyle>
            <a:lvl1pPr>
              <a:lnSpc>
                <a:spcPct val="100000"/>
              </a:lnSpc>
              <a:defRPr sz="6599">
                <a:solidFill>
                  <a:schemeClr val="accent1"/>
                </a:solidFill>
              </a:defRPr>
            </a:lvl1pPr>
          </a:lstStyle>
          <a:p>
            <a:pPr lvl="0"/>
            <a:r>
              <a:rPr lang="en-US" dirty="0"/>
              <a:t>00%</a:t>
            </a:r>
          </a:p>
        </p:txBody>
      </p:sp>
      <p:sp>
        <p:nvSpPr>
          <p:cNvPr id="7" name="Text Placeholder 6">
            <a:extLst>
              <a:ext uri="{FF2B5EF4-FFF2-40B4-BE49-F238E27FC236}">
                <a16:creationId xmlns:a16="http://schemas.microsoft.com/office/drawing/2014/main" id="{FDDE7F16-A938-0D17-3BFA-034F142A8082}"/>
              </a:ext>
            </a:extLst>
          </p:cNvPr>
          <p:cNvSpPr>
            <a:spLocks noGrp="1"/>
          </p:cNvSpPr>
          <p:nvPr>
            <p:ph type="body" sz="quarter" idx="12"/>
          </p:nvPr>
        </p:nvSpPr>
        <p:spPr>
          <a:xfrm>
            <a:off x="3333316" y="1188720"/>
            <a:ext cx="2478024" cy="4809744"/>
          </a:xfrm>
          <a:prstGeom prst="rect">
            <a:avLst/>
          </a:prstGeom>
        </p:spPr>
        <p:txBody>
          <a:bodyPr/>
          <a:lstStyle>
            <a:lvl1pPr>
              <a:lnSpc>
                <a:spcPct val="120000"/>
              </a:lnSpc>
              <a:spcBef>
                <a:spcPts val="0"/>
              </a:spcBef>
              <a:defRPr sz="1800">
                <a:solidFill>
                  <a:schemeClr val="tx1"/>
                </a:solidFill>
              </a:defRPr>
            </a:lvl1pPr>
            <a:lvl2pPr>
              <a:lnSpc>
                <a:spcPct val="120000"/>
              </a:lnSpc>
              <a:spcBef>
                <a:spcPts val="0"/>
              </a:spcBef>
              <a:defRPr sz="1800">
                <a:solidFill>
                  <a:schemeClr val="tx1"/>
                </a:solidFill>
              </a:defRPr>
            </a:lvl2pPr>
            <a:lvl3pPr>
              <a:lnSpc>
                <a:spcPct val="120000"/>
              </a:lnSpc>
              <a:spcBef>
                <a:spcPts val="0"/>
              </a:spcBef>
              <a:defRPr sz="1800">
                <a:solidFill>
                  <a:schemeClr val="tx1"/>
                </a:solidFill>
              </a:defRPr>
            </a:lvl3pPr>
            <a:lvl4pPr>
              <a:lnSpc>
                <a:spcPct val="120000"/>
              </a:lnSpc>
              <a:spcBef>
                <a:spcPts val="0"/>
              </a:spcBef>
              <a:defRPr sz="1800">
                <a:solidFill>
                  <a:schemeClr val="tx1"/>
                </a:solidFill>
              </a:defRPr>
            </a:lvl4pPr>
            <a:lvl5pPr>
              <a:lnSpc>
                <a:spcPct val="110000"/>
              </a:lnSpc>
              <a:spcBef>
                <a:spcPts val="0"/>
              </a:spcBef>
              <a:defRPr>
                <a:solidFill>
                  <a:schemeClr val="tx1"/>
                </a:solidFill>
              </a:defRPr>
            </a:lvl5pPr>
          </a:lstStyle>
          <a:p>
            <a:pPr lvl="0"/>
            <a:r>
              <a:rPr lang="ja-JP" altLang="en-US"/>
              <a:t>マスター テキストの書式設定</a:t>
            </a:r>
          </a:p>
          <a:p>
            <a:pPr lvl="1"/>
            <a:r>
              <a:rPr lang="ja-JP" altLang="en-US"/>
              <a:t>第 </a:t>
            </a:r>
            <a:r>
              <a:rPr lang="en-US" altLang="ja-JP" dirty="0"/>
              <a:t>2 </a:t>
            </a:r>
            <a:r>
              <a:rPr lang="ja-JP" altLang="en-US"/>
              <a:t>レベル</a:t>
            </a:r>
          </a:p>
          <a:p>
            <a:pPr lvl="2"/>
            <a:r>
              <a:rPr lang="ja-JP" altLang="en-US"/>
              <a:t>第 </a:t>
            </a:r>
            <a:r>
              <a:rPr lang="en-US" altLang="ja-JP" dirty="0"/>
              <a:t>3 </a:t>
            </a:r>
            <a:r>
              <a:rPr lang="ja-JP" altLang="en-US"/>
              <a:t>レベル</a:t>
            </a:r>
          </a:p>
          <a:p>
            <a:pPr lvl="3"/>
            <a:r>
              <a:rPr lang="ja-JP" altLang="en-US"/>
              <a:t>第 </a:t>
            </a:r>
            <a:r>
              <a:rPr lang="en-US" altLang="ja-JP" dirty="0"/>
              <a:t>4 </a:t>
            </a:r>
            <a:r>
              <a:rPr lang="ja-JP" altLang="en-US"/>
              <a:t>レベル</a:t>
            </a:r>
          </a:p>
        </p:txBody>
      </p:sp>
      <p:sp>
        <p:nvSpPr>
          <p:cNvPr id="9" name="Text Placeholder 8">
            <a:extLst>
              <a:ext uri="{FF2B5EF4-FFF2-40B4-BE49-F238E27FC236}">
                <a16:creationId xmlns:a16="http://schemas.microsoft.com/office/drawing/2014/main" id="{3F3FD8FB-143C-CB66-123C-0495EB1C33B7}"/>
              </a:ext>
            </a:extLst>
          </p:cNvPr>
          <p:cNvSpPr>
            <a:spLocks noGrp="1"/>
          </p:cNvSpPr>
          <p:nvPr>
            <p:ph type="body" sz="quarter" idx="13"/>
          </p:nvPr>
        </p:nvSpPr>
        <p:spPr>
          <a:xfrm>
            <a:off x="6380919" y="1188720"/>
            <a:ext cx="2478024" cy="4809744"/>
          </a:xfrm>
          <a:prstGeom prst="rect">
            <a:avLst/>
          </a:prstGeom>
        </p:spPr>
        <p:txBody>
          <a:bodyPr/>
          <a:lstStyle>
            <a:lvl1pPr>
              <a:lnSpc>
                <a:spcPct val="120000"/>
              </a:lnSpc>
              <a:spcBef>
                <a:spcPts val="0"/>
              </a:spcBef>
              <a:defRPr sz="1800">
                <a:solidFill>
                  <a:schemeClr val="tx1"/>
                </a:solidFill>
              </a:defRPr>
            </a:lvl1pPr>
            <a:lvl2pPr>
              <a:lnSpc>
                <a:spcPct val="120000"/>
              </a:lnSpc>
              <a:spcBef>
                <a:spcPts val="0"/>
              </a:spcBef>
              <a:defRPr sz="1800">
                <a:solidFill>
                  <a:schemeClr val="tx1"/>
                </a:solidFill>
              </a:defRPr>
            </a:lvl2pPr>
            <a:lvl3pPr>
              <a:lnSpc>
                <a:spcPct val="120000"/>
              </a:lnSpc>
              <a:spcBef>
                <a:spcPts val="0"/>
              </a:spcBef>
              <a:defRPr sz="1800">
                <a:solidFill>
                  <a:schemeClr val="tx1"/>
                </a:solidFill>
              </a:defRPr>
            </a:lvl3pPr>
            <a:lvl4pPr>
              <a:lnSpc>
                <a:spcPct val="120000"/>
              </a:lnSpc>
              <a:spcBef>
                <a:spcPts val="0"/>
              </a:spcBef>
              <a:defRPr sz="1800">
                <a:solidFill>
                  <a:schemeClr val="tx1"/>
                </a:solidFill>
              </a:defRPr>
            </a:lvl4pPr>
            <a:lvl5pPr>
              <a:lnSpc>
                <a:spcPct val="110000"/>
              </a:lnSpc>
              <a:spcBef>
                <a:spcPts val="0"/>
              </a:spcBef>
              <a:defRPr>
                <a:solidFill>
                  <a:schemeClr val="tx1"/>
                </a:solidFill>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11" name="Text Placeholder 10">
            <a:extLst>
              <a:ext uri="{FF2B5EF4-FFF2-40B4-BE49-F238E27FC236}">
                <a16:creationId xmlns:a16="http://schemas.microsoft.com/office/drawing/2014/main" id="{BA1063D1-FD79-491C-791B-87858EA0CB85}"/>
              </a:ext>
            </a:extLst>
          </p:cNvPr>
          <p:cNvSpPr>
            <a:spLocks noGrp="1"/>
          </p:cNvSpPr>
          <p:nvPr>
            <p:ph type="body" sz="quarter" idx="14"/>
          </p:nvPr>
        </p:nvSpPr>
        <p:spPr>
          <a:xfrm>
            <a:off x="9448034" y="1188720"/>
            <a:ext cx="2478024" cy="4809744"/>
          </a:xfrm>
          <a:prstGeom prst="rect">
            <a:avLst/>
          </a:prstGeom>
        </p:spPr>
        <p:txBody>
          <a:bodyPr/>
          <a:lstStyle>
            <a:lvl1pPr>
              <a:lnSpc>
                <a:spcPct val="120000"/>
              </a:lnSpc>
              <a:spcBef>
                <a:spcPts val="0"/>
              </a:spcBef>
              <a:defRPr sz="1800">
                <a:solidFill>
                  <a:schemeClr val="tx1"/>
                </a:solidFill>
              </a:defRPr>
            </a:lvl1pPr>
            <a:lvl2pPr>
              <a:lnSpc>
                <a:spcPct val="120000"/>
              </a:lnSpc>
              <a:spcBef>
                <a:spcPts val="0"/>
              </a:spcBef>
              <a:defRPr sz="1800">
                <a:solidFill>
                  <a:schemeClr val="tx1"/>
                </a:solidFill>
              </a:defRPr>
            </a:lvl2pPr>
            <a:lvl3pPr>
              <a:lnSpc>
                <a:spcPct val="120000"/>
              </a:lnSpc>
              <a:spcBef>
                <a:spcPts val="0"/>
              </a:spcBef>
              <a:defRPr sz="1800">
                <a:solidFill>
                  <a:schemeClr val="tx1"/>
                </a:solidFill>
              </a:defRPr>
            </a:lvl3pPr>
            <a:lvl4pPr>
              <a:lnSpc>
                <a:spcPct val="120000"/>
              </a:lnSpc>
              <a:spcBef>
                <a:spcPts val="0"/>
              </a:spcBef>
              <a:defRPr sz="1800">
                <a:solidFill>
                  <a:schemeClr val="tx1"/>
                </a:solidFill>
              </a:defRPr>
            </a:lvl4pPr>
            <a:lvl5pPr>
              <a:lnSpc>
                <a:spcPct val="110000"/>
              </a:lnSpc>
              <a:spcBef>
                <a:spcPts val="0"/>
              </a:spcBef>
              <a:defRPr>
                <a:solidFill>
                  <a:schemeClr val="tx1"/>
                </a:solidFill>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5" name="Text Placeholder 4">
            <a:extLst>
              <a:ext uri="{FF2B5EF4-FFF2-40B4-BE49-F238E27FC236}">
                <a16:creationId xmlns:a16="http://schemas.microsoft.com/office/drawing/2014/main" id="{1B7E465D-4B5F-2DAE-57C4-590983308A95}"/>
              </a:ext>
            </a:extLst>
          </p:cNvPr>
          <p:cNvSpPr>
            <a:spLocks noGrp="1"/>
          </p:cNvSpPr>
          <p:nvPr>
            <p:ph type="body" sz="quarter" idx="11"/>
          </p:nvPr>
        </p:nvSpPr>
        <p:spPr>
          <a:xfrm>
            <a:off x="3333316" y="6000750"/>
            <a:ext cx="2475384" cy="571500"/>
          </a:xfrm>
          <a:prstGeom prst="rect">
            <a:avLst/>
          </a:prstGeom>
        </p:spPr>
        <p:txBody>
          <a:bodyPr anchor="b"/>
          <a:lstStyle>
            <a:lvl1pPr>
              <a:lnSpc>
                <a:spcPct val="120000"/>
              </a:lnSpc>
              <a:spcBef>
                <a:spcPts val="0"/>
              </a:spcBef>
              <a:defRPr sz="800" b="0" i="0">
                <a:solidFill>
                  <a:schemeClr val="tx1"/>
                </a:solidFill>
                <a:latin typeface="IBM Plex Sans" panose="020B0503050203000203" pitchFamily="34" charset="0"/>
                <a:ea typeface="IBM Plex Sans JP" panose="020B0503050203000203" pitchFamily="34" charset="-128"/>
              </a:defRPr>
            </a:lvl1pPr>
            <a:lvl2pPr marL="73122" indent="-73122">
              <a:lnSpc>
                <a:spcPct val="120000"/>
              </a:lnSpc>
              <a:spcBef>
                <a:spcPts val="0"/>
              </a:spcBef>
              <a:defRPr sz="800" b="0" i="0">
                <a:solidFill>
                  <a:schemeClr val="tx1"/>
                </a:solidFill>
                <a:latin typeface="IBM Plex Sans" panose="020B0503050203000203" pitchFamily="34" charset="0"/>
                <a:ea typeface="IBM Plex Sans JP" panose="020B0503050203000203" pitchFamily="34" charset="-128"/>
              </a:defRPr>
            </a:lvl2pPr>
            <a:lvl3pPr marL="146246" indent="-73122">
              <a:lnSpc>
                <a:spcPct val="120000"/>
              </a:lnSpc>
              <a:spcBef>
                <a:spcPts val="0"/>
              </a:spcBef>
              <a:defRPr sz="800" b="0" i="0">
                <a:solidFill>
                  <a:schemeClr val="tx1"/>
                </a:solidFill>
                <a:latin typeface="IBM Plex Sans" panose="020B0503050203000203" pitchFamily="34" charset="0"/>
                <a:ea typeface="IBM Plex Sans JP" panose="020B0503050203000203" pitchFamily="34" charset="-128"/>
              </a:defRPr>
            </a:lvl3pPr>
            <a:lvl4pPr marL="219368" indent="-73122">
              <a:lnSpc>
                <a:spcPct val="120000"/>
              </a:lnSpc>
              <a:spcBef>
                <a:spcPts val="0"/>
              </a:spcBef>
              <a:defRPr sz="800" b="0" i="0">
                <a:solidFill>
                  <a:schemeClr val="tx1"/>
                </a:solidFill>
                <a:latin typeface="IBM Plex Sans" panose="020B0503050203000203" pitchFamily="34" charset="0"/>
                <a:ea typeface="IBM Plex Sans JP" panose="020B0503050203000203" pitchFamily="34" charset="-128"/>
              </a:defRPr>
            </a:lvl4pPr>
            <a:lvl5pPr>
              <a:lnSpc>
                <a:spcPct val="120000"/>
              </a:lnSpc>
              <a:spcBef>
                <a:spcPts val="0"/>
              </a:spcBef>
              <a:defRPr sz="800" b="0" i="0">
                <a:solidFill>
                  <a:schemeClr val="tx1"/>
                </a:solidFill>
                <a:latin typeface="IBM Plex Sans" panose="020B0503050203000203" pitchFamily="34" charset="0"/>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2" name="フッター プレースホルダー 1">
            <a:extLst>
              <a:ext uri="{FF2B5EF4-FFF2-40B4-BE49-F238E27FC236}">
                <a16:creationId xmlns:a16="http://schemas.microsoft.com/office/drawing/2014/main" id="{A645591B-A8EA-68C3-658C-4A056EDE9E1E}"/>
              </a:ext>
            </a:extLst>
          </p:cNvPr>
          <p:cNvSpPr>
            <a:spLocks noGrp="1"/>
          </p:cNvSpPr>
          <p:nvPr>
            <p:ph type="ftr" sz="quarter" idx="18"/>
          </p:nvPr>
        </p:nvSpPr>
        <p:spPr/>
        <p:txBody>
          <a:bodyPr/>
          <a:lstStyle/>
          <a:p>
            <a:r>
              <a:rPr kumimoji="1" lang="ja-JP" altLang="en-US"/>
              <a:t>フッター</a:t>
            </a:r>
            <a:r>
              <a:rPr kumimoji="1" lang="en-US" altLang="ja-JP" dirty="0"/>
              <a:t>(Optional)</a:t>
            </a:r>
            <a:endParaRPr kumimoji="1" lang="ja-JP" altLang="en-US"/>
          </a:p>
        </p:txBody>
      </p:sp>
      <p:sp>
        <p:nvSpPr>
          <p:cNvPr id="8" name="スライド番号プレースホルダー 7">
            <a:extLst>
              <a:ext uri="{FF2B5EF4-FFF2-40B4-BE49-F238E27FC236}">
                <a16:creationId xmlns:a16="http://schemas.microsoft.com/office/drawing/2014/main" id="{AF63CBB1-966E-E0D2-2D81-99CA3ACF4309}"/>
              </a:ext>
            </a:extLst>
          </p:cNvPr>
          <p:cNvSpPr>
            <a:spLocks noGrp="1"/>
          </p:cNvSpPr>
          <p:nvPr>
            <p:ph type="sldNum" sz="quarter" idx="19"/>
          </p:nvPr>
        </p:nvSpPr>
        <p:spPr/>
        <p:txBody>
          <a:bodyPr/>
          <a:lstStyle/>
          <a:p>
            <a:fld id="{19CA33DB-3EF7-0D48-8164-B05E3E6F1758}" type="slidenum">
              <a:rPr kumimoji="1" lang="ja-JP" altLang="en-US" smtClean="0"/>
              <a:pPr/>
              <a:t>‹#›</a:t>
            </a:fld>
            <a:endParaRPr kumimoji="1" lang="ja-JP" altLang="en-US"/>
          </a:p>
        </p:txBody>
      </p:sp>
    </p:spTree>
    <p:extLst>
      <p:ext uri="{BB962C8B-B14F-4D97-AF65-F5344CB8AC3E}">
        <p14:creationId xmlns:p14="http://schemas.microsoft.com/office/powerpoint/2010/main" val="548659237"/>
      </p:ext>
    </p:extLst>
  </p:cSld>
  <p:clrMapOvr>
    <a:masterClrMapping/>
  </p:clrMapOvr>
  <p:transition spd="med"/>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Data, 2 callouts, horizontal">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3D81813D-DA09-FCA0-D570-1E2D428C59E9}"/>
              </a:ext>
            </a:extLst>
          </p:cNvPr>
          <p:cNvCxnSpPr/>
          <p:nvPr userDrawn="1"/>
        </p:nvCxnSpPr>
        <p:spPr bwMode="auto">
          <a:xfrm>
            <a:off x="284126" y="3048000"/>
            <a:ext cx="11620574" cy="0"/>
          </a:xfrm>
          <a:prstGeom prst="line">
            <a:avLst/>
          </a:prstGeom>
          <a:ln w="635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2" name="Title 1">
            <a:extLst>
              <a:ext uri="{FF2B5EF4-FFF2-40B4-BE49-F238E27FC236}">
                <a16:creationId xmlns:a16="http://schemas.microsoft.com/office/drawing/2014/main" id="{D4B48808-B77B-7E67-E7EA-BCC945D4D51B}"/>
              </a:ext>
            </a:extLst>
          </p:cNvPr>
          <p:cNvSpPr>
            <a:spLocks noGrp="1"/>
          </p:cNvSpPr>
          <p:nvPr>
            <p:ph type="title" hasCustomPrompt="1"/>
          </p:nvPr>
        </p:nvSpPr>
        <p:spPr>
          <a:xfrm>
            <a:off x="292608" y="166739"/>
            <a:ext cx="2474590" cy="2667794"/>
          </a:xfrm>
          <a:prstGeom prst="rect">
            <a:avLst/>
          </a:prstGeom>
        </p:spPr>
        <p:txBody>
          <a:bodyPr/>
          <a:lstStyle>
            <a:lvl1pPr>
              <a:lnSpc>
                <a:spcPct val="110000"/>
              </a:lnSpc>
              <a:defRPr sz="3999">
                <a:solidFill>
                  <a:schemeClr val="accent1"/>
                </a:solidFill>
              </a:defRPr>
            </a:lvl1pPr>
          </a:lstStyle>
          <a:p>
            <a:r>
              <a:rPr lang="en-US" dirty="0"/>
              <a:t>+000%</a:t>
            </a:r>
          </a:p>
        </p:txBody>
      </p:sp>
      <p:sp>
        <p:nvSpPr>
          <p:cNvPr id="5" name="Text Placeholder 4">
            <a:extLst>
              <a:ext uri="{FF2B5EF4-FFF2-40B4-BE49-F238E27FC236}">
                <a16:creationId xmlns:a16="http://schemas.microsoft.com/office/drawing/2014/main" id="{88378CF2-9CD6-2749-A489-08A4608D0BDA}"/>
              </a:ext>
            </a:extLst>
          </p:cNvPr>
          <p:cNvSpPr>
            <a:spLocks noGrp="1"/>
          </p:cNvSpPr>
          <p:nvPr>
            <p:ph type="body" sz="quarter" idx="11"/>
          </p:nvPr>
        </p:nvSpPr>
        <p:spPr>
          <a:xfrm>
            <a:off x="3345842" y="297483"/>
            <a:ext cx="8558858" cy="2667794"/>
          </a:xfrm>
          <a:prstGeom prst="rect">
            <a:avLst/>
          </a:prstGeom>
        </p:spPr>
        <p:txBody>
          <a:bodyPr/>
          <a:lstStyle>
            <a:lvl1pPr>
              <a:lnSpc>
                <a:spcPct val="110000"/>
              </a:lnSpc>
              <a:spcBef>
                <a:spcPts val="0"/>
              </a:spcBef>
              <a:defRPr sz="3999">
                <a:solidFill>
                  <a:schemeClr val="tx1"/>
                </a:solidFill>
              </a:defRPr>
            </a:lvl1pPr>
            <a:lvl2pPr marL="393034" indent="-393034">
              <a:lnSpc>
                <a:spcPct val="110000"/>
              </a:lnSpc>
              <a:spcBef>
                <a:spcPts val="0"/>
              </a:spcBef>
              <a:defRPr sz="3999">
                <a:solidFill>
                  <a:schemeClr val="tx1"/>
                </a:solidFill>
              </a:defRPr>
            </a:lvl2pPr>
            <a:lvl3pPr marL="749508" indent="-393034">
              <a:lnSpc>
                <a:spcPct val="110000"/>
              </a:lnSpc>
              <a:spcBef>
                <a:spcPts val="0"/>
              </a:spcBef>
              <a:defRPr sz="3999">
                <a:solidFill>
                  <a:schemeClr val="tx1"/>
                </a:solidFill>
              </a:defRPr>
            </a:lvl3pPr>
            <a:lvl4pPr marL="1142542" indent="-393034">
              <a:lnSpc>
                <a:spcPct val="110000"/>
              </a:lnSpc>
              <a:spcBef>
                <a:spcPts val="0"/>
              </a:spcBef>
              <a:defRPr sz="3999">
                <a:solidFill>
                  <a:schemeClr val="tx1"/>
                </a:solidFill>
              </a:defRPr>
            </a:lvl4pPr>
            <a:lvl5pPr>
              <a:lnSpc>
                <a:spcPct val="100000"/>
              </a:lnSpc>
              <a:spcBef>
                <a:spcPts val="0"/>
              </a:spcBef>
              <a:defRPr sz="4298">
                <a:solidFill>
                  <a:schemeClr val="tx1"/>
                </a:solidFill>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9" name="Text Placeholder 8">
            <a:extLst>
              <a:ext uri="{FF2B5EF4-FFF2-40B4-BE49-F238E27FC236}">
                <a16:creationId xmlns:a16="http://schemas.microsoft.com/office/drawing/2014/main" id="{A16C1F9D-1D2C-5BDA-E821-35CB4A8708F5}"/>
              </a:ext>
            </a:extLst>
          </p:cNvPr>
          <p:cNvSpPr>
            <a:spLocks noGrp="1"/>
          </p:cNvSpPr>
          <p:nvPr>
            <p:ph type="body" sz="quarter" idx="12" hasCustomPrompt="1"/>
          </p:nvPr>
        </p:nvSpPr>
        <p:spPr>
          <a:xfrm>
            <a:off x="292608" y="3307795"/>
            <a:ext cx="2474590" cy="2667000"/>
          </a:xfrm>
          <a:prstGeom prst="rect">
            <a:avLst/>
          </a:prstGeom>
        </p:spPr>
        <p:txBody>
          <a:bodyPr/>
          <a:lstStyle>
            <a:lvl1pPr>
              <a:lnSpc>
                <a:spcPct val="110000"/>
              </a:lnSpc>
              <a:defRPr sz="3999">
                <a:solidFill>
                  <a:schemeClr val="accent1"/>
                </a:solidFill>
                <a:latin typeface="+mj-lt"/>
                <a:ea typeface="+mj-ea"/>
              </a:defRPr>
            </a:lvl1pPr>
            <a:lvl2pPr>
              <a:lnSpc>
                <a:spcPct val="100000"/>
              </a:lnSpc>
              <a:defRPr sz="4298">
                <a:solidFill>
                  <a:schemeClr val="accent1"/>
                </a:solidFill>
              </a:defRPr>
            </a:lvl2pPr>
            <a:lvl3pPr>
              <a:lnSpc>
                <a:spcPct val="100000"/>
              </a:lnSpc>
              <a:defRPr sz="4298">
                <a:solidFill>
                  <a:schemeClr val="accent1"/>
                </a:solidFill>
              </a:defRPr>
            </a:lvl3pPr>
            <a:lvl4pPr>
              <a:lnSpc>
                <a:spcPct val="100000"/>
              </a:lnSpc>
              <a:defRPr sz="4298">
                <a:solidFill>
                  <a:schemeClr val="accent1"/>
                </a:solidFill>
              </a:defRPr>
            </a:lvl4pPr>
            <a:lvl5pPr>
              <a:lnSpc>
                <a:spcPct val="100000"/>
              </a:lnSpc>
              <a:defRPr sz="4298">
                <a:solidFill>
                  <a:schemeClr val="accent1"/>
                </a:solidFill>
              </a:defRPr>
            </a:lvl5pPr>
          </a:lstStyle>
          <a:p>
            <a:pPr lvl="0"/>
            <a:r>
              <a:rPr lang="en-US" dirty="0"/>
              <a:t>+000M</a:t>
            </a:r>
          </a:p>
        </p:txBody>
      </p:sp>
      <p:sp>
        <p:nvSpPr>
          <p:cNvPr id="11" name="Text Placeholder 10">
            <a:extLst>
              <a:ext uri="{FF2B5EF4-FFF2-40B4-BE49-F238E27FC236}">
                <a16:creationId xmlns:a16="http://schemas.microsoft.com/office/drawing/2014/main" id="{2C97FE8A-75E3-6FC8-02DD-50E0A4C8C958}"/>
              </a:ext>
            </a:extLst>
          </p:cNvPr>
          <p:cNvSpPr>
            <a:spLocks noGrp="1"/>
          </p:cNvSpPr>
          <p:nvPr>
            <p:ph type="body" sz="quarter" idx="13"/>
          </p:nvPr>
        </p:nvSpPr>
        <p:spPr>
          <a:xfrm>
            <a:off x="3345842" y="3348012"/>
            <a:ext cx="8558858" cy="2667000"/>
          </a:xfrm>
          <a:prstGeom prst="rect">
            <a:avLst/>
          </a:prstGeom>
        </p:spPr>
        <p:txBody>
          <a:bodyPr/>
          <a:lstStyle>
            <a:lvl1pPr>
              <a:lnSpc>
                <a:spcPct val="110000"/>
              </a:lnSpc>
              <a:spcBef>
                <a:spcPts val="0"/>
              </a:spcBef>
              <a:defRPr sz="3999">
                <a:solidFill>
                  <a:schemeClr val="tx1"/>
                </a:solidFill>
              </a:defRPr>
            </a:lvl1pPr>
            <a:lvl2pPr marL="393034" indent="-393034">
              <a:lnSpc>
                <a:spcPct val="110000"/>
              </a:lnSpc>
              <a:spcBef>
                <a:spcPts val="0"/>
              </a:spcBef>
              <a:defRPr sz="3999">
                <a:solidFill>
                  <a:schemeClr val="tx1"/>
                </a:solidFill>
              </a:defRPr>
            </a:lvl2pPr>
            <a:lvl3pPr marL="749508" indent="-393034">
              <a:lnSpc>
                <a:spcPct val="110000"/>
              </a:lnSpc>
              <a:spcBef>
                <a:spcPts val="0"/>
              </a:spcBef>
              <a:defRPr sz="3999">
                <a:solidFill>
                  <a:schemeClr val="tx1"/>
                </a:solidFill>
              </a:defRPr>
            </a:lvl3pPr>
            <a:lvl4pPr marL="1142542" indent="-393034">
              <a:lnSpc>
                <a:spcPct val="110000"/>
              </a:lnSpc>
              <a:spcBef>
                <a:spcPts val="0"/>
              </a:spcBef>
              <a:defRPr sz="3999">
                <a:solidFill>
                  <a:schemeClr val="tx1"/>
                </a:solidFill>
              </a:defRPr>
            </a:lvl4pPr>
            <a:lvl5pPr>
              <a:lnSpc>
                <a:spcPct val="100000"/>
              </a:lnSpc>
              <a:spcBef>
                <a:spcPts val="0"/>
              </a:spcBef>
              <a:defRPr sz="4298">
                <a:solidFill>
                  <a:schemeClr val="tx1"/>
                </a:solidFill>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4" name="フッター プレースホルダー 3">
            <a:extLst>
              <a:ext uri="{FF2B5EF4-FFF2-40B4-BE49-F238E27FC236}">
                <a16:creationId xmlns:a16="http://schemas.microsoft.com/office/drawing/2014/main" id="{FCA6CE31-808F-E913-8524-06A183540F18}"/>
              </a:ext>
            </a:extLst>
          </p:cNvPr>
          <p:cNvSpPr>
            <a:spLocks noGrp="1"/>
          </p:cNvSpPr>
          <p:nvPr>
            <p:ph type="ftr" sz="quarter" idx="14"/>
          </p:nvPr>
        </p:nvSpPr>
        <p:spPr/>
        <p:txBody>
          <a:bodyPr/>
          <a:lstStyle/>
          <a:p>
            <a:r>
              <a:rPr kumimoji="1" lang="ja-JP" altLang="en-US"/>
              <a:t>フッター</a:t>
            </a:r>
            <a:r>
              <a:rPr kumimoji="1" lang="en-US" altLang="ja-JP" dirty="0"/>
              <a:t>(Optional)</a:t>
            </a:r>
            <a:endParaRPr kumimoji="1" lang="ja-JP" altLang="en-US"/>
          </a:p>
        </p:txBody>
      </p:sp>
      <p:sp>
        <p:nvSpPr>
          <p:cNvPr id="7" name="スライド番号プレースホルダー 6">
            <a:extLst>
              <a:ext uri="{FF2B5EF4-FFF2-40B4-BE49-F238E27FC236}">
                <a16:creationId xmlns:a16="http://schemas.microsoft.com/office/drawing/2014/main" id="{8FEA8053-59E9-5B1C-021E-8572EB81EB3E}"/>
              </a:ext>
            </a:extLst>
          </p:cNvPr>
          <p:cNvSpPr>
            <a:spLocks noGrp="1"/>
          </p:cNvSpPr>
          <p:nvPr>
            <p:ph type="sldNum" sz="quarter" idx="15"/>
          </p:nvPr>
        </p:nvSpPr>
        <p:spPr/>
        <p:txBody>
          <a:bodyPr/>
          <a:lstStyle/>
          <a:p>
            <a:fld id="{19CA33DB-3EF7-0D48-8164-B05E3E6F1758}" type="slidenum">
              <a:rPr kumimoji="1" lang="ja-JP" altLang="en-US" smtClean="0"/>
              <a:pPr/>
              <a:t>‹#›</a:t>
            </a:fld>
            <a:endParaRPr kumimoji="1" lang="ja-JP" altLang="en-US"/>
          </a:p>
        </p:txBody>
      </p:sp>
    </p:spTree>
    <p:extLst>
      <p:ext uri="{BB962C8B-B14F-4D97-AF65-F5344CB8AC3E}">
        <p14:creationId xmlns:p14="http://schemas.microsoft.com/office/powerpoint/2010/main" val="2600688165"/>
      </p:ext>
    </p:extLst>
  </p:cSld>
  <p:clrMapOvr>
    <a:masterClrMapping/>
  </p:clrMapOvr>
  <p:transition spd="med"/>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Data, 3 callouts, horizontal">
    <p:bg>
      <p:bgPr>
        <a:solidFill>
          <a:schemeClr val="bg1"/>
        </a:solidFill>
        <a:effectLst/>
      </p:bgPr>
    </p:bg>
    <p:spTree>
      <p:nvGrpSpPr>
        <p:cNvPr id="1" name=""/>
        <p:cNvGrpSpPr/>
        <p:nvPr/>
      </p:nvGrpSpPr>
      <p:grpSpPr>
        <a:xfrm>
          <a:off x="0" y="0"/>
          <a:ext cx="0" cy="0"/>
          <a:chOff x="0" y="0"/>
          <a:chExt cx="0" cy="0"/>
        </a:xfrm>
      </p:grpSpPr>
      <p:cxnSp>
        <p:nvCxnSpPr>
          <p:cNvPr id="17" name="Straight Connector 16">
            <a:extLst>
              <a:ext uri="{FF2B5EF4-FFF2-40B4-BE49-F238E27FC236}">
                <a16:creationId xmlns:a16="http://schemas.microsoft.com/office/drawing/2014/main" id="{1103109C-6DA9-8F27-B4B1-EE276442E489}"/>
              </a:ext>
            </a:extLst>
          </p:cNvPr>
          <p:cNvCxnSpPr/>
          <p:nvPr userDrawn="1"/>
        </p:nvCxnSpPr>
        <p:spPr bwMode="auto">
          <a:xfrm>
            <a:off x="3333316" y="2293938"/>
            <a:ext cx="8571384" cy="0"/>
          </a:xfrm>
          <a:prstGeom prst="line">
            <a:avLst/>
          </a:prstGeom>
          <a:ln w="635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687931BB-B3EF-829C-B354-B048514D5138}"/>
              </a:ext>
            </a:extLst>
          </p:cNvPr>
          <p:cNvCxnSpPr/>
          <p:nvPr userDrawn="1"/>
        </p:nvCxnSpPr>
        <p:spPr bwMode="auto">
          <a:xfrm>
            <a:off x="3333316" y="4572000"/>
            <a:ext cx="8571384" cy="0"/>
          </a:xfrm>
          <a:prstGeom prst="line">
            <a:avLst/>
          </a:prstGeom>
          <a:ln w="635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8" name="タイトル 7">
            <a:extLst>
              <a:ext uri="{FF2B5EF4-FFF2-40B4-BE49-F238E27FC236}">
                <a16:creationId xmlns:a16="http://schemas.microsoft.com/office/drawing/2014/main" id="{AD217BF3-FF3A-1670-8B18-26C14AC895AF}"/>
              </a:ext>
            </a:extLst>
          </p:cNvPr>
          <p:cNvSpPr>
            <a:spLocks noGrp="1"/>
          </p:cNvSpPr>
          <p:nvPr>
            <p:ph type="title"/>
          </p:nvPr>
        </p:nvSpPr>
        <p:spPr>
          <a:xfrm>
            <a:off x="292608" y="301750"/>
            <a:ext cx="2478024" cy="1426464"/>
          </a:xfrm>
        </p:spPr>
        <p:txBody>
          <a:bodyPr/>
          <a:lstStyle>
            <a:lvl1pPr>
              <a:defRPr sz="1800"/>
            </a:lvl1pPr>
          </a:lstStyle>
          <a:p>
            <a:r>
              <a:rPr kumimoji="1" lang="ja-JP" altLang="en-US"/>
              <a:t>マスター タイトルの書式設定</a:t>
            </a:r>
          </a:p>
        </p:txBody>
      </p:sp>
      <p:sp>
        <p:nvSpPr>
          <p:cNvPr id="16" name="Text Placeholder 15">
            <a:extLst>
              <a:ext uri="{FF2B5EF4-FFF2-40B4-BE49-F238E27FC236}">
                <a16:creationId xmlns:a16="http://schemas.microsoft.com/office/drawing/2014/main" id="{BBB79390-98CC-5F62-D373-F6646F767DD0}"/>
              </a:ext>
            </a:extLst>
          </p:cNvPr>
          <p:cNvSpPr>
            <a:spLocks noGrp="1"/>
          </p:cNvSpPr>
          <p:nvPr>
            <p:ph type="body" sz="quarter" idx="15" hasCustomPrompt="1"/>
          </p:nvPr>
        </p:nvSpPr>
        <p:spPr>
          <a:xfrm>
            <a:off x="3333316" y="135476"/>
            <a:ext cx="2478024" cy="1429544"/>
          </a:xfrm>
          <a:prstGeom prst="rect">
            <a:avLst/>
          </a:prstGeom>
        </p:spPr>
        <p:txBody>
          <a:bodyPr/>
          <a:lstStyle>
            <a:lvl1pPr>
              <a:lnSpc>
                <a:spcPct val="100000"/>
              </a:lnSpc>
              <a:defRPr sz="6599">
                <a:solidFill>
                  <a:schemeClr val="accent1"/>
                </a:solidFill>
              </a:defRPr>
            </a:lvl1pPr>
            <a:lvl2pPr marL="0" indent="0">
              <a:buNone/>
              <a:defRPr/>
            </a:lvl2pPr>
          </a:lstStyle>
          <a:p>
            <a:r>
              <a:rPr lang="en-US" dirty="0"/>
              <a:t>00%</a:t>
            </a:r>
          </a:p>
        </p:txBody>
      </p:sp>
      <p:sp>
        <p:nvSpPr>
          <p:cNvPr id="18" name="Text Placeholder 17">
            <a:extLst>
              <a:ext uri="{FF2B5EF4-FFF2-40B4-BE49-F238E27FC236}">
                <a16:creationId xmlns:a16="http://schemas.microsoft.com/office/drawing/2014/main" id="{3516E6B1-7020-1EA5-CDD4-B1FC6CE2740C}"/>
              </a:ext>
            </a:extLst>
          </p:cNvPr>
          <p:cNvSpPr>
            <a:spLocks noGrp="1"/>
          </p:cNvSpPr>
          <p:nvPr>
            <p:ph type="body" sz="quarter" idx="16" hasCustomPrompt="1"/>
          </p:nvPr>
        </p:nvSpPr>
        <p:spPr>
          <a:xfrm>
            <a:off x="3333316" y="2387780"/>
            <a:ext cx="2478024" cy="1428753"/>
          </a:xfrm>
          <a:prstGeom prst="rect">
            <a:avLst/>
          </a:prstGeom>
        </p:spPr>
        <p:txBody>
          <a:bodyPr/>
          <a:lstStyle>
            <a:lvl1pPr>
              <a:lnSpc>
                <a:spcPct val="100000"/>
              </a:lnSpc>
              <a:defRPr sz="6599">
                <a:solidFill>
                  <a:schemeClr val="accent1"/>
                </a:solidFill>
              </a:defRPr>
            </a:lvl1pPr>
          </a:lstStyle>
          <a:p>
            <a:r>
              <a:rPr lang="en-US" dirty="0"/>
              <a:t>00%</a:t>
            </a:r>
          </a:p>
        </p:txBody>
      </p:sp>
      <p:sp>
        <p:nvSpPr>
          <p:cNvPr id="20" name="Text Placeholder 19">
            <a:extLst>
              <a:ext uri="{FF2B5EF4-FFF2-40B4-BE49-F238E27FC236}">
                <a16:creationId xmlns:a16="http://schemas.microsoft.com/office/drawing/2014/main" id="{AC11D906-6DD0-910D-48BA-0C197C90AA45}"/>
              </a:ext>
            </a:extLst>
          </p:cNvPr>
          <p:cNvSpPr>
            <a:spLocks noGrp="1"/>
          </p:cNvSpPr>
          <p:nvPr>
            <p:ph type="body" sz="quarter" idx="17" hasCustomPrompt="1"/>
          </p:nvPr>
        </p:nvSpPr>
        <p:spPr>
          <a:xfrm>
            <a:off x="3333316" y="4653923"/>
            <a:ext cx="2478024" cy="1428753"/>
          </a:xfrm>
          <a:prstGeom prst="rect">
            <a:avLst/>
          </a:prstGeom>
        </p:spPr>
        <p:txBody>
          <a:bodyPr/>
          <a:lstStyle>
            <a:lvl1pPr>
              <a:lnSpc>
                <a:spcPct val="100000"/>
              </a:lnSpc>
              <a:defRPr sz="6599">
                <a:solidFill>
                  <a:schemeClr val="accent1"/>
                </a:solidFill>
              </a:defRPr>
            </a:lvl1pPr>
          </a:lstStyle>
          <a:p>
            <a:r>
              <a:rPr lang="en-US" dirty="0"/>
              <a:t>00%</a:t>
            </a:r>
          </a:p>
        </p:txBody>
      </p:sp>
      <p:sp>
        <p:nvSpPr>
          <p:cNvPr id="7" name="Text Placeholder 6">
            <a:extLst>
              <a:ext uri="{FF2B5EF4-FFF2-40B4-BE49-F238E27FC236}">
                <a16:creationId xmlns:a16="http://schemas.microsoft.com/office/drawing/2014/main" id="{FDDE7F16-A938-0D17-3BFA-034F142A8082}"/>
              </a:ext>
            </a:extLst>
          </p:cNvPr>
          <p:cNvSpPr>
            <a:spLocks noGrp="1"/>
          </p:cNvSpPr>
          <p:nvPr>
            <p:ph type="body" sz="quarter" idx="12"/>
          </p:nvPr>
        </p:nvSpPr>
        <p:spPr>
          <a:xfrm>
            <a:off x="6380919" y="297482"/>
            <a:ext cx="3809504" cy="1463040"/>
          </a:xfrm>
          <a:prstGeom prst="rect">
            <a:avLst/>
          </a:prstGeom>
        </p:spPr>
        <p:txBody>
          <a:bodyPr/>
          <a:lstStyle>
            <a:lvl1pPr>
              <a:lnSpc>
                <a:spcPct val="120000"/>
              </a:lnSpc>
              <a:spcBef>
                <a:spcPts val="0"/>
              </a:spcBef>
              <a:defRPr sz="1800">
                <a:solidFill>
                  <a:schemeClr val="tx1"/>
                </a:solidFill>
              </a:defRPr>
            </a:lvl1pPr>
            <a:lvl2pPr>
              <a:lnSpc>
                <a:spcPct val="120000"/>
              </a:lnSpc>
              <a:spcBef>
                <a:spcPts val="0"/>
              </a:spcBef>
              <a:defRPr sz="1800">
                <a:solidFill>
                  <a:schemeClr val="tx1"/>
                </a:solidFill>
              </a:defRPr>
            </a:lvl2pPr>
            <a:lvl3pPr>
              <a:lnSpc>
                <a:spcPct val="120000"/>
              </a:lnSpc>
              <a:spcBef>
                <a:spcPts val="0"/>
              </a:spcBef>
              <a:defRPr sz="1800">
                <a:solidFill>
                  <a:schemeClr val="tx1"/>
                </a:solidFill>
              </a:defRPr>
            </a:lvl3pPr>
            <a:lvl4pPr>
              <a:lnSpc>
                <a:spcPct val="120000"/>
              </a:lnSpc>
              <a:spcBef>
                <a:spcPts val="0"/>
              </a:spcBef>
              <a:defRPr sz="1800">
                <a:solidFill>
                  <a:schemeClr val="tx1"/>
                </a:solidFill>
              </a:defRPr>
            </a:lvl4pPr>
            <a:lvl5pPr>
              <a:lnSpc>
                <a:spcPct val="110000"/>
              </a:lnSpc>
              <a:spcBef>
                <a:spcPts val="0"/>
              </a:spcBef>
              <a:defRPr>
                <a:solidFill>
                  <a:schemeClr val="tx1"/>
                </a:solidFill>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9" name="Text Placeholder 8">
            <a:extLst>
              <a:ext uri="{FF2B5EF4-FFF2-40B4-BE49-F238E27FC236}">
                <a16:creationId xmlns:a16="http://schemas.microsoft.com/office/drawing/2014/main" id="{3F3FD8FB-143C-CB66-123C-0495EB1C33B7}"/>
              </a:ext>
            </a:extLst>
          </p:cNvPr>
          <p:cNvSpPr>
            <a:spLocks noGrp="1"/>
          </p:cNvSpPr>
          <p:nvPr>
            <p:ph type="body" sz="quarter" idx="13"/>
          </p:nvPr>
        </p:nvSpPr>
        <p:spPr>
          <a:xfrm>
            <a:off x="6380919" y="2569464"/>
            <a:ext cx="3809504" cy="1463040"/>
          </a:xfrm>
          <a:prstGeom prst="rect">
            <a:avLst/>
          </a:prstGeom>
        </p:spPr>
        <p:txBody>
          <a:bodyPr/>
          <a:lstStyle>
            <a:lvl1pPr>
              <a:lnSpc>
                <a:spcPct val="120000"/>
              </a:lnSpc>
              <a:spcBef>
                <a:spcPts val="0"/>
              </a:spcBef>
              <a:defRPr sz="1800">
                <a:solidFill>
                  <a:schemeClr val="tx1"/>
                </a:solidFill>
              </a:defRPr>
            </a:lvl1pPr>
            <a:lvl2pPr>
              <a:lnSpc>
                <a:spcPct val="120000"/>
              </a:lnSpc>
              <a:spcBef>
                <a:spcPts val="0"/>
              </a:spcBef>
              <a:defRPr sz="1800">
                <a:solidFill>
                  <a:schemeClr val="tx1"/>
                </a:solidFill>
              </a:defRPr>
            </a:lvl2pPr>
            <a:lvl3pPr>
              <a:lnSpc>
                <a:spcPct val="120000"/>
              </a:lnSpc>
              <a:spcBef>
                <a:spcPts val="0"/>
              </a:spcBef>
              <a:defRPr sz="1800">
                <a:solidFill>
                  <a:schemeClr val="tx1"/>
                </a:solidFill>
              </a:defRPr>
            </a:lvl3pPr>
            <a:lvl4pPr>
              <a:lnSpc>
                <a:spcPct val="120000"/>
              </a:lnSpc>
              <a:spcBef>
                <a:spcPts val="0"/>
              </a:spcBef>
              <a:defRPr sz="1800">
                <a:solidFill>
                  <a:schemeClr val="tx1"/>
                </a:solidFill>
              </a:defRPr>
            </a:lvl4pPr>
            <a:lvl5pPr>
              <a:lnSpc>
                <a:spcPct val="110000"/>
              </a:lnSpc>
              <a:spcBef>
                <a:spcPts val="0"/>
              </a:spcBef>
              <a:defRPr>
                <a:solidFill>
                  <a:schemeClr val="tx1"/>
                </a:solidFill>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11" name="Text Placeholder 10">
            <a:extLst>
              <a:ext uri="{FF2B5EF4-FFF2-40B4-BE49-F238E27FC236}">
                <a16:creationId xmlns:a16="http://schemas.microsoft.com/office/drawing/2014/main" id="{BA1063D1-FD79-491C-791B-87858EA0CB85}"/>
              </a:ext>
            </a:extLst>
          </p:cNvPr>
          <p:cNvSpPr>
            <a:spLocks noGrp="1"/>
          </p:cNvSpPr>
          <p:nvPr>
            <p:ph type="body" sz="quarter" idx="14"/>
          </p:nvPr>
        </p:nvSpPr>
        <p:spPr>
          <a:xfrm>
            <a:off x="6380919" y="4837176"/>
            <a:ext cx="3809504" cy="1463040"/>
          </a:xfrm>
          <a:prstGeom prst="rect">
            <a:avLst/>
          </a:prstGeom>
        </p:spPr>
        <p:txBody>
          <a:bodyPr/>
          <a:lstStyle>
            <a:lvl1pPr>
              <a:lnSpc>
                <a:spcPct val="120000"/>
              </a:lnSpc>
              <a:spcBef>
                <a:spcPts val="0"/>
              </a:spcBef>
              <a:defRPr sz="1800">
                <a:solidFill>
                  <a:schemeClr val="tx1"/>
                </a:solidFill>
              </a:defRPr>
            </a:lvl1pPr>
            <a:lvl2pPr>
              <a:lnSpc>
                <a:spcPct val="120000"/>
              </a:lnSpc>
              <a:spcBef>
                <a:spcPts val="0"/>
              </a:spcBef>
              <a:defRPr sz="1800">
                <a:solidFill>
                  <a:schemeClr val="tx1"/>
                </a:solidFill>
              </a:defRPr>
            </a:lvl2pPr>
            <a:lvl3pPr>
              <a:lnSpc>
                <a:spcPct val="120000"/>
              </a:lnSpc>
              <a:spcBef>
                <a:spcPts val="0"/>
              </a:spcBef>
              <a:defRPr sz="1800">
                <a:solidFill>
                  <a:schemeClr val="tx1"/>
                </a:solidFill>
              </a:defRPr>
            </a:lvl3pPr>
            <a:lvl4pPr>
              <a:lnSpc>
                <a:spcPct val="120000"/>
              </a:lnSpc>
              <a:spcBef>
                <a:spcPts val="0"/>
              </a:spcBef>
              <a:defRPr sz="1800">
                <a:solidFill>
                  <a:schemeClr val="tx1"/>
                </a:solidFill>
              </a:defRPr>
            </a:lvl4pPr>
            <a:lvl5pPr>
              <a:lnSpc>
                <a:spcPct val="110000"/>
              </a:lnSpc>
              <a:spcBef>
                <a:spcPts val="0"/>
              </a:spcBef>
              <a:defRPr>
                <a:solidFill>
                  <a:schemeClr val="tx1"/>
                </a:solidFill>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5" name="Text Placeholder 4">
            <a:extLst>
              <a:ext uri="{FF2B5EF4-FFF2-40B4-BE49-F238E27FC236}">
                <a16:creationId xmlns:a16="http://schemas.microsoft.com/office/drawing/2014/main" id="{1B7E465D-4B5F-2DAE-57C4-590983308A95}"/>
              </a:ext>
            </a:extLst>
          </p:cNvPr>
          <p:cNvSpPr>
            <a:spLocks noGrp="1"/>
          </p:cNvSpPr>
          <p:nvPr>
            <p:ph type="body" sz="quarter" idx="11"/>
          </p:nvPr>
        </p:nvSpPr>
        <p:spPr>
          <a:xfrm>
            <a:off x="3333316" y="6000750"/>
            <a:ext cx="2478024" cy="571500"/>
          </a:xfrm>
          <a:prstGeom prst="rect">
            <a:avLst/>
          </a:prstGeom>
        </p:spPr>
        <p:txBody>
          <a:bodyPr anchor="b"/>
          <a:lstStyle>
            <a:lvl1pPr>
              <a:lnSpc>
                <a:spcPct val="120000"/>
              </a:lnSpc>
              <a:spcBef>
                <a:spcPts val="0"/>
              </a:spcBef>
              <a:defRPr sz="800" b="0" i="0">
                <a:solidFill>
                  <a:schemeClr val="tx1"/>
                </a:solidFill>
                <a:latin typeface="IBM Plex Sans" panose="020B0503050203000203" pitchFamily="34" charset="0"/>
                <a:ea typeface="IBM Plex Sans JP" panose="020B0503050203000203" pitchFamily="34" charset="-128"/>
              </a:defRPr>
            </a:lvl1pPr>
            <a:lvl2pPr>
              <a:lnSpc>
                <a:spcPct val="120000"/>
              </a:lnSpc>
              <a:spcBef>
                <a:spcPts val="0"/>
              </a:spcBef>
              <a:defRPr sz="800" b="0" i="0">
                <a:solidFill>
                  <a:schemeClr val="tx1"/>
                </a:solidFill>
                <a:latin typeface="IBM Plex Sans" panose="020B0503050203000203" pitchFamily="34" charset="0"/>
                <a:ea typeface="IBM Plex Sans JP" panose="020B0503050203000203" pitchFamily="34" charset="-128"/>
              </a:defRPr>
            </a:lvl2pPr>
            <a:lvl3pPr>
              <a:lnSpc>
                <a:spcPct val="120000"/>
              </a:lnSpc>
              <a:spcBef>
                <a:spcPts val="0"/>
              </a:spcBef>
              <a:defRPr sz="800" b="0" i="0">
                <a:solidFill>
                  <a:schemeClr val="tx1"/>
                </a:solidFill>
                <a:latin typeface="IBM Plex Sans" panose="020B0503050203000203" pitchFamily="34" charset="0"/>
                <a:ea typeface="IBM Plex Sans JP" panose="020B0503050203000203" pitchFamily="34" charset="-128"/>
              </a:defRPr>
            </a:lvl3pPr>
            <a:lvl4pPr>
              <a:lnSpc>
                <a:spcPct val="120000"/>
              </a:lnSpc>
              <a:spcBef>
                <a:spcPts val="0"/>
              </a:spcBef>
              <a:defRPr sz="800" b="0" i="0">
                <a:solidFill>
                  <a:schemeClr val="tx1"/>
                </a:solidFill>
                <a:latin typeface="IBM Plex Sans" panose="020B0503050203000203" pitchFamily="34" charset="0"/>
                <a:ea typeface="IBM Plex Sans JP" panose="020B0503050203000203" pitchFamily="34" charset="-128"/>
              </a:defRPr>
            </a:lvl4pPr>
            <a:lvl5pPr>
              <a:lnSpc>
                <a:spcPct val="120000"/>
              </a:lnSpc>
              <a:spcBef>
                <a:spcPts val="0"/>
              </a:spcBef>
              <a:defRPr sz="800" b="0" i="0">
                <a:latin typeface="IBM Plex Sans" panose="020B0503050203000203" pitchFamily="34" charset="0"/>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2" name="フッター プレースホルダー 1">
            <a:extLst>
              <a:ext uri="{FF2B5EF4-FFF2-40B4-BE49-F238E27FC236}">
                <a16:creationId xmlns:a16="http://schemas.microsoft.com/office/drawing/2014/main" id="{B891B1A5-F30F-EF88-4C2D-CE8C9EAB5AF0}"/>
              </a:ext>
            </a:extLst>
          </p:cNvPr>
          <p:cNvSpPr>
            <a:spLocks noGrp="1"/>
          </p:cNvSpPr>
          <p:nvPr>
            <p:ph type="ftr" sz="quarter" idx="18"/>
          </p:nvPr>
        </p:nvSpPr>
        <p:spPr/>
        <p:txBody>
          <a:bodyPr/>
          <a:lstStyle/>
          <a:p>
            <a:r>
              <a:rPr kumimoji="1" lang="ja-JP" altLang="en-US"/>
              <a:t>フッター</a:t>
            </a:r>
            <a:r>
              <a:rPr kumimoji="1" lang="en-US" altLang="ja-JP" dirty="0"/>
              <a:t>(Optional)</a:t>
            </a:r>
            <a:endParaRPr kumimoji="1" lang="ja-JP" altLang="en-US"/>
          </a:p>
        </p:txBody>
      </p:sp>
      <p:sp>
        <p:nvSpPr>
          <p:cNvPr id="4" name="スライド番号プレースホルダー 3">
            <a:extLst>
              <a:ext uri="{FF2B5EF4-FFF2-40B4-BE49-F238E27FC236}">
                <a16:creationId xmlns:a16="http://schemas.microsoft.com/office/drawing/2014/main" id="{A82CFCF9-0A45-0A93-2F63-DFE6EF0DD0F3}"/>
              </a:ext>
            </a:extLst>
          </p:cNvPr>
          <p:cNvSpPr>
            <a:spLocks noGrp="1"/>
          </p:cNvSpPr>
          <p:nvPr>
            <p:ph type="sldNum" sz="quarter" idx="19"/>
          </p:nvPr>
        </p:nvSpPr>
        <p:spPr/>
        <p:txBody>
          <a:bodyPr/>
          <a:lstStyle/>
          <a:p>
            <a:fld id="{19CA33DB-3EF7-0D48-8164-B05E3E6F1758}" type="slidenum">
              <a:rPr kumimoji="1" lang="ja-JP" altLang="en-US" smtClean="0"/>
              <a:pPr/>
              <a:t>‹#›</a:t>
            </a:fld>
            <a:endParaRPr kumimoji="1" lang="ja-JP" altLang="en-US"/>
          </a:p>
        </p:txBody>
      </p:sp>
    </p:spTree>
    <p:extLst>
      <p:ext uri="{BB962C8B-B14F-4D97-AF65-F5344CB8AC3E}">
        <p14:creationId xmlns:p14="http://schemas.microsoft.com/office/powerpoint/2010/main" val="1341729449"/>
      </p:ext>
    </p:extLst>
  </p:cSld>
  <p:clrMapOvr>
    <a:masterClrMapping/>
  </p:clrMapOvr>
  <p:transition spd="med"/>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Text, 4 columns ">
    <p:bg>
      <p:bgPr>
        <a:solidFill>
          <a:schemeClr val="bg1"/>
        </a:solidFill>
        <a:effectLst/>
      </p:bgPr>
    </p:bg>
    <p:spTree>
      <p:nvGrpSpPr>
        <p:cNvPr id="1" name=""/>
        <p:cNvGrpSpPr/>
        <p:nvPr/>
      </p:nvGrpSpPr>
      <p:grpSpPr>
        <a:xfrm>
          <a:off x="0" y="0"/>
          <a:ext cx="0" cy="0"/>
          <a:chOff x="0" y="0"/>
          <a:chExt cx="0" cy="0"/>
        </a:xfrm>
      </p:grpSpPr>
      <p:sp>
        <p:nvSpPr>
          <p:cNvPr id="8" name="タイトル 7">
            <a:extLst>
              <a:ext uri="{FF2B5EF4-FFF2-40B4-BE49-F238E27FC236}">
                <a16:creationId xmlns:a16="http://schemas.microsoft.com/office/drawing/2014/main" id="{DB180FBC-7575-913E-2471-DCA64BE34EA0}"/>
              </a:ext>
            </a:extLst>
          </p:cNvPr>
          <p:cNvSpPr>
            <a:spLocks noGrp="1"/>
          </p:cNvSpPr>
          <p:nvPr>
            <p:ph type="title"/>
          </p:nvPr>
        </p:nvSpPr>
        <p:spPr>
          <a:xfrm>
            <a:off x="292608" y="301751"/>
            <a:ext cx="2472589" cy="758952"/>
          </a:xfrm>
        </p:spPr>
        <p:txBody>
          <a:bodyPr/>
          <a:lstStyle>
            <a:lvl1pPr>
              <a:defRPr sz="1400"/>
            </a:lvl1pPr>
          </a:lstStyle>
          <a:p>
            <a:r>
              <a:rPr kumimoji="1" lang="ja-JP" altLang="en-US"/>
              <a:t>マスター タイトルの書式設定</a:t>
            </a:r>
          </a:p>
        </p:txBody>
      </p:sp>
      <p:sp>
        <p:nvSpPr>
          <p:cNvPr id="5" name="Text Placeholder 4">
            <a:extLst>
              <a:ext uri="{FF2B5EF4-FFF2-40B4-BE49-F238E27FC236}">
                <a16:creationId xmlns:a16="http://schemas.microsoft.com/office/drawing/2014/main" id="{1C17B282-9F6A-839A-442D-69BC9DF3749A}"/>
              </a:ext>
            </a:extLst>
          </p:cNvPr>
          <p:cNvSpPr>
            <a:spLocks noGrp="1"/>
          </p:cNvSpPr>
          <p:nvPr>
            <p:ph type="body" sz="quarter" idx="11"/>
          </p:nvPr>
        </p:nvSpPr>
        <p:spPr>
          <a:xfrm>
            <a:off x="292608" y="1533525"/>
            <a:ext cx="2478024" cy="4559300"/>
          </a:xfrm>
          <a:prstGeom prst="rect">
            <a:avLst/>
          </a:prstGeom>
        </p:spPr>
        <p:txBody>
          <a:bodyPr/>
          <a:lstStyle>
            <a:lvl1pPr>
              <a:spcBef>
                <a:spcPts val="0"/>
              </a:spcBef>
              <a:defRPr sz="1000" b="0" i="0">
                <a:solidFill>
                  <a:schemeClr val="tx1"/>
                </a:solidFill>
                <a:latin typeface="IBM Plex Sans" panose="020B0503050203000203" pitchFamily="34" charset="0"/>
                <a:ea typeface="IBM Plex Sans JP" panose="020B0503050203000203" pitchFamily="34" charset="-128"/>
              </a:defRPr>
            </a:lvl1pPr>
            <a:lvl2pPr marL="91404" indent="-91404">
              <a:spcBef>
                <a:spcPts val="0"/>
              </a:spcBef>
              <a:defRPr sz="1000" b="0" i="0">
                <a:solidFill>
                  <a:schemeClr val="tx1"/>
                </a:solidFill>
                <a:latin typeface="IBM Plex Sans" panose="020B0503050203000203" pitchFamily="34" charset="0"/>
                <a:ea typeface="IBM Plex Sans JP" panose="020B0503050203000203" pitchFamily="34" charset="-128"/>
              </a:defRPr>
            </a:lvl2pPr>
            <a:lvl3pPr marL="182806" indent="-91404">
              <a:spcBef>
                <a:spcPts val="0"/>
              </a:spcBef>
              <a:defRPr sz="1000" b="0" i="0">
                <a:solidFill>
                  <a:schemeClr val="tx1"/>
                </a:solidFill>
                <a:latin typeface="IBM Plex Sans" panose="020B0503050203000203" pitchFamily="34" charset="0"/>
                <a:ea typeface="IBM Plex Sans JP" panose="020B0503050203000203" pitchFamily="34" charset="-128"/>
              </a:defRPr>
            </a:lvl3pPr>
            <a:lvl4pPr marL="274210" indent="-91404">
              <a:spcBef>
                <a:spcPts val="0"/>
              </a:spcBef>
              <a:defRPr sz="1000" b="0" i="0">
                <a:solidFill>
                  <a:schemeClr val="tx1"/>
                </a:solidFill>
                <a:latin typeface="IBM Plex Sans" panose="020B0503050203000203" pitchFamily="34" charset="0"/>
                <a:ea typeface="IBM Plex Sans JP" panose="020B0503050203000203" pitchFamily="34" charset="-128"/>
              </a:defRPr>
            </a:lvl4pPr>
            <a:lvl5pPr>
              <a:spcBef>
                <a:spcPts val="0"/>
              </a:spcBef>
              <a:defRPr sz="1000" b="0" i="0">
                <a:solidFill>
                  <a:schemeClr val="tx1"/>
                </a:solidFill>
                <a:latin typeface="IBM Plex Sans" panose="020B0503050203000203" pitchFamily="34" charset="0"/>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3333316" y="1533525"/>
            <a:ext cx="2478024" cy="4559300"/>
          </a:xfrm>
          <a:prstGeom prst="rect">
            <a:avLst/>
          </a:prstGeom>
        </p:spPr>
        <p:txBody>
          <a:bodyPr/>
          <a:lstStyle>
            <a:lvl1pPr>
              <a:spcBef>
                <a:spcPts val="0"/>
              </a:spcBef>
              <a:defRPr sz="1000" b="0" i="0">
                <a:solidFill>
                  <a:schemeClr val="tx1"/>
                </a:solidFill>
                <a:latin typeface="IBM Plex Sans" panose="020B0503050203000203" pitchFamily="34" charset="0"/>
                <a:ea typeface="IBM Plex Sans JP" panose="020B0503050203000203" pitchFamily="34" charset="-128"/>
              </a:defRPr>
            </a:lvl1pPr>
            <a:lvl2pPr marL="91404" indent="-91404">
              <a:spcBef>
                <a:spcPts val="0"/>
              </a:spcBef>
              <a:defRPr sz="1000" b="0" i="0">
                <a:solidFill>
                  <a:schemeClr val="tx1"/>
                </a:solidFill>
                <a:latin typeface="IBM Plex Sans" panose="020B0503050203000203" pitchFamily="34" charset="0"/>
                <a:ea typeface="IBM Plex Sans JP" panose="020B0503050203000203" pitchFamily="34" charset="-128"/>
              </a:defRPr>
            </a:lvl2pPr>
            <a:lvl3pPr marL="182806" indent="-91404">
              <a:spcBef>
                <a:spcPts val="0"/>
              </a:spcBef>
              <a:defRPr sz="1000" b="0" i="0">
                <a:solidFill>
                  <a:schemeClr val="tx1"/>
                </a:solidFill>
                <a:latin typeface="IBM Plex Sans" panose="020B0503050203000203" pitchFamily="34" charset="0"/>
                <a:ea typeface="IBM Plex Sans JP" panose="020B0503050203000203" pitchFamily="34" charset="-128"/>
              </a:defRPr>
            </a:lvl3pPr>
            <a:lvl4pPr marL="274210" indent="-91404">
              <a:spcBef>
                <a:spcPts val="0"/>
              </a:spcBef>
              <a:defRPr sz="1000" b="0" i="0">
                <a:solidFill>
                  <a:schemeClr val="tx1"/>
                </a:solidFill>
                <a:latin typeface="IBM Plex Sans" panose="020B0503050203000203" pitchFamily="34" charset="0"/>
                <a:ea typeface="IBM Plex Sans JP" panose="020B0503050203000203" pitchFamily="34" charset="-128"/>
              </a:defRPr>
            </a:lvl4pPr>
            <a:lvl5pPr>
              <a:spcBef>
                <a:spcPts val="0"/>
              </a:spcBef>
              <a:defRPr sz="1000" b="0" i="0">
                <a:solidFill>
                  <a:schemeClr val="tx1"/>
                </a:solidFill>
                <a:latin typeface="IBM Plex Sans" panose="020B0503050203000203" pitchFamily="34" charset="0"/>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6380919" y="1533525"/>
            <a:ext cx="2478024" cy="4559300"/>
          </a:xfrm>
          <a:prstGeom prst="rect">
            <a:avLst/>
          </a:prstGeom>
        </p:spPr>
        <p:txBody>
          <a:bodyPr/>
          <a:lstStyle>
            <a:lvl1pPr>
              <a:spcBef>
                <a:spcPts val="0"/>
              </a:spcBef>
              <a:defRPr sz="1000" b="0" i="0">
                <a:solidFill>
                  <a:schemeClr val="tx1"/>
                </a:solidFill>
                <a:latin typeface="IBM Plex Sans" panose="020B0503050203000203" pitchFamily="34" charset="0"/>
                <a:ea typeface="IBM Plex Sans JP" panose="020B0503050203000203" pitchFamily="34" charset="-128"/>
              </a:defRPr>
            </a:lvl1pPr>
            <a:lvl2pPr marL="91404" indent="-91404">
              <a:spcBef>
                <a:spcPts val="0"/>
              </a:spcBef>
              <a:defRPr sz="1000" b="0" i="0">
                <a:solidFill>
                  <a:schemeClr val="tx1"/>
                </a:solidFill>
                <a:latin typeface="IBM Plex Sans" panose="020B0503050203000203" pitchFamily="34" charset="0"/>
                <a:ea typeface="IBM Plex Sans JP" panose="020B0503050203000203" pitchFamily="34" charset="-128"/>
              </a:defRPr>
            </a:lvl2pPr>
            <a:lvl3pPr marL="182806" indent="-91404">
              <a:spcBef>
                <a:spcPts val="0"/>
              </a:spcBef>
              <a:defRPr sz="1000" b="0" i="0">
                <a:solidFill>
                  <a:schemeClr val="tx1"/>
                </a:solidFill>
                <a:latin typeface="IBM Plex Sans" panose="020B0503050203000203" pitchFamily="34" charset="0"/>
                <a:ea typeface="IBM Plex Sans JP" panose="020B0503050203000203" pitchFamily="34" charset="-128"/>
              </a:defRPr>
            </a:lvl3pPr>
            <a:lvl4pPr marL="274210" indent="-91404">
              <a:spcBef>
                <a:spcPts val="0"/>
              </a:spcBef>
              <a:defRPr sz="1000" b="0" i="0">
                <a:solidFill>
                  <a:schemeClr val="tx1"/>
                </a:solidFill>
                <a:latin typeface="IBM Plex Sans" panose="020B0503050203000203" pitchFamily="34" charset="0"/>
                <a:ea typeface="IBM Plex Sans JP" panose="020B0503050203000203" pitchFamily="34" charset="-128"/>
              </a:defRPr>
            </a:lvl4pPr>
            <a:lvl5pPr>
              <a:spcBef>
                <a:spcPts val="0"/>
              </a:spcBef>
              <a:defRPr sz="1000" b="0" i="0">
                <a:solidFill>
                  <a:schemeClr val="tx1"/>
                </a:solidFill>
                <a:latin typeface="IBM Plex Sans" panose="020B0503050203000203" pitchFamily="34" charset="0"/>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9428522" y="1533525"/>
            <a:ext cx="2478024" cy="4559300"/>
          </a:xfrm>
          <a:prstGeom prst="rect">
            <a:avLst/>
          </a:prstGeom>
        </p:spPr>
        <p:txBody>
          <a:bodyPr/>
          <a:lstStyle>
            <a:lvl1pPr>
              <a:spcBef>
                <a:spcPts val="0"/>
              </a:spcBef>
              <a:defRPr sz="1000" b="0" i="0">
                <a:solidFill>
                  <a:schemeClr val="tx1"/>
                </a:solidFill>
                <a:latin typeface="IBM Plex Sans" panose="020B0503050203000203" pitchFamily="34" charset="0"/>
                <a:ea typeface="IBM Plex Sans JP" panose="020B0503050203000203" pitchFamily="34" charset="-128"/>
              </a:defRPr>
            </a:lvl1pPr>
            <a:lvl2pPr marL="91404" indent="-91404">
              <a:spcBef>
                <a:spcPts val="0"/>
              </a:spcBef>
              <a:defRPr sz="1000" b="0" i="0">
                <a:solidFill>
                  <a:schemeClr val="tx1"/>
                </a:solidFill>
                <a:latin typeface="IBM Plex Sans" panose="020B0503050203000203" pitchFamily="34" charset="0"/>
                <a:ea typeface="IBM Plex Sans JP" panose="020B0503050203000203" pitchFamily="34" charset="-128"/>
              </a:defRPr>
            </a:lvl2pPr>
            <a:lvl3pPr marL="182806" indent="-91404">
              <a:spcBef>
                <a:spcPts val="0"/>
              </a:spcBef>
              <a:defRPr sz="1000" b="0" i="0">
                <a:solidFill>
                  <a:schemeClr val="tx1"/>
                </a:solidFill>
                <a:latin typeface="IBM Plex Sans" panose="020B0503050203000203" pitchFamily="34" charset="0"/>
                <a:ea typeface="IBM Plex Sans JP" panose="020B0503050203000203" pitchFamily="34" charset="-128"/>
              </a:defRPr>
            </a:lvl3pPr>
            <a:lvl4pPr marL="274210" indent="-91404">
              <a:spcBef>
                <a:spcPts val="0"/>
              </a:spcBef>
              <a:defRPr sz="1000" b="0" i="0">
                <a:solidFill>
                  <a:schemeClr val="tx1"/>
                </a:solidFill>
                <a:latin typeface="IBM Plex Sans" panose="020B0503050203000203" pitchFamily="34" charset="0"/>
                <a:ea typeface="IBM Plex Sans JP" panose="020B0503050203000203" pitchFamily="34" charset="-128"/>
              </a:defRPr>
            </a:lvl4pPr>
            <a:lvl5pPr>
              <a:spcBef>
                <a:spcPts val="0"/>
              </a:spcBef>
              <a:defRPr sz="1000" b="0" i="0">
                <a:solidFill>
                  <a:schemeClr val="tx1"/>
                </a:solidFill>
                <a:latin typeface="IBM Plex Sans" panose="020B0503050203000203" pitchFamily="34" charset="0"/>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2" name="フッター プレースホルダー 1">
            <a:extLst>
              <a:ext uri="{FF2B5EF4-FFF2-40B4-BE49-F238E27FC236}">
                <a16:creationId xmlns:a16="http://schemas.microsoft.com/office/drawing/2014/main" id="{6DE3C655-BE90-A74B-B7CA-5E8FA8EF6C66}"/>
              </a:ext>
            </a:extLst>
          </p:cNvPr>
          <p:cNvSpPr>
            <a:spLocks noGrp="1"/>
          </p:cNvSpPr>
          <p:nvPr>
            <p:ph type="ftr" sz="quarter" idx="15"/>
          </p:nvPr>
        </p:nvSpPr>
        <p:spPr/>
        <p:txBody>
          <a:bodyPr/>
          <a:lstStyle/>
          <a:p>
            <a:r>
              <a:rPr kumimoji="1" lang="ja-JP" altLang="en-US"/>
              <a:t>フッター</a:t>
            </a:r>
            <a:r>
              <a:rPr kumimoji="1" lang="en-US" altLang="ja-JP" dirty="0"/>
              <a:t>(Optional)</a:t>
            </a:r>
            <a:endParaRPr kumimoji="1" lang="ja-JP" altLang="en-US"/>
          </a:p>
        </p:txBody>
      </p:sp>
      <p:sp>
        <p:nvSpPr>
          <p:cNvPr id="4" name="スライド番号プレースホルダー 3">
            <a:extLst>
              <a:ext uri="{FF2B5EF4-FFF2-40B4-BE49-F238E27FC236}">
                <a16:creationId xmlns:a16="http://schemas.microsoft.com/office/drawing/2014/main" id="{22FA04B1-A213-F2CD-6E0B-F98A841DBABD}"/>
              </a:ext>
            </a:extLst>
          </p:cNvPr>
          <p:cNvSpPr>
            <a:spLocks noGrp="1"/>
          </p:cNvSpPr>
          <p:nvPr>
            <p:ph type="sldNum" sz="quarter" idx="16"/>
          </p:nvPr>
        </p:nvSpPr>
        <p:spPr/>
        <p:txBody>
          <a:bodyPr/>
          <a:lstStyle/>
          <a:p>
            <a:fld id="{19CA33DB-3EF7-0D48-8164-B05E3E6F1758}" type="slidenum">
              <a:rPr kumimoji="1" lang="ja-JP" altLang="en-US" smtClean="0"/>
              <a:pPr/>
              <a:t>‹#›</a:t>
            </a:fld>
            <a:endParaRPr kumimoji="1" lang="ja-JP" altLang="en-US"/>
          </a:p>
        </p:txBody>
      </p:sp>
    </p:spTree>
    <p:extLst>
      <p:ext uri="{BB962C8B-B14F-4D97-AF65-F5344CB8AC3E}">
        <p14:creationId xmlns:p14="http://schemas.microsoft.com/office/powerpoint/2010/main" val="1833897293"/>
      </p:ext>
    </p:extLst>
  </p:cSld>
  <p:clrMapOvr>
    <a:masterClrMapping/>
  </p:clrMapOvr>
  <p:transition spd="med"/>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Text, 4 columns, short dividers">
    <p:bg>
      <p:bgPr>
        <a:solidFill>
          <a:schemeClr val="bg1"/>
        </a:solidFill>
        <a:effectLst/>
      </p:bgPr>
    </p:bg>
    <p:spTree>
      <p:nvGrpSpPr>
        <p:cNvPr id="1" name=""/>
        <p:cNvGrpSpPr/>
        <p:nvPr/>
      </p:nvGrpSpPr>
      <p:grpSpPr>
        <a:xfrm>
          <a:off x="0" y="0"/>
          <a:ext cx="0" cy="0"/>
          <a:chOff x="0" y="0"/>
          <a:chExt cx="0" cy="0"/>
        </a:xfrm>
      </p:grpSpPr>
      <p:cxnSp>
        <p:nvCxnSpPr>
          <p:cNvPr id="20" name="Straight Connector 19">
            <a:extLst>
              <a:ext uri="{FF2B5EF4-FFF2-40B4-BE49-F238E27FC236}">
                <a16:creationId xmlns:a16="http://schemas.microsoft.com/office/drawing/2014/main" id="{ABAB2974-AD95-0BF2-C41A-265AEF03B4F7}"/>
              </a:ext>
            </a:extLst>
          </p:cNvPr>
          <p:cNvCxnSpPr>
            <a:cxnSpLocks/>
          </p:cNvCxnSpPr>
          <p:nvPr userDrawn="1"/>
        </p:nvCxnSpPr>
        <p:spPr bwMode="auto">
          <a:xfrm>
            <a:off x="3047603" y="1533525"/>
            <a:ext cx="0" cy="4562856"/>
          </a:xfrm>
          <a:prstGeom prst="line">
            <a:avLst/>
          </a:prstGeom>
          <a:ln w="635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1" name="Straight Connector 20">
            <a:extLst>
              <a:ext uri="{FF2B5EF4-FFF2-40B4-BE49-F238E27FC236}">
                <a16:creationId xmlns:a16="http://schemas.microsoft.com/office/drawing/2014/main" id="{CDB8CB8D-C4DB-E357-4948-59CD6A18A9DC}"/>
              </a:ext>
            </a:extLst>
          </p:cNvPr>
          <p:cNvCxnSpPr>
            <a:cxnSpLocks/>
          </p:cNvCxnSpPr>
          <p:nvPr userDrawn="1"/>
        </p:nvCxnSpPr>
        <p:spPr bwMode="auto">
          <a:xfrm>
            <a:off x="6096000" y="1533525"/>
            <a:ext cx="0" cy="4562856"/>
          </a:xfrm>
          <a:prstGeom prst="line">
            <a:avLst/>
          </a:prstGeom>
          <a:ln w="635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8B5887E5-28C4-AA99-EBD5-E34B88F46F25}"/>
              </a:ext>
            </a:extLst>
          </p:cNvPr>
          <p:cNvCxnSpPr>
            <a:cxnSpLocks/>
          </p:cNvCxnSpPr>
          <p:nvPr userDrawn="1"/>
        </p:nvCxnSpPr>
        <p:spPr bwMode="auto">
          <a:xfrm>
            <a:off x="9142810" y="1533525"/>
            <a:ext cx="0" cy="4562856"/>
          </a:xfrm>
          <a:prstGeom prst="line">
            <a:avLst/>
          </a:prstGeom>
          <a:ln w="635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8" name="タイトル 7">
            <a:extLst>
              <a:ext uri="{FF2B5EF4-FFF2-40B4-BE49-F238E27FC236}">
                <a16:creationId xmlns:a16="http://schemas.microsoft.com/office/drawing/2014/main" id="{5D7B6D9A-DCB1-E62E-15CC-547D399453E8}"/>
              </a:ext>
            </a:extLst>
          </p:cNvPr>
          <p:cNvSpPr>
            <a:spLocks noGrp="1"/>
          </p:cNvSpPr>
          <p:nvPr>
            <p:ph type="title"/>
          </p:nvPr>
        </p:nvSpPr>
        <p:spPr>
          <a:xfrm>
            <a:off x="292608" y="301750"/>
            <a:ext cx="2471104" cy="758952"/>
          </a:xfrm>
        </p:spPr>
        <p:txBody>
          <a:bodyPr/>
          <a:lstStyle>
            <a:lvl1pPr>
              <a:defRPr sz="1400"/>
            </a:lvl1pPr>
          </a:lstStyle>
          <a:p>
            <a:r>
              <a:rPr kumimoji="1" lang="ja-JP" altLang="en-US"/>
              <a:t>マスター タイトルの書式設定</a:t>
            </a:r>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3338836" y="301752"/>
            <a:ext cx="2477765" cy="762794"/>
          </a:xfrm>
          <a:prstGeom prst="rect">
            <a:avLst/>
          </a:prstGeom>
        </p:spPr>
        <p:txBody>
          <a:bodyPr/>
          <a:lstStyle>
            <a:lvl1pPr>
              <a:lnSpc>
                <a:spcPct val="120000"/>
              </a:lnSpc>
              <a:spcBef>
                <a:spcPts val="0"/>
              </a:spcBef>
              <a:defRPr sz="1000" b="0" i="0">
                <a:solidFill>
                  <a:schemeClr val="tx1"/>
                </a:solidFill>
                <a:latin typeface="IBM Plex Sans" panose="020B0503050203000203" pitchFamily="34" charset="0"/>
                <a:ea typeface="IBM Plex Sans JP" panose="020B0503050203000203" pitchFamily="34" charset="-128"/>
              </a:defRPr>
            </a:lvl1pPr>
            <a:lvl2pPr marL="91404" indent="-91404">
              <a:lnSpc>
                <a:spcPct val="120000"/>
              </a:lnSpc>
              <a:spcBef>
                <a:spcPts val="0"/>
              </a:spcBef>
              <a:defRPr sz="1000" b="0" i="0">
                <a:solidFill>
                  <a:schemeClr val="tx1"/>
                </a:solidFill>
                <a:latin typeface="IBM Plex Sans" panose="020B0503050203000203" pitchFamily="34" charset="0"/>
                <a:ea typeface="IBM Plex Sans JP" panose="020B0503050203000203" pitchFamily="34" charset="-128"/>
              </a:defRPr>
            </a:lvl2pPr>
            <a:lvl3pPr marL="182806" indent="-91404">
              <a:lnSpc>
                <a:spcPct val="120000"/>
              </a:lnSpc>
              <a:spcBef>
                <a:spcPts val="0"/>
              </a:spcBef>
              <a:defRPr sz="1000" b="0" i="0">
                <a:solidFill>
                  <a:schemeClr val="tx1"/>
                </a:solidFill>
                <a:latin typeface="IBM Plex Sans" panose="020B0503050203000203" pitchFamily="34" charset="0"/>
                <a:ea typeface="IBM Plex Sans JP" panose="020B0503050203000203" pitchFamily="34" charset="-128"/>
              </a:defRPr>
            </a:lvl3pPr>
            <a:lvl4pPr marL="274210" indent="-91404">
              <a:lnSpc>
                <a:spcPct val="120000"/>
              </a:lnSpc>
              <a:spcBef>
                <a:spcPts val="0"/>
              </a:spcBef>
              <a:defRPr sz="1000" b="0" i="0">
                <a:solidFill>
                  <a:schemeClr val="tx1"/>
                </a:solidFill>
                <a:latin typeface="IBM Plex Sans" panose="020B0503050203000203" pitchFamily="34" charset="0"/>
                <a:ea typeface="IBM Plex Sans JP" panose="020B0503050203000203" pitchFamily="34" charset="-128"/>
              </a:defRPr>
            </a:lvl4pPr>
            <a:lvl5pPr>
              <a:lnSpc>
                <a:spcPct val="110000"/>
              </a:lnSpc>
              <a:spcBef>
                <a:spcPts val="0"/>
              </a:spcBef>
              <a:defRPr sz="1000" b="0" i="0">
                <a:solidFill>
                  <a:schemeClr val="tx1"/>
                </a:solidFill>
                <a:latin typeface="IBM Plex Sans" panose="020B0503050203000203" pitchFamily="34" charset="0"/>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14" name="Text Placeholder 6">
            <a:extLst>
              <a:ext uri="{FF2B5EF4-FFF2-40B4-BE49-F238E27FC236}">
                <a16:creationId xmlns:a16="http://schemas.microsoft.com/office/drawing/2014/main" id="{1239EA8E-6B4C-405F-E7F6-ABB450E07109}"/>
              </a:ext>
            </a:extLst>
          </p:cNvPr>
          <p:cNvSpPr>
            <a:spLocks noGrp="1"/>
          </p:cNvSpPr>
          <p:nvPr>
            <p:ph type="body" sz="quarter" idx="19"/>
          </p:nvPr>
        </p:nvSpPr>
        <p:spPr>
          <a:xfrm>
            <a:off x="292608" y="1533525"/>
            <a:ext cx="2478024" cy="4562856"/>
          </a:xfrm>
          <a:prstGeom prst="rect">
            <a:avLst/>
          </a:prstGeom>
        </p:spPr>
        <p:txBody>
          <a:bodyPr/>
          <a:lstStyle>
            <a:lvl1pPr>
              <a:lnSpc>
                <a:spcPct val="120000"/>
              </a:lnSpc>
              <a:spcBef>
                <a:spcPts val="0"/>
              </a:spcBef>
              <a:defRPr sz="1000" b="0" i="0">
                <a:solidFill>
                  <a:schemeClr val="tx1"/>
                </a:solidFill>
                <a:latin typeface="IBM Plex Sans" panose="020B0503050203000203" pitchFamily="34" charset="0"/>
                <a:ea typeface="IBM Plex Sans JP" panose="020B0503050203000203" pitchFamily="34" charset="-128"/>
              </a:defRPr>
            </a:lvl1pPr>
            <a:lvl2pPr marL="91404" indent="-91404">
              <a:lnSpc>
                <a:spcPct val="120000"/>
              </a:lnSpc>
              <a:spcBef>
                <a:spcPts val="0"/>
              </a:spcBef>
              <a:defRPr sz="1000" b="0" i="0">
                <a:solidFill>
                  <a:schemeClr val="tx1"/>
                </a:solidFill>
                <a:latin typeface="IBM Plex Sans" panose="020B0503050203000203" pitchFamily="34" charset="0"/>
                <a:ea typeface="IBM Plex Sans JP" panose="020B0503050203000203" pitchFamily="34" charset="-128"/>
              </a:defRPr>
            </a:lvl2pPr>
            <a:lvl3pPr marL="182806" indent="-91404">
              <a:lnSpc>
                <a:spcPct val="120000"/>
              </a:lnSpc>
              <a:spcBef>
                <a:spcPts val="0"/>
              </a:spcBef>
              <a:defRPr sz="1000" b="0" i="0">
                <a:solidFill>
                  <a:schemeClr val="tx1"/>
                </a:solidFill>
                <a:latin typeface="IBM Plex Sans" panose="020B0503050203000203" pitchFamily="34" charset="0"/>
                <a:ea typeface="IBM Plex Sans JP" panose="020B0503050203000203" pitchFamily="34" charset="-128"/>
              </a:defRPr>
            </a:lvl3pPr>
            <a:lvl4pPr marL="274210" indent="-91404">
              <a:lnSpc>
                <a:spcPct val="120000"/>
              </a:lnSpc>
              <a:spcBef>
                <a:spcPts val="0"/>
              </a:spcBef>
              <a:defRPr sz="1000" b="0" i="0">
                <a:solidFill>
                  <a:schemeClr val="tx1"/>
                </a:solidFill>
                <a:latin typeface="IBM Plex Sans" panose="020B0503050203000203" pitchFamily="34" charset="0"/>
                <a:ea typeface="IBM Plex Sans JP" panose="020B0503050203000203" pitchFamily="34" charset="-128"/>
              </a:defRPr>
            </a:lvl4pPr>
            <a:lvl5pPr>
              <a:lnSpc>
                <a:spcPct val="110000"/>
              </a:lnSpc>
              <a:spcBef>
                <a:spcPts val="0"/>
              </a:spcBef>
              <a:defRPr sz="1000" b="0" i="0">
                <a:solidFill>
                  <a:schemeClr val="tx1"/>
                </a:solidFill>
                <a:latin typeface="IBM Plex Sans" panose="020B0503050203000203" pitchFamily="34" charset="0"/>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3333316" y="1533525"/>
            <a:ext cx="2478024" cy="4562856"/>
          </a:xfrm>
          <a:prstGeom prst="rect">
            <a:avLst/>
          </a:prstGeom>
        </p:spPr>
        <p:txBody>
          <a:bodyPr/>
          <a:lstStyle>
            <a:lvl1pPr>
              <a:lnSpc>
                <a:spcPct val="120000"/>
              </a:lnSpc>
              <a:spcBef>
                <a:spcPts val="0"/>
              </a:spcBef>
              <a:defRPr sz="1000" b="0" i="0">
                <a:solidFill>
                  <a:schemeClr val="tx1"/>
                </a:solidFill>
                <a:latin typeface="IBM Plex Sans" panose="020B0503050203000203" pitchFamily="34" charset="0"/>
                <a:ea typeface="IBM Plex Sans JP" panose="020B0503050203000203" pitchFamily="34" charset="-128"/>
              </a:defRPr>
            </a:lvl1pPr>
            <a:lvl2pPr marL="91404" indent="-91404">
              <a:lnSpc>
                <a:spcPct val="120000"/>
              </a:lnSpc>
              <a:spcBef>
                <a:spcPts val="0"/>
              </a:spcBef>
              <a:defRPr sz="1000" b="0" i="0">
                <a:solidFill>
                  <a:schemeClr val="tx1"/>
                </a:solidFill>
                <a:latin typeface="IBM Plex Sans" panose="020B0503050203000203" pitchFamily="34" charset="0"/>
                <a:ea typeface="IBM Plex Sans JP" panose="020B0503050203000203" pitchFamily="34" charset="-128"/>
              </a:defRPr>
            </a:lvl2pPr>
            <a:lvl3pPr marL="182806" indent="-91404">
              <a:lnSpc>
                <a:spcPct val="120000"/>
              </a:lnSpc>
              <a:spcBef>
                <a:spcPts val="0"/>
              </a:spcBef>
              <a:defRPr sz="1000" b="0" i="0">
                <a:solidFill>
                  <a:schemeClr val="tx1"/>
                </a:solidFill>
                <a:latin typeface="IBM Plex Sans" panose="020B0503050203000203" pitchFamily="34" charset="0"/>
                <a:ea typeface="IBM Plex Sans JP" panose="020B0503050203000203" pitchFamily="34" charset="-128"/>
              </a:defRPr>
            </a:lvl3pPr>
            <a:lvl4pPr marL="274210" indent="-91404">
              <a:lnSpc>
                <a:spcPct val="120000"/>
              </a:lnSpc>
              <a:spcBef>
                <a:spcPts val="0"/>
              </a:spcBef>
              <a:defRPr sz="1000" b="0" i="0">
                <a:solidFill>
                  <a:schemeClr val="tx1"/>
                </a:solidFill>
                <a:latin typeface="IBM Plex Sans" panose="020B0503050203000203" pitchFamily="34" charset="0"/>
                <a:ea typeface="IBM Plex Sans JP" panose="020B0503050203000203" pitchFamily="34" charset="-128"/>
              </a:defRPr>
            </a:lvl4pPr>
            <a:lvl5pPr>
              <a:lnSpc>
                <a:spcPct val="110000"/>
              </a:lnSpc>
              <a:spcBef>
                <a:spcPts val="0"/>
              </a:spcBef>
              <a:defRPr sz="1000" b="0" i="0">
                <a:solidFill>
                  <a:schemeClr val="tx1"/>
                </a:solidFill>
                <a:latin typeface="IBM Plex Sans" panose="020B0503050203000203" pitchFamily="34" charset="0"/>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6380919" y="1533525"/>
            <a:ext cx="2478024" cy="4562856"/>
          </a:xfrm>
          <a:prstGeom prst="rect">
            <a:avLst/>
          </a:prstGeom>
        </p:spPr>
        <p:txBody>
          <a:bodyPr/>
          <a:lstStyle>
            <a:lvl1pPr>
              <a:lnSpc>
                <a:spcPct val="120000"/>
              </a:lnSpc>
              <a:spcBef>
                <a:spcPts val="0"/>
              </a:spcBef>
              <a:defRPr sz="1000" b="0" i="0">
                <a:solidFill>
                  <a:schemeClr val="tx1"/>
                </a:solidFill>
                <a:latin typeface="IBM Plex Sans" panose="020B0503050203000203" pitchFamily="34" charset="0"/>
                <a:ea typeface="IBM Plex Sans JP" panose="020B0503050203000203" pitchFamily="34" charset="-128"/>
              </a:defRPr>
            </a:lvl1pPr>
            <a:lvl2pPr marL="91404" indent="-91404">
              <a:lnSpc>
                <a:spcPct val="120000"/>
              </a:lnSpc>
              <a:spcBef>
                <a:spcPts val="0"/>
              </a:spcBef>
              <a:defRPr sz="1000" b="0" i="0">
                <a:solidFill>
                  <a:schemeClr val="tx1"/>
                </a:solidFill>
                <a:latin typeface="IBM Plex Sans" panose="020B0503050203000203" pitchFamily="34" charset="0"/>
                <a:ea typeface="IBM Plex Sans JP" panose="020B0503050203000203" pitchFamily="34" charset="-128"/>
              </a:defRPr>
            </a:lvl2pPr>
            <a:lvl3pPr marL="182806" indent="-91404">
              <a:lnSpc>
                <a:spcPct val="120000"/>
              </a:lnSpc>
              <a:spcBef>
                <a:spcPts val="0"/>
              </a:spcBef>
              <a:defRPr sz="1000" b="0" i="0">
                <a:solidFill>
                  <a:schemeClr val="tx1"/>
                </a:solidFill>
                <a:latin typeface="IBM Plex Sans" panose="020B0503050203000203" pitchFamily="34" charset="0"/>
                <a:ea typeface="IBM Plex Sans JP" panose="020B0503050203000203" pitchFamily="34" charset="-128"/>
              </a:defRPr>
            </a:lvl3pPr>
            <a:lvl4pPr marL="274210" indent="-91404">
              <a:lnSpc>
                <a:spcPct val="120000"/>
              </a:lnSpc>
              <a:spcBef>
                <a:spcPts val="0"/>
              </a:spcBef>
              <a:defRPr sz="1000" b="0" i="0">
                <a:solidFill>
                  <a:schemeClr val="tx1"/>
                </a:solidFill>
                <a:latin typeface="IBM Plex Sans" panose="020B0503050203000203" pitchFamily="34" charset="0"/>
                <a:ea typeface="IBM Plex Sans JP" panose="020B0503050203000203" pitchFamily="34" charset="-128"/>
              </a:defRPr>
            </a:lvl4pPr>
            <a:lvl5pPr>
              <a:lnSpc>
                <a:spcPct val="110000"/>
              </a:lnSpc>
              <a:spcBef>
                <a:spcPts val="0"/>
              </a:spcBef>
              <a:defRPr sz="1000" b="0" i="0">
                <a:solidFill>
                  <a:schemeClr val="tx1"/>
                </a:solidFill>
                <a:latin typeface="IBM Plex Sans" panose="020B0503050203000203" pitchFamily="34" charset="0"/>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9428522" y="1533525"/>
            <a:ext cx="2478024" cy="4562856"/>
          </a:xfrm>
          <a:prstGeom prst="rect">
            <a:avLst/>
          </a:prstGeom>
        </p:spPr>
        <p:txBody>
          <a:bodyPr/>
          <a:lstStyle>
            <a:lvl1pPr>
              <a:lnSpc>
                <a:spcPct val="120000"/>
              </a:lnSpc>
              <a:spcBef>
                <a:spcPts val="0"/>
              </a:spcBef>
              <a:defRPr sz="1000" b="0" i="0">
                <a:solidFill>
                  <a:schemeClr val="tx1"/>
                </a:solidFill>
                <a:latin typeface="IBM Plex Sans" panose="020B0503050203000203" pitchFamily="34" charset="0"/>
                <a:ea typeface="IBM Plex Sans JP" panose="020B0503050203000203" pitchFamily="34" charset="-128"/>
              </a:defRPr>
            </a:lvl1pPr>
            <a:lvl2pPr marL="91404" indent="-91404">
              <a:lnSpc>
                <a:spcPct val="120000"/>
              </a:lnSpc>
              <a:spcBef>
                <a:spcPts val="0"/>
              </a:spcBef>
              <a:defRPr sz="1000" b="0" i="0">
                <a:solidFill>
                  <a:schemeClr val="tx1"/>
                </a:solidFill>
                <a:latin typeface="IBM Plex Sans" panose="020B0503050203000203" pitchFamily="34" charset="0"/>
                <a:ea typeface="IBM Plex Sans JP" panose="020B0503050203000203" pitchFamily="34" charset="-128"/>
              </a:defRPr>
            </a:lvl2pPr>
            <a:lvl3pPr marL="182806" indent="-91404">
              <a:lnSpc>
                <a:spcPct val="120000"/>
              </a:lnSpc>
              <a:spcBef>
                <a:spcPts val="0"/>
              </a:spcBef>
              <a:defRPr sz="1000" b="0" i="0">
                <a:solidFill>
                  <a:schemeClr val="tx1"/>
                </a:solidFill>
                <a:latin typeface="IBM Plex Sans" panose="020B0503050203000203" pitchFamily="34" charset="0"/>
                <a:ea typeface="IBM Plex Sans JP" panose="020B0503050203000203" pitchFamily="34" charset="-128"/>
              </a:defRPr>
            </a:lvl3pPr>
            <a:lvl4pPr marL="274210" indent="-91404">
              <a:lnSpc>
                <a:spcPct val="120000"/>
              </a:lnSpc>
              <a:spcBef>
                <a:spcPts val="0"/>
              </a:spcBef>
              <a:defRPr sz="1000" b="0" i="0">
                <a:solidFill>
                  <a:schemeClr val="tx1"/>
                </a:solidFill>
                <a:latin typeface="IBM Plex Sans" panose="020B0503050203000203" pitchFamily="34" charset="0"/>
                <a:ea typeface="IBM Plex Sans JP" panose="020B0503050203000203" pitchFamily="34" charset="-128"/>
              </a:defRPr>
            </a:lvl4pPr>
            <a:lvl5pPr>
              <a:lnSpc>
                <a:spcPct val="110000"/>
              </a:lnSpc>
              <a:spcBef>
                <a:spcPts val="0"/>
              </a:spcBef>
              <a:defRPr sz="1000" b="0" i="0">
                <a:solidFill>
                  <a:schemeClr val="tx1"/>
                </a:solidFill>
                <a:latin typeface="IBM Plex Sans" panose="020B0503050203000203" pitchFamily="34" charset="0"/>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2" name="フッター プレースホルダー 1">
            <a:extLst>
              <a:ext uri="{FF2B5EF4-FFF2-40B4-BE49-F238E27FC236}">
                <a16:creationId xmlns:a16="http://schemas.microsoft.com/office/drawing/2014/main" id="{8D29E747-32E5-EF40-DFA1-0C1BE39133E5}"/>
              </a:ext>
            </a:extLst>
          </p:cNvPr>
          <p:cNvSpPr>
            <a:spLocks noGrp="1"/>
          </p:cNvSpPr>
          <p:nvPr>
            <p:ph type="ftr" sz="quarter" idx="20"/>
          </p:nvPr>
        </p:nvSpPr>
        <p:spPr/>
        <p:txBody>
          <a:bodyPr/>
          <a:lstStyle/>
          <a:p>
            <a:r>
              <a:rPr kumimoji="1" lang="ja-JP" altLang="en-US"/>
              <a:t>フッター</a:t>
            </a:r>
            <a:r>
              <a:rPr kumimoji="1" lang="en-US" altLang="ja-JP" dirty="0"/>
              <a:t>(Optional)</a:t>
            </a:r>
            <a:endParaRPr kumimoji="1" lang="ja-JP" altLang="en-US"/>
          </a:p>
        </p:txBody>
      </p:sp>
      <p:sp>
        <p:nvSpPr>
          <p:cNvPr id="4" name="スライド番号プレースホルダー 3">
            <a:extLst>
              <a:ext uri="{FF2B5EF4-FFF2-40B4-BE49-F238E27FC236}">
                <a16:creationId xmlns:a16="http://schemas.microsoft.com/office/drawing/2014/main" id="{1C32DB2F-8F02-554D-E2DF-51A1056596DA}"/>
              </a:ext>
            </a:extLst>
          </p:cNvPr>
          <p:cNvSpPr>
            <a:spLocks noGrp="1"/>
          </p:cNvSpPr>
          <p:nvPr>
            <p:ph type="sldNum" sz="quarter" idx="21"/>
          </p:nvPr>
        </p:nvSpPr>
        <p:spPr/>
        <p:txBody>
          <a:bodyPr/>
          <a:lstStyle/>
          <a:p>
            <a:fld id="{19CA33DB-3EF7-0D48-8164-B05E3E6F1758}" type="slidenum">
              <a:rPr kumimoji="1" lang="ja-JP" altLang="en-US" smtClean="0"/>
              <a:pPr/>
              <a:t>‹#›</a:t>
            </a:fld>
            <a:endParaRPr kumimoji="1" lang="ja-JP" altLang="en-US"/>
          </a:p>
        </p:txBody>
      </p:sp>
    </p:spTree>
    <p:extLst>
      <p:ext uri="{BB962C8B-B14F-4D97-AF65-F5344CB8AC3E}">
        <p14:creationId xmlns:p14="http://schemas.microsoft.com/office/powerpoint/2010/main" val="116063735"/>
      </p:ext>
    </p:extLst>
  </p:cSld>
  <p:clrMapOvr>
    <a:masterClrMapping/>
  </p:clrMapOvr>
  <p:transition spd="med"/>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Text, 4 columns, dividers, headlines">
    <p:bg>
      <p:bgPr>
        <a:solidFill>
          <a:schemeClr val="bg1"/>
        </a:solidFill>
        <a:effectLst/>
      </p:bgPr>
    </p:bg>
    <p:spTree>
      <p:nvGrpSpPr>
        <p:cNvPr id="1" name=""/>
        <p:cNvGrpSpPr/>
        <p:nvPr/>
      </p:nvGrpSpPr>
      <p:grpSpPr>
        <a:xfrm>
          <a:off x="0" y="0"/>
          <a:ext cx="0" cy="0"/>
          <a:chOff x="0" y="0"/>
          <a:chExt cx="0" cy="0"/>
        </a:xfrm>
      </p:grpSpPr>
      <p:cxnSp>
        <p:nvCxnSpPr>
          <p:cNvPr id="14" name="Straight Connector 13">
            <a:extLst>
              <a:ext uri="{FF2B5EF4-FFF2-40B4-BE49-F238E27FC236}">
                <a16:creationId xmlns:a16="http://schemas.microsoft.com/office/drawing/2014/main" id="{C6EB28FF-C21F-A83D-2D19-2242B76C6B09}"/>
              </a:ext>
            </a:extLst>
          </p:cNvPr>
          <p:cNvCxnSpPr/>
          <p:nvPr userDrawn="1"/>
        </p:nvCxnSpPr>
        <p:spPr bwMode="auto">
          <a:xfrm>
            <a:off x="3047603" y="284957"/>
            <a:ext cx="0" cy="5806440"/>
          </a:xfrm>
          <a:prstGeom prst="line">
            <a:avLst/>
          </a:prstGeom>
          <a:ln w="635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3D7A0E74-695D-C6F5-07CD-01209D58A70A}"/>
              </a:ext>
            </a:extLst>
          </p:cNvPr>
          <p:cNvCxnSpPr/>
          <p:nvPr userDrawn="1"/>
        </p:nvCxnSpPr>
        <p:spPr bwMode="auto">
          <a:xfrm>
            <a:off x="6093683" y="283464"/>
            <a:ext cx="0" cy="5806440"/>
          </a:xfrm>
          <a:prstGeom prst="line">
            <a:avLst/>
          </a:prstGeom>
          <a:ln w="635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19E1AC9A-B000-435B-E4BC-54B09FB7957C}"/>
              </a:ext>
            </a:extLst>
          </p:cNvPr>
          <p:cNvCxnSpPr/>
          <p:nvPr userDrawn="1"/>
        </p:nvCxnSpPr>
        <p:spPr bwMode="auto">
          <a:xfrm>
            <a:off x="9142810" y="284957"/>
            <a:ext cx="0" cy="5806440"/>
          </a:xfrm>
          <a:prstGeom prst="line">
            <a:avLst/>
          </a:prstGeom>
          <a:ln w="635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4" name="タイトル 3">
            <a:extLst>
              <a:ext uri="{FF2B5EF4-FFF2-40B4-BE49-F238E27FC236}">
                <a16:creationId xmlns:a16="http://schemas.microsoft.com/office/drawing/2014/main" id="{4FD152BA-FACD-B7C2-12B6-B1665FE07005}"/>
              </a:ext>
            </a:extLst>
          </p:cNvPr>
          <p:cNvSpPr>
            <a:spLocks noGrp="1"/>
          </p:cNvSpPr>
          <p:nvPr>
            <p:ph type="title"/>
          </p:nvPr>
        </p:nvSpPr>
        <p:spPr>
          <a:xfrm>
            <a:off x="292608" y="301750"/>
            <a:ext cx="2478024" cy="758952"/>
          </a:xfrm>
        </p:spPr>
        <p:txBody>
          <a:bodyPr/>
          <a:lstStyle>
            <a:lvl1pPr>
              <a:defRPr sz="1400"/>
            </a:lvl1pPr>
          </a:lstStyle>
          <a:p>
            <a:r>
              <a:rPr kumimoji="1" lang="ja-JP" altLang="en-US"/>
              <a:t>マスター タイトルの書式設定</a:t>
            </a:r>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3333316" y="301752"/>
            <a:ext cx="2478024" cy="932688"/>
          </a:xfrm>
          <a:prstGeom prst="rect">
            <a:avLst/>
          </a:prstGeom>
        </p:spPr>
        <p:txBody>
          <a:bodyPr/>
          <a:lstStyle>
            <a:lvl1pPr>
              <a:lnSpc>
                <a:spcPct val="120000"/>
              </a:lnSpc>
              <a:spcBef>
                <a:spcPts val="0"/>
              </a:spcBef>
              <a:defRPr sz="1400">
                <a:solidFill>
                  <a:schemeClr val="tx1"/>
                </a:solidFill>
              </a:defRPr>
            </a:lvl1pPr>
            <a:lvl2pPr marL="127964" indent="-127964">
              <a:lnSpc>
                <a:spcPct val="120000"/>
              </a:lnSpc>
              <a:spcBef>
                <a:spcPts val="0"/>
              </a:spcBef>
              <a:defRPr sz="1400">
                <a:solidFill>
                  <a:schemeClr val="tx1"/>
                </a:solidFill>
              </a:defRPr>
            </a:lvl2pPr>
            <a:lvl3pPr marL="255930" indent="-127964">
              <a:lnSpc>
                <a:spcPct val="120000"/>
              </a:lnSpc>
              <a:spcBef>
                <a:spcPts val="0"/>
              </a:spcBef>
              <a:defRPr sz="1400">
                <a:solidFill>
                  <a:schemeClr val="tx1"/>
                </a:solidFill>
              </a:defRPr>
            </a:lvl3pPr>
            <a:lvl4pPr marL="383894" indent="-127964">
              <a:lnSpc>
                <a:spcPct val="12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6380919" y="301752"/>
            <a:ext cx="2478024" cy="932688"/>
          </a:xfrm>
          <a:prstGeom prst="rect">
            <a:avLst/>
          </a:prstGeom>
        </p:spPr>
        <p:txBody>
          <a:bodyPr/>
          <a:lstStyle>
            <a:lvl1pPr>
              <a:lnSpc>
                <a:spcPct val="120000"/>
              </a:lnSpc>
              <a:spcBef>
                <a:spcPts val="0"/>
              </a:spcBef>
              <a:defRPr sz="1400">
                <a:solidFill>
                  <a:schemeClr val="tx1"/>
                </a:solidFill>
              </a:defRPr>
            </a:lvl1pPr>
            <a:lvl2pPr marL="127964" indent="-127964">
              <a:lnSpc>
                <a:spcPct val="120000"/>
              </a:lnSpc>
              <a:spcBef>
                <a:spcPts val="0"/>
              </a:spcBef>
              <a:defRPr sz="1400">
                <a:solidFill>
                  <a:schemeClr val="tx1"/>
                </a:solidFill>
              </a:defRPr>
            </a:lvl2pPr>
            <a:lvl3pPr marL="255930" indent="-127964">
              <a:lnSpc>
                <a:spcPct val="120000"/>
              </a:lnSpc>
              <a:spcBef>
                <a:spcPts val="0"/>
              </a:spcBef>
              <a:defRPr sz="1400">
                <a:solidFill>
                  <a:schemeClr val="tx1"/>
                </a:solidFill>
              </a:defRPr>
            </a:lvl3pPr>
            <a:lvl4pPr marL="383894" indent="-127964">
              <a:lnSpc>
                <a:spcPct val="12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9428522" y="301752"/>
            <a:ext cx="2478024" cy="932688"/>
          </a:xfrm>
          <a:prstGeom prst="rect">
            <a:avLst/>
          </a:prstGeom>
        </p:spPr>
        <p:txBody>
          <a:bodyPr/>
          <a:lstStyle>
            <a:lvl1pPr>
              <a:lnSpc>
                <a:spcPct val="120000"/>
              </a:lnSpc>
              <a:spcBef>
                <a:spcPts val="0"/>
              </a:spcBef>
              <a:defRPr sz="1400">
                <a:solidFill>
                  <a:schemeClr val="tx1"/>
                </a:solidFill>
              </a:defRPr>
            </a:lvl1pPr>
            <a:lvl2pPr marL="127964" indent="-127964">
              <a:lnSpc>
                <a:spcPct val="120000"/>
              </a:lnSpc>
              <a:spcBef>
                <a:spcPts val="0"/>
              </a:spcBef>
              <a:defRPr sz="1400">
                <a:solidFill>
                  <a:schemeClr val="tx1"/>
                </a:solidFill>
              </a:defRPr>
            </a:lvl2pPr>
            <a:lvl3pPr marL="255930" indent="-127964">
              <a:lnSpc>
                <a:spcPct val="120000"/>
              </a:lnSpc>
              <a:spcBef>
                <a:spcPts val="0"/>
              </a:spcBef>
              <a:defRPr sz="1400">
                <a:solidFill>
                  <a:schemeClr val="tx1"/>
                </a:solidFill>
              </a:defRPr>
            </a:lvl3pPr>
            <a:lvl4pPr marL="383894" indent="-127964">
              <a:lnSpc>
                <a:spcPct val="12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3333316" y="1533525"/>
            <a:ext cx="2478024" cy="4559300"/>
          </a:xfrm>
          <a:prstGeom prst="rect">
            <a:avLst/>
          </a:prstGeom>
        </p:spPr>
        <p:txBody>
          <a:bodyPr/>
          <a:lstStyle>
            <a:lvl1pPr>
              <a:lnSpc>
                <a:spcPct val="120000"/>
              </a:lnSpc>
              <a:spcBef>
                <a:spcPts val="0"/>
              </a:spcBef>
              <a:defRPr sz="1000" b="0" i="0">
                <a:solidFill>
                  <a:schemeClr val="tx1"/>
                </a:solidFill>
                <a:latin typeface="IBM Plex Sans" panose="020B0503050203000203" pitchFamily="34" charset="0"/>
                <a:ea typeface="IBM Plex Sans JP" panose="020B0503050203000203" pitchFamily="34" charset="-128"/>
              </a:defRPr>
            </a:lvl1pPr>
            <a:lvl2pPr marL="91404" indent="-91404">
              <a:lnSpc>
                <a:spcPct val="120000"/>
              </a:lnSpc>
              <a:spcBef>
                <a:spcPts val="0"/>
              </a:spcBef>
              <a:defRPr sz="1000" b="0" i="0">
                <a:solidFill>
                  <a:schemeClr val="tx1"/>
                </a:solidFill>
                <a:latin typeface="IBM Plex Sans" panose="020B0503050203000203" pitchFamily="34" charset="0"/>
                <a:ea typeface="IBM Plex Sans JP" panose="020B0503050203000203" pitchFamily="34" charset="-128"/>
              </a:defRPr>
            </a:lvl2pPr>
            <a:lvl3pPr marL="182806" indent="-91404">
              <a:lnSpc>
                <a:spcPct val="120000"/>
              </a:lnSpc>
              <a:spcBef>
                <a:spcPts val="0"/>
              </a:spcBef>
              <a:defRPr sz="1000" b="0" i="0">
                <a:solidFill>
                  <a:schemeClr val="tx1"/>
                </a:solidFill>
                <a:latin typeface="IBM Plex Sans" panose="020B0503050203000203" pitchFamily="34" charset="0"/>
                <a:ea typeface="IBM Plex Sans JP" panose="020B0503050203000203" pitchFamily="34" charset="-128"/>
              </a:defRPr>
            </a:lvl3pPr>
            <a:lvl4pPr marL="274210" indent="-91404">
              <a:lnSpc>
                <a:spcPct val="120000"/>
              </a:lnSpc>
              <a:spcBef>
                <a:spcPts val="0"/>
              </a:spcBef>
              <a:defRPr sz="1000" b="0" i="0">
                <a:solidFill>
                  <a:schemeClr val="tx1"/>
                </a:solidFill>
                <a:latin typeface="IBM Plex Sans" panose="020B0503050203000203" pitchFamily="34" charset="0"/>
                <a:ea typeface="IBM Plex Sans JP" panose="020B0503050203000203" pitchFamily="34" charset="-128"/>
              </a:defRPr>
            </a:lvl4pPr>
            <a:lvl5pPr>
              <a:spcBef>
                <a:spcPts val="0"/>
              </a:spcBef>
              <a:defRPr sz="1000" b="0" i="0">
                <a:solidFill>
                  <a:schemeClr val="tx1"/>
                </a:solidFill>
                <a:latin typeface="IBM Plex Sans" panose="020B0503050203000203" pitchFamily="34" charset="0"/>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6380919" y="1533525"/>
            <a:ext cx="2478024" cy="4559300"/>
          </a:xfrm>
          <a:prstGeom prst="rect">
            <a:avLst/>
          </a:prstGeom>
        </p:spPr>
        <p:txBody>
          <a:bodyPr/>
          <a:lstStyle>
            <a:lvl1pPr>
              <a:lnSpc>
                <a:spcPct val="120000"/>
              </a:lnSpc>
              <a:spcBef>
                <a:spcPts val="0"/>
              </a:spcBef>
              <a:defRPr sz="1000" b="0" i="0">
                <a:solidFill>
                  <a:schemeClr val="tx1"/>
                </a:solidFill>
                <a:latin typeface="IBM Plex Sans" panose="020B0503050203000203" pitchFamily="34" charset="0"/>
                <a:ea typeface="IBM Plex Sans JP" panose="020B0503050203000203" pitchFamily="34" charset="-128"/>
              </a:defRPr>
            </a:lvl1pPr>
            <a:lvl2pPr marL="91404" indent="-91404">
              <a:lnSpc>
                <a:spcPct val="120000"/>
              </a:lnSpc>
              <a:spcBef>
                <a:spcPts val="0"/>
              </a:spcBef>
              <a:defRPr sz="1000" b="0" i="0">
                <a:solidFill>
                  <a:schemeClr val="tx1"/>
                </a:solidFill>
                <a:latin typeface="IBM Plex Sans" panose="020B0503050203000203" pitchFamily="34" charset="0"/>
                <a:ea typeface="IBM Plex Sans JP" panose="020B0503050203000203" pitchFamily="34" charset="-128"/>
              </a:defRPr>
            </a:lvl2pPr>
            <a:lvl3pPr marL="182806" indent="-91404">
              <a:lnSpc>
                <a:spcPct val="120000"/>
              </a:lnSpc>
              <a:spcBef>
                <a:spcPts val="0"/>
              </a:spcBef>
              <a:defRPr sz="1000" b="0" i="0">
                <a:solidFill>
                  <a:schemeClr val="tx1"/>
                </a:solidFill>
                <a:latin typeface="IBM Plex Sans" panose="020B0503050203000203" pitchFamily="34" charset="0"/>
                <a:ea typeface="IBM Plex Sans JP" panose="020B0503050203000203" pitchFamily="34" charset="-128"/>
              </a:defRPr>
            </a:lvl3pPr>
            <a:lvl4pPr marL="274210" indent="-91404">
              <a:lnSpc>
                <a:spcPct val="120000"/>
              </a:lnSpc>
              <a:spcBef>
                <a:spcPts val="0"/>
              </a:spcBef>
              <a:defRPr sz="1000" b="0" i="0">
                <a:solidFill>
                  <a:schemeClr val="tx1"/>
                </a:solidFill>
                <a:latin typeface="IBM Plex Sans" panose="020B0503050203000203" pitchFamily="34" charset="0"/>
                <a:ea typeface="IBM Plex Sans JP" panose="020B0503050203000203" pitchFamily="34" charset="-128"/>
              </a:defRPr>
            </a:lvl4pPr>
            <a:lvl5pPr>
              <a:spcBef>
                <a:spcPts val="0"/>
              </a:spcBef>
              <a:defRPr sz="1000" b="0" i="0">
                <a:solidFill>
                  <a:schemeClr val="tx1"/>
                </a:solidFill>
                <a:latin typeface="IBM Plex Sans" panose="020B0503050203000203" pitchFamily="34" charset="0"/>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9428522" y="1533525"/>
            <a:ext cx="2478024" cy="4559300"/>
          </a:xfrm>
          <a:prstGeom prst="rect">
            <a:avLst/>
          </a:prstGeom>
        </p:spPr>
        <p:txBody>
          <a:bodyPr/>
          <a:lstStyle>
            <a:lvl1pPr>
              <a:lnSpc>
                <a:spcPct val="120000"/>
              </a:lnSpc>
              <a:spcBef>
                <a:spcPts val="0"/>
              </a:spcBef>
              <a:defRPr sz="1000" b="0" i="0">
                <a:solidFill>
                  <a:schemeClr val="tx1"/>
                </a:solidFill>
                <a:latin typeface="IBM Plex Sans" panose="020B0503050203000203" pitchFamily="34" charset="0"/>
                <a:ea typeface="IBM Plex Sans JP" panose="020B0503050203000203" pitchFamily="34" charset="-128"/>
              </a:defRPr>
            </a:lvl1pPr>
            <a:lvl2pPr marL="91404" indent="-91404">
              <a:lnSpc>
                <a:spcPct val="120000"/>
              </a:lnSpc>
              <a:spcBef>
                <a:spcPts val="0"/>
              </a:spcBef>
              <a:defRPr sz="1000" b="0" i="0">
                <a:solidFill>
                  <a:schemeClr val="tx1"/>
                </a:solidFill>
                <a:latin typeface="IBM Plex Sans" panose="020B0503050203000203" pitchFamily="34" charset="0"/>
                <a:ea typeface="IBM Plex Sans JP" panose="020B0503050203000203" pitchFamily="34" charset="-128"/>
              </a:defRPr>
            </a:lvl2pPr>
            <a:lvl3pPr marL="182806" indent="-91404">
              <a:lnSpc>
                <a:spcPct val="120000"/>
              </a:lnSpc>
              <a:spcBef>
                <a:spcPts val="0"/>
              </a:spcBef>
              <a:defRPr sz="1000" b="0" i="0">
                <a:solidFill>
                  <a:schemeClr val="tx1"/>
                </a:solidFill>
                <a:latin typeface="IBM Plex Sans" panose="020B0503050203000203" pitchFamily="34" charset="0"/>
                <a:ea typeface="IBM Plex Sans JP" panose="020B0503050203000203" pitchFamily="34" charset="-128"/>
              </a:defRPr>
            </a:lvl3pPr>
            <a:lvl4pPr marL="274210" indent="-91404">
              <a:lnSpc>
                <a:spcPct val="120000"/>
              </a:lnSpc>
              <a:spcBef>
                <a:spcPts val="0"/>
              </a:spcBef>
              <a:defRPr sz="1000" b="0" i="0">
                <a:solidFill>
                  <a:schemeClr val="tx1"/>
                </a:solidFill>
                <a:latin typeface="IBM Plex Sans" panose="020B0503050203000203" pitchFamily="34" charset="0"/>
                <a:ea typeface="IBM Plex Sans JP" panose="020B0503050203000203" pitchFamily="34" charset="-128"/>
              </a:defRPr>
            </a:lvl4pPr>
            <a:lvl5pPr>
              <a:spcBef>
                <a:spcPts val="0"/>
              </a:spcBef>
              <a:defRPr sz="1000" b="0" i="0">
                <a:solidFill>
                  <a:schemeClr val="tx1"/>
                </a:solidFill>
                <a:latin typeface="IBM Plex Sans" panose="020B0503050203000203" pitchFamily="34" charset="0"/>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2" name="フッター プレースホルダー 1">
            <a:extLst>
              <a:ext uri="{FF2B5EF4-FFF2-40B4-BE49-F238E27FC236}">
                <a16:creationId xmlns:a16="http://schemas.microsoft.com/office/drawing/2014/main" id="{FCAAEAF2-892C-730C-057B-72D17000F069}"/>
              </a:ext>
            </a:extLst>
          </p:cNvPr>
          <p:cNvSpPr>
            <a:spLocks noGrp="1"/>
          </p:cNvSpPr>
          <p:nvPr>
            <p:ph type="ftr" sz="quarter" idx="18"/>
          </p:nvPr>
        </p:nvSpPr>
        <p:spPr/>
        <p:txBody>
          <a:bodyPr/>
          <a:lstStyle/>
          <a:p>
            <a:r>
              <a:rPr kumimoji="1" lang="ja-JP" altLang="en-US"/>
              <a:t>フッター</a:t>
            </a:r>
            <a:r>
              <a:rPr kumimoji="1" lang="en-US" altLang="ja-JP" dirty="0"/>
              <a:t>(Optional)</a:t>
            </a:r>
            <a:endParaRPr kumimoji="1" lang="ja-JP" altLang="en-US"/>
          </a:p>
        </p:txBody>
      </p:sp>
      <p:sp>
        <p:nvSpPr>
          <p:cNvPr id="8" name="スライド番号プレースホルダー 7">
            <a:extLst>
              <a:ext uri="{FF2B5EF4-FFF2-40B4-BE49-F238E27FC236}">
                <a16:creationId xmlns:a16="http://schemas.microsoft.com/office/drawing/2014/main" id="{88119DF2-B1E4-6DC6-581D-41749C74596C}"/>
              </a:ext>
            </a:extLst>
          </p:cNvPr>
          <p:cNvSpPr>
            <a:spLocks noGrp="1"/>
          </p:cNvSpPr>
          <p:nvPr>
            <p:ph type="sldNum" sz="quarter" idx="19"/>
          </p:nvPr>
        </p:nvSpPr>
        <p:spPr/>
        <p:txBody>
          <a:bodyPr/>
          <a:lstStyle/>
          <a:p>
            <a:fld id="{19CA33DB-3EF7-0D48-8164-B05E3E6F1758}" type="slidenum">
              <a:rPr kumimoji="1" lang="ja-JP" altLang="en-US" smtClean="0"/>
              <a:pPr/>
              <a:t>‹#›</a:t>
            </a:fld>
            <a:endParaRPr kumimoji="1" lang="ja-JP" altLang="en-US"/>
          </a:p>
        </p:txBody>
      </p:sp>
    </p:spTree>
    <p:extLst>
      <p:ext uri="{BB962C8B-B14F-4D97-AF65-F5344CB8AC3E}">
        <p14:creationId xmlns:p14="http://schemas.microsoft.com/office/powerpoint/2010/main" val="480120223"/>
      </p:ext>
    </p:extLst>
  </p:cSld>
  <p:clrMapOvr>
    <a:masterClrMapping/>
  </p:clrMapOvr>
  <p:transition spd="med"/>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Text, 4 columns, dividers, pictograms">
    <p:bg>
      <p:bgPr>
        <a:solidFill>
          <a:schemeClr val="bg1"/>
        </a:solidFill>
        <a:effectLst/>
      </p:bgPr>
    </p:bg>
    <p:spTree>
      <p:nvGrpSpPr>
        <p:cNvPr id="1" name=""/>
        <p:cNvGrpSpPr/>
        <p:nvPr/>
      </p:nvGrpSpPr>
      <p:grpSpPr>
        <a:xfrm>
          <a:off x="0" y="0"/>
          <a:ext cx="0" cy="0"/>
          <a:chOff x="0" y="0"/>
          <a:chExt cx="0" cy="0"/>
        </a:xfrm>
      </p:grpSpPr>
      <p:cxnSp>
        <p:nvCxnSpPr>
          <p:cNvPr id="17" name="Straight Connector 16">
            <a:extLst>
              <a:ext uri="{FF2B5EF4-FFF2-40B4-BE49-F238E27FC236}">
                <a16:creationId xmlns:a16="http://schemas.microsoft.com/office/drawing/2014/main" id="{4D695107-5427-4D2D-F88F-89BA74127CBF}"/>
              </a:ext>
            </a:extLst>
          </p:cNvPr>
          <p:cNvCxnSpPr/>
          <p:nvPr userDrawn="1"/>
        </p:nvCxnSpPr>
        <p:spPr bwMode="auto">
          <a:xfrm>
            <a:off x="3047603" y="284957"/>
            <a:ext cx="0" cy="5806440"/>
          </a:xfrm>
          <a:prstGeom prst="line">
            <a:avLst/>
          </a:prstGeom>
          <a:ln w="635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43B07B4A-5DB5-8126-EA79-502787053E82}"/>
              </a:ext>
            </a:extLst>
          </p:cNvPr>
          <p:cNvCxnSpPr/>
          <p:nvPr userDrawn="1"/>
        </p:nvCxnSpPr>
        <p:spPr bwMode="auto">
          <a:xfrm>
            <a:off x="6093683" y="283464"/>
            <a:ext cx="0" cy="5806440"/>
          </a:xfrm>
          <a:prstGeom prst="line">
            <a:avLst/>
          </a:prstGeom>
          <a:ln w="635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4D829559-0A72-8826-E06A-C6CCD39750A4}"/>
              </a:ext>
            </a:extLst>
          </p:cNvPr>
          <p:cNvCxnSpPr/>
          <p:nvPr userDrawn="1"/>
        </p:nvCxnSpPr>
        <p:spPr bwMode="auto">
          <a:xfrm>
            <a:off x="9142810" y="284957"/>
            <a:ext cx="0" cy="5806440"/>
          </a:xfrm>
          <a:prstGeom prst="line">
            <a:avLst/>
          </a:prstGeom>
          <a:ln w="635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2" name="タイトル 1">
            <a:extLst>
              <a:ext uri="{FF2B5EF4-FFF2-40B4-BE49-F238E27FC236}">
                <a16:creationId xmlns:a16="http://schemas.microsoft.com/office/drawing/2014/main" id="{3718E75D-284A-57F7-F3F6-06E7EC3CAB33}"/>
              </a:ext>
            </a:extLst>
          </p:cNvPr>
          <p:cNvSpPr>
            <a:spLocks noGrp="1"/>
          </p:cNvSpPr>
          <p:nvPr>
            <p:ph type="title"/>
          </p:nvPr>
        </p:nvSpPr>
        <p:spPr>
          <a:xfrm>
            <a:off x="292608" y="1533526"/>
            <a:ext cx="2479616" cy="2276475"/>
          </a:xfrm>
        </p:spPr>
        <p:txBody>
          <a:bodyPr/>
          <a:lstStyle>
            <a:lvl1pPr>
              <a:defRPr sz="1800"/>
            </a:lvl1pPr>
          </a:lstStyle>
          <a:p>
            <a:r>
              <a:rPr kumimoji="1" lang="ja-JP" altLang="en-US"/>
              <a:t>マスター タイトルの書式設定</a:t>
            </a:r>
          </a:p>
        </p:txBody>
      </p:sp>
      <p:sp>
        <p:nvSpPr>
          <p:cNvPr id="5" name="Text Placeholder 4">
            <a:extLst>
              <a:ext uri="{FF2B5EF4-FFF2-40B4-BE49-F238E27FC236}">
                <a16:creationId xmlns:a16="http://schemas.microsoft.com/office/drawing/2014/main" id="{A59C4772-2960-241E-274D-18A4B5568DAB}"/>
              </a:ext>
            </a:extLst>
          </p:cNvPr>
          <p:cNvSpPr>
            <a:spLocks noGrp="1"/>
          </p:cNvSpPr>
          <p:nvPr>
            <p:ph type="body" sz="quarter" idx="11"/>
          </p:nvPr>
        </p:nvSpPr>
        <p:spPr>
          <a:xfrm>
            <a:off x="292608" y="301752"/>
            <a:ext cx="2478024" cy="914400"/>
          </a:xfrm>
          <a:prstGeom prst="rect">
            <a:avLst/>
          </a:prstGeom>
        </p:spPr>
        <p:txBody>
          <a:bodyPr/>
          <a:lstStyle>
            <a:lvl1pPr>
              <a:lnSpc>
                <a:spcPct val="120000"/>
              </a:lnSpc>
              <a:spcBef>
                <a:spcPts val="0"/>
              </a:spcBef>
              <a:defRPr sz="1200">
                <a:solidFill>
                  <a:schemeClr val="tx1"/>
                </a:solidFill>
              </a:defRPr>
            </a:lvl1pPr>
          </a:lstStyle>
          <a:p>
            <a:pPr lvl="0"/>
            <a:r>
              <a:rPr lang="ja-JP" altLang="en-US"/>
              <a:t>マスター テキストの書式設定</a:t>
            </a:r>
          </a:p>
        </p:txBody>
      </p:sp>
      <p:sp>
        <p:nvSpPr>
          <p:cNvPr id="14" name="Picture Placeholder 13">
            <a:extLst>
              <a:ext uri="{FF2B5EF4-FFF2-40B4-BE49-F238E27FC236}">
                <a16:creationId xmlns:a16="http://schemas.microsoft.com/office/drawing/2014/main" id="{637C5D5A-A533-DB2D-8BBE-C9DAA013CA01}"/>
              </a:ext>
            </a:extLst>
          </p:cNvPr>
          <p:cNvSpPr>
            <a:spLocks noGrp="1"/>
          </p:cNvSpPr>
          <p:nvPr>
            <p:ph type="pic" sz="quarter" idx="15" hasCustomPrompt="1"/>
          </p:nvPr>
        </p:nvSpPr>
        <p:spPr>
          <a:xfrm>
            <a:off x="3333316" y="301752"/>
            <a:ext cx="571426" cy="570706"/>
          </a:xfrm>
          <a:prstGeom prst="rect">
            <a:avLst/>
          </a:prstGeom>
        </p:spPr>
        <p:txBody>
          <a:bodyPr anchor="ctr"/>
          <a:lstStyle>
            <a:lvl1pPr algn="ctr">
              <a:lnSpc>
                <a:spcPct val="120000"/>
              </a:lnSpc>
              <a:defRPr sz="800" b="0" i="0">
                <a:solidFill>
                  <a:schemeClr val="tx1"/>
                </a:solidFill>
                <a:latin typeface="IBM Plex Sans" panose="020B0503050203000203" pitchFamily="34" charset="0"/>
                <a:ea typeface="IBM Plex Sans JP" panose="020B0503050203000203" pitchFamily="34" charset="-128"/>
              </a:defRPr>
            </a:lvl1pPr>
          </a:lstStyle>
          <a:p>
            <a:r>
              <a:rPr lang="en-US" dirty="0"/>
              <a:t>Pictogram</a:t>
            </a:r>
          </a:p>
        </p:txBody>
      </p:sp>
      <p:sp>
        <p:nvSpPr>
          <p:cNvPr id="15" name="Picture Placeholder 13">
            <a:extLst>
              <a:ext uri="{FF2B5EF4-FFF2-40B4-BE49-F238E27FC236}">
                <a16:creationId xmlns:a16="http://schemas.microsoft.com/office/drawing/2014/main" id="{81413BEF-DDD1-548F-409B-224DE030B67E}"/>
              </a:ext>
            </a:extLst>
          </p:cNvPr>
          <p:cNvSpPr>
            <a:spLocks noGrp="1"/>
          </p:cNvSpPr>
          <p:nvPr>
            <p:ph type="pic" sz="quarter" idx="16" hasCustomPrompt="1"/>
          </p:nvPr>
        </p:nvSpPr>
        <p:spPr>
          <a:xfrm>
            <a:off x="6387345" y="301752"/>
            <a:ext cx="571426" cy="570706"/>
          </a:xfrm>
          <a:prstGeom prst="rect">
            <a:avLst/>
          </a:prstGeom>
        </p:spPr>
        <p:txBody>
          <a:bodyPr anchor="ctr"/>
          <a:lstStyle>
            <a:lvl1pPr algn="ctr">
              <a:lnSpc>
                <a:spcPct val="120000"/>
              </a:lnSpc>
              <a:defRPr sz="800" b="0" i="0">
                <a:solidFill>
                  <a:schemeClr val="tx1"/>
                </a:solidFill>
                <a:latin typeface="IBM Plex Sans" panose="020B0503050203000203" pitchFamily="34" charset="0"/>
                <a:ea typeface="IBM Plex Sans JP" panose="020B0503050203000203" pitchFamily="34" charset="-128"/>
              </a:defRPr>
            </a:lvl1pPr>
          </a:lstStyle>
          <a:p>
            <a:r>
              <a:rPr lang="en-US" dirty="0"/>
              <a:t>Pictogram</a:t>
            </a:r>
          </a:p>
        </p:txBody>
      </p:sp>
      <p:sp>
        <p:nvSpPr>
          <p:cNvPr id="16" name="Picture Placeholder 13">
            <a:extLst>
              <a:ext uri="{FF2B5EF4-FFF2-40B4-BE49-F238E27FC236}">
                <a16:creationId xmlns:a16="http://schemas.microsoft.com/office/drawing/2014/main" id="{B37C3DBB-1177-5FC6-7F7F-E6C5931C9620}"/>
              </a:ext>
            </a:extLst>
          </p:cNvPr>
          <p:cNvSpPr>
            <a:spLocks noGrp="1"/>
          </p:cNvSpPr>
          <p:nvPr>
            <p:ph type="pic" sz="quarter" idx="17" hasCustomPrompt="1"/>
          </p:nvPr>
        </p:nvSpPr>
        <p:spPr>
          <a:xfrm>
            <a:off x="9428522" y="301752"/>
            <a:ext cx="571426" cy="570706"/>
          </a:xfrm>
          <a:prstGeom prst="rect">
            <a:avLst/>
          </a:prstGeom>
        </p:spPr>
        <p:txBody>
          <a:bodyPr anchor="ctr"/>
          <a:lstStyle>
            <a:lvl1pPr algn="ctr">
              <a:lnSpc>
                <a:spcPct val="120000"/>
              </a:lnSpc>
              <a:defRPr sz="800" b="0" i="0">
                <a:solidFill>
                  <a:schemeClr val="tx1"/>
                </a:solidFill>
                <a:latin typeface="IBM Plex Sans" panose="020B0503050203000203" pitchFamily="34" charset="0"/>
                <a:ea typeface="IBM Plex Sans JP" panose="020B0503050203000203" pitchFamily="34" charset="-128"/>
              </a:defRPr>
            </a:lvl1pPr>
          </a:lstStyle>
          <a:p>
            <a:r>
              <a:rPr lang="en-US" dirty="0"/>
              <a:t>Pictogram</a:t>
            </a:r>
          </a:p>
        </p:txBody>
      </p:sp>
      <p:sp>
        <p:nvSpPr>
          <p:cNvPr id="10" name="Text Placeholder 9">
            <a:extLst>
              <a:ext uri="{FF2B5EF4-FFF2-40B4-BE49-F238E27FC236}">
                <a16:creationId xmlns:a16="http://schemas.microsoft.com/office/drawing/2014/main" id="{627CF39F-F0FC-7815-2582-A13E0599BC21}"/>
              </a:ext>
            </a:extLst>
          </p:cNvPr>
          <p:cNvSpPr>
            <a:spLocks noGrp="1"/>
          </p:cNvSpPr>
          <p:nvPr>
            <p:ph type="body" sz="quarter" idx="12"/>
          </p:nvPr>
        </p:nvSpPr>
        <p:spPr>
          <a:xfrm>
            <a:off x="3333316" y="1533525"/>
            <a:ext cx="2478024" cy="4559300"/>
          </a:xfrm>
          <a:prstGeom prst="rect">
            <a:avLst/>
          </a:prstGeom>
        </p:spPr>
        <p:txBody>
          <a:bodyPr/>
          <a:lstStyle>
            <a:lvl1pPr>
              <a:lnSpc>
                <a:spcPct val="120000"/>
              </a:lnSpc>
              <a:spcBef>
                <a:spcPts val="0"/>
              </a:spcBef>
              <a:defRPr sz="1200">
                <a:solidFill>
                  <a:schemeClr val="tx1"/>
                </a:solidFill>
              </a:defRPr>
            </a:lvl1pPr>
            <a:lvl2pPr marL="109684" indent="-109684">
              <a:lnSpc>
                <a:spcPct val="120000"/>
              </a:lnSpc>
              <a:spcBef>
                <a:spcPts val="0"/>
              </a:spcBef>
              <a:defRPr sz="1200">
                <a:solidFill>
                  <a:schemeClr val="tx1"/>
                </a:solidFill>
              </a:defRPr>
            </a:lvl2pPr>
            <a:lvl3pPr marL="219368" indent="-109684">
              <a:lnSpc>
                <a:spcPct val="120000"/>
              </a:lnSpc>
              <a:spcBef>
                <a:spcPts val="0"/>
              </a:spcBef>
              <a:defRPr sz="1200">
                <a:solidFill>
                  <a:schemeClr val="tx1"/>
                </a:solidFill>
              </a:defRPr>
            </a:lvl3pPr>
            <a:lvl4pPr marL="329052" indent="-109684">
              <a:lnSpc>
                <a:spcPct val="12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11" name="Text Placeholder 9">
            <a:extLst>
              <a:ext uri="{FF2B5EF4-FFF2-40B4-BE49-F238E27FC236}">
                <a16:creationId xmlns:a16="http://schemas.microsoft.com/office/drawing/2014/main" id="{68C92137-8AC3-46D8-C9A2-F6F058938BEF}"/>
              </a:ext>
            </a:extLst>
          </p:cNvPr>
          <p:cNvSpPr>
            <a:spLocks noGrp="1"/>
          </p:cNvSpPr>
          <p:nvPr>
            <p:ph type="body" sz="quarter" idx="13"/>
          </p:nvPr>
        </p:nvSpPr>
        <p:spPr>
          <a:xfrm>
            <a:off x="6386359" y="1533525"/>
            <a:ext cx="2478024" cy="4559300"/>
          </a:xfrm>
          <a:prstGeom prst="rect">
            <a:avLst/>
          </a:prstGeom>
        </p:spPr>
        <p:txBody>
          <a:bodyPr/>
          <a:lstStyle>
            <a:lvl1pPr>
              <a:lnSpc>
                <a:spcPct val="120000"/>
              </a:lnSpc>
              <a:spcBef>
                <a:spcPts val="0"/>
              </a:spcBef>
              <a:defRPr sz="1200">
                <a:solidFill>
                  <a:schemeClr val="tx1"/>
                </a:solidFill>
              </a:defRPr>
            </a:lvl1pPr>
            <a:lvl2pPr marL="109684" indent="-109684">
              <a:lnSpc>
                <a:spcPct val="120000"/>
              </a:lnSpc>
              <a:spcBef>
                <a:spcPts val="0"/>
              </a:spcBef>
              <a:defRPr sz="1200">
                <a:solidFill>
                  <a:schemeClr val="tx1"/>
                </a:solidFill>
              </a:defRPr>
            </a:lvl2pPr>
            <a:lvl3pPr marL="219368" indent="-109684">
              <a:lnSpc>
                <a:spcPct val="120000"/>
              </a:lnSpc>
              <a:spcBef>
                <a:spcPts val="0"/>
              </a:spcBef>
              <a:defRPr sz="1200">
                <a:solidFill>
                  <a:schemeClr val="tx1"/>
                </a:solidFill>
              </a:defRPr>
            </a:lvl3pPr>
            <a:lvl4pPr marL="329052" indent="-109684">
              <a:lnSpc>
                <a:spcPct val="12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12" name="Text Placeholder 9">
            <a:extLst>
              <a:ext uri="{FF2B5EF4-FFF2-40B4-BE49-F238E27FC236}">
                <a16:creationId xmlns:a16="http://schemas.microsoft.com/office/drawing/2014/main" id="{AC380211-AA5F-2F8D-309F-DC766DF1EF52}"/>
              </a:ext>
            </a:extLst>
          </p:cNvPr>
          <p:cNvSpPr>
            <a:spLocks noGrp="1"/>
          </p:cNvSpPr>
          <p:nvPr>
            <p:ph type="body" sz="quarter" idx="14"/>
          </p:nvPr>
        </p:nvSpPr>
        <p:spPr>
          <a:xfrm>
            <a:off x="9428522" y="1533525"/>
            <a:ext cx="2478024" cy="4559300"/>
          </a:xfrm>
          <a:prstGeom prst="rect">
            <a:avLst/>
          </a:prstGeom>
        </p:spPr>
        <p:txBody>
          <a:bodyPr/>
          <a:lstStyle>
            <a:lvl1pPr>
              <a:lnSpc>
                <a:spcPct val="120000"/>
              </a:lnSpc>
              <a:spcBef>
                <a:spcPts val="0"/>
              </a:spcBef>
              <a:defRPr sz="1200">
                <a:solidFill>
                  <a:schemeClr val="tx1"/>
                </a:solidFill>
              </a:defRPr>
            </a:lvl1pPr>
            <a:lvl2pPr marL="109684" indent="-109684">
              <a:lnSpc>
                <a:spcPct val="120000"/>
              </a:lnSpc>
              <a:spcBef>
                <a:spcPts val="0"/>
              </a:spcBef>
              <a:defRPr sz="1200">
                <a:solidFill>
                  <a:schemeClr val="tx1"/>
                </a:solidFill>
              </a:defRPr>
            </a:lvl2pPr>
            <a:lvl3pPr marL="219368" indent="-109684">
              <a:lnSpc>
                <a:spcPct val="120000"/>
              </a:lnSpc>
              <a:spcBef>
                <a:spcPts val="0"/>
              </a:spcBef>
              <a:defRPr sz="1200">
                <a:solidFill>
                  <a:schemeClr val="tx1"/>
                </a:solidFill>
              </a:defRPr>
            </a:lvl3pPr>
            <a:lvl4pPr marL="329052" indent="-109684">
              <a:lnSpc>
                <a:spcPct val="12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4" name="フッター プレースホルダー 3">
            <a:extLst>
              <a:ext uri="{FF2B5EF4-FFF2-40B4-BE49-F238E27FC236}">
                <a16:creationId xmlns:a16="http://schemas.microsoft.com/office/drawing/2014/main" id="{A228E0AB-D2C5-B4E4-0527-DDD13B3C880F}"/>
              </a:ext>
            </a:extLst>
          </p:cNvPr>
          <p:cNvSpPr>
            <a:spLocks noGrp="1"/>
          </p:cNvSpPr>
          <p:nvPr>
            <p:ph type="ftr" sz="quarter" idx="18"/>
          </p:nvPr>
        </p:nvSpPr>
        <p:spPr/>
        <p:txBody>
          <a:bodyPr/>
          <a:lstStyle/>
          <a:p>
            <a:r>
              <a:rPr kumimoji="1" lang="ja-JP" altLang="en-US"/>
              <a:t>フッター</a:t>
            </a:r>
            <a:r>
              <a:rPr kumimoji="1" lang="en-US" altLang="ja-JP" dirty="0"/>
              <a:t>(Optional)</a:t>
            </a:r>
            <a:endParaRPr kumimoji="1" lang="ja-JP" altLang="en-US"/>
          </a:p>
        </p:txBody>
      </p:sp>
      <p:sp>
        <p:nvSpPr>
          <p:cNvPr id="7" name="スライド番号プレースホルダー 6">
            <a:extLst>
              <a:ext uri="{FF2B5EF4-FFF2-40B4-BE49-F238E27FC236}">
                <a16:creationId xmlns:a16="http://schemas.microsoft.com/office/drawing/2014/main" id="{0AD9C8D4-82A5-9CAB-D651-E00CD432873C}"/>
              </a:ext>
            </a:extLst>
          </p:cNvPr>
          <p:cNvSpPr>
            <a:spLocks noGrp="1"/>
          </p:cNvSpPr>
          <p:nvPr>
            <p:ph type="sldNum" sz="quarter" idx="19"/>
          </p:nvPr>
        </p:nvSpPr>
        <p:spPr/>
        <p:txBody>
          <a:bodyPr/>
          <a:lstStyle/>
          <a:p>
            <a:fld id="{19CA33DB-3EF7-0D48-8164-B05E3E6F1758}" type="slidenum">
              <a:rPr kumimoji="1" lang="ja-JP" altLang="en-US" smtClean="0"/>
              <a:pPr/>
              <a:t>‹#›</a:t>
            </a:fld>
            <a:endParaRPr kumimoji="1" lang="ja-JP" altLang="en-US"/>
          </a:p>
        </p:txBody>
      </p:sp>
    </p:spTree>
    <p:extLst>
      <p:ext uri="{BB962C8B-B14F-4D97-AF65-F5344CB8AC3E}">
        <p14:creationId xmlns:p14="http://schemas.microsoft.com/office/powerpoint/2010/main" val="666948476"/>
      </p:ext>
    </p:extLst>
  </p:cSld>
  <p:clrMapOvr>
    <a:masterClrMapping/>
  </p:clrMapOvr>
  <p:transition spd="med"/>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Text, 1 wide column, divider">
    <p:bg>
      <p:bgPr>
        <a:solidFill>
          <a:schemeClr val="bg1"/>
        </a:solidFill>
        <a:effectLst/>
      </p:bgPr>
    </p:bg>
    <p:spTree>
      <p:nvGrpSpPr>
        <p:cNvPr id="1" name=""/>
        <p:cNvGrpSpPr/>
        <p:nvPr/>
      </p:nvGrpSpPr>
      <p:grpSpPr>
        <a:xfrm>
          <a:off x="0" y="0"/>
          <a:ext cx="0" cy="0"/>
          <a:chOff x="0" y="0"/>
          <a:chExt cx="0" cy="0"/>
        </a:xfrm>
      </p:grpSpPr>
      <p:sp>
        <p:nvSpPr>
          <p:cNvPr id="8" name="タイトル 7">
            <a:extLst>
              <a:ext uri="{FF2B5EF4-FFF2-40B4-BE49-F238E27FC236}">
                <a16:creationId xmlns:a16="http://schemas.microsoft.com/office/drawing/2014/main" id="{E3AAFF6F-6160-CF2F-3AB0-BC13C99A3EA8}"/>
              </a:ext>
            </a:extLst>
          </p:cNvPr>
          <p:cNvSpPr>
            <a:spLocks noGrp="1"/>
          </p:cNvSpPr>
          <p:nvPr>
            <p:ph type="title"/>
          </p:nvPr>
        </p:nvSpPr>
        <p:spPr>
          <a:xfrm>
            <a:off x="292608" y="301750"/>
            <a:ext cx="2478024" cy="758952"/>
          </a:xfrm>
        </p:spPr>
        <p:txBody>
          <a:bodyPr/>
          <a:lstStyle>
            <a:lvl1pPr>
              <a:lnSpc>
                <a:spcPct val="110000"/>
              </a:lnSpc>
              <a:defRPr sz="3199"/>
            </a:lvl1pPr>
          </a:lstStyle>
          <a:p>
            <a:r>
              <a:rPr kumimoji="1" lang="ja-JP" altLang="en-US"/>
              <a:t>マスター タイトルの書式設定</a:t>
            </a:r>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3333315" y="301752"/>
            <a:ext cx="2478024" cy="570706"/>
          </a:xfrm>
          <a:prstGeom prst="rect">
            <a:avLst/>
          </a:prstGeom>
        </p:spPr>
        <p:txBody>
          <a:bodyPr/>
          <a:lstStyle>
            <a:lvl1pPr>
              <a:lnSpc>
                <a:spcPct val="110000"/>
              </a:lnSpc>
              <a:spcBef>
                <a:spcPts val="0"/>
              </a:spcBef>
              <a:defRPr sz="3199">
                <a:solidFill>
                  <a:schemeClr val="tx1"/>
                </a:solidFill>
              </a:defRPr>
            </a:lvl1pPr>
            <a:lvl2pPr>
              <a:spcBef>
                <a:spcPts val="0"/>
              </a:spcBef>
              <a:defRPr sz="1400"/>
            </a:lvl2pPr>
            <a:lvl3pPr>
              <a:spcBef>
                <a:spcPts val="0"/>
              </a:spcBef>
              <a:defRPr sz="1400"/>
            </a:lvl3pPr>
            <a:lvl4pPr>
              <a:spcBef>
                <a:spcPts val="0"/>
              </a:spcBef>
              <a:defRPr sz="1400"/>
            </a:lvl4pPr>
            <a:lvl5pPr>
              <a:spcBef>
                <a:spcPts val="0"/>
              </a:spcBef>
              <a:defRPr sz="1400"/>
            </a:lvl5pPr>
          </a:lstStyle>
          <a:p>
            <a:pPr lvl="0"/>
            <a:r>
              <a:rPr lang="ja-JP" altLang="en-US"/>
              <a:t>マスター テキストの書式設定</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3333316" y="1533525"/>
            <a:ext cx="2475384" cy="4559300"/>
          </a:xfrm>
          <a:prstGeom prst="rect">
            <a:avLst/>
          </a:prstGeom>
        </p:spPr>
        <p:txBody>
          <a:bodyPr/>
          <a:lstStyle>
            <a:lvl1pPr>
              <a:lnSpc>
                <a:spcPct val="120000"/>
              </a:lnSpc>
              <a:spcBef>
                <a:spcPts val="0"/>
              </a:spcBef>
              <a:defRPr sz="1400" b="0" i="0">
                <a:solidFill>
                  <a:schemeClr val="tx1"/>
                </a:solidFill>
                <a:latin typeface="IBM Plex Sans Light" panose="020B0403050203000203" pitchFamily="34" charset="0"/>
              </a:defRPr>
            </a:lvl1pPr>
            <a:lvl2pPr marL="127964" indent="-127964">
              <a:lnSpc>
                <a:spcPct val="120000"/>
              </a:lnSpc>
              <a:spcBef>
                <a:spcPts val="0"/>
              </a:spcBef>
              <a:defRPr sz="1400" b="0" i="0">
                <a:solidFill>
                  <a:schemeClr val="tx1"/>
                </a:solidFill>
                <a:latin typeface="IBM Plex Sans Light" panose="020B0403050203000203" pitchFamily="34" charset="0"/>
              </a:defRPr>
            </a:lvl2pPr>
            <a:lvl3pPr marL="255930" indent="-127964">
              <a:lnSpc>
                <a:spcPct val="120000"/>
              </a:lnSpc>
              <a:spcBef>
                <a:spcPts val="0"/>
              </a:spcBef>
              <a:defRPr sz="1400" b="0" i="0">
                <a:solidFill>
                  <a:schemeClr val="tx1"/>
                </a:solidFill>
                <a:latin typeface="IBM Plex Sans Light" panose="020B0403050203000203" pitchFamily="34" charset="0"/>
              </a:defRPr>
            </a:lvl3pPr>
            <a:lvl4pPr marL="383894" indent="-127964">
              <a:lnSpc>
                <a:spcPct val="120000"/>
              </a:lnSpc>
              <a:spcBef>
                <a:spcPts val="0"/>
              </a:spcBef>
              <a:defRPr sz="1400" b="0" i="0">
                <a:solidFill>
                  <a:schemeClr val="tx1"/>
                </a:solidFill>
                <a:latin typeface="IBM Plex Sans Light" panose="020B0403050203000203" pitchFamily="34" charset="0"/>
              </a:defRPr>
            </a:lvl4pPr>
            <a:lvl5pPr>
              <a:spcBef>
                <a:spcPts val="0"/>
              </a:spcBef>
              <a:defRPr sz="1400" b="0" i="0">
                <a:solidFill>
                  <a:schemeClr val="tx1"/>
                </a:solidFill>
                <a:latin typeface="IBM Plex Sans Light" panose="020B0403050203000203" pitchFamily="34" charset="0"/>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6380920" y="1533525"/>
            <a:ext cx="5047593" cy="4559300"/>
          </a:xfrm>
          <a:prstGeom prst="rect">
            <a:avLst/>
          </a:prstGeom>
        </p:spPr>
        <p:txBody>
          <a:bodyPr/>
          <a:lstStyle>
            <a:lvl1pPr>
              <a:lnSpc>
                <a:spcPct val="120000"/>
              </a:lnSpc>
              <a:spcBef>
                <a:spcPts val="0"/>
              </a:spcBef>
              <a:defRPr sz="1400" b="0" i="0">
                <a:solidFill>
                  <a:schemeClr val="tx1"/>
                </a:solidFill>
                <a:latin typeface="IBM Plex Sans Light" panose="020B0403050203000203" pitchFamily="34" charset="0"/>
              </a:defRPr>
            </a:lvl1pPr>
            <a:lvl2pPr marL="127964" indent="-127964">
              <a:lnSpc>
                <a:spcPct val="120000"/>
              </a:lnSpc>
              <a:spcBef>
                <a:spcPts val="0"/>
              </a:spcBef>
              <a:defRPr sz="1400" b="0" i="0">
                <a:solidFill>
                  <a:schemeClr val="tx1"/>
                </a:solidFill>
                <a:latin typeface="IBM Plex Sans Light" panose="020B0403050203000203" pitchFamily="34" charset="0"/>
              </a:defRPr>
            </a:lvl2pPr>
            <a:lvl3pPr marL="255930" indent="-127964">
              <a:lnSpc>
                <a:spcPct val="120000"/>
              </a:lnSpc>
              <a:spcBef>
                <a:spcPts val="0"/>
              </a:spcBef>
              <a:defRPr sz="1400" b="0" i="0">
                <a:solidFill>
                  <a:schemeClr val="tx1"/>
                </a:solidFill>
                <a:latin typeface="IBM Plex Sans Light" panose="020B0403050203000203" pitchFamily="34" charset="0"/>
              </a:defRPr>
            </a:lvl3pPr>
            <a:lvl4pPr marL="383894" indent="-127964">
              <a:lnSpc>
                <a:spcPct val="120000"/>
              </a:lnSpc>
              <a:spcBef>
                <a:spcPts val="0"/>
              </a:spcBef>
              <a:defRPr sz="1400" b="0" i="0">
                <a:solidFill>
                  <a:schemeClr val="tx1"/>
                </a:solidFill>
                <a:latin typeface="IBM Plex Sans Light" panose="020B0403050203000203" pitchFamily="34" charset="0"/>
              </a:defRPr>
            </a:lvl4pPr>
            <a:lvl5pPr>
              <a:spcBef>
                <a:spcPts val="0"/>
              </a:spcBef>
              <a:defRPr sz="1400" b="0" i="0">
                <a:solidFill>
                  <a:schemeClr val="tx1"/>
                </a:solidFill>
                <a:latin typeface="IBM Plex Sans Light" panose="020B0403050203000203" pitchFamily="34" charset="0"/>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2" name="フッター プレースホルダー 1">
            <a:extLst>
              <a:ext uri="{FF2B5EF4-FFF2-40B4-BE49-F238E27FC236}">
                <a16:creationId xmlns:a16="http://schemas.microsoft.com/office/drawing/2014/main" id="{5F8E5DAA-CECD-C6FA-E6BF-DAB34F83F960}"/>
              </a:ext>
            </a:extLst>
          </p:cNvPr>
          <p:cNvSpPr>
            <a:spLocks noGrp="1"/>
          </p:cNvSpPr>
          <p:nvPr>
            <p:ph type="ftr" sz="quarter" idx="16"/>
          </p:nvPr>
        </p:nvSpPr>
        <p:spPr/>
        <p:txBody>
          <a:bodyPr/>
          <a:lstStyle/>
          <a:p>
            <a:r>
              <a:rPr kumimoji="1" lang="ja-JP" altLang="en-US"/>
              <a:t>フッター</a:t>
            </a:r>
            <a:r>
              <a:rPr kumimoji="1" lang="en-US" altLang="ja-JP" dirty="0"/>
              <a:t>(Optional)</a:t>
            </a:r>
            <a:endParaRPr kumimoji="1" lang="ja-JP" altLang="en-US"/>
          </a:p>
        </p:txBody>
      </p:sp>
      <p:sp>
        <p:nvSpPr>
          <p:cNvPr id="4" name="スライド番号プレースホルダー 3">
            <a:extLst>
              <a:ext uri="{FF2B5EF4-FFF2-40B4-BE49-F238E27FC236}">
                <a16:creationId xmlns:a16="http://schemas.microsoft.com/office/drawing/2014/main" id="{F7D62045-BE09-B6B4-F415-03CF0F933146}"/>
              </a:ext>
            </a:extLst>
          </p:cNvPr>
          <p:cNvSpPr>
            <a:spLocks noGrp="1"/>
          </p:cNvSpPr>
          <p:nvPr>
            <p:ph type="sldNum" sz="quarter" idx="17"/>
          </p:nvPr>
        </p:nvSpPr>
        <p:spPr/>
        <p:txBody>
          <a:bodyPr/>
          <a:lstStyle/>
          <a:p>
            <a:fld id="{19CA33DB-3EF7-0D48-8164-B05E3E6F1758}" type="slidenum">
              <a:rPr kumimoji="1" lang="ja-JP" altLang="en-US" smtClean="0"/>
              <a:pPr/>
              <a:t>‹#›</a:t>
            </a:fld>
            <a:endParaRPr kumimoji="1" lang="ja-JP" altLang="en-US"/>
          </a:p>
        </p:txBody>
      </p:sp>
    </p:spTree>
    <p:extLst>
      <p:ext uri="{BB962C8B-B14F-4D97-AF65-F5344CB8AC3E}">
        <p14:creationId xmlns:p14="http://schemas.microsoft.com/office/powerpoint/2010/main" val="4201042646"/>
      </p:ext>
    </p:extLst>
  </p:cSld>
  <p:clrMapOvr>
    <a:masterClrMapping/>
  </p:clrMapOvr>
  <p:transition spd="med"/>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Text, 2 wide columns">
    <p:bg>
      <p:bgPr>
        <a:solidFill>
          <a:schemeClr val="bg1"/>
        </a:solid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AF7B5C0-187D-1815-1A45-54F95E8A6DBC}"/>
              </a:ext>
            </a:extLst>
          </p:cNvPr>
          <p:cNvSpPr>
            <a:spLocks noGrp="1"/>
          </p:cNvSpPr>
          <p:nvPr>
            <p:ph type="title"/>
          </p:nvPr>
        </p:nvSpPr>
        <p:spPr>
          <a:xfrm>
            <a:off x="292608" y="301751"/>
            <a:ext cx="4282440" cy="960120"/>
          </a:xfrm>
        </p:spPr>
        <p:txBody>
          <a:bodyPr/>
          <a:lstStyle>
            <a:lvl1pPr>
              <a:defRPr sz="1800"/>
            </a:lvl1pPr>
          </a:lstStyle>
          <a:p>
            <a:r>
              <a:rPr kumimoji="1" lang="ja-JP" altLang="en-US"/>
              <a:t>マスター タイトルの書式設定</a:t>
            </a:r>
          </a:p>
        </p:txBody>
      </p:sp>
      <p:sp>
        <p:nvSpPr>
          <p:cNvPr id="5" name="Text Placeholder 4">
            <a:extLst>
              <a:ext uri="{FF2B5EF4-FFF2-40B4-BE49-F238E27FC236}">
                <a16:creationId xmlns:a16="http://schemas.microsoft.com/office/drawing/2014/main" id="{DABBA43D-8D00-4EDB-B803-D1EEE6CE2CB5}"/>
              </a:ext>
            </a:extLst>
          </p:cNvPr>
          <p:cNvSpPr>
            <a:spLocks noGrp="1"/>
          </p:cNvSpPr>
          <p:nvPr>
            <p:ph type="body" sz="quarter" idx="11"/>
          </p:nvPr>
        </p:nvSpPr>
        <p:spPr>
          <a:xfrm>
            <a:off x="292608" y="1533525"/>
            <a:ext cx="5047488" cy="4559300"/>
          </a:xfrm>
          <a:prstGeom prst="rect">
            <a:avLst/>
          </a:prstGeom>
        </p:spPr>
        <p:txBody>
          <a:bodyPr/>
          <a:lstStyle>
            <a:lvl1pPr>
              <a:lnSpc>
                <a:spcPct val="120000"/>
              </a:lnSpc>
              <a:spcBef>
                <a:spcPts val="0"/>
              </a:spcBef>
              <a:defRPr>
                <a:solidFill>
                  <a:schemeClr val="tx1"/>
                </a:solidFill>
              </a:defRPr>
            </a:lvl1pPr>
            <a:lvl2pPr>
              <a:lnSpc>
                <a:spcPct val="120000"/>
              </a:lnSpc>
              <a:spcBef>
                <a:spcPts val="0"/>
              </a:spcBef>
              <a:defRPr>
                <a:solidFill>
                  <a:schemeClr val="tx1"/>
                </a:solidFill>
              </a:defRPr>
            </a:lvl2pPr>
            <a:lvl3pPr>
              <a:lnSpc>
                <a:spcPct val="120000"/>
              </a:lnSpc>
              <a:spcBef>
                <a:spcPts val="0"/>
              </a:spcBef>
              <a:defRPr>
                <a:solidFill>
                  <a:schemeClr val="tx1"/>
                </a:solidFill>
              </a:defRPr>
            </a:lvl3pPr>
            <a:lvl4pPr>
              <a:lnSpc>
                <a:spcPct val="120000"/>
              </a:lnSpc>
              <a:spcBef>
                <a:spcPts val="0"/>
              </a:spcBef>
              <a:defRPr>
                <a:solidFill>
                  <a:schemeClr val="tx1"/>
                </a:solidFill>
              </a:defRPr>
            </a:lvl4pPr>
            <a:lvl5pPr>
              <a:lnSpc>
                <a:spcPct val="110000"/>
              </a:lnSpc>
              <a:spcBef>
                <a:spcPts val="0"/>
              </a:spcBef>
              <a:defRPr>
                <a:solidFill>
                  <a:schemeClr val="tx1"/>
                </a:solidFill>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6" name="Text Placeholder 4">
            <a:extLst>
              <a:ext uri="{FF2B5EF4-FFF2-40B4-BE49-F238E27FC236}">
                <a16:creationId xmlns:a16="http://schemas.microsoft.com/office/drawing/2014/main" id="{D32DCE7C-29C5-BC86-B154-7DD0C4F0553A}"/>
              </a:ext>
            </a:extLst>
          </p:cNvPr>
          <p:cNvSpPr>
            <a:spLocks noGrp="1"/>
          </p:cNvSpPr>
          <p:nvPr>
            <p:ph type="body" sz="quarter" idx="12"/>
          </p:nvPr>
        </p:nvSpPr>
        <p:spPr>
          <a:xfrm>
            <a:off x="6380918" y="1533525"/>
            <a:ext cx="5047488" cy="4559300"/>
          </a:xfrm>
          <a:prstGeom prst="rect">
            <a:avLst/>
          </a:prstGeom>
        </p:spPr>
        <p:txBody>
          <a:bodyPr/>
          <a:lstStyle>
            <a:lvl1pPr>
              <a:lnSpc>
                <a:spcPct val="120000"/>
              </a:lnSpc>
              <a:spcBef>
                <a:spcPts val="0"/>
              </a:spcBef>
              <a:defRPr>
                <a:solidFill>
                  <a:schemeClr val="tx1"/>
                </a:solidFill>
              </a:defRPr>
            </a:lvl1pPr>
            <a:lvl2pPr>
              <a:lnSpc>
                <a:spcPct val="120000"/>
              </a:lnSpc>
              <a:spcBef>
                <a:spcPts val="0"/>
              </a:spcBef>
              <a:defRPr>
                <a:solidFill>
                  <a:schemeClr val="tx1"/>
                </a:solidFill>
              </a:defRPr>
            </a:lvl2pPr>
            <a:lvl3pPr>
              <a:lnSpc>
                <a:spcPct val="120000"/>
              </a:lnSpc>
              <a:spcBef>
                <a:spcPts val="0"/>
              </a:spcBef>
              <a:defRPr>
                <a:solidFill>
                  <a:schemeClr val="tx1"/>
                </a:solidFill>
              </a:defRPr>
            </a:lvl3pPr>
            <a:lvl4pPr>
              <a:lnSpc>
                <a:spcPct val="120000"/>
              </a:lnSpc>
              <a:spcBef>
                <a:spcPts val="0"/>
              </a:spcBef>
              <a:defRPr>
                <a:solidFill>
                  <a:schemeClr val="tx1"/>
                </a:solidFill>
              </a:defRPr>
            </a:lvl4pPr>
            <a:lvl5pPr>
              <a:lnSpc>
                <a:spcPct val="110000"/>
              </a:lnSpc>
              <a:spcBef>
                <a:spcPts val="0"/>
              </a:spcBef>
              <a:defRPr>
                <a:solidFill>
                  <a:schemeClr val="tx1"/>
                </a:solidFill>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4" name="フッター プレースホルダー 3">
            <a:extLst>
              <a:ext uri="{FF2B5EF4-FFF2-40B4-BE49-F238E27FC236}">
                <a16:creationId xmlns:a16="http://schemas.microsoft.com/office/drawing/2014/main" id="{DB03643E-12BF-DFC1-ADFF-50CC54FAE11E}"/>
              </a:ext>
            </a:extLst>
          </p:cNvPr>
          <p:cNvSpPr>
            <a:spLocks noGrp="1"/>
          </p:cNvSpPr>
          <p:nvPr>
            <p:ph type="ftr" sz="quarter" idx="13"/>
          </p:nvPr>
        </p:nvSpPr>
        <p:spPr/>
        <p:txBody>
          <a:bodyPr/>
          <a:lstStyle/>
          <a:p>
            <a:r>
              <a:rPr kumimoji="1" lang="ja-JP" altLang="en-US"/>
              <a:t>フッター</a:t>
            </a:r>
            <a:r>
              <a:rPr kumimoji="1" lang="en-US" altLang="ja-JP" dirty="0"/>
              <a:t>(Optional)</a:t>
            </a:r>
            <a:endParaRPr kumimoji="1" lang="ja-JP" altLang="en-US"/>
          </a:p>
        </p:txBody>
      </p:sp>
      <p:sp>
        <p:nvSpPr>
          <p:cNvPr id="8" name="スライド番号プレースホルダー 7">
            <a:extLst>
              <a:ext uri="{FF2B5EF4-FFF2-40B4-BE49-F238E27FC236}">
                <a16:creationId xmlns:a16="http://schemas.microsoft.com/office/drawing/2014/main" id="{B0CF1FAA-9664-760B-B49E-E6265663B95F}"/>
              </a:ext>
            </a:extLst>
          </p:cNvPr>
          <p:cNvSpPr>
            <a:spLocks noGrp="1"/>
          </p:cNvSpPr>
          <p:nvPr>
            <p:ph type="sldNum" sz="quarter" idx="14"/>
          </p:nvPr>
        </p:nvSpPr>
        <p:spPr/>
        <p:txBody>
          <a:bodyPr/>
          <a:lstStyle/>
          <a:p>
            <a:fld id="{19CA33DB-3EF7-0D48-8164-B05E3E6F1758}" type="slidenum">
              <a:rPr kumimoji="1" lang="ja-JP" altLang="en-US" smtClean="0"/>
              <a:pPr/>
              <a:t>‹#›</a:t>
            </a:fld>
            <a:endParaRPr kumimoji="1" lang="ja-JP" altLang="en-US"/>
          </a:p>
        </p:txBody>
      </p:sp>
    </p:spTree>
    <p:extLst>
      <p:ext uri="{BB962C8B-B14F-4D97-AF65-F5344CB8AC3E}">
        <p14:creationId xmlns:p14="http://schemas.microsoft.com/office/powerpoint/2010/main" val="1476106511"/>
      </p:ext>
    </p:extLst>
  </p:cSld>
  <p:clrMapOvr>
    <a:masterClrMapping/>
  </p:clrMapOvr>
  <p:transition spd="med"/>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Text, 2 columns, large title">
    <p:bg>
      <p:bgPr>
        <a:solidFill>
          <a:schemeClr val="bg1"/>
        </a:solidFill>
        <a:effectLst/>
      </p:bgPr>
    </p:bg>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A28D5DBA-5EBC-55F6-ADE4-FC40E17BCC70}"/>
              </a:ext>
            </a:extLst>
          </p:cNvPr>
          <p:cNvSpPr>
            <a:spLocks noGrp="1"/>
          </p:cNvSpPr>
          <p:nvPr>
            <p:ph type="title"/>
          </p:nvPr>
        </p:nvSpPr>
        <p:spPr>
          <a:xfrm>
            <a:off x="292608" y="301750"/>
            <a:ext cx="5522976" cy="1992188"/>
          </a:xfrm>
        </p:spPr>
        <p:txBody>
          <a:bodyPr/>
          <a:lstStyle>
            <a:lvl1pPr>
              <a:defRPr sz="3199"/>
            </a:lvl1pPr>
          </a:lstStyle>
          <a:p>
            <a:r>
              <a:rPr kumimoji="1" lang="ja-JP" altLang="en-US"/>
              <a:t>マスター タイトルの書式設定</a:t>
            </a:r>
          </a:p>
        </p:txBody>
      </p:sp>
      <p:sp>
        <p:nvSpPr>
          <p:cNvPr id="5" name="Text Placeholder 4">
            <a:extLst>
              <a:ext uri="{FF2B5EF4-FFF2-40B4-BE49-F238E27FC236}">
                <a16:creationId xmlns:a16="http://schemas.microsoft.com/office/drawing/2014/main" id="{CDE09569-73DF-2226-A7D7-ABBE84A47048}"/>
              </a:ext>
            </a:extLst>
          </p:cNvPr>
          <p:cNvSpPr>
            <a:spLocks noGrp="1"/>
          </p:cNvSpPr>
          <p:nvPr>
            <p:ph type="body" sz="quarter" idx="11"/>
          </p:nvPr>
        </p:nvSpPr>
        <p:spPr>
          <a:xfrm>
            <a:off x="6380919" y="301751"/>
            <a:ext cx="2478024" cy="5791073"/>
          </a:xfrm>
          <a:prstGeom prst="rect">
            <a:avLst/>
          </a:prstGeom>
        </p:spPr>
        <p:txBody>
          <a:bodyPr/>
          <a:lstStyle>
            <a:lvl1pPr>
              <a:spcBef>
                <a:spcPts val="0"/>
              </a:spcBef>
              <a:defRPr sz="1400">
                <a:solidFill>
                  <a:schemeClr val="tx1"/>
                </a:solidFill>
              </a:defRPr>
            </a:lvl1pPr>
            <a:lvl2pPr marL="127964" indent="-127964">
              <a:spcBef>
                <a:spcPts val="0"/>
              </a:spcBef>
              <a:defRPr sz="1400">
                <a:solidFill>
                  <a:schemeClr val="tx1"/>
                </a:solidFill>
              </a:defRPr>
            </a:lvl2pPr>
            <a:lvl3pPr marL="255930" indent="-127964">
              <a:spcBef>
                <a:spcPts val="0"/>
              </a:spcBef>
              <a:defRPr sz="1400">
                <a:solidFill>
                  <a:schemeClr val="tx1"/>
                </a:solidFill>
              </a:defRPr>
            </a:lvl3pPr>
            <a:lvl4pPr marL="383894" indent="-127964">
              <a:spcBef>
                <a:spcPts val="0"/>
              </a:spcBef>
              <a:defRPr sz="1400">
                <a:solidFill>
                  <a:schemeClr val="tx1"/>
                </a:solidFill>
              </a:defRPr>
            </a:lvl4pPr>
            <a:lvl5pPr>
              <a:spcBef>
                <a:spcPts val="0"/>
              </a:spcBef>
              <a:defRPr sz="1400">
                <a:solidFill>
                  <a:schemeClr val="tx1"/>
                </a:solidFill>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6" name="Text Placeholder 4">
            <a:extLst>
              <a:ext uri="{FF2B5EF4-FFF2-40B4-BE49-F238E27FC236}">
                <a16:creationId xmlns:a16="http://schemas.microsoft.com/office/drawing/2014/main" id="{9B0D0BB0-9896-0353-D972-26B687C3D8DD}"/>
              </a:ext>
            </a:extLst>
          </p:cNvPr>
          <p:cNvSpPr>
            <a:spLocks noGrp="1"/>
          </p:cNvSpPr>
          <p:nvPr>
            <p:ph type="body" sz="quarter" idx="12"/>
          </p:nvPr>
        </p:nvSpPr>
        <p:spPr>
          <a:xfrm>
            <a:off x="9428522" y="301751"/>
            <a:ext cx="2478024" cy="5791073"/>
          </a:xfrm>
          <a:prstGeom prst="rect">
            <a:avLst/>
          </a:prstGeom>
        </p:spPr>
        <p:txBody>
          <a:bodyPr/>
          <a:lstStyle>
            <a:lvl1pPr>
              <a:spcBef>
                <a:spcPts val="0"/>
              </a:spcBef>
              <a:defRPr sz="1400">
                <a:solidFill>
                  <a:schemeClr val="tx1"/>
                </a:solidFill>
              </a:defRPr>
            </a:lvl1pPr>
            <a:lvl2pPr marL="127964" indent="-127964">
              <a:spcBef>
                <a:spcPts val="0"/>
              </a:spcBef>
              <a:defRPr sz="1400">
                <a:solidFill>
                  <a:schemeClr val="tx1"/>
                </a:solidFill>
              </a:defRPr>
            </a:lvl2pPr>
            <a:lvl3pPr marL="255930" indent="-127964">
              <a:spcBef>
                <a:spcPts val="0"/>
              </a:spcBef>
              <a:defRPr sz="1400">
                <a:solidFill>
                  <a:schemeClr val="tx1"/>
                </a:solidFill>
              </a:defRPr>
            </a:lvl3pPr>
            <a:lvl4pPr marL="383894" indent="-127964">
              <a:spcBef>
                <a:spcPts val="0"/>
              </a:spcBef>
              <a:defRPr sz="1400">
                <a:solidFill>
                  <a:schemeClr val="tx1"/>
                </a:solidFill>
              </a:defRPr>
            </a:lvl4pPr>
            <a:lvl5pPr>
              <a:spcBef>
                <a:spcPts val="0"/>
              </a:spcBef>
              <a:defRPr sz="1400">
                <a:solidFill>
                  <a:schemeClr val="tx1"/>
                </a:solidFill>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2" name="フッター プレースホルダー 1">
            <a:extLst>
              <a:ext uri="{FF2B5EF4-FFF2-40B4-BE49-F238E27FC236}">
                <a16:creationId xmlns:a16="http://schemas.microsoft.com/office/drawing/2014/main" id="{4DCB0861-A3F9-812D-E3D9-480F524CA925}"/>
              </a:ext>
            </a:extLst>
          </p:cNvPr>
          <p:cNvSpPr>
            <a:spLocks noGrp="1"/>
          </p:cNvSpPr>
          <p:nvPr>
            <p:ph type="ftr" sz="quarter" idx="13"/>
          </p:nvPr>
        </p:nvSpPr>
        <p:spPr/>
        <p:txBody>
          <a:bodyPr/>
          <a:lstStyle/>
          <a:p>
            <a:r>
              <a:rPr kumimoji="1" lang="ja-JP" altLang="en-US"/>
              <a:t>フッター</a:t>
            </a:r>
            <a:r>
              <a:rPr kumimoji="1" lang="en-US" altLang="ja-JP" dirty="0"/>
              <a:t>(Optional)</a:t>
            </a:r>
            <a:endParaRPr kumimoji="1" lang="ja-JP" altLang="en-US"/>
          </a:p>
        </p:txBody>
      </p:sp>
      <p:sp>
        <p:nvSpPr>
          <p:cNvPr id="8" name="スライド番号プレースホルダー 7">
            <a:extLst>
              <a:ext uri="{FF2B5EF4-FFF2-40B4-BE49-F238E27FC236}">
                <a16:creationId xmlns:a16="http://schemas.microsoft.com/office/drawing/2014/main" id="{C7103DBA-7677-A02F-6636-785706D2A9BD}"/>
              </a:ext>
            </a:extLst>
          </p:cNvPr>
          <p:cNvSpPr>
            <a:spLocks noGrp="1"/>
          </p:cNvSpPr>
          <p:nvPr>
            <p:ph type="sldNum" sz="quarter" idx="14"/>
          </p:nvPr>
        </p:nvSpPr>
        <p:spPr/>
        <p:txBody>
          <a:bodyPr/>
          <a:lstStyle/>
          <a:p>
            <a:fld id="{19CA33DB-3EF7-0D48-8164-B05E3E6F1758}" type="slidenum">
              <a:rPr kumimoji="1" lang="ja-JP" altLang="en-US" smtClean="0"/>
              <a:pPr/>
              <a:t>‹#›</a:t>
            </a:fld>
            <a:endParaRPr kumimoji="1" lang="ja-JP" altLang="en-US"/>
          </a:p>
        </p:txBody>
      </p:sp>
    </p:spTree>
    <p:extLst>
      <p:ext uri="{BB962C8B-B14F-4D97-AF65-F5344CB8AC3E}">
        <p14:creationId xmlns:p14="http://schemas.microsoft.com/office/powerpoint/2010/main" val="3503752121"/>
      </p:ext>
    </p:extLst>
  </p:cSld>
  <p:clrMapOvr>
    <a:masterClrMapping/>
  </p:clrMapOvr>
  <p:transition spd="med"/>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Text, 2 columns, small title">
    <p:bg>
      <p:bgPr>
        <a:solidFill>
          <a:schemeClr val="bg1"/>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084A615-A6A2-86F8-03A2-CEF572275C38}"/>
              </a:ext>
            </a:extLst>
          </p:cNvPr>
          <p:cNvSpPr>
            <a:spLocks noGrp="1"/>
          </p:cNvSpPr>
          <p:nvPr>
            <p:ph type="sldNum" sz="quarter" idx="10"/>
          </p:nvPr>
        </p:nvSpPr>
        <p:spPr>
          <a:xfrm>
            <a:off x="11770048" y="6450370"/>
            <a:ext cx="134652" cy="123111"/>
          </a:xfrm>
          <a:prstGeom prst="rect">
            <a:avLst/>
          </a:prstGeom>
        </p:spPr>
        <p:txBody>
          <a:bodyPr/>
          <a:lstStyle/>
          <a:p>
            <a:fld id="{86CB4B4D-7CA3-9044-876B-883B54F8677D}" type="slidenum">
              <a:rPr lang="en-US" smtClean="0"/>
              <a:t>‹#›</a:t>
            </a:fld>
            <a:endParaRPr lang="en-US" dirty="0"/>
          </a:p>
        </p:txBody>
      </p:sp>
      <p:sp>
        <p:nvSpPr>
          <p:cNvPr id="5" name="Text Placeholder 4">
            <a:extLst>
              <a:ext uri="{FF2B5EF4-FFF2-40B4-BE49-F238E27FC236}">
                <a16:creationId xmlns:a16="http://schemas.microsoft.com/office/drawing/2014/main" id="{CDE09569-73DF-2226-A7D7-ABBE84A47048}"/>
              </a:ext>
            </a:extLst>
          </p:cNvPr>
          <p:cNvSpPr>
            <a:spLocks noGrp="1"/>
          </p:cNvSpPr>
          <p:nvPr>
            <p:ph type="body" sz="quarter" idx="11"/>
          </p:nvPr>
        </p:nvSpPr>
        <p:spPr>
          <a:xfrm>
            <a:off x="6380919" y="301751"/>
            <a:ext cx="2478024" cy="5791073"/>
          </a:xfrm>
          <a:prstGeom prst="rect">
            <a:avLst/>
          </a:prstGeom>
        </p:spPr>
        <p:txBody>
          <a:bodyPr/>
          <a:lstStyle>
            <a:lvl1pPr>
              <a:spcBef>
                <a:spcPts val="0"/>
              </a:spcBef>
              <a:defRPr sz="1400">
                <a:solidFill>
                  <a:schemeClr val="tx1"/>
                </a:solidFill>
              </a:defRPr>
            </a:lvl1pPr>
            <a:lvl2pPr marL="127964" indent="-127964">
              <a:spcBef>
                <a:spcPts val="0"/>
              </a:spcBef>
              <a:defRPr sz="1400">
                <a:solidFill>
                  <a:schemeClr val="tx1"/>
                </a:solidFill>
              </a:defRPr>
            </a:lvl2pPr>
            <a:lvl3pPr marL="255930" indent="-127964">
              <a:spcBef>
                <a:spcPts val="0"/>
              </a:spcBef>
              <a:defRPr sz="1400">
                <a:solidFill>
                  <a:schemeClr val="tx1"/>
                </a:solidFill>
              </a:defRPr>
            </a:lvl3pPr>
            <a:lvl4pPr marL="383894" indent="-127964">
              <a:spcBef>
                <a:spcPts val="0"/>
              </a:spcBef>
              <a:defRPr sz="1400">
                <a:solidFill>
                  <a:schemeClr val="tx1"/>
                </a:solidFill>
              </a:defRPr>
            </a:lvl4pPr>
            <a:lvl5pPr>
              <a:spcBef>
                <a:spcPts val="0"/>
              </a:spcBef>
              <a:defRPr sz="1400">
                <a:solidFill>
                  <a:schemeClr val="tx1"/>
                </a:solidFill>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6" name="Text Placeholder 4">
            <a:extLst>
              <a:ext uri="{FF2B5EF4-FFF2-40B4-BE49-F238E27FC236}">
                <a16:creationId xmlns:a16="http://schemas.microsoft.com/office/drawing/2014/main" id="{9B0D0BB0-9896-0353-D972-26B687C3D8DD}"/>
              </a:ext>
            </a:extLst>
          </p:cNvPr>
          <p:cNvSpPr>
            <a:spLocks noGrp="1"/>
          </p:cNvSpPr>
          <p:nvPr>
            <p:ph type="body" sz="quarter" idx="12"/>
          </p:nvPr>
        </p:nvSpPr>
        <p:spPr>
          <a:xfrm>
            <a:off x="9428522" y="301751"/>
            <a:ext cx="2478024" cy="5791073"/>
          </a:xfrm>
          <a:prstGeom prst="rect">
            <a:avLst/>
          </a:prstGeom>
        </p:spPr>
        <p:txBody>
          <a:bodyPr/>
          <a:lstStyle>
            <a:lvl1pPr>
              <a:spcBef>
                <a:spcPts val="0"/>
              </a:spcBef>
              <a:defRPr sz="1400">
                <a:solidFill>
                  <a:schemeClr val="tx1"/>
                </a:solidFill>
              </a:defRPr>
            </a:lvl1pPr>
            <a:lvl2pPr marL="127964" indent="-127964">
              <a:spcBef>
                <a:spcPts val="0"/>
              </a:spcBef>
              <a:defRPr sz="1400">
                <a:solidFill>
                  <a:schemeClr val="tx1"/>
                </a:solidFill>
              </a:defRPr>
            </a:lvl2pPr>
            <a:lvl3pPr marL="255930" indent="-127964">
              <a:spcBef>
                <a:spcPts val="0"/>
              </a:spcBef>
              <a:defRPr sz="1400">
                <a:solidFill>
                  <a:schemeClr val="tx1"/>
                </a:solidFill>
              </a:defRPr>
            </a:lvl3pPr>
            <a:lvl4pPr marL="383894" indent="-127964">
              <a:spcBef>
                <a:spcPts val="0"/>
              </a:spcBef>
              <a:defRPr sz="1400">
                <a:solidFill>
                  <a:schemeClr val="tx1"/>
                </a:solidFill>
              </a:defRPr>
            </a:lvl4pPr>
            <a:lvl5pPr>
              <a:spcBef>
                <a:spcPts val="0"/>
              </a:spcBef>
              <a:defRPr sz="1400">
                <a:solidFill>
                  <a:schemeClr val="tx1"/>
                </a:solidFill>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7" name="フッター プレースホルダー 6">
            <a:extLst>
              <a:ext uri="{FF2B5EF4-FFF2-40B4-BE49-F238E27FC236}">
                <a16:creationId xmlns:a16="http://schemas.microsoft.com/office/drawing/2014/main" id="{BB1FEC29-8774-042E-2CBC-49D7FDEBC720}"/>
              </a:ext>
            </a:extLst>
          </p:cNvPr>
          <p:cNvSpPr>
            <a:spLocks noGrp="1"/>
          </p:cNvSpPr>
          <p:nvPr>
            <p:ph type="ftr" sz="quarter" idx="13"/>
          </p:nvPr>
        </p:nvSpPr>
        <p:spPr/>
        <p:txBody>
          <a:bodyPr/>
          <a:lstStyle/>
          <a:p>
            <a:r>
              <a:rPr kumimoji="1" lang="ja-JP" altLang="en-US"/>
              <a:t>フッター</a:t>
            </a:r>
            <a:r>
              <a:rPr kumimoji="1" lang="en-US" altLang="ja-JP" dirty="0"/>
              <a:t>(Optional)</a:t>
            </a:r>
            <a:endParaRPr kumimoji="1" lang="ja-JP" altLang="en-US"/>
          </a:p>
        </p:txBody>
      </p:sp>
      <p:sp>
        <p:nvSpPr>
          <p:cNvPr id="4" name="タイトル 3">
            <a:extLst>
              <a:ext uri="{FF2B5EF4-FFF2-40B4-BE49-F238E27FC236}">
                <a16:creationId xmlns:a16="http://schemas.microsoft.com/office/drawing/2014/main" id="{1ECF47AC-BD75-E85D-CD3D-8165474B41C4}"/>
              </a:ext>
            </a:extLst>
          </p:cNvPr>
          <p:cNvSpPr>
            <a:spLocks noGrp="1"/>
          </p:cNvSpPr>
          <p:nvPr>
            <p:ph type="title"/>
          </p:nvPr>
        </p:nvSpPr>
        <p:spPr>
          <a:xfrm>
            <a:off x="292609" y="301750"/>
            <a:ext cx="2471103" cy="1992188"/>
          </a:xfrm>
        </p:spPr>
        <p:txBody>
          <a:bodyPr/>
          <a:lstStyle>
            <a:lvl1pPr>
              <a:defRPr sz="1800"/>
            </a:lvl1pPr>
          </a:lstStyle>
          <a:p>
            <a:r>
              <a:rPr kumimoji="1" lang="ja-JP" altLang="en-US"/>
              <a:t>マスター タイトルの書式設定</a:t>
            </a:r>
          </a:p>
        </p:txBody>
      </p:sp>
    </p:spTree>
    <p:extLst>
      <p:ext uri="{BB962C8B-B14F-4D97-AF65-F5344CB8AC3E}">
        <p14:creationId xmlns:p14="http://schemas.microsoft.com/office/powerpoint/2010/main" val="646197340"/>
      </p:ext>
    </p:extLst>
  </p:cSld>
  <p:clrMapOvr>
    <a:masterClrMapping/>
  </p:clrMapOvr>
  <p:transition spd="med"/>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Text, 2 columns, dividers, large title">
    <p:bg>
      <p:bgPr>
        <a:solidFill>
          <a:schemeClr val="bg1"/>
        </a:solidFill>
        <a:effectLst/>
      </p:bgPr>
    </p:bg>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7BA1FFD1-8F3F-F2AF-44B9-F58E7E471CAD}"/>
              </a:ext>
            </a:extLst>
          </p:cNvPr>
          <p:cNvSpPr>
            <a:spLocks noGrp="1"/>
          </p:cNvSpPr>
          <p:nvPr>
            <p:ph type="title"/>
          </p:nvPr>
        </p:nvSpPr>
        <p:spPr>
          <a:xfrm>
            <a:off x="292608" y="301750"/>
            <a:ext cx="5522976" cy="1992188"/>
          </a:xfrm>
        </p:spPr>
        <p:txBody>
          <a:bodyPr/>
          <a:lstStyle>
            <a:lvl1pPr>
              <a:lnSpc>
                <a:spcPct val="110000"/>
              </a:lnSpc>
              <a:defRPr/>
            </a:lvl1pPr>
          </a:lstStyle>
          <a:p>
            <a:r>
              <a:rPr kumimoji="1" lang="ja-JP" altLang="en-US"/>
              <a:t>マスター タイトルの書式設定</a:t>
            </a:r>
          </a:p>
        </p:txBody>
      </p:sp>
      <p:sp>
        <p:nvSpPr>
          <p:cNvPr id="4" name="Text Placeholder 9">
            <a:extLst>
              <a:ext uri="{FF2B5EF4-FFF2-40B4-BE49-F238E27FC236}">
                <a16:creationId xmlns:a16="http://schemas.microsoft.com/office/drawing/2014/main" id="{8AF10F27-0178-9C93-8741-F0241501B4B0}"/>
              </a:ext>
            </a:extLst>
          </p:cNvPr>
          <p:cNvSpPr>
            <a:spLocks noGrp="1"/>
          </p:cNvSpPr>
          <p:nvPr>
            <p:ph type="body" sz="quarter" idx="16"/>
          </p:nvPr>
        </p:nvSpPr>
        <p:spPr>
          <a:xfrm>
            <a:off x="6380919" y="301752"/>
            <a:ext cx="2478024" cy="932688"/>
          </a:xfrm>
          <a:prstGeom prst="rect">
            <a:avLst/>
          </a:prstGeom>
        </p:spPr>
        <p:txBody>
          <a:bodyPr/>
          <a:lstStyle>
            <a:lvl1pPr>
              <a:lnSpc>
                <a:spcPct val="120000"/>
              </a:lnSpc>
              <a:spcBef>
                <a:spcPts val="0"/>
              </a:spcBef>
              <a:defRPr sz="1400">
                <a:solidFill>
                  <a:schemeClr val="tx1"/>
                </a:solidFill>
              </a:defRPr>
            </a:lvl1pPr>
            <a:lvl2pPr marL="127964" indent="-127964">
              <a:lnSpc>
                <a:spcPct val="120000"/>
              </a:lnSpc>
              <a:spcBef>
                <a:spcPts val="0"/>
              </a:spcBef>
              <a:defRPr sz="1400">
                <a:solidFill>
                  <a:schemeClr val="tx1"/>
                </a:solidFill>
              </a:defRPr>
            </a:lvl2pPr>
            <a:lvl3pPr marL="255930" indent="-127964">
              <a:lnSpc>
                <a:spcPct val="120000"/>
              </a:lnSpc>
              <a:spcBef>
                <a:spcPts val="0"/>
              </a:spcBef>
              <a:defRPr sz="1400">
                <a:solidFill>
                  <a:schemeClr val="tx1"/>
                </a:solidFill>
              </a:defRPr>
            </a:lvl3pPr>
            <a:lvl4pPr marL="383894" indent="-127964">
              <a:lnSpc>
                <a:spcPct val="12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5" name="Text Placeholder 12">
            <a:extLst>
              <a:ext uri="{FF2B5EF4-FFF2-40B4-BE49-F238E27FC236}">
                <a16:creationId xmlns:a16="http://schemas.microsoft.com/office/drawing/2014/main" id="{17CD3DC6-7946-2D82-C3E4-10BC579C88DE}"/>
              </a:ext>
            </a:extLst>
          </p:cNvPr>
          <p:cNvSpPr>
            <a:spLocks noGrp="1"/>
          </p:cNvSpPr>
          <p:nvPr>
            <p:ph type="body" sz="quarter" idx="17"/>
          </p:nvPr>
        </p:nvSpPr>
        <p:spPr>
          <a:xfrm>
            <a:off x="9428522" y="301752"/>
            <a:ext cx="2478024" cy="932688"/>
          </a:xfrm>
          <a:prstGeom prst="rect">
            <a:avLst/>
          </a:prstGeom>
        </p:spPr>
        <p:txBody>
          <a:bodyPr/>
          <a:lstStyle>
            <a:lvl1pPr>
              <a:lnSpc>
                <a:spcPct val="120000"/>
              </a:lnSpc>
              <a:spcBef>
                <a:spcPts val="0"/>
              </a:spcBef>
              <a:defRPr sz="1400">
                <a:solidFill>
                  <a:schemeClr val="tx1"/>
                </a:solidFill>
              </a:defRPr>
            </a:lvl1pPr>
            <a:lvl2pPr marL="127964" indent="-127964">
              <a:lnSpc>
                <a:spcPct val="120000"/>
              </a:lnSpc>
              <a:spcBef>
                <a:spcPts val="0"/>
              </a:spcBef>
              <a:defRPr sz="1400">
                <a:solidFill>
                  <a:schemeClr val="tx1"/>
                </a:solidFill>
              </a:defRPr>
            </a:lvl2pPr>
            <a:lvl3pPr marL="255930" indent="-127964">
              <a:lnSpc>
                <a:spcPct val="120000"/>
              </a:lnSpc>
              <a:spcBef>
                <a:spcPts val="0"/>
              </a:spcBef>
              <a:defRPr sz="1400">
                <a:solidFill>
                  <a:schemeClr val="tx1"/>
                </a:solidFill>
              </a:defRPr>
            </a:lvl3pPr>
            <a:lvl4pPr marL="383894" indent="-127964">
              <a:lnSpc>
                <a:spcPct val="12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9" name="Text Placeholder 8">
            <a:extLst>
              <a:ext uri="{FF2B5EF4-FFF2-40B4-BE49-F238E27FC236}">
                <a16:creationId xmlns:a16="http://schemas.microsoft.com/office/drawing/2014/main" id="{5898D950-EA52-ABF9-D15D-C6C8FE946495}"/>
              </a:ext>
            </a:extLst>
          </p:cNvPr>
          <p:cNvSpPr>
            <a:spLocks noGrp="1"/>
          </p:cNvSpPr>
          <p:nvPr>
            <p:ph type="body" sz="quarter" idx="18"/>
          </p:nvPr>
        </p:nvSpPr>
        <p:spPr>
          <a:xfrm>
            <a:off x="6380919" y="1533525"/>
            <a:ext cx="2478024" cy="4559300"/>
          </a:xfrm>
          <a:prstGeom prst="rect">
            <a:avLst/>
          </a:prstGeom>
        </p:spPr>
        <p:txBody>
          <a:bodyPr/>
          <a:lstStyle>
            <a:lvl1pPr>
              <a:lnSpc>
                <a:spcPct val="120000"/>
              </a:lnSpc>
              <a:spcBef>
                <a:spcPts val="0"/>
              </a:spcBef>
              <a:defRPr sz="1000" b="0" i="0">
                <a:solidFill>
                  <a:schemeClr val="tx1"/>
                </a:solidFill>
                <a:latin typeface="IBM Plex Sans" panose="020B0503050203000203" pitchFamily="34" charset="0"/>
                <a:ea typeface="IBM Plex Sans JP" panose="020B0503050203000203" pitchFamily="34" charset="-128"/>
              </a:defRPr>
            </a:lvl1pPr>
            <a:lvl2pPr marL="91404" indent="-91404">
              <a:lnSpc>
                <a:spcPct val="120000"/>
              </a:lnSpc>
              <a:spcBef>
                <a:spcPts val="0"/>
              </a:spcBef>
              <a:defRPr sz="1000" b="0" i="0">
                <a:solidFill>
                  <a:schemeClr val="tx1"/>
                </a:solidFill>
                <a:latin typeface="IBM Plex Sans" panose="020B0503050203000203" pitchFamily="34" charset="0"/>
                <a:ea typeface="IBM Plex Sans JP" panose="020B0503050203000203" pitchFamily="34" charset="-128"/>
              </a:defRPr>
            </a:lvl2pPr>
            <a:lvl3pPr marL="182806" indent="-91404">
              <a:lnSpc>
                <a:spcPct val="120000"/>
              </a:lnSpc>
              <a:spcBef>
                <a:spcPts val="0"/>
              </a:spcBef>
              <a:defRPr sz="1000" b="0" i="0">
                <a:solidFill>
                  <a:schemeClr val="tx1"/>
                </a:solidFill>
                <a:latin typeface="IBM Plex Sans" panose="020B0503050203000203" pitchFamily="34" charset="0"/>
                <a:ea typeface="IBM Plex Sans JP" panose="020B0503050203000203" pitchFamily="34" charset="-128"/>
              </a:defRPr>
            </a:lvl3pPr>
            <a:lvl4pPr marL="274210" indent="-91404">
              <a:lnSpc>
                <a:spcPct val="120000"/>
              </a:lnSpc>
              <a:spcBef>
                <a:spcPts val="0"/>
              </a:spcBef>
              <a:defRPr sz="1000" b="0" i="0">
                <a:solidFill>
                  <a:schemeClr val="tx1"/>
                </a:solidFill>
                <a:latin typeface="IBM Plex Sans" panose="020B0503050203000203" pitchFamily="34" charset="0"/>
                <a:ea typeface="IBM Plex Sans JP" panose="020B0503050203000203" pitchFamily="34" charset="-128"/>
              </a:defRPr>
            </a:lvl4pPr>
            <a:lvl5pPr>
              <a:lnSpc>
                <a:spcPct val="110000"/>
              </a:lnSpc>
              <a:spcBef>
                <a:spcPts val="0"/>
              </a:spcBef>
              <a:defRPr sz="1000" b="0" i="0">
                <a:solidFill>
                  <a:schemeClr val="tx1"/>
                </a:solidFill>
                <a:latin typeface="IBM Plex Sans" panose="020B0503050203000203" pitchFamily="34" charset="0"/>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10" name="Text Placeholder 8">
            <a:extLst>
              <a:ext uri="{FF2B5EF4-FFF2-40B4-BE49-F238E27FC236}">
                <a16:creationId xmlns:a16="http://schemas.microsoft.com/office/drawing/2014/main" id="{A501ADC5-5846-FF23-F5DB-93E8D05863E8}"/>
              </a:ext>
            </a:extLst>
          </p:cNvPr>
          <p:cNvSpPr>
            <a:spLocks noGrp="1"/>
          </p:cNvSpPr>
          <p:nvPr>
            <p:ph type="body" sz="quarter" idx="19"/>
          </p:nvPr>
        </p:nvSpPr>
        <p:spPr>
          <a:xfrm>
            <a:off x="9431697" y="1533525"/>
            <a:ext cx="2478024" cy="4559300"/>
          </a:xfrm>
          <a:prstGeom prst="rect">
            <a:avLst/>
          </a:prstGeom>
        </p:spPr>
        <p:txBody>
          <a:bodyPr/>
          <a:lstStyle>
            <a:lvl1pPr>
              <a:lnSpc>
                <a:spcPct val="120000"/>
              </a:lnSpc>
              <a:spcBef>
                <a:spcPts val="0"/>
              </a:spcBef>
              <a:defRPr sz="1000" b="0" i="0">
                <a:solidFill>
                  <a:schemeClr val="tx1"/>
                </a:solidFill>
                <a:latin typeface="IBM Plex Sans" panose="020B0503050203000203" pitchFamily="34" charset="0"/>
                <a:ea typeface="IBM Plex Sans JP" panose="020B0503050203000203" pitchFamily="34" charset="-128"/>
              </a:defRPr>
            </a:lvl1pPr>
            <a:lvl2pPr marL="91404" indent="-91404">
              <a:lnSpc>
                <a:spcPct val="120000"/>
              </a:lnSpc>
              <a:spcBef>
                <a:spcPts val="0"/>
              </a:spcBef>
              <a:defRPr sz="1000" b="0" i="0">
                <a:solidFill>
                  <a:schemeClr val="tx1"/>
                </a:solidFill>
                <a:latin typeface="IBM Plex Sans" panose="020B0503050203000203" pitchFamily="34" charset="0"/>
                <a:ea typeface="IBM Plex Sans JP" panose="020B0503050203000203" pitchFamily="34" charset="-128"/>
              </a:defRPr>
            </a:lvl2pPr>
            <a:lvl3pPr marL="182806" indent="-91404">
              <a:lnSpc>
                <a:spcPct val="120000"/>
              </a:lnSpc>
              <a:spcBef>
                <a:spcPts val="0"/>
              </a:spcBef>
              <a:defRPr sz="1000" b="0" i="0">
                <a:solidFill>
                  <a:schemeClr val="tx1"/>
                </a:solidFill>
                <a:latin typeface="IBM Plex Sans" panose="020B0503050203000203" pitchFamily="34" charset="0"/>
                <a:ea typeface="IBM Plex Sans JP" panose="020B0503050203000203" pitchFamily="34" charset="-128"/>
              </a:defRPr>
            </a:lvl3pPr>
            <a:lvl4pPr marL="274210" indent="-91404">
              <a:lnSpc>
                <a:spcPct val="120000"/>
              </a:lnSpc>
              <a:spcBef>
                <a:spcPts val="0"/>
              </a:spcBef>
              <a:defRPr sz="1000" b="0" i="0">
                <a:solidFill>
                  <a:schemeClr val="tx1"/>
                </a:solidFill>
                <a:latin typeface="IBM Plex Sans" panose="020B0503050203000203" pitchFamily="34" charset="0"/>
                <a:ea typeface="IBM Plex Sans JP" panose="020B0503050203000203" pitchFamily="34" charset="-128"/>
              </a:defRPr>
            </a:lvl4pPr>
            <a:lvl5pPr>
              <a:lnSpc>
                <a:spcPct val="110000"/>
              </a:lnSpc>
              <a:spcBef>
                <a:spcPts val="0"/>
              </a:spcBef>
              <a:defRPr sz="1000" b="0" i="0">
                <a:solidFill>
                  <a:schemeClr val="tx1"/>
                </a:solidFill>
                <a:latin typeface="IBM Plex Sans" panose="020B0503050203000203" pitchFamily="34" charset="0"/>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2" name="フッター プレースホルダー 1">
            <a:extLst>
              <a:ext uri="{FF2B5EF4-FFF2-40B4-BE49-F238E27FC236}">
                <a16:creationId xmlns:a16="http://schemas.microsoft.com/office/drawing/2014/main" id="{FADC4A74-D130-F082-49B7-05AD81B96B57}"/>
              </a:ext>
            </a:extLst>
          </p:cNvPr>
          <p:cNvSpPr>
            <a:spLocks noGrp="1"/>
          </p:cNvSpPr>
          <p:nvPr>
            <p:ph type="ftr" sz="quarter" idx="20"/>
          </p:nvPr>
        </p:nvSpPr>
        <p:spPr/>
        <p:txBody>
          <a:bodyPr/>
          <a:lstStyle/>
          <a:p>
            <a:r>
              <a:rPr kumimoji="1" lang="ja-JP" altLang="en-US"/>
              <a:t>フッター</a:t>
            </a:r>
            <a:r>
              <a:rPr kumimoji="1" lang="en-US" altLang="ja-JP" dirty="0"/>
              <a:t>(Optional)</a:t>
            </a:r>
            <a:endParaRPr kumimoji="1" lang="ja-JP" altLang="en-US"/>
          </a:p>
        </p:txBody>
      </p:sp>
      <p:sp>
        <p:nvSpPr>
          <p:cNvPr id="8" name="スライド番号プレースホルダー 7">
            <a:extLst>
              <a:ext uri="{FF2B5EF4-FFF2-40B4-BE49-F238E27FC236}">
                <a16:creationId xmlns:a16="http://schemas.microsoft.com/office/drawing/2014/main" id="{C328D503-BB25-870E-A030-CB31F4230969}"/>
              </a:ext>
            </a:extLst>
          </p:cNvPr>
          <p:cNvSpPr>
            <a:spLocks noGrp="1"/>
          </p:cNvSpPr>
          <p:nvPr>
            <p:ph type="sldNum" sz="quarter" idx="21"/>
          </p:nvPr>
        </p:nvSpPr>
        <p:spPr/>
        <p:txBody>
          <a:bodyPr/>
          <a:lstStyle/>
          <a:p>
            <a:fld id="{19CA33DB-3EF7-0D48-8164-B05E3E6F1758}" type="slidenum">
              <a:rPr kumimoji="1" lang="ja-JP" altLang="en-US" smtClean="0"/>
              <a:pPr/>
              <a:t>‹#›</a:t>
            </a:fld>
            <a:endParaRPr kumimoji="1" lang="ja-JP" altLang="en-US"/>
          </a:p>
        </p:txBody>
      </p:sp>
    </p:spTree>
    <p:extLst>
      <p:ext uri="{BB962C8B-B14F-4D97-AF65-F5344CB8AC3E}">
        <p14:creationId xmlns:p14="http://schemas.microsoft.com/office/powerpoint/2010/main" val="3498782050"/>
      </p:ext>
    </p:extLst>
  </p:cSld>
  <p:clrMapOvr>
    <a:masterClrMapping/>
  </p:clrMapOvr>
  <p:transition spd="med"/>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Text, 2 columns, dividers, small title">
    <p:bg>
      <p:bgPr>
        <a:solidFill>
          <a:schemeClr val="bg1"/>
        </a:solidFill>
        <a:effectLst/>
      </p:bgPr>
    </p:bg>
    <p:spTree>
      <p:nvGrpSpPr>
        <p:cNvPr id="1" name=""/>
        <p:cNvGrpSpPr/>
        <p:nvPr/>
      </p:nvGrpSpPr>
      <p:grpSpPr>
        <a:xfrm>
          <a:off x="0" y="0"/>
          <a:ext cx="0" cy="0"/>
          <a:chOff x="0" y="0"/>
          <a:chExt cx="0" cy="0"/>
        </a:xfrm>
      </p:grpSpPr>
      <p:sp>
        <p:nvSpPr>
          <p:cNvPr id="8" name="タイトル 7">
            <a:extLst>
              <a:ext uri="{FF2B5EF4-FFF2-40B4-BE49-F238E27FC236}">
                <a16:creationId xmlns:a16="http://schemas.microsoft.com/office/drawing/2014/main" id="{D3AA0437-160F-994C-52F1-60621FE09EE8}"/>
              </a:ext>
            </a:extLst>
          </p:cNvPr>
          <p:cNvSpPr>
            <a:spLocks noGrp="1"/>
          </p:cNvSpPr>
          <p:nvPr>
            <p:ph type="title"/>
          </p:nvPr>
        </p:nvSpPr>
        <p:spPr>
          <a:xfrm>
            <a:off x="292609" y="301750"/>
            <a:ext cx="2471103" cy="1992188"/>
          </a:xfrm>
        </p:spPr>
        <p:txBody>
          <a:bodyPr/>
          <a:lstStyle>
            <a:lvl1pPr>
              <a:defRPr sz="1400"/>
            </a:lvl1pPr>
          </a:lstStyle>
          <a:p>
            <a:r>
              <a:rPr kumimoji="1" lang="ja-JP" altLang="en-US"/>
              <a:t>マスター タイトルの書式設定</a:t>
            </a:r>
          </a:p>
        </p:txBody>
      </p:sp>
      <p:sp>
        <p:nvSpPr>
          <p:cNvPr id="4" name="Text Placeholder 9">
            <a:extLst>
              <a:ext uri="{FF2B5EF4-FFF2-40B4-BE49-F238E27FC236}">
                <a16:creationId xmlns:a16="http://schemas.microsoft.com/office/drawing/2014/main" id="{8AF10F27-0178-9C93-8741-F0241501B4B0}"/>
              </a:ext>
            </a:extLst>
          </p:cNvPr>
          <p:cNvSpPr>
            <a:spLocks noGrp="1"/>
          </p:cNvSpPr>
          <p:nvPr>
            <p:ph type="body" sz="quarter" idx="16"/>
          </p:nvPr>
        </p:nvSpPr>
        <p:spPr>
          <a:xfrm>
            <a:off x="6380919" y="301752"/>
            <a:ext cx="2478024" cy="941832"/>
          </a:xfrm>
          <a:prstGeom prst="rect">
            <a:avLst/>
          </a:prstGeom>
        </p:spPr>
        <p:txBody>
          <a:bodyPr/>
          <a:lstStyle>
            <a:lvl1pPr>
              <a:lnSpc>
                <a:spcPct val="120000"/>
              </a:lnSpc>
              <a:spcBef>
                <a:spcPts val="0"/>
              </a:spcBef>
              <a:defRPr sz="1400">
                <a:solidFill>
                  <a:schemeClr val="tx1"/>
                </a:solidFill>
              </a:defRPr>
            </a:lvl1pPr>
            <a:lvl2pPr marL="127964" indent="-127964">
              <a:lnSpc>
                <a:spcPct val="120000"/>
              </a:lnSpc>
              <a:spcBef>
                <a:spcPts val="0"/>
              </a:spcBef>
              <a:defRPr sz="1400">
                <a:solidFill>
                  <a:schemeClr val="tx1"/>
                </a:solidFill>
              </a:defRPr>
            </a:lvl2pPr>
            <a:lvl3pPr marL="255930" indent="-127964">
              <a:lnSpc>
                <a:spcPct val="120000"/>
              </a:lnSpc>
              <a:spcBef>
                <a:spcPts val="0"/>
              </a:spcBef>
              <a:defRPr sz="1400">
                <a:solidFill>
                  <a:schemeClr val="tx1"/>
                </a:solidFill>
              </a:defRPr>
            </a:lvl3pPr>
            <a:lvl4pPr marL="383894" indent="-127964">
              <a:lnSpc>
                <a:spcPct val="12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5" name="Text Placeholder 12">
            <a:extLst>
              <a:ext uri="{FF2B5EF4-FFF2-40B4-BE49-F238E27FC236}">
                <a16:creationId xmlns:a16="http://schemas.microsoft.com/office/drawing/2014/main" id="{17CD3DC6-7946-2D82-C3E4-10BC579C88DE}"/>
              </a:ext>
            </a:extLst>
          </p:cNvPr>
          <p:cNvSpPr>
            <a:spLocks noGrp="1"/>
          </p:cNvSpPr>
          <p:nvPr>
            <p:ph type="body" sz="quarter" idx="17"/>
          </p:nvPr>
        </p:nvSpPr>
        <p:spPr>
          <a:xfrm>
            <a:off x="9428522" y="301752"/>
            <a:ext cx="2478024" cy="941832"/>
          </a:xfrm>
          <a:prstGeom prst="rect">
            <a:avLst/>
          </a:prstGeom>
        </p:spPr>
        <p:txBody>
          <a:bodyPr/>
          <a:lstStyle>
            <a:lvl1pPr>
              <a:lnSpc>
                <a:spcPct val="120000"/>
              </a:lnSpc>
              <a:spcBef>
                <a:spcPts val="0"/>
              </a:spcBef>
              <a:defRPr sz="1400">
                <a:solidFill>
                  <a:schemeClr val="tx1"/>
                </a:solidFill>
              </a:defRPr>
            </a:lvl1pPr>
            <a:lvl2pPr marL="127964" indent="-127964">
              <a:lnSpc>
                <a:spcPct val="120000"/>
              </a:lnSpc>
              <a:spcBef>
                <a:spcPts val="0"/>
              </a:spcBef>
              <a:defRPr sz="1400">
                <a:solidFill>
                  <a:schemeClr val="tx1"/>
                </a:solidFill>
              </a:defRPr>
            </a:lvl2pPr>
            <a:lvl3pPr marL="255930" indent="-127964">
              <a:lnSpc>
                <a:spcPct val="120000"/>
              </a:lnSpc>
              <a:spcBef>
                <a:spcPts val="0"/>
              </a:spcBef>
              <a:defRPr sz="1400">
                <a:solidFill>
                  <a:schemeClr val="tx1"/>
                </a:solidFill>
              </a:defRPr>
            </a:lvl3pPr>
            <a:lvl4pPr marL="383894" indent="-127964">
              <a:lnSpc>
                <a:spcPct val="12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9" name="Text Placeholder 8">
            <a:extLst>
              <a:ext uri="{FF2B5EF4-FFF2-40B4-BE49-F238E27FC236}">
                <a16:creationId xmlns:a16="http://schemas.microsoft.com/office/drawing/2014/main" id="{5898D950-EA52-ABF9-D15D-C6C8FE946495}"/>
              </a:ext>
            </a:extLst>
          </p:cNvPr>
          <p:cNvSpPr>
            <a:spLocks noGrp="1"/>
          </p:cNvSpPr>
          <p:nvPr>
            <p:ph type="body" sz="quarter" idx="18"/>
          </p:nvPr>
        </p:nvSpPr>
        <p:spPr>
          <a:xfrm>
            <a:off x="6380919" y="1533525"/>
            <a:ext cx="2478024" cy="4559300"/>
          </a:xfrm>
          <a:prstGeom prst="rect">
            <a:avLst/>
          </a:prstGeom>
        </p:spPr>
        <p:txBody>
          <a:bodyPr/>
          <a:lstStyle>
            <a:lvl1pPr>
              <a:lnSpc>
                <a:spcPct val="120000"/>
              </a:lnSpc>
              <a:spcBef>
                <a:spcPts val="0"/>
              </a:spcBef>
              <a:defRPr sz="1000" b="0" i="0">
                <a:solidFill>
                  <a:schemeClr val="tx1"/>
                </a:solidFill>
                <a:latin typeface="IBM Plex Sans" panose="020B0503050203000203" pitchFamily="34" charset="0"/>
                <a:ea typeface="IBM Plex Sans JP" panose="020B0503050203000203" pitchFamily="34" charset="-128"/>
              </a:defRPr>
            </a:lvl1pPr>
            <a:lvl2pPr marL="91404" indent="-91404">
              <a:lnSpc>
                <a:spcPct val="120000"/>
              </a:lnSpc>
              <a:spcBef>
                <a:spcPts val="0"/>
              </a:spcBef>
              <a:defRPr sz="1000" b="0" i="0">
                <a:solidFill>
                  <a:schemeClr val="tx1"/>
                </a:solidFill>
                <a:latin typeface="IBM Plex Sans" panose="020B0503050203000203" pitchFamily="34" charset="0"/>
                <a:ea typeface="IBM Plex Sans JP" panose="020B0503050203000203" pitchFamily="34" charset="-128"/>
              </a:defRPr>
            </a:lvl2pPr>
            <a:lvl3pPr marL="182806" indent="-91404">
              <a:lnSpc>
                <a:spcPct val="120000"/>
              </a:lnSpc>
              <a:spcBef>
                <a:spcPts val="0"/>
              </a:spcBef>
              <a:defRPr sz="1000" b="0" i="0">
                <a:solidFill>
                  <a:schemeClr val="tx1"/>
                </a:solidFill>
                <a:latin typeface="IBM Plex Sans" panose="020B0503050203000203" pitchFamily="34" charset="0"/>
                <a:ea typeface="IBM Plex Sans JP" panose="020B0503050203000203" pitchFamily="34" charset="-128"/>
              </a:defRPr>
            </a:lvl3pPr>
            <a:lvl4pPr marL="274210" indent="-91404">
              <a:lnSpc>
                <a:spcPct val="120000"/>
              </a:lnSpc>
              <a:spcBef>
                <a:spcPts val="0"/>
              </a:spcBef>
              <a:defRPr sz="1000" b="0" i="0">
                <a:solidFill>
                  <a:schemeClr val="tx1"/>
                </a:solidFill>
                <a:latin typeface="IBM Plex Sans" panose="020B0503050203000203" pitchFamily="34" charset="0"/>
                <a:ea typeface="IBM Plex Sans JP" panose="020B0503050203000203" pitchFamily="34" charset="-128"/>
              </a:defRPr>
            </a:lvl4pPr>
            <a:lvl5pPr>
              <a:lnSpc>
                <a:spcPct val="110000"/>
              </a:lnSpc>
              <a:spcBef>
                <a:spcPts val="0"/>
              </a:spcBef>
              <a:defRPr sz="1000" b="0" i="0">
                <a:solidFill>
                  <a:schemeClr val="tx1"/>
                </a:solidFill>
                <a:latin typeface="IBM Plex Sans" panose="020B0503050203000203" pitchFamily="34" charset="0"/>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10" name="Text Placeholder 8">
            <a:extLst>
              <a:ext uri="{FF2B5EF4-FFF2-40B4-BE49-F238E27FC236}">
                <a16:creationId xmlns:a16="http://schemas.microsoft.com/office/drawing/2014/main" id="{A501ADC5-5846-FF23-F5DB-93E8D05863E8}"/>
              </a:ext>
            </a:extLst>
          </p:cNvPr>
          <p:cNvSpPr>
            <a:spLocks noGrp="1"/>
          </p:cNvSpPr>
          <p:nvPr>
            <p:ph type="body" sz="quarter" idx="19"/>
          </p:nvPr>
        </p:nvSpPr>
        <p:spPr>
          <a:xfrm>
            <a:off x="9431697" y="1533525"/>
            <a:ext cx="2478024" cy="4559300"/>
          </a:xfrm>
          <a:prstGeom prst="rect">
            <a:avLst/>
          </a:prstGeom>
        </p:spPr>
        <p:txBody>
          <a:bodyPr/>
          <a:lstStyle>
            <a:lvl1pPr>
              <a:lnSpc>
                <a:spcPct val="120000"/>
              </a:lnSpc>
              <a:spcBef>
                <a:spcPts val="0"/>
              </a:spcBef>
              <a:defRPr sz="1000" b="0" i="0">
                <a:solidFill>
                  <a:schemeClr val="tx1"/>
                </a:solidFill>
                <a:latin typeface="IBM Plex Sans" panose="020B0503050203000203" pitchFamily="34" charset="0"/>
                <a:ea typeface="IBM Plex Sans JP" panose="020B0503050203000203" pitchFamily="34" charset="-128"/>
              </a:defRPr>
            </a:lvl1pPr>
            <a:lvl2pPr marL="91404" indent="-91404">
              <a:lnSpc>
                <a:spcPct val="120000"/>
              </a:lnSpc>
              <a:spcBef>
                <a:spcPts val="0"/>
              </a:spcBef>
              <a:defRPr sz="1000" b="0" i="0">
                <a:solidFill>
                  <a:schemeClr val="tx1"/>
                </a:solidFill>
                <a:latin typeface="IBM Plex Sans" panose="020B0503050203000203" pitchFamily="34" charset="0"/>
                <a:ea typeface="IBM Plex Sans JP" panose="020B0503050203000203" pitchFamily="34" charset="-128"/>
              </a:defRPr>
            </a:lvl2pPr>
            <a:lvl3pPr marL="182806" indent="-91404">
              <a:lnSpc>
                <a:spcPct val="120000"/>
              </a:lnSpc>
              <a:spcBef>
                <a:spcPts val="0"/>
              </a:spcBef>
              <a:defRPr sz="1000" b="0" i="0">
                <a:solidFill>
                  <a:schemeClr val="tx1"/>
                </a:solidFill>
                <a:latin typeface="IBM Plex Sans" panose="020B0503050203000203" pitchFamily="34" charset="0"/>
                <a:ea typeface="IBM Plex Sans JP" panose="020B0503050203000203" pitchFamily="34" charset="-128"/>
              </a:defRPr>
            </a:lvl3pPr>
            <a:lvl4pPr marL="274210" indent="-91404">
              <a:lnSpc>
                <a:spcPct val="120000"/>
              </a:lnSpc>
              <a:spcBef>
                <a:spcPts val="0"/>
              </a:spcBef>
              <a:defRPr sz="1000" b="0" i="0">
                <a:solidFill>
                  <a:schemeClr val="tx1"/>
                </a:solidFill>
                <a:latin typeface="IBM Plex Sans" panose="020B0503050203000203" pitchFamily="34" charset="0"/>
                <a:ea typeface="IBM Plex Sans JP" panose="020B0503050203000203" pitchFamily="34" charset="-128"/>
              </a:defRPr>
            </a:lvl4pPr>
            <a:lvl5pPr>
              <a:lnSpc>
                <a:spcPct val="110000"/>
              </a:lnSpc>
              <a:spcBef>
                <a:spcPts val="0"/>
              </a:spcBef>
              <a:defRPr sz="1000" b="0" i="0">
                <a:solidFill>
                  <a:schemeClr val="tx1"/>
                </a:solidFill>
                <a:latin typeface="IBM Plex Sans" panose="020B0503050203000203" pitchFamily="34" charset="0"/>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2" name="フッター プレースホルダー 1">
            <a:extLst>
              <a:ext uri="{FF2B5EF4-FFF2-40B4-BE49-F238E27FC236}">
                <a16:creationId xmlns:a16="http://schemas.microsoft.com/office/drawing/2014/main" id="{8170C4E6-E73A-69FC-EE01-CF8FB0118E1C}"/>
              </a:ext>
            </a:extLst>
          </p:cNvPr>
          <p:cNvSpPr>
            <a:spLocks noGrp="1"/>
          </p:cNvSpPr>
          <p:nvPr>
            <p:ph type="ftr" sz="quarter" idx="20"/>
          </p:nvPr>
        </p:nvSpPr>
        <p:spPr/>
        <p:txBody>
          <a:bodyPr/>
          <a:lstStyle/>
          <a:p>
            <a:r>
              <a:rPr kumimoji="1" lang="ja-JP" altLang="en-US"/>
              <a:t>フッター</a:t>
            </a:r>
            <a:r>
              <a:rPr kumimoji="1" lang="en-US" altLang="ja-JP" dirty="0"/>
              <a:t>(Optional)</a:t>
            </a:r>
            <a:endParaRPr kumimoji="1" lang="ja-JP" altLang="en-US"/>
          </a:p>
        </p:txBody>
      </p:sp>
      <p:sp>
        <p:nvSpPr>
          <p:cNvPr id="6" name="スライド番号プレースホルダー 5">
            <a:extLst>
              <a:ext uri="{FF2B5EF4-FFF2-40B4-BE49-F238E27FC236}">
                <a16:creationId xmlns:a16="http://schemas.microsoft.com/office/drawing/2014/main" id="{367977BE-0CD3-F32F-B651-FFB4D1E8D050}"/>
              </a:ext>
            </a:extLst>
          </p:cNvPr>
          <p:cNvSpPr>
            <a:spLocks noGrp="1"/>
          </p:cNvSpPr>
          <p:nvPr>
            <p:ph type="sldNum" sz="quarter" idx="21"/>
          </p:nvPr>
        </p:nvSpPr>
        <p:spPr/>
        <p:txBody>
          <a:bodyPr/>
          <a:lstStyle/>
          <a:p>
            <a:fld id="{19CA33DB-3EF7-0D48-8164-B05E3E6F1758}" type="slidenum">
              <a:rPr kumimoji="1" lang="ja-JP" altLang="en-US" smtClean="0"/>
              <a:pPr/>
              <a:t>‹#›</a:t>
            </a:fld>
            <a:endParaRPr kumimoji="1" lang="ja-JP" altLang="en-US"/>
          </a:p>
        </p:txBody>
      </p:sp>
    </p:spTree>
    <p:extLst>
      <p:ext uri="{BB962C8B-B14F-4D97-AF65-F5344CB8AC3E}">
        <p14:creationId xmlns:p14="http://schemas.microsoft.com/office/powerpoint/2010/main" val="225661768"/>
      </p:ext>
    </p:extLst>
  </p:cSld>
  <p:clrMapOvr>
    <a:masterClrMapping/>
  </p:clrMapOvr>
  <p:transition spd="med"/>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Text, 2 columns, dividers, pictograms">
    <p:bg>
      <p:bgPr>
        <a:solidFill>
          <a:schemeClr val="bg1"/>
        </a:solidFill>
        <a:effectLst/>
      </p:bgPr>
    </p:bg>
    <p:spTree>
      <p:nvGrpSpPr>
        <p:cNvPr id="1" name=""/>
        <p:cNvGrpSpPr/>
        <p:nvPr/>
      </p:nvGrpSpPr>
      <p:grpSpPr>
        <a:xfrm>
          <a:off x="0" y="0"/>
          <a:ext cx="0" cy="0"/>
          <a:chOff x="0" y="0"/>
          <a:chExt cx="0" cy="0"/>
        </a:xfrm>
      </p:grpSpPr>
      <p:cxnSp>
        <p:nvCxnSpPr>
          <p:cNvPr id="13" name="Straight Connector 12">
            <a:extLst>
              <a:ext uri="{FF2B5EF4-FFF2-40B4-BE49-F238E27FC236}">
                <a16:creationId xmlns:a16="http://schemas.microsoft.com/office/drawing/2014/main" id="{202744BD-C7A4-D538-2E19-AA279C025A21}"/>
              </a:ext>
            </a:extLst>
          </p:cNvPr>
          <p:cNvCxnSpPr>
            <a:cxnSpLocks/>
          </p:cNvCxnSpPr>
          <p:nvPr userDrawn="1"/>
        </p:nvCxnSpPr>
        <p:spPr bwMode="auto">
          <a:xfrm>
            <a:off x="6096000" y="284957"/>
            <a:ext cx="0" cy="5806440"/>
          </a:xfrm>
          <a:prstGeom prst="line">
            <a:avLst/>
          </a:prstGeom>
          <a:ln w="635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ADCE883F-3781-7F7E-8236-8BB5CEBAD77C}"/>
              </a:ext>
            </a:extLst>
          </p:cNvPr>
          <p:cNvCxnSpPr/>
          <p:nvPr userDrawn="1"/>
        </p:nvCxnSpPr>
        <p:spPr bwMode="auto">
          <a:xfrm>
            <a:off x="9142810" y="284957"/>
            <a:ext cx="0" cy="5806440"/>
          </a:xfrm>
          <a:prstGeom prst="line">
            <a:avLst/>
          </a:prstGeom>
          <a:ln w="635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4" name="タイトル 3">
            <a:extLst>
              <a:ext uri="{FF2B5EF4-FFF2-40B4-BE49-F238E27FC236}">
                <a16:creationId xmlns:a16="http://schemas.microsoft.com/office/drawing/2014/main" id="{153EE6E8-BFCC-3460-5B95-6CE1D677F174}"/>
              </a:ext>
            </a:extLst>
          </p:cNvPr>
          <p:cNvSpPr>
            <a:spLocks noGrp="1"/>
          </p:cNvSpPr>
          <p:nvPr>
            <p:ph type="title"/>
          </p:nvPr>
        </p:nvSpPr>
        <p:spPr>
          <a:xfrm>
            <a:off x="292608" y="301752"/>
            <a:ext cx="2478024" cy="553911"/>
          </a:xfrm>
        </p:spPr>
        <p:txBody>
          <a:bodyPr/>
          <a:lstStyle>
            <a:lvl1pPr>
              <a:defRPr sz="3199"/>
            </a:lvl1pPr>
          </a:lstStyle>
          <a:p>
            <a:r>
              <a:rPr kumimoji="1" lang="ja-JP" altLang="en-US"/>
              <a:t>マスター タイトルの書式設定</a:t>
            </a:r>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3333315" y="301751"/>
            <a:ext cx="2478024" cy="570706"/>
          </a:xfrm>
          <a:prstGeom prst="rect">
            <a:avLst/>
          </a:prstGeom>
        </p:spPr>
        <p:txBody>
          <a:bodyPr/>
          <a:lstStyle>
            <a:lvl1pPr>
              <a:lnSpc>
                <a:spcPct val="110000"/>
              </a:lnSpc>
              <a:spcBef>
                <a:spcPts val="0"/>
              </a:spcBef>
              <a:defRPr sz="3198">
                <a:solidFill>
                  <a:schemeClr val="tx1"/>
                </a:solidFill>
              </a:defRPr>
            </a:lvl1pPr>
            <a:lvl2pPr>
              <a:lnSpc>
                <a:spcPct val="90000"/>
              </a:lnSpc>
              <a:spcBef>
                <a:spcPts val="0"/>
              </a:spcBef>
              <a:defRPr sz="1400"/>
            </a:lvl2pPr>
            <a:lvl3pPr>
              <a:lnSpc>
                <a:spcPct val="90000"/>
              </a:lnSpc>
              <a:spcBef>
                <a:spcPts val="0"/>
              </a:spcBef>
              <a:defRPr sz="1400"/>
            </a:lvl3pPr>
            <a:lvl4pPr>
              <a:lnSpc>
                <a:spcPct val="90000"/>
              </a:lnSpc>
              <a:spcBef>
                <a:spcPts val="0"/>
              </a:spcBef>
              <a:defRPr sz="1400"/>
            </a:lvl4pPr>
            <a:lvl5pPr>
              <a:lnSpc>
                <a:spcPct val="90000"/>
              </a:lnSpc>
              <a:spcBef>
                <a:spcPts val="0"/>
              </a:spcBef>
              <a:defRPr sz="1400"/>
            </a:lvl5pPr>
          </a:lstStyle>
          <a:p>
            <a:pPr lvl="0"/>
            <a:r>
              <a:rPr lang="ja-JP" altLang="en-US"/>
              <a:t>マスター テキストの書式設定</a:t>
            </a:r>
          </a:p>
        </p:txBody>
      </p:sp>
      <p:sp>
        <p:nvSpPr>
          <p:cNvPr id="5" name="Picture Placeholder 4">
            <a:extLst>
              <a:ext uri="{FF2B5EF4-FFF2-40B4-BE49-F238E27FC236}">
                <a16:creationId xmlns:a16="http://schemas.microsoft.com/office/drawing/2014/main" id="{4E8FFEFF-CCD0-A436-418A-5FB8624CCC89}"/>
              </a:ext>
            </a:extLst>
          </p:cNvPr>
          <p:cNvSpPr>
            <a:spLocks noGrp="1"/>
          </p:cNvSpPr>
          <p:nvPr>
            <p:ph type="pic" sz="quarter" idx="16" hasCustomPrompt="1"/>
          </p:nvPr>
        </p:nvSpPr>
        <p:spPr>
          <a:xfrm>
            <a:off x="6380919" y="301751"/>
            <a:ext cx="571426" cy="570706"/>
          </a:xfrm>
          <a:prstGeom prst="rect">
            <a:avLst/>
          </a:prstGeom>
        </p:spPr>
        <p:txBody>
          <a:bodyPr anchor="ctr"/>
          <a:lstStyle>
            <a:lvl1pPr algn="ctr">
              <a:lnSpc>
                <a:spcPct val="120000"/>
              </a:lnSpc>
              <a:defRPr sz="800" b="0" i="0">
                <a:solidFill>
                  <a:schemeClr val="tx1"/>
                </a:solidFill>
                <a:latin typeface="IBM Plex Sans" panose="020B0503050203000203" pitchFamily="34" charset="0"/>
                <a:ea typeface="IBM Plex Sans JP" panose="020B0503050203000203" pitchFamily="34" charset="-128"/>
              </a:defRPr>
            </a:lvl1pPr>
          </a:lstStyle>
          <a:p>
            <a:r>
              <a:rPr lang="en-US" dirty="0"/>
              <a:t>Pictogram</a:t>
            </a:r>
          </a:p>
        </p:txBody>
      </p:sp>
      <p:sp>
        <p:nvSpPr>
          <p:cNvPr id="12" name="Picture Placeholder 11">
            <a:extLst>
              <a:ext uri="{FF2B5EF4-FFF2-40B4-BE49-F238E27FC236}">
                <a16:creationId xmlns:a16="http://schemas.microsoft.com/office/drawing/2014/main" id="{484E55D7-CBB2-992D-3E77-5CB7B7CADA9C}"/>
              </a:ext>
            </a:extLst>
          </p:cNvPr>
          <p:cNvSpPr>
            <a:spLocks noGrp="1"/>
          </p:cNvSpPr>
          <p:nvPr>
            <p:ph type="pic" sz="quarter" idx="17" hasCustomPrompt="1"/>
          </p:nvPr>
        </p:nvSpPr>
        <p:spPr>
          <a:xfrm>
            <a:off x="9428522" y="301751"/>
            <a:ext cx="571426" cy="570706"/>
          </a:xfrm>
          <a:prstGeom prst="rect">
            <a:avLst/>
          </a:prstGeom>
        </p:spPr>
        <p:txBody>
          <a:bodyPr anchor="ctr"/>
          <a:lstStyle>
            <a:lvl1pPr algn="ctr">
              <a:lnSpc>
                <a:spcPct val="120000"/>
              </a:lnSpc>
              <a:defRPr sz="800" b="0" i="0">
                <a:solidFill>
                  <a:schemeClr val="tx1"/>
                </a:solidFill>
                <a:latin typeface="IBM Plex Sans" panose="020B0503050203000203" pitchFamily="34" charset="0"/>
                <a:ea typeface="IBM Plex Sans JP" panose="020B0503050203000203" pitchFamily="34" charset="-128"/>
              </a:defRPr>
            </a:lvl1pPr>
          </a:lstStyle>
          <a:p>
            <a:r>
              <a:rPr lang="en-US" dirty="0"/>
              <a:t>Pictogram</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3333316" y="1533525"/>
            <a:ext cx="2478024" cy="4559300"/>
          </a:xfrm>
          <a:prstGeom prst="rect">
            <a:avLst/>
          </a:prstGeom>
        </p:spPr>
        <p:txBody>
          <a:bodyPr/>
          <a:lstStyle>
            <a:lvl1pPr>
              <a:lnSpc>
                <a:spcPct val="120000"/>
              </a:lnSpc>
              <a:spcBef>
                <a:spcPts val="0"/>
              </a:spcBef>
              <a:defRPr sz="1400" b="0" i="0">
                <a:solidFill>
                  <a:schemeClr val="tx1"/>
                </a:solidFill>
                <a:latin typeface="IBM Plex Sans Light" panose="020B0403050203000203" pitchFamily="34" charset="0"/>
              </a:defRPr>
            </a:lvl1pPr>
            <a:lvl2pPr marL="127964" indent="-127964">
              <a:lnSpc>
                <a:spcPct val="120000"/>
              </a:lnSpc>
              <a:spcBef>
                <a:spcPts val="0"/>
              </a:spcBef>
              <a:defRPr sz="1400" b="0" i="0">
                <a:solidFill>
                  <a:schemeClr val="tx1"/>
                </a:solidFill>
                <a:latin typeface="IBM Plex Sans Light" panose="020B0403050203000203" pitchFamily="34" charset="0"/>
              </a:defRPr>
            </a:lvl2pPr>
            <a:lvl3pPr marL="255930" indent="-127964">
              <a:lnSpc>
                <a:spcPct val="120000"/>
              </a:lnSpc>
              <a:spcBef>
                <a:spcPts val="0"/>
              </a:spcBef>
              <a:defRPr sz="1400" b="0" i="0">
                <a:solidFill>
                  <a:schemeClr val="tx1"/>
                </a:solidFill>
                <a:latin typeface="IBM Plex Sans Light" panose="020B0403050203000203" pitchFamily="34" charset="0"/>
              </a:defRPr>
            </a:lvl3pPr>
            <a:lvl4pPr marL="383894" indent="-127964">
              <a:lnSpc>
                <a:spcPct val="120000"/>
              </a:lnSpc>
              <a:spcBef>
                <a:spcPts val="0"/>
              </a:spcBef>
              <a:defRPr sz="1400" b="0" i="0">
                <a:solidFill>
                  <a:schemeClr val="tx1"/>
                </a:solidFill>
                <a:latin typeface="IBM Plex Sans Light" panose="020B0403050203000203" pitchFamily="34" charset="0"/>
              </a:defRPr>
            </a:lvl4pPr>
            <a:lvl5pPr>
              <a:spcBef>
                <a:spcPts val="0"/>
              </a:spcBef>
              <a:defRPr sz="1400" b="0" i="0">
                <a:solidFill>
                  <a:schemeClr val="tx1"/>
                </a:solidFill>
                <a:latin typeface="IBM Plex Sans Light" panose="020B0403050203000203" pitchFamily="34" charset="0"/>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6380919" y="1533525"/>
            <a:ext cx="2478024" cy="4559300"/>
          </a:xfrm>
          <a:prstGeom prst="rect">
            <a:avLst/>
          </a:prstGeom>
        </p:spPr>
        <p:txBody>
          <a:bodyPr/>
          <a:lstStyle>
            <a:lvl1pPr>
              <a:lnSpc>
                <a:spcPct val="120000"/>
              </a:lnSpc>
              <a:spcBef>
                <a:spcPts val="0"/>
              </a:spcBef>
              <a:defRPr sz="1000" b="0" i="0">
                <a:solidFill>
                  <a:schemeClr val="tx1"/>
                </a:solidFill>
                <a:latin typeface="IBM Plex Sans" panose="020B0503050203000203" pitchFamily="34" charset="0"/>
                <a:ea typeface="IBM Plex Sans JP" panose="020B0503050203000203" pitchFamily="34" charset="-128"/>
              </a:defRPr>
            </a:lvl1pPr>
            <a:lvl2pPr marL="91404" indent="-91404">
              <a:lnSpc>
                <a:spcPct val="120000"/>
              </a:lnSpc>
              <a:spcBef>
                <a:spcPts val="0"/>
              </a:spcBef>
              <a:defRPr sz="1000" b="0" i="0">
                <a:solidFill>
                  <a:schemeClr val="tx1"/>
                </a:solidFill>
                <a:latin typeface="IBM Plex Sans" panose="020B0503050203000203" pitchFamily="34" charset="0"/>
                <a:ea typeface="IBM Plex Sans JP" panose="020B0503050203000203" pitchFamily="34" charset="-128"/>
              </a:defRPr>
            </a:lvl2pPr>
            <a:lvl3pPr marL="182806" indent="-91404">
              <a:lnSpc>
                <a:spcPct val="120000"/>
              </a:lnSpc>
              <a:spcBef>
                <a:spcPts val="0"/>
              </a:spcBef>
              <a:defRPr sz="1000" b="0" i="0">
                <a:solidFill>
                  <a:schemeClr val="tx1"/>
                </a:solidFill>
                <a:latin typeface="IBM Plex Sans" panose="020B0503050203000203" pitchFamily="34" charset="0"/>
                <a:ea typeface="IBM Plex Sans JP" panose="020B0503050203000203" pitchFamily="34" charset="-128"/>
              </a:defRPr>
            </a:lvl3pPr>
            <a:lvl4pPr marL="274210" indent="-91404">
              <a:lnSpc>
                <a:spcPct val="120000"/>
              </a:lnSpc>
              <a:spcBef>
                <a:spcPts val="0"/>
              </a:spcBef>
              <a:defRPr sz="1000" b="0" i="0">
                <a:solidFill>
                  <a:schemeClr val="tx1"/>
                </a:solidFill>
                <a:latin typeface="IBM Plex Sans" panose="020B0503050203000203" pitchFamily="34" charset="0"/>
                <a:ea typeface="IBM Plex Sans JP" panose="020B0503050203000203" pitchFamily="34" charset="-128"/>
              </a:defRPr>
            </a:lvl4pPr>
            <a:lvl5pPr>
              <a:spcBef>
                <a:spcPts val="0"/>
              </a:spcBef>
              <a:defRPr sz="1000" b="0" i="0">
                <a:solidFill>
                  <a:schemeClr val="tx1"/>
                </a:solidFill>
                <a:latin typeface="IBM Plex Sans" panose="020B0503050203000203" pitchFamily="34" charset="0"/>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9428522" y="1533525"/>
            <a:ext cx="2478024" cy="4559300"/>
          </a:xfrm>
          <a:prstGeom prst="rect">
            <a:avLst/>
          </a:prstGeom>
        </p:spPr>
        <p:txBody>
          <a:bodyPr/>
          <a:lstStyle>
            <a:lvl1pPr>
              <a:lnSpc>
                <a:spcPct val="120000"/>
              </a:lnSpc>
              <a:spcBef>
                <a:spcPts val="0"/>
              </a:spcBef>
              <a:defRPr sz="1000" b="0" i="0">
                <a:solidFill>
                  <a:schemeClr val="tx1"/>
                </a:solidFill>
                <a:latin typeface="IBM Plex Sans" panose="020B0503050203000203" pitchFamily="34" charset="0"/>
                <a:ea typeface="IBM Plex Sans JP" panose="020B0503050203000203" pitchFamily="34" charset="-128"/>
              </a:defRPr>
            </a:lvl1pPr>
            <a:lvl2pPr marL="91404" indent="-91404">
              <a:lnSpc>
                <a:spcPct val="120000"/>
              </a:lnSpc>
              <a:spcBef>
                <a:spcPts val="0"/>
              </a:spcBef>
              <a:defRPr sz="1000" b="0" i="0">
                <a:solidFill>
                  <a:schemeClr val="tx1"/>
                </a:solidFill>
                <a:latin typeface="IBM Plex Sans" panose="020B0503050203000203" pitchFamily="34" charset="0"/>
                <a:ea typeface="IBM Plex Sans JP" panose="020B0503050203000203" pitchFamily="34" charset="-128"/>
              </a:defRPr>
            </a:lvl2pPr>
            <a:lvl3pPr marL="182806" indent="-91404">
              <a:lnSpc>
                <a:spcPct val="120000"/>
              </a:lnSpc>
              <a:spcBef>
                <a:spcPts val="0"/>
              </a:spcBef>
              <a:defRPr sz="1000" b="0" i="0">
                <a:solidFill>
                  <a:schemeClr val="tx1"/>
                </a:solidFill>
                <a:latin typeface="IBM Plex Sans" panose="020B0503050203000203" pitchFamily="34" charset="0"/>
                <a:ea typeface="IBM Plex Sans JP" panose="020B0503050203000203" pitchFamily="34" charset="-128"/>
              </a:defRPr>
            </a:lvl3pPr>
            <a:lvl4pPr marL="274210" indent="-91404">
              <a:lnSpc>
                <a:spcPct val="120000"/>
              </a:lnSpc>
              <a:spcBef>
                <a:spcPts val="0"/>
              </a:spcBef>
              <a:defRPr sz="1000" b="0" i="0">
                <a:solidFill>
                  <a:schemeClr val="tx1"/>
                </a:solidFill>
                <a:latin typeface="IBM Plex Sans" panose="020B0503050203000203" pitchFamily="34" charset="0"/>
                <a:ea typeface="IBM Plex Sans JP" panose="020B0503050203000203" pitchFamily="34" charset="-128"/>
              </a:defRPr>
            </a:lvl4pPr>
            <a:lvl5pPr>
              <a:spcBef>
                <a:spcPts val="0"/>
              </a:spcBef>
              <a:defRPr sz="1000" b="0" i="0">
                <a:solidFill>
                  <a:schemeClr val="tx1"/>
                </a:solidFill>
                <a:latin typeface="IBM Plex Sans" panose="020B0503050203000203" pitchFamily="34" charset="0"/>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2" name="フッター プレースホルダー 1">
            <a:extLst>
              <a:ext uri="{FF2B5EF4-FFF2-40B4-BE49-F238E27FC236}">
                <a16:creationId xmlns:a16="http://schemas.microsoft.com/office/drawing/2014/main" id="{7C6AA33C-894D-DFDC-B8FF-6DC20F715241}"/>
              </a:ext>
            </a:extLst>
          </p:cNvPr>
          <p:cNvSpPr>
            <a:spLocks noGrp="1"/>
          </p:cNvSpPr>
          <p:nvPr>
            <p:ph type="ftr" sz="quarter" idx="18"/>
          </p:nvPr>
        </p:nvSpPr>
        <p:spPr/>
        <p:txBody>
          <a:bodyPr/>
          <a:lstStyle/>
          <a:p>
            <a:r>
              <a:rPr kumimoji="1" lang="ja-JP" altLang="en-US"/>
              <a:t>フッター</a:t>
            </a:r>
            <a:r>
              <a:rPr kumimoji="1" lang="en-US" altLang="ja-JP" dirty="0"/>
              <a:t>(Optional)</a:t>
            </a:r>
            <a:endParaRPr kumimoji="1" lang="ja-JP" altLang="en-US"/>
          </a:p>
        </p:txBody>
      </p:sp>
      <p:sp>
        <p:nvSpPr>
          <p:cNvPr id="10" name="スライド番号プレースホルダー 9">
            <a:extLst>
              <a:ext uri="{FF2B5EF4-FFF2-40B4-BE49-F238E27FC236}">
                <a16:creationId xmlns:a16="http://schemas.microsoft.com/office/drawing/2014/main" id="{75680C89-EB3D-3604-DDA2-CC9AAC011BED}"/>
              </a:ext>
            </a:extLst>
          </p:cNvPr>
          <p:cNvSpPr>
            <a:spLocks noGrp="1"/>
          </p:cNvSpPr>
          <p:nvPr>
            <p:ph type="sldNum" sz="quarter" idx="19"/>
          </p:nvPr>
        </p:nvSpPr>
        <p:spPr/>
        <p:txBody>
          <a:bodyPr/>
          <a:lstStyle/>
          <a:p>
            <a:fld id="{19CA33DB-3EF7-0D48-8164-B05E3E6F1758}" type="slidenum">
              <a:rPr kumimoji="1" lang="ja-JP" altLang="en-US" smtClean="0"/>
              <a:pPr/>
              <a:t>‹#›</a:t>
            </a:fld>
            <a:endParaRPr kumimoji="1" lang="ja-JP" altLang="en-US"/>
          </a:p>
        </p:txBody>
      </p:sp>
    </p:spTree>
    <p:extLst>
      <p:ext uri="{BB962C8B-B14F-4D97-AF65-F5344CB8AC3E}">
        <p14:creationId xmlns:p14="http://schemas.microsoft.com/office/powerpoint/2010/main" val="3834495055"/>
      </p:ext>
    </p:extLst>
  </p:cSld>
  <p:clrMapOvr>
    <a:masterClrMapping/>
  </p:clrMapOvr>
  <p:transition spd="med"/>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Boxes, 4 stacked wide, pictograms">
    <p:bg>
      <p:bgPr>
        <a:solidFill>
          <a:schemeClr val="bg1"/>
        </a:solidFill>
        <a:effectLst/>
      </p:bgPr>
    </p:bg>
    <p:spTree>
      <p:nvGrpSpPr>
        <p:cNvPr id="1" name=""/>
        <p:cNvGrpSpPr/>
        <p:nvPr/>
      </p:nvGrpSpPr>
      <p:grpSpPr>
        <a:xfrm>
          <a:off x="0" y="0"/>
          <a:ext cx="0" cy="0"/>
          <a:chOff x="0" y="0"/>
          <a:chExt cx="0" cy="0"/>
        </a:xfrm>
      </p:grpSpPr>
      <p:cxnSp>
        <p:nvCxnSpPr>
          <p:cNvPr id="14" name="Straight Connector 13">
            <a:extLst>
              <a:ext uri="{FF2B5EF4-FFF2-40B4-BE49-F238E27FC236}">
                <a16:creationId xmlns:a16="http://schemas.microsoft.com/office/drawing/2014/main" id="{00A530A6-2F26-DA70-D0D9-6DD90453CEC1}"/>
              </a:ext>
            </a:extLst>
          </p:cNvPr>
          <p:cNvCxnSpPr>
            <a:cxnSpLocks/>
          </p:cNvCxnSpPr>
          <p:nvPr userDrawn="1"/>
        </p:nvCxnSpPr>
        <p:spPr bwMode="auto">
          <a:xfrm>
            <a:off x="6096000" y="284957"/>
            <a:ext cx="0" cy="5806440"/>
          </a:xfrm>
          <a:prstGeom prst="line">
            <a:avLst/>
          </a:prstGeom>
          <a:ln w="635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9C5483A0-0E31-72CE-21C3-6248FAEBC09A}"/>
              </a:ext>
            </a:extLst>
          </p:cNvPr>
          <p:cNvCxnSpPr/>
          <p:nvPr userDrawn="1"/>
        </p:nvCxnSpPr>
        <p:spPr bwMode="auto">
          <a:xfrm>
            <a:off x="284126" y="3048000"/>
            <a:ext cx="11620574" cy="0"/>
          </a:xfrm>
          <a:prstGeom prst="line">
            <a:avLst/>
          </a:prstGeom>
          <a:ln w="635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3" name="Picture Placeholder 12">
            <a:extLst>
              <a:ext uri="{FF2B5EF4-FFF2-40B4-BE49-F238E27FC236}">
                <a16:creationId xmlns:a16="http://schemas.microsoft.com/office/drawing/2014/main" id="{30AB5158-BCB8-39EE-DA85-F2CD01699FBB}"/>
              </a:ext>
            </a:extLst>
          </p:cNvPr>
          <p:cNvSpPr>
            <a:spLocks noGrp="1"/>
          </p:cNvSpPr>
          <p:nvPr>
            <p:ph type="pic" sz="quarter" idx="15" hasCustomPrompt="1"/>
          </p:nvPr>
        </p:nvSpPr>
        <p:spPr>
          <a:xfrm>
            <a:off x="292609" y="301752"/>
            <a:ext cx="573013" cy="570706"/>
          </a:xfrm>
          <a:prstGeom prst="rect">
            <a:avLst/>
          </a:prstGeom>
        </p:spPr>
        <p:txBody>
          <a:bodyPr anchor="ctr"/>
          <a:lstStyle>
            <a:lvl1pPr algn="ctr">
              <a:lnSpc>
                <a:spcPct val="120000"/>
              </a:lnSpc>
              <a:defRPr sz="800" b="0" i="0">
                <a:latin typeface="IBM Plex Sans" panose="020B0503050203000203" pitchFamily="34" charset="0"/>
                <a:ea typeface="IBM Plex Sans JP" panose="020B0503050203000203" pitchFamily="34" charset="-128"/>
              </a:defRPr>
            </a:lvl1pPr>
          </a:lstStyle>
          <a:p>
            <a:r>
              <a:rPr lang="en-US" dirty="0"/>
              <a:t>Pictogram</a:t>
            </a:r>
          </a:p>
        </p:txBody>
      </p:sp>
      <p:sp>
        <p:nvSpPr>
          <p:cNvPr id="15" name="Picture Placeholder 14">
            <a:extLst>
              <a:ext uri="{FF2B5EF4-FFF2-40B4-BE49-F238E27FC236}">
                <a16:creationId xmlns:a16="http://schemas.microsoft.com/office/drawing/2014/main" id="{3C3730E5-61EB-7405-CC85-AB04242CDBC4}"/>
              </a:ext>
            </a:extLst>
          </p:cNvPr>
          <p:cNvSpPr>
            <a:spLocks noGrp="1"/>
          </p:cNvSpPr>
          <p:nvPr>
            <p:ph type="pic" sz="quarter" idx="16" hasCustomPrompt="1"/>
          </p:nvPr>
        </p:nvSpPr>
        <p:spPr>
          <a:xfrm>
            <a:off x="6380919" y="301752"/>
            <a:ext cx="571426" cy="570706"/>
          </a:xfrm>
          <a:prstGeom prst="rect">
            <a:avLst/>
          </a:prstGeom>
        </p:spPr>
        <p:txBody>
          <a:bodyPr anchor="ctr"/>
          <a:lstStyle>
            <a:lvl1pPr algn="ctr">
              <a:lnSpc>
                <a:spcPct val="120000"/>
              </a:lnSpc>
              <a:defRPr sz="800" b="0" i="0">
                <a:latin typeface="IBM Plex Sans" panose="020B0503050203000203" pitchFamily="34" charset="0"/>
                <a:ea typeface="IBM Plex Sans JP" panose="020B0503050203000203" pitchFamily="34" charset="-128"/>
              </a:defRPr>
            </a:lvl1pPr>
          </a:lstStyle>
          <a:p>
            <a:r>
              <a:rPr lang="en-US" dirty="0"/>
              <a:t>Pictogram</a:t>
            </a:r>
          </a:p>
        </p:txBody>
      </p:sp>
      <p:sp>
        <p:nvSpPr>
          <p:cNvPr id="17" name="Picture Placeholder 16">
            <a:extLst>
              <a:ext uri="{FF2B5EF4-FFF2-40B4-BE49-F238E27FC236}">
                <a16:creationId xmlns:a16="http://schemas.microsoft.com/office/drawing/2014/main" id="{62C94928-6A9B-2EA7-301C-71E5F2547C8A}"/>
              </a:ext>
            </a:extLst>
          </p:cNvPr>
          <p:cNvSpPr>
            <a:spLocks noGrp="1"/>
          </p:cNvSpPr>
          <p:nvPr>
            <p:ph type="pic" sz="quarter" idx="17" hasCustomPrompt="1"/>
          </p:nvPr>
        </p:nvSpPr>
        <p:spPr>
          <a:xfrm>
            <a:off x="292609" y="3238500"/>
            <a:ext cx="573013" cy="571500"/>
          </a:xfrm>
          <a:prstGeom prst="rect">
            <a:avLst/>
          </a:prstGeom>
        </p:spPr>
        <p:txBody>
          <a:bodyPr anchor="ctr"/>
          <a:lstStyle>
            <a:lvl1pPr algn="ctr">
              <a:lnSpc>
                <a:spcPct val="120000"/>
              </a:lnSpc>
              <a:defRPr sz="800" b="0" i="0">
                <a:latin typeface="IBM Plex Sans" panose="020B0503050203000203" pitchFamily="34" charset="0"/>
                <a:ea typeface="IBM Plex Sans JP" panose="020B0503050203000203" pitchFamily="34" charset="-128"/>
              </a:defRPr>
            </a:lvl1pPr>
          </a:lstStyle>
          <a:p>
            <a:r>
              <a:rPr lang="en-US" dirty="0"/>
              <a:t>Pictogram</a:t>
            </a:r>
          </a:p>
        </p:txBody>
      </p:sp>
      <p:sp>
        <p:nvSpPr>
          <p:cNvPr id="19" name="Picture Placeholder 18">
            <a:extLst>
              <a:ext uri="{FF2B5EF4-FFF2-40B4-BE49-F238E27FC236}">
                <a16:creationId xmlns:a16="http://schemas.microsoft.com/office/drawing/2014/main" id="{2E840026-2FAF-826F-DCFD-3FF0082B0823}"/>
              </a:ext>
            </a:extLst>
          </p:cNvPr>
          <p:cNvSpPr>
            <a:spLocks noGrp="1"/>
          </p:cNvSpPr>
          <p:nvPr>
            <p:ph type="pic" sz="quarter" idx="18" hasCustomPrompt="1"/>
          </p:nvPr>
        </p:nvSpPr>
        <p:spPr>
          <a:xfrm>
            <a:off x="6380919" y="3238500"/>
            <a:ext cx="571426" cy="571500"/>
          </a:xfrm>
          <a:prstGeom prst="rect">
            <a:avLst/>
          </a:prstGeom>
        </p:spPr>
        <p:txBody>
          <a:bodyPr anchor="ctr"/>
          <a:lstStyle>
            <a:lvl1pPr algn="ctr">
              <a:lnSpc>
                <a:spcPct val="120000"/>
              </a:lnSpc>
              <a:defRPr sz="800" b="0" i="0">
                <a:latin typeface="IBM Plex Sans" panose="020B0503050203000203" pitchFamily="34" charset="0"/>
                <a:ea typeface="IBM Plex Sans JP" panose="020B0503050203000203" pitchFamily="34" charset="-128"/>
              </a:defRPr>
            </a:lvl1pPr>
          </a:lstStyle>
          <a:p>
            <a:r>
              <a:rPr lang="en-US" dirty="0"/>
              <a:t>Pictogram</a:t>
            </a:r>
          </a:p>
        </p:txBody>
      </p:sp>
      <p:sp>
        <p:nvSpPr>
          <p:cNvPr id="5" name="Text Placeholder 4">
            <a:extLst>
              <a:ext uri="{FF2B5EF4-FFF2-40B4-BE49-F238E27FC236}">
                <a16:creationId xmlns:a16="http://schemas.microsoft.com/office/drawing/2014/main" id="{931099CB-CB87-D5D5-506D-4B49C08161D3}"/>
              </a:ext>
            </a:extLst>
          </p:cNvPr>
          <p:cNvSpPr>
            <a:spLocks noGrp="1"/>
          </p:cNvSpPr>
          <p:nvPr>
            <p:ph type="body" sz="quarter" idx="11"/>
          </p:nvPr>
        </p:nvSpPr>
        <p:spPr>
          <a:xfrm>
            <a:off x="292608" y="1238250"/>
            <a:ext cx="3334903" cy="1524000"/>
          </a:xfrm>
          <a:prstGeom prst="rect">
            <a:avLst/>
          </a:prstGeom>
        </p:spPr>
        <p:txBody>
          <a:bodyPr/>
          <a:lstStyle>
            <a:lvl1pPr>
              <a:lnSpc>
                <a:spcPct val="110000"/>
              </a:lnSpc>
              <a:spcBef>
                <a:spcPts val="0"/>
              </a:spcBef>
              <a:defRPr sz="2000">
                <a:solidFill>
                  <a:schemeClr val="tx1"/>
                </a:solidFill>
              </a:defRPr>
            </a:lvl1pPr>
            <a:lvl2pPr marL="201088" indent="-201088">
              <a:lnSpc>
                <a:spcPct val="110000"/>
              </a:lnSpc>
              <a:spcBef>
                <a:spcPts val="0"/>
              </a:spcBef>
              <a:defRPr sz="2000">
                <a:solidFill>
                  <a:schemeClr val="tx1"/>
                </a:solidFill>
              </a:defRPr>
            </a:lvl2pPr>
            <a:lvl3pPr marL="402176" indent="-201088">
              <a:lnSpc>
                <a:spcPct val="110000"/>
              </a:lnSpc>
              <a:spcBef>
                <a:spcPts val="0"/>
              </a:spcBef>
              <a:defRPr sz="2000">
                <a:solidFill>
                  <a:schemeClr val="tx1"/>
                </a:solidFill>
              </a:defRPr>
            </a:lvl3pPr>
            <a:lvl4pPr marL="557560" indent="-201088">
              <a:lnSpc>
                <a:spcPct val="110000"/>
              </a:lnSpc>
              <a:spcBef>
                <a:spcPts val="0"/>
              </a:spcBef>
              <a:defRPr sz="2000">
                <a:solidFill>
                  <a:schemeClr val="tx1"/>
                </a:solidFill>
              </a:defRPr>
            </a:lvl4pPr>
            <a:lvl5pPr>
              <a:lnSpc>
                <a:spcPct val="100000"/>
              </a:lnSpc>
              <a:spcBef>
                <a:spcPts val="0"/>
              </a:spcBef>
              <a:defRPr sz="2200">
                <a:solidFill>
                  <a:schemeClr val="tx1"/>
                </a:solidFill>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7" name="Text Placeholder 6">
            <a:extLst>
              <a:ext uri="{FF2B5EF4-FFF2-40B4-BE49-F238E27FC236}">
                <a16:creationId xmlns:a16="http://schemas.microsoft.com/office/drawing/2014/main" id="{FC1DA3C4-E728-0E45-C91D-8EDF4B495FFC}"/>
              </a:ext>
            </a:extLst>
          </p:cNvPr>
          <p:cNvSpPr>
            <a:spLocks noGrp="1"/>
          </p:cNvSpPr>
          <p:nvPr>
            <p:ph type="body" sz="quarter" idx="12"/>
          </p:nvPr>
        </p:nvSpPr>
        <p:spPr>
          <a:xfrm>
            <a:off x="6380919" y="1238250"/>
            <a:ext cx="3333316" cy="1524000"/>
          </a:xfrm>
          <a:prstGeom prst="rect">
            <a:avLst/>
          </a:prstGeom>
        </p:spPr>
        <p:txBody>
          <a:bodyPr/>
          <a:lstStyle>
            <a:lvl1pPr>
              <a:lnSpc>
                <a:spcPct val="110000"/>
              </a:lnSpc>
              <a:spcBef>
                <a:spcPts val="0"/>
              </a:spcBef>
              <a:defRPr sz="2000">
                <a:solidFill>
                  <a:schemeClr val="tx1"/>
                </a:solidFill>
              </a:defRPr>
            </a:lvl1pPr>
            <a:lvl2pPr marL="201088" indent="-201088">
              <a:lnSpc>
                <a:spcPct val="110000"/>
              </a:lnSpc>
              <a:spcBef>
                <a:spcPts val="0"/>
              </a:spcBef>
              <a:defRPr sz="2000">
                <a:solidFill>
                  <a:schemeClr val="tx1"/>
                </a:solidFill>
              </a:defRPr>
            </a:lvl2pPr>
            <a:lvl3pPr marL="402176" indent="-201088">
              <a:lnSpc>
                <a:spcPct val="110000"/>
              </a:lnSpc>
              <a:spcBef>
                <a:spcPts val="0"/>
              </a:spcBef>
              <a:defRPr sz="2000">
                <a:solidFill>
                  <a:schemeClr val="tx1"/>
                </a:solidFill>
              </a:defRPr>
            </a:lvl3pPr>
            <a:lvl4pPr marL="557560" indent="-201088">
              <a:lnSpc>
                <a:spcPct val="110000"/>
              </a:lnSpc>
              <a:spcBef>
                <a:spcPts val="0"/>
              </a:spcBef>
              <a:defRPr sz="2000">
                <a:solidFill>
                  <a:schemeClr val="tx1"/>
                </a:solidFill>
              </a:defRPr>
            </a:lvl4pPr>
            <a:lvl5pPr>
              <a:lnSpc>
                <a:spcPct val="100000"/>
              </a:lnSpc>
              <a:spcBef>
                <a:spcPts val="0"/>
              </a:spcBef>
              <a:defRPr sz="2200">
                <a:solidFill>
                  <a:schemeClr val="tx1"/>
                </a:solidFill>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9" name="Text Placeholder 8">
            <a:extLst>
              <a:ext uri="{FF2B5EF4-FFF2-40B4-BE49-F238E27FC236}">
                <a16:creationId xmlns:a16="http://schemas.microsoft.com/office/drawing/2014/main" id="{B0565063-698E-31B0-B619-B99A9A0B3DB6}"/>
              </a:ext>
            </a:extLst>
          </p:cNvPr>
          <p:cNvSpPr>
            <a:spLocks noGrp="1"/>
          </p:cNvSpPr>
          <p:nvPr>
            <p:ph type="body" sz="quarter" idx="13"/>
          </p:nvPr>
        </p:nvSpPr>
        <p:spPr>
          <a:xfrm>
            <a:off x="292608" y="4191000"/>
            <a:ext cx="3334904" cy="1524000"/>
          </a:xfrm>
          <a:prstGeom prst="rect">
            <a:avLst/>
          </a:prstGeom>
        </p:spPr>
        <p:txBody>
          <a:bodyPr/>
          <a:lstStyle>
            <a:lvl1pPr>
              <a:lnSpc>
                <a:spcPct val="110000"/>
              </a:lnSpc>
              <a:spcBef>
                <a:spcPts val="0"/>
              </a:spcBef>
              <a:defRPr sz="2000">
                <a:solidFill>
                  <a:schemeClr val="tx1"/>
                </a:solidFill>
              </a:defRPr>
            </a:lvl1pPr>
            <a:lvl2pPr marL="201088" indent="-201088">
              <a:lnSpc>
                <a:spcPct val="110000"/>
              </a:lnSpc>
              <a:spcBef>
                <a:spcPts val="0"/>
              </a:spcBef>
              <a:defRPr sz="2000">
                <a:solidFill>
                  <a:schemeClr val="tx1"/>
                </a:solidFill>
              </a:defRPr>
            </a:lvl2pPr>
            <a:lvl3pPr marL="402176" indent="-201088">
              <a:lnSpc>
                <a:spcPct val="110000"/>
              </a:lnSpc>
              <a:spcBef>
                <a:spcPts val="0"/>
              </a:spcBef>
              <a:defRPr sz="2000">
                <a:solidFill>
                  <a:schemeClr val="tx1"/>
                </a:solidFill>
              </a:defRPr>
            </a:lvl3pPr>
            <a:lvl4pPr marL="557560" indent="-201088">
              <a:lnSpc>
                <a:spcPct val="110000"/>
              </a:lnSpc>
              <a:spcBef>
                <a:spcPts val="0"/>
              </a:spcBef>
              <a:defRPr sz="2000">
                <a:solidFill>
                  <a:schemeClr val="tx1"/>
                </a:solidFill>
              </a:defRPr>
            </a:lvl4pPr>
            <a:lvl5pPr>
              <a:lnSpc>
                <a:spcPct val="100000"/>
              </a:lnSpc>
              <a:spcBef>
                <a:spcPts val="0"/>
              </a:spcBef>
              <a:defRPr sz="2200">
                <a:solidFill>
                  <a:schemeClr val="tx1"/>
                </a:solidFill>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11" name="Text Placeholder 10">
            <a:extLst>
              <a:ext uri="{FF2B5EF4-FFF2-40B4-BE49-F238E27FC236}">
                <a16:creationId xmlns:a16="http://schemas.microsoft.com/office/drawing/2014/main" id="{B4E44FFD-1EB7-1873-F6D1-67DE839EF09E}"/>
              </a:ext>
            </a:extLst>
          </p:cNvPr>
          <p:cNvSpPr>
            <a:spLocks noGrp="1"/>
          </p:cNvSpPr>
          <p:nvPr>
            <p:ph type="body" sz="quarter" idx="14"/>
          </p:nvPr>
        </p:nvSpPr>
        <p:spPr>
          <a:xfrm>
            <a:off x="6380920" y="4191000"/>
            <a:ext cx="3333316" cy="1524000"/>
          </a:xfrm>
          <a:prstGeom prst="rect">
            <a:avLst/>
          </a:prstGeom>
        </p:spPr>
        <p:txBody>
          <a:bodyPr/>
          <a:lstStyle>
            <a:lvl1pPr>
              <a:lnSpc>
                <a:spcPct val="110000"/>
              </a:lnSpc>
              <a:spcBef>
                <a:spcPts val="0"/>
              </a:spcBef>
              <a:defRPr sz="2000">
                <a:solidFill>
                  <a:schemeClr val="tx1"/>
                </a:solidFill>
              </a:defRPr>
            </a:lvl1pPr>
            <a:lvl2pPr marL="201088" indent="-201088">
              <a:lnSpc>
                <a:spcPct val="110000"/>
              </a:lnSpc>
              <a:spcBef>
                <a:spcPts val="0"/>
              </a:spcBef>
              <a:defRPr sz="2000">
                <a:solidFill>
                  <a:schemeClr val="tx1"/>
                </a:solidFill>
              </a:defRPr>
            </a:lvl2pPr>
            <a:lvl3pPr marL="402176" indent="-201088">
              <a:lnSpc>
                <a:spcPct val="110000"/>
              </a:lnSpc>
              <a:spcBef>
                <a:spcPts val="0"/>
              </a:spcBef>
              <a:defRPr sz="2000">
                <a:solidFill>
                  <a:schemeClr val="tx1"/>
                </a:solidFill>
              </a:defRPr>
            </a:lvl3pPr>
            <a:lvl4pPr marL="557560" indent="-201088">
              <a:lnSpc>
                <a:spcPct val="110000"/>
              </a:lnSpc>
              <a:spcBef>
                <a:spcPts val="0"/>
              </a:spcBef>
              <a:defRPr sz="2000">
                <a:solidFill>
                  <a:schemeClr val="tx1"/>
                </a:solidFill>
              </a:defRPr>
            </a:lvl4pPr>
            <a:lvl5pPr>
              <a:lnSpc>
                <a:spcPct val="100000"/>
              </a:lnSpc>
              <a:spcBef>
                <a:spcPts val="0"/>
              </a:spcBef>
              <a:defRPr sz="2200">
                <a:solidFill>
                  <a:schemeClr val="tx1"/>
                </a:solidFill>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2" name="フッター プレースホルダー 1">
            <a:extLst>
              <a:ext uri="{FF2B5EF4-FFF2-40B4-BE49-F238E27FC236}">
                <a16:creationId xmlns:a16="http://schemas.microsoft.com/office/drawing/2014/main" id="{11B5B289-34A0-5659-8BF2-CA10D804773E}"/>
              </a:ext>
            </a:extLst>
          </p:cNvPr>
          <p:cNvSpPr>
            <a:spLocks noGrp="1"/>
          </p:cNvSpPr>
          <p:nvPr>
            <p:ph type="ftr" sz="quarter" idx="19"/>
          </p:nvPr>
        </p:nvSpPr>
        <p:spPr/>
        <p:txBody>
          <a:bodyPr/>
          <a:lstStyle/>
          <a:p>
            <a:r>
              <a:rPr kumimoji="1" lang="ja-JP" altLang="en-US"/>
              <a:t>フッター</a:t>
            </a:r>
            <a:r>
              <a:rPr kumimoji="1" lang="en-US" altLang="ja-JP" dirty="0"/>
              <a:t>(Optional)</a:t>
            </a:r>
            <a:endParaRPr kumimoji="1" lang="ja-JP" altLang="en-US"/>
          </a:p>
        </p:txBody>
      </p:sp>
      <p:sp>
        <p:nvSpPr>
          <p:cNvPr id="6" name="スライド番号プレースホルダー 5">
            <a:extLst>
              <a:ext uri="{FF2B5EF4-FFF2-40B4-BE49-F238E27FC236}">
                <a16:creationId xmlns:a16="http://schemas.microsoft.com/office/drawing/2014/main" id="{29620985-3E53-69CA-55C4-C6747DCCBE4F}"/>
              </a:ext>
            </a:extLst>
          </p:cNvPr>
          <p:cNvSpPr>
            <a:spLocks noGrp="1"/>
          </p:cNvSpPr>
          <p:nvPr>
            <p:ph type="sldNum" sz="quarter" idx="20"/>
          </p:nvPr>
        </p:nvSpPr>
        <p:spPr/>
        <p:txBody>
          <a:bodyPr/>
          <a:lstStyle/>
          <a:p>
            <a:fld id="{19CA33DB-3EF7-0D48-8164-B05E3E6F1758}" type="slidenum">
              <a:rPr kumimoji="1" lang="ja-JP" altLang="en-US" smtClean="0"/>
              <a:pPr/>
              <a:t>‹#›</a:t>
            </a:fld>
            <a:endParaRPr kumimoji="1" lang="ja-JP" altLang="en-US"/>
          </a:p>
        </p:txBody>
      </p:sp>
    </p:spTree>
    <p:extLst>
      <p:ext uri="{BB962C8B-B14F-4D97-AF65-F5344CB8AC3E}">
        <p14:creationId xmlns:p14="http://schemas.microsoft.com/office/powerpoint/2010/main" val="713580"/>
      </p:ext>
    </p:extLst>
  </p:cSld>
  <p:clrMapOvr>
    <a:masterClrMapping/>
  </p:clrMapOvr>
  <p:transition spd="med"/>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Boxes, 4 stacked,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92608" y="769938"/>
            <a:ext cx="5523783" cy="2284412"/>
          </a:xfrm>
          <a:prstGeom prst="rect">
            <a:avLst/>
          </a:prstGeom>
        </p:spPr>
        <p:txBody>
          <a:bodyPr/>
          <a:lstStyle>
            <a:lvl1pPr>
              <a:lnSpc>
                <a:spcPct val="110000"/>
              </a:lnSpc>
              <a:defRPr sz="1400">
                <a:solidFill>
                  <a:schemeClr val="tx1"/>
                </a:solidFill>
              </a:defRPr>
            </a:lvl1pPr>
          </a:lstStyle>
          <a:p>
            <a:r>
              <a:rPr lang="ja-JP" altLang="en-US"/>
              <a:t>マスター タイトルの書式設定</a:t>
            </a:r>
            <a:endParaRPr lang="en-US" dirty="0"/>
          </a:p>
        </p:txBody>
      </p:sp>
      <p:sp>
        <p:nvSpPr>
          <p:cNvPr id="7" name="Text Placeholder 6">
            <a:extLst>
              <a:ext uri="{FF2B5EF4-FFF2-40B4-BE49-F238E27FC236}">
                <a16:creationId xmlns:a16="http://schemas.microsoft.com/office/drawing/2014/main" id="{E29EF9E2-1551-8357-22BD-8C43EF5EBE34}"/>
              </a:ext>
            </a:extLst>
          </p:cNvPr>
          <p:cNvSpPr>
            <a:spLocks noGrp="1"/>
          </p:cNvSpPr>
          <p:nvPr>
            <p:ph type="body" sz="quarter" idx="21"/>
          </p:nvPr>
        </p:nvSpPr>
        <p:spPr>
          <a:xfrm>
            <a:off x="292608" y="301752"/>
            <a:ext cx="2478024" cy="228600"/>
          </a:xfrm>
          <a:prstGeom prst="rect">
            <a:avLst/>
          </a:prstGeom>
        </p:spPr>
        <p:txBody>
          <a:bodyPr/>
          <a:lstStyle>
            <a:lvl1pPr>
              <a:lnSpc>
                <a:spcPct val="120000"/>
              </a:lnSpc>
              <a:defRPr sz="1400">
                <a:solidFill>
                  <a:schemeClr val="tx1"/>
                </a:solidFill>
              </a:defRPr>
            </a:lvl1pPr>
          </a:lstStyle>
          <a:p>
            <a:pPr lvl="0"/>
            <a:r>
              <a:rPr lang="ja-JP" altLang="en-US"/>
              <a:t>マスター テキストの書式設定</a:t>
            </a:r>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6380919" y="301752"/>
            <a:ext cx="2478024" cy="2478024"/>
          </a:xfrm>
          <a:prstGeom prst="rect">
            <a:avLst/>
          </a:prstGeom>
        </p:spPr>
        <p:txBody>
          <a:bodyPr/>
          <a:lstStyle>
            <a:lvl1pPr>
              <a:lnSpc>
                <a:spcPct val="120000"/>
              </a:lnSpc>
              <a:spcBef>
                <a:spcPts val="0"/>
              </a:spcBef>
              <a:defRPr sz="1400" b="0" i="0">
                <a:solidFill>
                  <a:schemeClr val="tx1"/>
                </a:solidFill>
                <a:latin typeface="IBM Plex Sans Light" panose="020B0403050203000203" pitchFamily="34" charset="0"/>
              </a:defRPr>
            </a:lvl1pPr>
            <a:lvl2pPr marL="127964" indent="-127964">
              <a:lnSpc>
                <a:spcPct val="120000"/>
              </a:lnSpc>
              <a:spcBef>
                <a:spcPts val="0"/>
              </a:spcBef>
              <a:defRPr sz="1400" b="0" i="0">
                <a:solidFill>
                  <a:schemeClr val="tx1"/>
                </a:solidFill>
                <a:latin typeface="IBM Plex Sans Light" panose="020B0403050203000203" pitchFamily="34" charset="0"/>
              </a:defRPr>
            </a:lvl2pPr>
            <a:lvl3pPr marL="255930" indent="-127964">
              <a:lnSpc>
                <a:spcPct val="120000"/>
              </a:lnSpc>
              <a:spcBef>
                <a:spcPts val="0"/>
              </a:spcBef>
              <a:defRPr sz="1400" b="0" i="0">
                <a:solidFill>
                  <a:schemeClr val="tx1"/>
                </a:solidFill>
                <a:latin typeface="IBM Plex Sans Light" panose="020B0403050203000203" pitchFamily="34" charset="0"/>
              </a:defRPr>
            </a:lvl3pPr>
            <a:lvl4pPr marL="383894" indent="-127964">
              <a:lnSpc>
                <a:spcPct val="12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9428522" y="301752"/>
            <a:ext cx="2478024" cy="2478024"/>
          </a:xfrm>
          <a:prstGeom prst="rect">
            <a:avLst/>
          </a:prstGeom>
        </p:spPr>
        <p:txBody>
          <a:bodyPr/>
          <a:lstStyle>
            <a:lvl1pPr>
              <a:lnSpc>
                <a:spcPct val="120000"/>
              </a:lnSpc>
              <a:spcBef>
                <a:spcPts val="0"/>
              </a:spcBef>
              <a:defRPr sz="1400" b="0" i="0">
                <a:solidFill>
                  <a:schemeClr val="tx1"/>
                </a:solidFill>
                <a:latin typeface="IBM Plex Sans Light" panose="020B0403050203000203" pitchFamily="34" charset="0"/>
              </a:defRPr>
            </a:lvl1pPr>
            <a:lvl2pPr marL="127964" indent="-127964">
              <a:lnSpc>
                <a:spcPct val="120000"/>
              </a:lnSpc>
              <a:spcBef>
                <a:spcPts val="0"/>
              </a:spcBef>
              <a:defRPr sz="1400" b="0" i="0">
                <a:solidFill>
                  <a:schemeClr val="tx1"/>
                </a:solidFill>
                <a:latin typeface="IBM Plex Sans Light" panose="020B0403050203000203" pitchFamily="34" charset="0"/>
              </a:defRPr>
            </a:lvl2pPr>
            <a:lvl3pPr marL="255930" indent="-127964">
              <a:lnSpc>
                <a:spcPct val="120000"/>
              </a:lnSpc>
              <a:spcBef>
                <a:spcPts val="0"/>
              </a:spcBef>
              <a:defRPr sz="1400" b="0" i="0">
                <a:solidFill>
                  <a:schemeClr val="tx1"/>
                </a:solidFill>
                <a:latin typeface="IBM Plex Sans Light" panose="020B0403050203000203" pitchFamily="34" charset="0"/>
              </a:defRPr>
            </a:lvl3pPr>
            <a:lvl4pPr marL="383894" indent="-127964">
              <a:lnSpc>
                <a:spcPct val="12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5" name="Text Placeholder 4">
            <a:extLst>
              <a:ext uri="{FF2B5EF4-FFF2-40B4-BE49-F238E27FC236}">
                <a16:creationId xmlns:a16="http://schemas.microsoft.com/office/drawing/2014/main" id="{A5DD5CF1-28D6-74AF-B345-5911CB10D454}"/>
              </a:ext>
            </a:extLst>
          </p:cNvPr>
          <p:cNvSpPr>
            <a:spLocks noGrp="1"/>
          </p:cNvSpPr>
          <p:nvPr>
            <p:ph type="body" sz="quarter" idx="18"/>
          </p:nvPr>
        </p:nvSpPr>
        <p:spPr>
          <a:xfrm>
            <a:off x="6380919" y="3337560"/>
            <a:ext cx="2478024" cy="2478024"/>
          </a:xfrm>
          <a:prstGeom prst="rect">
            <a:avLst/>
          </a:prstGeom>
        </p:spPr>
        <p:txBody>
          <a:bodyPr/>
          <a:lstStyle>
            <a:lvl1pPr>
              <a:lnSpc>
                <a:spcPct val="120000"/>
              </a:lnSpc>
              <a:spcBef>
                <a:spcPts val="0"/>
              </a:spcBef>
              <a:defRPr sz="1400" b="0" i="0">
                <a:solidFill>
                  <a:schemeClr val="tx1"/>
                </a:solidFill>
                <a:latin typeface="IBM Plex Sans Light" panose="020B0403050203000203" pitchFamily="34" charset="0"/>
              </a:defRPr>
            </a:lvl1pPr>
            <a:lvl2pPr marL="127964" indent="-127964">
              <a:lnSpc>
                <a:spcPct val="120000"/>
              </a:lnSpc>
              <a:spcBef>
                <a:spcPts val="0"/>
              </a:spcBef>
              <a:defRPr sz="1400" b="0" i="0">
                <a:solidFill>
                  <a:schemeClr val="tx1"/>
                </a:solidFill>
                <a:latin typeface="IBM Plex Sans Light" panose="020B0403050203000203" pitchFamily="34" charset="0"/>
              </a:defRPr>
            </a:lvl2pPr>
            <a:lvl3pPr marL="255930" indent="-127964">
              <a:lnSpc>
                <a:spcPct val="120000"/>
              </a:lnSpc>
              <a:spcBef>
                <a:spcPts val="0"/>
              </a:spcBef>
              <a:defRPr sz="1400" b="0" i="0">
                <a:solidFill>
                  <a:schemeClr val="tx1"/>
                </a:solidFill>
                <a:latin typeface="IBM Plex Sans Light" panose="020B0403050203000203" pitchFamily="34" charset="0"/>
              </a:defRPr>
            </a:lvl3pPr>
            <a:lvl4pPr marL="383894" indent="-127964">
              <a:lnSpc>
                <a:spcPct val="12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12" name="Text Placeholder 11">
            <a:extLst>
              <a:ext uri="{FF2B5EF4-FFF2-40B4-BE49-F238E27FC236}">
                <a16:creationId xmlns:a16="http://schemas.microsoft.com/office/drawing/2014/main" id="{67B1C684-915C-90D4-C69F-C24979A42EFC}"/>
              </a:ext>
            </a:extLst>
          </p:cNvPr>
          <p:cNvSpPr>
            <a:spLocks noGrp="1"/>
          </p:cNvSpPr>
          <p:nvPr>
            <p:ph type="body" sz="quarter" idx="19"/>
          </p:nvPr>
        </p:nvSpPr>
        <p:spPr>
          <a:xfrm>
            <a:off x="9428522" y="3337560"/>
            <a:ext cx="2478024" cy="2478024"/>
          </a:xfrm>
          <a:prstGeom prst="rect">
            <a:avLst/>
          </a:prstGeom>
        </p:spPr>
        <p:txBody>
          <a:bodyPr/>
          <a:lstStyle>
            <a:lvl1pPr>
              <a:lnSpc>
                <a:spcPct val="120000"/>
              </a:lnSpc>
              <a:spcBef>
                <a:spcPts val="0"/>
              </a:spcBef>
              <a:defRPr sz="1400" b="0" i="0">
                <a:solidFill>
                  <a:schemeClr val="tx1"/>
                </a:solidFill>
                <a:latin typeface="IBM Plex Sans Light" panose="020B0403050203000203" pitchFamily="34" charset="0"/>
              </a:defRPr>
            </a:lvl1pPr>
            <a:lvl2pPr marL="127964" indent="-127964">
              <a:lnSpc>
                <a:spcPct val="120000"/>
              </a:lnSpc>
              <a:spcBef>
                <a:spcPts val="0"/>
              </a:spcBef>
              <a:defRPr sz="1400" b="0" i="0">
                <a:solidFill>
                  <a:schemeClr val="tx1"/>
                </a:solidFill>
                <a:latin typeface="IBM Plex Sans Light" panose="020B0403050203000203" pitchFamily="34" charset="0"/>
              </a:defRPr>
            </a:lvl2pPr>
            <a:lvl3pPr marL="255930" indent="-127964">
              <a:lnSpc>
                <a:spcPct val="120000"/>
              </a:lnSpc>
              <a:spcBef>
                <a:spcPts val="0"/>
              </a:spcBef>
              <a:defRPr sz="1400" b="0" i="0">
                <a:solidFill>
                  <a:schemeClr val="tx1"/>
                </a:solidFill>
                <a:latin typeface="IBM Plex Sans Light" panose="020B0403050203000203" pitchFamily="34" charset="0"/>
              </a:defRPr>
            </a:lvl3pPr>
            <a:lvl4pPr marL="383894" indent="-127964">
              <a:lnSpc>
                <a:spcPct val="12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4" name="フッター プレースホルダー 3">
            <a:extLst>
              <a:ext uri="{FF2B5EF4-FFF2-40B4-BE49-F238E27FC236}">
                <a16:creationId xmlns:a16="http://schemas.microsoft.com/office/drawing/2014/main" id="{3E9C4FEE-3EF5-65C9-C08B-81E49303D745}"/>
              </a:ext>
            </a:extLst>
          </p:cNvPr>
          <p:cNvSpPr>
            <a:spLocks noGrp="1"/>
          </p:cNvSpPr>
          <p:nvPr>
            <p:ph type="ftr" sz="quarter" idx="22"/>
          </p:nvPr>
        </p:nvSpPr>
        <p:spPr/>
        <p:txBody>
          <a:bodyPr/>
          <a:lstStyle/>
          <a:p>
            <a:r>
              <a:rPr kumimoji="1" lang="ja-JP" altLang="en-US"/>
              <a:t>フッター</a:t>
            </a:r>
            <a:r>
              <a:rPr kumimoji="1" lang="en-US" altLang="ja-JP" dirty="0"/>
              <a:t>(Optional)</a:t>
            </a:r>
            <a:endParaRPr kumimoji="1" lang="ja-JP" altLang="en-US"/>
          </a:p>
        </p:txBody>
      </p:sp>
      <p:sp>
        <p:nvSpPr>
          <p:cNvPr id="8" name="スライド番号プレースホルダー 7">
            <a:extLst>
              <a:ext uri="{FF2B5EF4-FFF2-40B4-BE49-F238E27FC236}">
                <a16:creationId xmlns:a16="http://schemas.microsoft.com/office/drawing/2014/main" id="{E9EEAA3E-841A-42EC-5CFF-2B324240436F}"/>
              </a:ext>
            </a:extLst>
          </p:cNvPr>
          <p:cNvSpPr>
            <a:spLocks noGrp="1"/>
          </p:cNvSpPr>
          <p:nvPr>
            <p:ph type="sldNum" sz="quarter" idx="23"/>
          </p:nvPr>
        </p:nvSpPr>
        <p:spPr/>
        <p:txBody>
          <a:bodyPr/>
          <a:lstStyle/>
          <a:p>
            <a:fld id="{19CA33DB-3EF7-0D48-8164-B05E3E6F1758}" type="slidenum">
              <a:rPr kumimoji="1" lang="ja-JP" altLang="en-US" smtClean="0"/>
              <a:pPr/>
              <a:t>‹#›</a:t>
            </a:fld>
            <a:endParaRPr kumimoji="1" lang="ja-JP" altLang="en-US"/>
          </a:p>
        </p:txBody>
      </p:sp>
    </p:spTree>
    <p:extLst>
      <p:ext uri="{BB962C8B-B14F-4D97-AF65-F5344CB8AC3E}">
        <p14:creationId xmlns:p14="http://schemas.microsoft.com/office/powerpoint/2010/main" val="1137665986"/>
      </p:ext>
    </p:extLst>
  </p:cSld>
  <p:clrMapOvr>
    <a:masterClrMapping/>
  </p:clrMapOvr>
  <p:transition spd="med"/>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Video or imagery, bleed">
    <p:bg>
      <p:bgPr>
        <a:solidFill>
          <a:schemeClr val="bg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F6679120-DB81-97FD-CD5A-00DC1F5E6658}"/>
              </a:ext>
            </a:extLst>
          </p:cNvPr>
          <p:cNvSpPr>
            <a:spLocks noGrp="1"/>
          </p:cNvSpPr>
          <p:nvPr>
            <p:ph type="pic" sz="quarter" idx="11" hasCustomPrompt="1"/>
          </p:nvPr>
        </p:nvSpPr>
        <p:spPr>
          <a:xfrm>
            <a:off x="0" y="0"/>
            <a:ext cx="12192000" cy="6858000"/>
          </a:xfrm>
          <a:prstGeom prst="rect">
            <a:avLst/>
          </a:prstGeom>
          <a:solidFill>
            <a:srgbClr val="E0E0E0"/>
          </a:solidFill>
        </p:spPr>
        <p:txBody>
          <a:bodyPr anchor="ctr"/>
          <a:lstStyle>
            <a:lvl1pPr algn="ctr">
              <a:defRPr sz="1800">
                <a:solidFill>
                  <a:schemeClr val="accent5"/>
                </a:solidFill>
              </a:defRPr>
            </a:lvl1pPr>
          </a:lstStyle>
          <a:p>
            <a:r>
              <a:rPr lang="en-US" dirty="0"/>
              <a:t>Place imagery here</a:t>
            </a:r>
          </a:p>
        </p:txBody>
      </p:sp>
      <p:sp>
        <p:nvSpPr>
          <p:cNvPr id="2" name="フッター プレースホルダー 1">
            <a:extLst>
              <a:ext uri="{FF2B5EF4-FFF2-40B4-BE49-F238E27FC236}">
                <a16:creationId xmlns:a16="http://schemas.microsoft.com/office/drawing/2014/main" id="{8AC49552-252B-3FBB-7672-47327A644AC6}"/>
              </a:ext>
            </a:extLst>
          </p:cNvPr>
          <p:cNvSpPr>
            <a:spLocks noGrp="1"/>
          </p:cNvSpPr>
          <p:nvPr>
            <p:ph type="ftr" sz="quarter" idx="12"/>
          </p:nvPr>
        </p:nvSpPr>
        <p:spPr/>
        <p:txBody>
          <a:bodyPr/>
          <a:lstStyle/>
          <a:p>
            <a:r>
              <a:rPr kumimoji="1" lang="ja-JP" altLang="en-US"/>
              <a:t>フッター</a:t>
            </a:r>
            <a:r>
              <a:rPr kumimoji="1" lang="en-US" altLang="ja-JP" dirty="0"/>
              <a:t>(Optional)</a:t>
            </a:r>
            <a:endParaRPr kumimoji="1" lang="ja-JP" altLang="en-US"/>
          </a:p>
        </p:txBody>
      </p:sp>
      <p:sp>
        <p:nvSpPr>
          <p:cNvPr id="5" name="スライド番号プレースホルダー 4">
            <a:extLst>
              <a:ext uri="{FF2B5EF4-FFF2-40B4-BE49-F238E27FC236}">
                <a16:creationId xmlns:a16="http://schemas.microsoft.com/office/drawing/2014/main" id="{C9A954DE-9DF1-AAAF-24BF-4FDB89192590}"/>
              </a:ext>
            </a:extLst>
          </p:cNvPr>
          <p:cNvSpPr>
            <a:spLocks noGrp="1"/>
          </p:cNvSpPr>
          <p:nvPr>
            <p:ph type="sldNum" sz="quarter" idx="13"/>
          </p:nvPr>
        </p:nvSpPr>
        <p:spPr/>
        <p:txBody>
          <a:bodyPr/>
          <a:lstStyle/>
          <a:p>
            <a:fld id="{19CA33DB-3EF7-0D48-8164-B05E3E6F1758}" type="slidenum">
              <a:rPr kumimoji="1" lang="ja-JP" altLang="en-US" smtClean="0"/>
              <a:pPr/>
              <a:t>‹#›</a:t>
            </a:fld>
            <a:endParaRPr kumimoji="1" lang="ja-JP" altLang="en-US"/>
          </a:p>
        </p:txBody>
      </p:sp>
    </p:spTree>
    <p:extLst>
      <p:ext uri="{BB962C8B-B14F-4D97-AF65-F5344CB8AC3E}">
        <p14:creationId xmlns:p14="http://schemas.microsoft.com/office/powerpoint/2010/main" val="2318708531"/>
      </p:ext>
    </p:extLst>
  </p:cSld>
  <p:clrMapOvr>
    <a:masterClrMapping/>
  </p:clrMapOvr>
  <p:transition spd="med"/>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Blank slide">
    <p:bg>
      <p:bgPr>
        <a:solidFill>
          <a:schemeClr val="bg1"/>
        </a:solidFill>
        <a:effectLst/>
      </p:bgPr>
    </p:bg>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DFFD6ED6-CE77-57FF-0C56-DA60F062D339}"/>
              </a:ext>
            </a:extLst>
          </p:cNvPr>
          <p:cNvSpPr>
            <a:spLocks noGrp="1"/>
          </p:cNvSpPr>
          <p:nvPr>
            <p:ph type="title"/>
          </p:nvPr>
        </p:nvSpPr>
        <p:spPr>
          <a:xfrm>
            <a:off x="292608" y="301750"/>
            <a:ext cx="2478024" cy="758952"/>
          </a:xfrm>
        </p:spPr>
        <p:txBody>
          <a:bodyPr/>
          <a:lstStyle>
            <a:lvl1pPr>
              <a:defRPr sz="1400"/>
            </a:lvl1pPr>
          </a:lstStyle>
          <a:p>
            <a:r>
              <a:rPr kumimoji="1" lang="ja-JP" altLang="en-US"/>
              <a:t>マスター タイトルの書式設定</a:t>
            </a:r>
          </a:p>
        </p:txBody>
      </p:sp>
      <p:sp>
        <p:nvSpPr>
          <p:cNvPr id="2" name="フッター プレースホルダー 1">
            <a:extLst>
              <a:ext uri="{FF2B5EF4-FFF2-40B4-BE49-F238E27FC236}">
                <a16:creationId xmlns:a16="http://schemas.microsoft.com/office/drawing/2014/main" id="{63A61EDF-ED0A-C6C7-E193-1A4393769D97}"/>
              </a:ext>
            </a:extLst>
          </p:cNvPr>
          <p:cNvSpPr>
            <a:spLocks noGrp="1"/>
          </p:cNvSpPr>
          <p:nvPr>
            <p:ph type="ftr" sz="quarter" idx="10"/>
          </p:nvPr>
        </p:nvSpPr>
        <p:spPr/>
        <p:txBody>
          <a:bodyPr/>
          <a:lstStyle/>
          <a:p>
            <a:r>
              <a:rPr kumimoji="1" lang="ja-JP" altLang="en-US"/>
              <a:t>フッター</a:t>
            </a:r>
            <a:r>
              <a:rPr kumimoji="1" lang="en-US" altLang="ja-JP" dirty="0"/>
              <a:t>(Optional)</a:t>
            </a:r>
            <a:endParaRPr kumimoji="1" lang="ja-JP" altLang="en-US"/>
          </a:p>
        </p:txBody>
      </p:sp>
      <p:sp>
        <p:nvSpPr>
          <p:cNvPr id="5" name="スライド番号プレースホルダー 4">
            <a:extLst>
              <a:ext uri="{FF2B5EF4-FFF2-40B4-BE49-F238E27FC236}">
                <a16:creationId xmlns:a16="http://schemas.microsoft.com/office/drawing/2014/main" id="{69FB7246-7F4D-AA1F-0B52-AD85A8EA2D1A}"/>
              </a:ext>
            </a:extLst>
          </p:cNvPr>
          <p:cNvSpPr>
            <a:spLocks noGrp="1"/>
          </p:cNvSpPr>
          <p:nvPr>
            <p:ph type="sldNum" sz="quarter" idx="11"/>
          </p:nvPr>
        </p:nvSpPr>
        <p:spPr/>
        <p:txBody>
          <a:bodyPr/>
          <a:lstStyle/>
          <a:p>
            <a:fld id="{19CA33DB-3EF7-0D48-8164-B05E3E6F1758}" type="slidenum">
              <a:rPr kumimoji="1" lang="ja-JP" altLang="en-US" smtClean="0"/>
              <a:pPr/>
              <a:t>‹#›</a:t>
            </a:fld>
            <a:endParaRPr kumimoji="1" lang="ja-JP" altLang="en-US"/>
          </a:p>
        </p:txBody>
      </p:sp>
    </p:spTree>
    <p:extLst>
      <p:ext uri="{BB962C8B-B14F-4D97-AF65-F5344CB8AC3E}">
        <p14:creationId xmlns:p14="http://schemas.microsoft.com/office/powerpoint/2010/main" val="410797313"/>
      </p:ext>
    </p:extLst>
  </p:cSld>
  <p:clrMapOvr>
    <a:masterClrMapping/>
  </p:clrMapOvr>
  <p:transition spd="med"/>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1_title, text (one columns)">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F52FDFC3-C2C5-907B-8904-7EBF92C96BE5}"/>
              </a:ext>
            </a:extLst>
          </p:cNvPr>
          <p:cNvSpPr>
            <a:spLocks noGrp="1"/>
          </p:cNvSpPr>
          <p:nvPr>
            <p:ph type="title"/>
          </p:nvPr>
        </p:nvSpPr>
        <p:spPr/>
        <p:txBody>
          <a:bodyPr/>
          <a:lstStyle/>
          <a:p>
            <a:r>
              <a:rPr kumimoji="1" lang="ja-JP" altLang="en-US"/>
              <a:t>マスター タイトルの書式設定</a:t>
            </a:r>
          </a:p>
        </p:txBody>
      </p:sp>
      <p:sp>
        <p:nvSpPr>
          <p:cNvPr id="7" name="コンテンツ プレースホルダー 6">
            <a:extLst>
              <a:ext uri="{FF2B5EF4-FFF2-40B4-BE49-F238E27FC236}">
                <a16:creationId xmlns:a16="http://schemas.microsoft.com/office/drawing/2014/main" id="{B93AF3D0-4266-224C-8033-93B4A3694DA9}"/>
              </a:ext>
            </a:extLst>
          </p:cNvPr>
          <p:cNvSpPr>
            <a:spLocks noGrp="1"/>
          </p:cNvSpPr>
          <p:nvPr>
            <p:ph sz="quarter" idx="15"/>
          </p:nvPr>
        </p:nvSpPr>
        <p:spPr>
          <a:xfrm>
            <a:off x="292608" y="1533525"/>
            <a:ext cx="11612880" cy="4559300"/>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フッター プレースホルダー 3">
            <a:extLst>
              <a:ext uri="{FF2B5EF4-FFF2-40B4-BE49-F238E27FC236}">
                <a16:creationId xmlns:a16="http://schemas.microsoft.com/office/drawing/2014/main" id="{B107795A-5E90-41FD-2DC9-F1CCEFE8F49F}"/>
              </a:ext>
            </a:extLst>
          </p:cNvPr>
          <p:cNvSpPr>
            <a:spLocks noGrp="1"/>
          </p:cNvSpPr>
          <p:nvPr>
            <p:ph type="ftr" sz="quarter" idx="16"/>
          </p:nvPr>
        </p:nvSpPr>
        <p:spPr/>
        <p:txBody>
          <a:bodyPr/>
          <a:lstStyle/>
          <a:p>
            <a:r>
              <a:rPr kumimoji="1" lang="ja-JP" altLang="en-US"/>
              <a:t>フッター</a:t>
            </a:r>
            <a:r>
              <a:rPr kumimoji="1" lang="en-US" altLang="ja-JP"/>
              <a:t>(Optional)</a:t>
            </a:r>
            <a:endParaRPr kumimoji="1" lang="ja-JP" altLang="en-US"/>
          </a:p>
        </p:txBody>
      </p:sp>
      <p:sp>
        <p:nvSpPr>
          <p:cNvPr id="6" name="スライド番号プレースホルダー 5">
            <a:extLst>
              <a:ext uri="{FF2B5EF4-FFF2-40B4-BE49-F238E27FC236}">
                <a16:creationId xmlns:a16="http://schemas.microsoft.com/office/drawing/2014/main" id="{F0EE9D71-7E35-5F92-CE10-FEAEE42CB90A}"/>
              </a:ext>
            </a:extLst>
          </p:cNvPr>
          <p:cNvSpPr>
            <a:spLocks noGrp="1"/>
          </p:cNvSpPr>
          <p:nvPr>
            <p:ph type="sldNum" sz="quarter" idx="17"/>
          </p:nvPr>
        </p:nvSpPr>
        <p:spPr/>
        <p:txBody>
          <a:bodyPr/>
          <a:lstStyle/>
          <a:p>
            <a:fld id="{19CA33DB-3EF7-0D48-8164-B05E3E6F1758}" type="slidenum">
              <a:rPr kumimoji="1" lang="ja-JP" altLang="en-US" smtClean="0"/>
              <a:pPr/>
              <a:t>‹#›</a:t>
            </a:fld>
            <a:endParaRPr kumimoji="1" lang="ja-JP" altLang="en-US"/>
          </a:p>
        </p:txBody>
      </p:sp>
    </p:spTree>
    <p:extLst>
      <p:ext uri="{BB962C8B-B14F-4D97-AF65-F5344CB8AC3E}">
        <p14:creationId xmlns:p14="http://schemas.microsoft.com/office/powerpoint/2010/main" val="787816900"/>
      </p:ext>
    </p:extLst>
  </p:cSld>
  <p:clrMapOvr>
    <a:masterClrMapping/>
  </p:clrMapOvr>
  <p:transition spd="med"/>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1_Data, 3 callouts, vertical">
    <p:bg>
      <p:bgPr>
        <a:solidFill>
          <a:schemeClr val="bg1"/>
        </a:solidFill>
        <a:effectLst/>
      </p:bgPr>
    </p:bg>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0190DC4B-4198-FC7C-74AF-F35A2C6F4DA9}"/>
              </a:ext>
            </a:extLst>
          </p:cNvPr>
          <p:cNvSpPr>
            <a:spLocks noGrp="1"/>
          </p:cNvSpPr>
          <p:nvPr>
            <p:ph type="title"/>
          </p:nvPr>
        </p:nvSpPr>
        <p:spPr>
          <a:xfrm>
            <a:off x="292608" y="301750"/>
            <a:ext cx="2478024" cy="1426464"/>
          </a:xfrm>
        </p:spPr>
        <p:txBody>
          <a:bodyPr/>
          <a:lstStyle>
            <a:lvl1pPr>
              <a:lnSpc>
                <a:spcPct val="120000"/>
              </a:lnSpc>
              <a:defRPr sz="1800"/>
            </a:lvl1pPr>
          </a:lstStyle>
          <a:p>
            <a:r>
              <a:rPr kumimoji="1" lang="ja-JP" altLang="en-US"/>
              <a:t>マスター タイトルの書式設定</a:t>
            </a:r>
          </a:p>
        </p:txBody>
      </p:sp>
      <p:sp>
        <p:nvSpPr>
          <p:cNvPr id="16" name="Text Placeholder 15">
            <a:extLst>
              <a:ext uri="{FF2B5EF4-FFF2-40B4-BE49-F238E27FC236}">
                <a16:creationId xmlns:a16="http://schemas.microsoft.com/office/drawing/2014/main" id="{BBB79390-98CC-5F62-D373-F6646F767DD0}"/>
              </a:ext>
            </a:extLst>
          </p:cNvPr>
          <p:cNvSpPr>
            <a:spLocks noGrp="1"/>
          </p:cNvSpPr>
          <p:nvPr>
            <p:ph type="body" sz="quarter" idx="15" hasCustomPrompt="1"/>
          </p:nvPr>
        </p:nvSpPr>
        <p:spPr>
          <a:xfrm>
            <a:off x="3333316" y="117101"/>
            <a:ext cx="2478024" cy="822960"/>
          </a:xfrm>
          <a:prstGeom prst="rect">
            <a:avLst/>
          </a:prstGeom>
        </p:spPr>
        <p:txBody>
          <a:bodyPr/>
          <a:lstStyle>
            <a:lvl1pPr>
              <a:lnSpc>
                <a:spcPct val="100000"/>
              </a:lnSpc>
              <a:defRPr sz="6597">
                <a:solidFill>
                  <a:schemeClr val="accent1"/>
                </a:solidFill>
              </a:defRPr>
            </a:lvl1pPr>
            <a:lvl2pPr marL="0" indent="0">
              <a:buNone/>
              <a:defRPr/>
            </a:lvl2pPr>
          </a:lstStyle>
          <a:p>
            <a:pPr lvl="0"/>
            <a:r>
              <a:rPr lang="en-US"/>
              <a:t>00%</a:t>
            </a:r>
          </a:p>
        </p:txBody>
      </p:sp>
      <p:sp>
        <p:nvSpPr>
          <p:cNvPr id="18" name="Text Placeholder 17">
            <a:extLst>
              <a:ext uri="{FF2B5EF4-FFF2-40B4-BE49-F238E27FC236}">
                <a16:creationId xmlns:a16="http://schemas.microsoft.com/office/drawing/2014/main" id="{3516E6B1-7020-1EA5-CDD4-B1FC6CE2740C}"/>
              </a:ext>
            </a:extLst>
          </p:cNvPr>
          <p:cNvSpPr>
            <a:spLocks noGrp="1"/>
          </p:cNvSpPr>
          <p:nvPr>
            <p:ph type="body" sz="quarter" idx="16" hasCustomPrompt="1"/>
          </p:nvPr>
        </p:nvSpPr>
        <p:spPr>
          <a:xfrm>
            <a:off x="6383301" y="117101"/>
            <a:ext cx="2478024" cy="822960"/>
          </a:xfrm>
          <a:prstGeom prst="rect">
            <a:avLst/>
          </a:prstGeom>
        </p:spPr>
        <p:txBody>
          <a:bodyPr/>
          <a:lstStyle>
            <a:lvl1pPr>
              <a:lnSpc>
                <a:spcPct val="100000"/>
              </a:lnSpc>
              <a:defRPr sz="6597">
                <a:solidFill>
                  <a:schemeClr val="accent1"/>
                </a:solidFill>
              </a:defRPr>
            </a:lvl1pPr>
          </a:lstStyle>
          <a:p>
            <a:pPr lvl="0"/>
            <a:r>
              <a:rPr lang="en-US"/>
              <a:t>00%</a:t>
            </a:r>
          </a:p>
        </p:txBody>
      </p:sp>
      <p:sp>
        <p:nvSpPr>
          <p:cNvPr id="20" name="Text Placeholder 19">
            <a:extLst>
              <a:ext uri="{FF2B5EF4-FFF2-40B4-BE49-F238E27FC236}">
                <a16:creationId xmlns:a16="http://schemas.microsoft.com/office/drawing/2014/main" id="{AC11D906-6DD0-910D-48BA-0C197C90AA45}"/>
              </a:ext>
            </a:extLst>
          </p:cNvPr>
          <p:cNvSpPr>
            <a:spLocks noGrp="1"/>
          </p:cNvSpPr>
          <p:nvPr>
            <p:ph type="body" sz="quarter" idx="17" hasCustomPrompt="1"/>
          </p:nvPr>
        </p:nvSpPr>
        <p:spPr>
          <a:xfrm>
            <a:off x="9428523" y="117101"/>
            <a:ext cx="2478024" cy="822960"/>
          </a:xfrm>
          <a:prstGeom prst="rect">
            <a:avLst/>
          </a:prstGeom>
        </p:spPr>
        <p:txBody>
          <a:bodyPr/>
          <a:lstStyle>
            <a:lvl1pPr>
              <a:lnSpc>
                <a:spcPct val="100000"/>
              </a:lnSpc>
              <a:defRPr sz="6597">
                <a:solidFill>
                  <a:schemeClr val="accent1"/>
                </a:solidFill>
              </a:defRPr>
            </a:lvl1pPr>
          </a:lstStyle>
          <a:p>
            <a:pPr lvl="0"/>
            <a:r>
              <a:rPr lang="en-US"/>
              <a:t>00%</a:t>
            </a:r>
          </a:p>
        </p:txBody>
      </p:sp>
      <p:sp>
        <p:nvSpPr>
          <p:cNvPr id="7" name="Text Placeholder 6">
            <a:extLst>
              <a:ext uri="{FF2B5EF4-FFF2-40B4-BE49-F238E27FC236}">
                <a16:creationId xmlns:a16="http://schemas.microsoft.com/office/drawing/2014/main" id="{FDDE7F16-A938-0D17-3BFA-034F142A8082}"/>
              </a:ext>
            </a:extLst>
          </p:cNvPr>
          <p:cNvSpPr>
            <a:spLocks noGrp="1"/>
          </p:cNvSpPr>
          <p:nvPr>
            <p:ph type="body" sz="quarter" idx="12"/>
          </p:nvPr>
        </p:nvSpPr>
        <p:spPr>
          <a:xfrm>
            <a:off x="3333316" y="1188720"/>
            <a:ext cx="2478024" cy="4809744"/>
          </a:xfrm>
          <a:prstGeom prst="rect">
            <a:avLst/>
          </a:prstGeom>
        </p:spPr>
        <p:txBody>
          <a:bodyPr/>
          <a:lstStyle>
            <a:lvl1pPr>
              <a:lnSpc>
                <a:spcPct val="120000"/>
              </a:lnSpc>
              <a:spcBef>
                <a:spcPts val="0"/>
              </a:spcBef>
              <a:defRPr sz="1800">
                <a:solidFill>
                  <a:schemeClr val="tx1"/>
                </a:solidFill>
              </a:defRPr>
            </a:lvl1pPr>
            <a:lvl2pPr>
              <a:lnSpc>
                <a:spcPct val="120000"/>
              </a:lnSpc>
              <a:spcBef>
                <a:spcPts val="0"/>
              </a:spcBef>
              <a:defRPr sz="1800">
                <a:solidFill>
                  <a:schemeClr val="tx1"/>
                </a:solidFill>
              </a:defRPr>
            </a:lvl2pPr>
            <a:lvl3pPr>
              <a:lnSpc>
                <a:spcPct val="120000"/>
              </a:lnSpc>
              <a:spcBef>
                <a:spcPts val="0"/>
              </a:spcBef>
              <a:defRPr sz="1800">
                <a:solidFill>
                  <a:schemeClr val="tx1"/>
                </a:solidFill>
              </a:defRPr>
            </a:lvl3pPr>
            <a:lvl4pPr>
              <a:lnSpc>
                <a:spcPct val="120000"/>
              </a:lnSpc>
              <a:spcBef>
                <a:spcPts val="0"/>
              </a:spcBef>
              <a:defRPr sz="1800">
                <a:solidFill>
                  <a:schemeClr val="tx1"/>
                </a:solidFill>
              </a:defRPr>
            </a:lvl4pPr>
            <a:lvl5pPr>
              <a:lnSpc>
                <a:spcPct val="110000"/>
              </a:lnSpc>
              <a:spcBef>
                <a:spcPts val="0"/>
              </a:spcBef>
              <a:defRPr>
                <a:solidFill>
                  <a:schemeClr val="tx1"/>
                </a:solidFill>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9" name="Text Placeholder 8">
            <a:extLst>
              <a:ext uri="{FF2B5EF4-FFF2-40B4-BE49-F238E27FC236}">
                <a16:creationId xmlns:a16="http://schemas.microsoft.com/office/drawing/2014/main" id="{3F3FD8FB-143C-CB66-123C-0495EB1C33B7}"/>
              </a:ext>
            </a:extLst>
          </p:cNvPr>
          <p:cNvSpPr>
            <a:spLocks noGrp="1"/>
          </p:cNvSpPr>
          <p:nvPr>
            <p:ph type="body" sz="quarter" idx="13"/>
          </p:nvPr>
        </p:nvSpPr>
        <p:spPr>
          <a:xfrm>
            <a:off x="6380919" y="1188720"/>
            <a:ext cx="2478024" cy="4809744"/>
          </a:xfrm>
          <a:prstGeom prst="rect">
            <a:avLst/>
          </a:prstGeom>
        </p:spPr>
        <p:txBody>
          <a:bodyPr/>
          <a:lstStyle>
            <a:lvl1pPr>
              <a:lnSpc>
                <a:spcPct val="120000"/>
              </a:lnSpc>
              <a:spcBef>
                <a:spcPts val="0"/>
              </a:spcBef>
              <a:defRPr sz="1800">
                <a:solidFill>
                  <a:schemeClr val="tx1"/>
                </a:solidFill>
              </a:defRPr>
            </a:lvl1pPr>
            <a:lvl2pPr>
              <a:lnSpc>
                <a:spcPct val="120000"/>
              </a:lnSpc>
              <a:spcBef>
                <a:spcPts val="0"/>
              </a:spcBef>
              <a:defRPr sz="1800">
                <a:solidFill>
                  <a:schemeClr val="tx1"/>
                </a:solidFill>
              </a:defRPr>
            </a:lvl2pPr>
            <a:lvl3pPr>
              <a:lnSpc>
                <a:spcPct val="120000"/>
              </a:lnSpc>
              <a:spcBef>
                <a:spcPts val="0"/>
              </a:spcBef>
              <a:defRPr sz="1800">
                <a:solidFill>
                  <a:schemeClr val="tx1"/>
                </a:solidFill>
              </a:defRPr>
            </a:lvl3pPr>
            <a:lvl4pPr>
              <a:lnSpc>
                <a:spcPct val="120000"/>
              </a:lnSpc>
              <a:spcBef>
                <a:spcPts val="0"/>
              </a:spcBef>
              <a:defRPr sz="1800">
                <a:solidFill>
                  <a:schemeClr val="tx1"/>
                </a:solidFill>
              </a:defRPr>
            </a:lvl4pPr>
            <a:lvl5pPr>
              <a:lnSpc>
                <a:spcPct val="110000"/>
              </a:lnSpc>
              <a:spcBef>
                <a:spcPts val="0"/>
              </a:spcBef>
              <a:defRPr>
                <a:solidFill>
                  <a:schemeClr val="tx1"/>
                </a:solidFill>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11" name="Text Placeholder 10">
            <a:extLst>
              <a:ext uri="{FF2B5EF4-FFF2-40B4-BE49-F238E27FC236}">
                <a16:creationId xmlns:a16="http://schemas.microsoft.com/office/drawing/2014/main" id="{BA1063D1-FD79-491C-791B-87858EA0CB85}"/>
              </a:ext>
            </a:extLst>
          </p:cNvPr>
          <p:cNvSpPr>
            <a:spLocks noGrp="1"/>
          </p:cNvSpPr>
          <p:nvPr>
            <p:ph type="body" sz="quarter" idx="14"/>
          </p:nvPr>
        </p:nvSpPr>
        <p:spPr>
          <a:xfrm>
            <a:off x="9448034" y="1188720"/>
            <a:ext cx="2478024" cy="4809744"/>
          </a:xfrm>
          <a:prstGeom prst="rect">
            <a:avLst/>
          </a:prstGeom>
        </p:spPr>
        <p:txBody>
          <a:bodyPr/>
          <a:lstStyle>
            <a:lvl1pPr>
              <a:lnSpc>
                <a:spcPct val="120000"/>
              </a:lnSpc>
              <a:spcBef>
                <a:spcPts val="0"/>
              </a:spcBef>
              <a:defRPr sz="1800">
                <a:solidFill>
                  <a:schemeClr val="tx1"/>
                </a:solidFill>
              </a:defRPr>
            </a:lvl1pPr>
            <a:lvl2pPr>
              <a:lnSpc>
                <a:spcPct val="120000"/>
              </a:lnSpc>
              <a:spcBef>
                <a:spcPts val="0"/>
              </a:spcBef>
              <a:defRPr sz="1800">
                <a:solidFill>
                  <a:schemeClr val="tx1"/>
                </a:solidFill>
              </a:defRPr>
            </a:lvl2pPr>
            <a:lvl3pPr>
              <a:lnSpc>
                <a:spcPct val="120000"/>
              </a:lnSpc>
              <a:spcBef>
                <a:spcPts val="0"/>
              </a:spcBef>
              <a:defRPr sz="1800">
                <a:solidFill>
                  <a:schemeClr val="tx1"/>
                </a:solidFill>
              </a:defRPr>
            </a:lvl3pPr>
            <a:lvl4pPr>
              <a:lnSpc>
                <a:spcPct val="120000"/>
              </a:lnSpc>
              <a:spcBef>
                <a:spcPts val="0"/>
              </a:spcBef>
              <a:defRPr sz="1800">
                <a:solidFill>
                  <a:schemeClr val="tx1"/>
                </a:solidFill>
              </a:defRPr>
            </a:lvl4pPr>
            <a:lvl5pPr>
              <a:lnSpc>
                <a:spcPct val="110000"/>
              </a:lnSpc>
              <a:spcBef>
                <a:spcPts val="0"/>
              </a:spcBef>
              <a:defRPr>
                <a:solidFill>
                  <a:schemeClr val="tx1"/>
                </a:solidFill>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5" name="Text Placeholder 4">
            <a:extLst>
              <a:ext uri="{FF2B5EF4-FFF2-40B4-BE49-F238E27FC236}">
                <a16:creationId xmlns:a16="http://schemas.microsoft.com/office/drawing/2014/main" id="{1B7E465D-4B5F-2DAE-57C4-590983308A95}"/>
              </a:ext>
            </a:extLst>
          </p:cNvPr>
          <p:cNvSpPr>
            <a:spLocks noGrp="1"/>
          </p:cNvSpPr>
          <p:nvPr>
            <p:ph type="body" sz="quarter" idx="11"/>
          </p:nvPr>
        </p:nvSpPr>
        <p:spPr>
          <a:xfrm>
            <a:off x="3333316" y="6000750"/>
            <a:ext cx="2475384" cy="571500"/>
          </a:xfrm>
          <a:prstGeom prst="rect">
            <a:avLst/>
          </a:prstGeom>
        </p:spPr>
        <p:txBody>
          <a:bodyPr anchor="b"/>
          <a:lstStyle>
            <a:lvl1pPr>
              <a:lnSpc>
                <a:spcPct val="120000"/>
              </a:lnSpc>
              <a:spcBef>
                <a:spcPts val="0"/>
              </a:spcBef>
              <a:defRPr sz="800" b="0" i="0">
                <a:solidFill>
                  <a:schemeClr val="tx1"/>
                </a:solidFill>
                <a:latin typeface="IBM Plex Sans" panose="020B0503050203000203" pitchFamily="34" charset="0"/>
                <a:ea typeface="IBM Plex Sans JP" panose="020B0503050203000203" pitchFamily="34" charset="-128"/>
              </a:defRPr>
            </a:lvl1pPr>
            <a:lvl2pPr marL="73092" indent="-73092">
              <a:lnSpc>
                <a:spcPct val="120000"/>
              </a:lnSpc>
              <a:spcBef>
                <a:spcPts val="0"/>
              </a:spcBef>
              <a:defRPr sz="800" b="0" i="0">
                <a:solidFill>
                  <a:schemeClr val="tx1"/>
                </a:solidFill>
                <a:latin typeface="IBM Plex Sans" panose="020B0503050203000203" pitchFamily="34" charset="0"/>
                <a:ea typeface="IBM Plex Sans JP" panose="020B0503050203000203" pitchFamily="34" charset="-128"/>
              </a:defRPr>
            </a:lvl2pPr>
            <a:lvl3pPr marL="146188" indent="-73092">
              <a:lnSpc>
                <a:spcPct val="120000"/>
              </a:lnSpc>
              <a:spcBef>
                <a:spcPts val="0"/>
              </a:spcBef>
              <a:defRPr sz="800" b="0" i="0">
                <a:solidFill>
                  <a:schemeClr val="tx1"/>
                </a:solidFill>
                <a:latin typeface="IBM Plex Sans" panose="020B0503050203000203" pitchFamily="34" charset="0"/>
                <a:ea typeface="IBM Plex Sans JP" panose="020B0503050203000203" pitchFamily="34" charset="-128"/>
              </a:defRPr>
            </a:lvl3pPr>
            <a:lvl4pPr marL="219280" indent="-73092">
              <a:lnSpc>
                <a:spcPct val="120000"/>
              </a:lnSpc>
              <a:spcBef>
                <a:spcPts val="0"/>
              </a:spcBef>
              <a:defRPr sz="800" b="0" i="0">
                <a:solidFill>
                  <a:schemeClr val="tx1"/>
                </a:solidFill>
                <a:latin typeface="IBM Plex Sans" panose="020B0503050203000203" pitchFamily="34" charset="0"/>
                <a:ea typeface="IBM Plex Sans JP" panose="020B0503050203000203" pitchFamily="34" charset="-128"/>
              </a:defRPr>
            </a:lvl4pPr>
            <a:lvl5pPr>
              <a:lnSpc>
                <a:spcPct val="120000"/>
              </a:lnSpc>
              <a:spcBef>
                <a:spcPts val="0"/>
              </a:spcBef>
              <a:defRPr sz="800" b="0" i="0">
                <a:solidFill>
                  <a:schemeClr val="tx1"/>
                </a:solidFill>
                <a:latin typeface="IBM Plex Sans" panose="020B0503050203000203" pitchFamily="34" charset="0"/>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2" name="フッター プレースホルダー 1">
            <a:extLst>
              <a:ext uri="{FF2B5EF4-FFF2-40B4-BE49-F238E27FC236}">
                <a16:creationId xmlns:a16="http://schemas.microsoft.com/office/drawing/2014/main" id="{A645591B-A8EA-68C3-658C-4A056EDE9E1E}"/>
              </a:ext>
            </a:extLst>
          </p:cNvPr>
          <p:cNvSpPr>
            <a:spLocks noGrp="1"/>
          </p:cNvSpPr>
          <p:nvPr>
            <p:ph type="ftr" sz="quarter" idx="18"/>
          </p:nvPr>
        </p:nvSpPr>
        <p:spPr/>
        <p:txBody>
          <a:bodyPr/>
          <a:lstStyle/>
          <a:p>
            <a:r>
              <a:rPr kumimoji="1" lang="ja-JP" altLang="en-US"/>
              <a:t>フッター</a:t>
            </a:r>
            <a:r>
              <a:rPr kumimoji="1" lang="en-US" altLang="ja-JP"/>
              <a:t>(Optional)</a:t>
            </a:r>
            <a:endParaRPr kumimoji="1" lang="ja-JP" altLang="en-US"/>
          </a:p>
        </p:txBody>
      </p:sp>
      <p:sp>
        <p:nvSpPr>
          <p:cNvPr id="8" name="スライド番号プレースホルダー 7">
            <a:extLst>
              <a:ext uri="{FF2B5EF4-FFF2-40B4-BE49-F238E27FC236}">
                <a16:creationId xmlns:a16="http://schemas.microsoft.com/office/drawing/2014/main" id="{AF63CBB1-966E-E0D2-2D81-99CA3ACF4309}"/>
              </a:ext>
            </a:extLst>
          </p:cNvPr>
          <p:cNvSpPr>
            <a:spLocks noGrp="1"/>
          </p:cNvSpPr>
          <p:nvPr>
            <p:ph type="sldNum" sz="quarter" idx="19"/>
          </p:nvPr>
        </p:nvSpPr>
        <p:spPr/>
        <p:txBody>
          <a:bodyPr/>
          <a:lstStyle/>
          <a:p>
            <a:fld id="{19CA33DB-3EF7-0D48-8164-B05E3E6F1758}" type="slidenum">
              <a:rPr kumimoji="1" lang="ja-JP" altLang="en-US" smtClean="0"/>
              <a:pPr/>
              <a:t>‹#›</a:t>
            </a:fld>
            <a:endParaRPr kumimoji="1" lang="ja-JP" altLang="en-US"/>
          </a:p>
        </p:txBody>
      </p:sp>
    </p:spTree>
    <p:extLst>
      <p:ext uri="{BB962C8B-B14F-4D97-AF65-F5344CB8AC3E}">
        <p14:creationId xmlns:p14="http://schemas.microsoft.com/office/powerpoint/2010/main" val="3738131606"/>
      </p:ext>
    </p:extLst>
  </p:cSld>
  <p:clrMapOvr>
    <a:masterClrMapping/>
  </p:clrMapOvr>
  <p:transition spd="med"/>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1_Blank slide">
    <p:bg>
      <p:bgPr>
        <a:solidFill>
          <a:schemeClr val="bg1"/>
        </a:solidFill>
        <a:effectLst/>
      </p:bgPr>
    </p:bg>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DFFD6ED6-CE77-57FF-0C56-DA60F062D339}"/>
              </a:ext>
            </a:extLst>
          </p:cNvPr>
          <p:cNvSpPr>
            <a:spLocks noGrp="1"/>
          </p:cNvSpPr>
          <p:nvPr>
            <p:ph type="title"/>
          </p:nvPr>
        </p:nvSpPr>
        <p:spPr>
          <a:xfrm>
            <a:off x="292608" y="301750"/>
            <a:ext cx="2478024" cy="758952"/>
          </a:xfrm>
        </p:spPr>
        <p:txBody>
          <a:bodyPr/>
          <a:lstStyle>
            <a:lvl1pPr>
              <a:defRPr sz="1400"/>
            </a:lvl1pPr>
          </a:lstStyle>
          <a:p>
            <a:r>
              <a:rPr kumimoji="1" lang="ja-JP" altLang="en-US"/>
              <a:t>マスター タイトルの書式設定</a:t>
            </a:r>
          </a:p>
        </p:txBody>
      </p:sp>
      <p:sp>
        <p:nvSpPr>
          <p:cNvPr id="2" name="フッター プレースホルダー 1">
            <a:extLst>
              <a:ext uri="{FF2B5EF4-FFF2-40B4-BE49-F238E27FC236}">
                <a16:creationId xmlns:a16="http://schemas.microsoft.com/office/drawing/2014/main" id="{63A61EDF-ED0A-C6C7-E193-1A4393769D97}"/>
              </a:ext>
            </a:extLst>
          </p:cNvPr>
          <p:cNvSpPr>
            <a:spLocks noGrp="1"/>
          </p:cNvSpPr>
          <p:nvPr>
            <p:ph type="ftr" sz="quarter" idx="10"/>
          </p:nvPr>
        </p:nvSpPr>
        <p:spPr/>
        <p:txBody>
          <a:bodyPr/>
          <a:lstStyle/>
          <a:p>
            <a:r>
              <a:rPr kumimoji="1" lang="ja-JP" altLang="en-US"/>
              <a:t>フッター</a:t>
            </a:r>
            <a:r>
              <a:rPr kumimoji="1" lang="en-US" altLang="ja-JP"/>
              <a:t>(Optional)</a:t>
            </a:r>
            <a:endParaRPr kumimoji="1" lang="ja-JP" altLang="en-US"/>
          </a:p>
        </p:txBody>
      </p:sp>
      <p:sp>
        <p:nvSpPr>
          <p:cNvPr id="5" name="スライド番号プレースホルダー 4">
            <a:extLst>
              <a:ext uri="{FF2B5EF4-FFF2-40B4-BE49-F238E27FC236}">
                <a16:creationId xmlns:a16="http://schemas.microsoft.com/office/drawing/2014/main" id="{69FB7246-7F4D-AA1F-0B52-AD85A8EA2D1A}"/>
              </a:ext>
            </a:extLst>
          </p:cNvPr>
          <p:cNvSpPr>
            <a:spLocks noGrp="1"/>
          </p:cNvSpPr>
          <p:nvPr>
            <p:ph type="sldNum" sz="quarter" idx="11"/>
          </p:nvPr>
        </p:nvSpPr>
        <p:spPr/>
        <p:txBody>
          <a:bodyPr/>
          <a:lstStyle/>
          <a:p>
            <a:fld id="{19CA33DB-3EF7-0D48-8164-B05E3E6F1758}" type="slidenum">
              <a:rPr kumimoji="1" lang="ja-JP" altLang="en-US" smtClean="0"/>
              <a:pPr/>
              <a:t>‹#›</a:t>
            </a:fld>
            <a:endParaRPr kumimoji="1" lang="ja-JP" altLang="en-US"/>
          </a:p>
        </p:txBody>
      </p:sp>
    </p:spTree>
    <p:extLst>
      <p:ext uri="{BB962C8B-B14F-4D97-AF65-F5344CB8AC3E}">
        <p14:creationId xmlns:p14="http://schemas.microsoft.com/office/powerpoint/2010/main" val="432633691"/>
      </p:ext>
    </p:extLst>
  </p:cSld>
  <p:clrMapOvr>
    <a:masterClrMapping/>
  </p:clrMapOvr>
  <p:transition spd="med"/>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userDrawn="1">
  <p:cSld name="3_title, subtitle">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927F053B-65E0-1F85-B900-7A231F46E70C}"/>
              </a:ext>
            </a:extLst>
          </p:cNvPr>
          <p:cNvSpPr>
            <a:spLocks noGrp="1"/>
          </p:cNvSpPr>
          <p:nvPr>
            <p:ph type="title"/>
          </p:nvPr>
        </p:nvSpPr>
        <p:spPr/>
        <p:txBody>
          <a:bodyPr/>
          <a:lstStyle/>
          <a:p>
            <a:r>
              <a:rPr kumimoji="1" lang="ja-JP" altLang="en-US"/>
              <a:t>マスター タイトルの書式設定</a:t>
            </a:r>
          </a:p>
        </p:txBody>
      </p:sp>
      <p:sp>
        <p:nvSpPr>
          <p:cNvPr id="9" name="Text Placeholder 1">
            <a:extLst>
              <a:ext uri="{FF2B5EF4-FFF2-40B4-BE49-F238E27FC236}">
                <a16:creationId xmlns:a16="http://schemas.microsoft.com/office/drawing/2014/main" id="{03785D5B-A9EC-46EA-962E-260FE62F10E2}"/>
              </a:ext>
            </a:extLst>
          </p:cNvPr>
          <p:cNvSpPr>
            <a:spLocks noGrp="1"/>
          </p:cNvSpPr>
          <p:nvPr>
            <p:ph type="body" sz="quarter" idx="14" hasCustomPrompt="1"/>
          </p:nvPr>
        </p:nvSpPr>
        <p:spPr>
          <a:xfrm>
            <a:off x="292608" y="768096"/>
            <a:ext cx="11612880" cy="557784"/>
          </a:xfrm>
        </p:spPr>
        <p:txBody>
          <a:bodyPr/>
          <a:lstStyle>
            <a:lvl1pPr>
              <a:lnSpc>
                <a:spcPct val="120000"/>
              </a:lnSpc>
              <a:spcBef>
                <a:spcPts val="0"/>
              </a:spcBef>
              <a:defRPr sz="1800">
                <a:latin typeface="+mn-lt"/>
                <a:ea typeface="+mn-ea"/>
              </a:defRPr>
            </a:lvl1pPr>
          </a:lstStyle>
          <a:p>
            <a:pPr lvl="0"/>
            <a:r>
              <a:rPr lang="ja-JP" altLang="en-US"/>
              <a:t>サブタイトルや</a:t>
            </a:r>
            <a:r>
              <a:rPr lang="en-US" altLang="ja-JP" dirty="0" err="1"/>
              <a:t>リード文</a:t>
            </a:r>
            <a:r>
              <a:rPr lang="ja-JP" altLang="en-US"/>
              <a:t>などを記載。</a:t>
            </a:r>
            <a:r>
              <a:rPr lang="en-US" altLang="ja-JP" dirty="0"/>
              <a:t>2行</a:t>
            </a:r>
            <a:r>
              <a:rPr lang="ja-JP" altLang="en-US"/>
              <a:t>までを推奨</a:t>
            </a:r>
            <a:r>
              <a:rPr lang="en-US" altLang="ja-JP" dirty="0"/>
              <a:t>。</a:t>
            </a:r>
          </a:p>
          <a:p>
            <a:pPr lvl="0"/>
            <a:r>
              <a:rPr lang="en-US" altLang="ja-JP" dirty="0"/>
              <a:t>3行になると本文と近くなりすぎるためあまりお勧め</a:t>
            </a:r>
            <a:r>
              <a:rPr lang="ja-JP" altLang="en-US"/>
              <a:t>しません</a:t>
            </a:r>
            <a:r>
              <a:rPr lang="en-US" altLang="ja-JP" dirty="0"/>
              <a:t>。</a:t>
            </a:r>
          </a:p>
        </p:txBody>
      </p:sp>
      <p:sp>
        <p:nvSpPr>
          <p:cNvPr id="3" name="フッター プレースホルダー 2">
            <a:extLst>
              <a:ext uri="{FF2B5EF4-FFF2-40B4-BE49-F238E27FC236}">
                <a16:creationId xmlns:a16="http://schemas.microsoft.com/office/drawing/2014/main" id="{617AE797-6580-6D09-C08F-547A5B2E9D65}"/>
              </a:ext>
            </a:extLst>
          </p:cNvPr>
          <p:cNvSpPr>
            <a:spLocks noGrp="1"/>
          </p:cNvSpPr>
          <p:nvPr>
            <p:ph type="ftr" sz="quarter" idx="15"/>
          </p:nvPr>
        </p:nvSpPr>
        <p:spPr/>
        <p:txBody>
          <a:bodyPr/>
          <a:lstStyle/>
          <a:p>
            <a:r>
              <a:rPr kumimoji="1" lang="ja-JP" altLang="en-US"/>
              <a:t>フッター</a:t>
            </a:r>
            <a:r>
              <a:rPr kumimoji="1" lang="en-US" altLang="ja-JP" dirty="0"/>
              <a:t>(Optional)</a:t>
            </a:r>
            <a:endParaRPr kumimoji="1" lang="ja-JP" altLang="en-US"/>
          </a:p>
        </p:txBody>
      </p:sp>
      <p:sp>
        <p:nvSpPr>
          <p:cNvPr id="4" name="スライド番号プレースホルダー 3">
            <a:extLst>
              <a:ext uri="{FF2B5EF4-FFF2-40B4-BE49-F238E27FC236}">
                <a16:creationId xmlns:a16="http://schemas.microsoft.com/office/drawing/2014/main" id="{B3A9BD52-1F56-A71B-F927-CD0784C13905}"/>
              </a:ext>
            </a:extLst>
          </p:cNvPr>
          <p:cNvSpPr>
            <a:spLocks noGrp="1"/>
          </p:cNvSpPr>
          <p:nvPr>
            <p:ph type="sldNum" sz="quarter" idx="16"/>
          </p:nvPr>
        </p:nvSpPr>
        <p:spPr>
          <a:xfrm>
            <a:off x="11776932" y="6464809"/>
            <a:ext cx="134652" cy="123111"/>
          </a:xfrm>
          <a:prstGeom prst="rect">
            <a:avLst/>
          </a:prstGeom>
        </p:spPr>
        <p:txBody>
          <a:bodyPr/>
          <a:lstStyle/>
          <a:p>
            <a:fld id="{19CA33DB-3EF7-0D48-8164-B05E3E6F1758}" type="slidenum">
              <a:rPr kumimoji="1" lang="ja-JP" altLang="en-US" smtClean="0"/>
              <a:pPr/>
              <a:t>‹#›</a:t>
            </a:fld>
            <a:endParaRPr kumimoji="1" lang="ja-JP" altLang="en-US"/>
          </a:p>
        </p:txBody>
      </p:sp>
    </p:spTree>
    <p:extLst>
      <p:ext uri="{BB962C8B-B14F-4D97-AF65-F5344CB8AC3E}">
        <p14:creationId xmlns:p14="http://schemas.microsoft.com/office/powerpoint/2010/main" val="506510118"/>
      </p:ext>
    </p:extLst>
  </p:cSld>
  <p:clrMapOvr>
    <a:masterClrMapping/>
  </p:clrMapOvr>
  <p:transition spd="med"/>
</p:sldLayout>
</file>

<file path=ppt/slideLayouts/slideLayout147.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58481581"/>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type="tx">
  <p:cSld name="cover, image 2">
    <p:spTree>
      <p:nvGrpSpPr>
        <p:cNvPr id="1" name=""/>
        <p:cNvGrpSpPr/>
        <p:nvPr/>
      </p:nvGrpSpPr>
      <p:grpSpPr>
        <a:xfrm>
          <a:off x="0" y="0"/>
          <a:ext cx="0" cy="0"/>
          <a:chOff x="0" y="0"/>
          <a:chExt cx="0" cy="0"/>
        </a:xfrm>
      </p:grpSpPr>
      <p:pic>
        <p:nvPicPr>
          <p:cNvPr id="75" name="Picture 7" descr="Picture 7"/>
          <p:cNvPicPr>
            <a:picLocks noChangeAspect="1"/>
          </p:cNvPicPr>
          <p:nvPr/>
        </p:nvPicPr>
        <p:blipFill>
          <a:blip r:embed="rId2"/>
          <a:stretch>
            <a:fillRect/>
          </a:stretch>
        </p:blipFill>
        <p:spPr>
          <a:xfrm>
            <a:off x="6968" y="608"/>
            <a:ext cx="12178064" cy="6856781"/>
          </a:xfrm>
          <a:prstGeom prst="rect">
            <a:avLst/>
          </a:prstGeom>
          <a:ln w="12700">
            <a:miter lim="400000"/>
          </a:ln>
        </p:spPr>
      </p:pic>
      <p:sp>
        <p:nvSpPr>
          <p:cNvPr id="76" name="Title Text"/>
          <p:cNvSpPr txBox="1">
            <a:spLocks noGrp="1"/>
          </p:cNvSpPr>
          <p:nvPr>
            <p:ph type="title"/>
          </p:nvPr>
        </p:nvSpPr>
        <p:spPr>
          <a:xfrm>
            <a:off x="280415" y="169334"/>
            <a:ext cx="5522979" cy="5726177"/>
          </a:xfrm>
          <a:prstGeom prst="rect">
            <a:avLst/>
          </a:prstGeom>
        </p:spPr>
        <p:txBody>
          <a:bodyPr>
            <a:normAutofit/>
          </a:bodyPr>
          <a:lstStyle>
            <a:lvl1pPr>
              <a:defRPr sz="3200">
                <a:solidFill>
                  <a:schemeClr val="accent1"/>
                </a:solidFill>
                <a:latin typeface="+mj-lt"/>
                <a:ea typeface="+mj-ea"/>
                <a:cs typeface="+mj-cs"/>
                <a:sym typeface="IBM Plex Sans Light"/>
              </a:defRPr>
            </a:lvl1pPr>
          </a:lstStyle>
          <a:p>
            <a:r>
              <a:t>Title Text</a:t>
            </a:r>
          </a:p>
        </p:txBody>
      </p:sp>
      <p:pic>
        <p:nvPicPr>
          <p:cNvPr id="77" name="Picture" descr="Picture"/>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1191751" y="6273671"/>
            <a:ext cx="695451" cy="277479"/>
          </a:xfrm>
          <a:prstGeom prst="rect">
            <a:avLst/>
          </a:prstGeom>
          <a:ln w="12700">
            <a:miter lim="400000"/>
          </a:ln>
        </p:spPr>
      </p:pic>
      <p:sp>
        <p:nvSpPr>
          <p:cNvPr id="78" name="Slide Number"/>
          <p:cNvSpPr txBox="1">
            <a:spLocks noGrp="1"/>
          </p:cNvSpPr>
          <p:nvPr>
            <p:ph type="sldNum" sz="quarter" idx="2"/>
          </p:nvPr>
        </p:nvSpPr>
        <p:spPr>
          <a:xfrm>
            <a:off x="8602948" y="6294795"/>
            <a:ext cx="134652" cy="123111"/>
          </a:xfrm>
          <a:prstGeom prst="rect">
            <a:avLst/>
          </a:prstGeom>
        </p:spPr>
        <p:txBody>
          <a:bodyPr/>
          <a:lstStyle/>
          <a:p>
            <a:fld id="{86CB4B4D-7CA3-9044-876B-883B54F8677D}" type="slidenum">
              <a:rPr/>
              <a:t>‹#›</a:t>
            </a:fld>
            <a:endParaRPr/>
          </a:p>
        </p:txBody>
      </p:sp>
    </p:spTree>
    <p:extLst>
      <p:ext uri="{BB962C8B-B14F-4D97-AF65-F5344CB8AC3E}">
        <p14:creationId xmlns:p14="http://schemas.microsoft.com/office/powerpoint/2010/main" val="255898885"/>
      </p:ext>
    </p:extLst>
  </p:cSld>
  <p:clrMapOvr>
    <a:masterClrMapping/>
  </p:clrMapOvr>
  <p:transition spd="med"/>
</p:sldLayout>
</file>

<file path=ppt/slideLayouts/slideLayout149.xml><?xml version="1.0" encoding="utf-8"?>
<p:sldLayout xmlns:a="http://schemas.openxmlformats.org/drawingml/2006/main" xmlns:r="http://schemas.openxmlformats.org/officeDocument/2006/relationships" xmlns:p="http://schemas.openxmlformats.org/presentationml/2006/main" type="tx">
  <p:cSld name="cover, image 4">
    <p:spTree>
      <p:nvGrpSpPr>
        <p:cNvPr id="1" name=""/>
        <p:cNvGrpSpPr/>
        <p:nvPr/>
      </p:nvGrpSpPr>
      <p:grpSpPr>
        <a:xfrm>
          <a:off x="0" y="0"/>
          <a:ext cx="0" cy="0"/>
          <a:chOff x="0" y="0"/>
          <a:chExt cx="0" cy="0"/>
        </a:xfrm>
      </p:grpSpPr>
      <p:pic>
        <p:nvPicPr>
          <p:cNvPr id="95" name="Picture 7" descr="Picture 7"/>
          <p:cNvPicPr>
            <a:picLocks noChangeAspect="1"/>
          </p:cNvPicPr>
          <p:nvPr/>
        </p:nvPicPr>
        <p:blipFill>
          <a:blip r:embed="rId2"/>
          <a:stretch>
            <a:fillRect/>
          </a:stretch>
        </p:blipFill>
        <p:spPr>
          <a:xfrm>
            <a:off x="6970" y="609"/>
            <a:ext cx="12178063" cy="6856780"/>
          </a:xfrm>
          <a:prstGeom prst="rect">
            <a:avLst/>
          </a:prstGeom>
          <a:ln w="12700">
            <a:miter lim="400000"/>
          </a:ln>
        </p:spPr>
      </p:pic>
      <p:sp>
        <p:nvSpPr>
          <p:cNvPr id="96" name="Title Text"/>
          <p:cNvSpPr txBox="1">
            <a:spLocks noGrp="1"/>
          </p:cNvSpPr>
          <p:nvPr>
            <p:ph type="title"/>
          </p:nvPr>
        </p:nvSpPr>
        <p:spPr>
          <a:xfrm>
            <a:off x="280415" y="169334"/>
            <a:ext cx="5522979" cy="5726177"/>
          </a:xfrm>
          <a:prstGeom prst="rect">
            <a:avLst/>
          </a:prstGeom>
        </p:spPr>
        <p:txBody>
          <a:bodyPr>
            <a:normAutofit/>
          </a:bodyPr>
          <a:lstStyle>
            <a:lvl1pPr>
              <a:defRPr sz="3200">
                <a:solidFill>
                  <a:schemeClr val="accent1"/>
                </a:solidFill>
                <a:latin typeface="+mj-lt"/>
                <a:ea typeface="+mj-ea"/>
                <a:cs typeface="+mj-cs"/>
                <a:sym typeface="IBM Plex Sans Light"/>
              </a:defRPr>
            </a:lvl1pPr>
          </a:lstStyle>
          <a:p>
            <a:r>
              <a:t>Title Text</a:t>
            </a:r>
          </a:p>
        </p:txBody>
      </p:sp>
      <p:pic>
        <p:nvPicPr>
          <p:cNvPr id="97" name="Picture" descr="Picture"/>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1191751" y="6273671"/>
            <a:ext cx="695451" cy="277479"/>
          </a:xfrm>
          <a:prstGeom prst="rect">
            <a:avLst/>
          </a:prstGeom>
          <a:ln w="12700">
            <a:miter lim="400000"/>
          </a:ln>
        </p:spPr>
      </p:pic>
      <p:sp>
        <p:nvSpPr>
          <p:cNvPr id="98" name="Slide Number"/>
          <p:cNvSpPr txBox="1">
            <a:spLocks noGrp="1"/>
          </p:cNvSpPr>
          <p:nvPr>
            <p:ph type="sldNum" sz="quarter" idx="2"/>
          </p:nvPr>
        </p:nvSpPr>
        <p:spPr>
          <a:xfrm>
            <a:off x="8602948" y="6294795"/>
            <a:ext cx="134652" cy="123111"/>
          </a:xfrm>
          <a:prstGeom prst="rect">
            <a:avLst/>
          </a:prstGeom>
        </p:spPr>
        <p:txBody>
          <a:bodyPr/>
          <a:lstStyle/>
          <a:p>
            <a:fld id="{86CB4B4D-7CA3-9044-876B-883B54F8677D}" type="slidenum">
              <a:rPr/>
              <a:t>‹#›</a:t>
            </a:fld>
            <a:endParaRPr/>
          </a:p>
        </p:txBody>
      </p:sp>
    </p:spTree>
    <p:extLst>
      <p:ext uri="{BB962C8B-B14F-4D97-AF65-F5344CB8AC3E}">
        <p14:creationId xmlns:p14="http://schemas.microsoft.com/office/powerpoint/2010/main" val="2469613620"/>
      </p:ext>
    </p:extLst>
  </p:cSld>
  <p:clrMapOvr>
    <a:masterClrMapping/>
  </p:clrMapOvr>
  <p:transition spd="med"/>
</p:sldLayout>
</file>

<file path=ppt/slideLayouts/slideLayout150.xml><?xml version="1.0" encoding="utf-8"?>
<p:sldLayout xmlns:a="http://schemas.openxmlformats.org/drawingml/2006/main" xmlns:r="http://schemas.openxmlformats.org/officeDocument/2006/relationships" xmlns:p="http://schemas.openxmlformats.org/presentationml/2006/main" type="tx">
  <p:cSld name="cover, image 5">
    <p:spTree>
      <p:nvGrpSpPr>
        <p:cNvPr id="1" name=""/>
        <p:cNvGrpSpPr/>
        <p:nvPr/>
      </p:nvGrpSpPr>
      <p:grpSpPr>
        <a:xfrm>
          <a:off x="0" y="0"/>
          <a:ext cx="0" cy="0"/>
          <a:chOff x="0" y="0"/>
          <a:chExt cx="0" cy="0"/>
        </a:xfrm>
      </p:grpSpPr>
      <p:pic>
        <p:nvPicPr>
          <p:cNvPr id="105" name="Picture 4" descr="Picture 4"/>
          <p:cNvPicPr>
            <a:picLocks noChangeAspect="1"/>
          </p:cNvPicPr>
          <p:nvPr/>
        </p:nvPicPr>
        <p:blipFill>
          <a:blip r:embed="rId2"/>
          <a:stretch>
            <a:fillRect/>
          </a:stretch>
        </p:blipFill>
        <p:spPr>
          <a:xfrm>
            <a:off x="0" y="0"/>
            <a:ext cx="12192000" cy="6864627"/>
          </a:xfrm>
          <a:prstGeom prst="rect">
            <a:avLst/>
          </a:prstGeom>
          <a:ln w="12700">
            <a:miter lim="400000"/>
          </a:ln>
        </p:spPr>
      </p:pic>
      <p:sp>
        <p:nvSpPr>
          <p:cNvPr id="106" name="Title Text"/>
          <p:cNvSpPr txBox="1">
            <a:spLocks noGrp="1"/>
          </p:cNvSpPr>
          <p:nvPr>
            <p:ph type="title"/>
          </p:nvPr>
        </p:nvSpPr>
        <p:spPr>
          <a:xfrm>
            <a:off x="280415" y="169334"/>
            <a:ext cx="5522979" cy="5726177"/>
          </a:xfrm>
          <a:prstGeom prst="rect">
            <a:avLst/>
          </a:prstGeom>
        </p:spPr>
        <p:txBody>
          <a:bodyPr>
            <a:normAutofit/>
          </a:bodyPr>
          <a:lstStyle>
            <a:lvl1pPr>
              <a:defRPr sz="3200">
                <a:solidFill>
                  <a:schemeClr val="accent1"/>
                </a:solidFill>
                <a:latin typeface="+mj-lt"/>
                <a:ea typeface="+mj-ea"/>
                <a:cs typeface="+mj-cs"/>
                <a:sym typeface="IBM Plex Sans Light"/>
              </a:defRPr>
            </a:lvl1pPr>
          </a:lstStyle>
          <a:p>
            <a:r>
              <a:t>Title Text</a:t>
            </a:r>
          </a:p>
        </p:txBody>
      </p:sp>
      <p:pic>
        <p:nvPicPr>
          <p:cNvPr id="107" name="Picture" descr="Picture"/>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1191751" y="6273671"/>
            <a:ext cx="695451" cy="277479"/>
          </a:xfrm>
          <a:prstGeom prst="rect">
            <a:avLst/>
          </a:prstGeom>
          <a:ln w="12700">
            <a:miter lim="400000"/>
          </a:ln>
        </p:spPr>
      </p:pic>
      <p:sp>
        <p:nvSpPr>
          <p:cNvPr id="108" name="Slide Number"/>
          <p:cNvSpPr txBox="1">
            <a:spLocks noGrp="1"/>
          </p:cNvSpPr>
          <p:nvPr>
            <p:ph type="sldNum" sz="quarter" idx="2"/>
          </p:nvPr>
        </p:nvSpPr>
        <p:spPr>
          <a:xfrm>
            <a:off x="8602948" y="6294795"/>
            <a:ext cx="134652" cy="123111"/>
          </a:xfrm>
          <a:prstGeom prst="rect">
            <a:avLst/>
          </a:prstGeom>
        </p:spPr>
        <p:txBody>
          <a:bodyPr/>
          <a:lstStyle/>
          <a:p>
            <a:fld id="{86CB4B4D-7CA3-9044-876B-883B54F8677D}" type="slidenum">
              <a:rPr/>
              <a:t>‹#›</a:t>
            </a:fld>
            <a:endParaRPr/>
          </a:p>
        </p:txBody>
      </p:sp>
    </p:spTree>
    <p:extLst>
      <p:ext uri="{BB962C8B-B14F-4D97-AF65-F5344CB8AC3E}">
        <p14:creationId xmlns:p14="http://schemas.microsoft.com/office/powerpoint/2010/main" val="3559926799"/>
      </p:ext>
    </p:extLst>
  </p:cSld>
  <p:clrMapOvr>
    <a:masterClrMapping/>
  </p:clrMapOvr>
  <p:transition spd="med"/>
</p:sldLayout>
</file>

<file path=ppt/slideLayouts/slideLayout151.xml><?xml version="1.0" encoding="utf-8"?>
<p:sldLayout xmlns:a="http://schemas.openxmlformats.org/drawingml/2006/main" xmlns:r="http://schemas.openxmlformats.org/officeDocument/2006/relationships" xmlns:p="http://schemas.openxmlformats.org/presentationml/2006/main" type="tx">
  <p:cSld name="cover, image 6">
    <p:spTree>
      <p:nvGrpSpPr>
        <p:cNvPr id="1" name=""/>
        <p:cNvGrpSpPr/>
        <p:nvPr/>
      </p:nvGrpSpPr>
      <p:grpSpPr>
        <a:xfrm>
          <a:off x="0" y="0"/>
          <a:ext cx="0" cy="0"/>
          <a:chOff x="0" y="0"/>
          <a:chExt cx="0" cy="0"/>
        </a:xfrm>
      </p:grpSpPr>
      <p:pic>
        <p:nvPicPr>
          <p:cNvPr id="115" name="Picture 4" descr="Picture 4"/>
          <p:cNvPicPr>
            <a:picLocks noChangeAspect="1"/>
          </p:cNvPicPr>
          <p:nvPr/>
        </p:nvPicPr>
        <p:blipFill>
          <a:blip r:embed="rId2"/>
          <a:stretch>
            <a:fillRect/>
          </a:stretch>
        </p:blipFill>
        <p:spPr>
          <a:xfrm>
            <a:off x="-2016" y="5081"/>
            <a:ext cx="12171209" cy="6852921"/>
          </a:xfrm>
          <a:prstGeom prst="rect">
            <a:avLst/>
          </a:prstGeom>
          <a:ln w="12700">
            <a:miter lim="400000"/>
          </a:ln>
        </p:spPr>
      </p:pic>
      <p:sp>
        <p:nvSpPr>
          <p:cNvPr id="116" name="Title Text"/>
          <p:cNvSpPr txBox="1">
            <a:spLocks noGrp="1"/>
          </p:cNvSpPr>
          <p:nvPr>
            <p:ph type="title"/>
          </p:nvPr>
        </p:nvSpPr>
        <p:spPr>
          <a:xfrm>
            <a:off x="280415" y="169334"/>
            <a:ext cx="5522979" cy="5726177"/>
          </a:xfrm>
          <a:prstGeom prst="rect">
            <a:avLst/>
          </a:prstGeom>
        </p:spPr>
        <p:txBody>
          <a:bodyPr>
            <a:normAutofit/>
          </a:bodyPr>
          <a:lstStyle>
            <a:lvl1pPr>
              <a:defRPr sz="3200">
                <a:solidFill>
                  <a:schemeClr val="accent1"/>
                </a:solidFill>
                <a:latin typeface="+mj-lt"/>
                <a:ea typeface="+mj-ea"/>
                <a:cs typeface="+mj-cs"/>
                <a:sym typeface="IBM Plex Sans Light"/>
              </a:defRPr>
            </a:lvl1pPr>
          </a:lstStyle>
          <a:p>
            <a:r>
              <a:t>Title Text</a:t>
            </a:r>
          </a:p>
        </p:txBody>
      </p:sp>
      <p:pic>
        <p:nvPicPr>
          <p:cNvPr id="117" name="Picture" descr="Picture"/>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1191751" y="6273671"/>
            <a:ext cx="695451" cy="277479"/>
          </a:xfrm>
          <a:prstGeom prst="rect">
            <a:avLst/>
          </a:prstGeom>
          <a:ln w="12700">
            <a:miter lim="400000"/>
          </a:ln>
        </p:spPr>
      </p:pic>
      <p:sp>
        <p:nvSpPr>
          <p:cNvPr id="118" name="Slide Number"/>
          <p:cNvSpPr txBox="1">
            <a:spLocks noGrp="1"/>
          </p:cNvSpPr>
          <p:nvPr>
            <p:ph type="sldNum" sz="quarter" idx="2"/>
          </p:nvPr>
        </p:nvSpPr>
        <p:spPr>
          <a:xfrm>
            <a:off x="8602948" y="6294795"/>
            <a:ext cx="134652" cy="123111"/>
          </a:xfrm>
          <a:prstGeom prst="rect">
            <a:avLst/>
          </a:prstGeom>
        </p:spPr>
        <p:txBody>
          <a:bodyPr/>
          <a:lstStyle/>
          <a:p>
            <a:fld id="{86CB4B4D-7CA3-9044-876B-883B54F8677D}" type="slidenum">
              <a:rPr/>
              <a:t>‹#›</a:t>
            </a:fld>
            <a:endParaRPr/>
          </a:p>
        </p:txBody>
      </p:sp>
    </p:spTree>
    <p:extLst>
      <p:ext uri="{BB962C8B-B14F-4D97-AF65-F5344CB8AC3E}">
        <p14:creationId xmlns:p14="http://schemas.microsoft.com/office/powerpoint/2010/main" val="3882106402"/>
      </p:ext>
    </p:extLst>
  </p:cSld>
  <p:clrMapOvr>
    <a:masterClrMapping/>
  </p:clrMapOvr>
  <p:transition spd="med"/>
</p:sldLayout>
</file>

<file path=ppt/slideLayouts/slideLayout152.xml><?xml version="1.0" encoding="utf-8"?>
<p:sldLayout xmlns:a="http://schemas.openxmlformats.org/drawingml/2006/main" xmlns:r="http://schemas.openxmlformats.org/officeDocument/2006/relationships" xmlns:p="http://schemas.openxmlformats.org/presentationml/2006/main" type="tx">
  <p:cSld name="cover, image 7">
    <p:spTree>
      <p:nvGrpSpPr>
        <p:cNvPr id="1" name=""/>
        <p:cNvGrpSpPr/>
        <p:nvPr/>
      </p:nvGrpSpPr>
      <p:grpSpPr>
        <a:xfrm>
          <a:off x="0" y="0"/>
          <a:ext cx="0" cy="0"/>
          <a:chOff x="0" y="0"/>
          <a:chExt cx="0" cy="0"/>
        </a:xfrm>
      </p:grpSpPr>
      <p:pic>
        <p:nvPicPr>
          <p:cNvPr id="125" name="Picture 7" descr="Picture 7"/>
          <p:cNvPicPr>
            <a:picLocks noChangeAspect="1"/>
          </p:cNvPicPr>
          <p:nvPr/>
        </p:nvPicPr>
        <p:blipFill>
          <a:blip r:embed="rId2"/>
          <a:stretch>
            <a:fillRect/>
          </a:stretch>
        </p:blipFill>
        <p:spPr>
          <a:xfrm>
            <a:off x="6970" y="609"/>
            <a:ext cx="12178060" cy="6856780"/>
          </a:xfrm>
          <a:prstGeom prst="rect">
            <a:avLst/>
          </a:prstGeom>
          <a:ln w="12700">
            <a:miter lim="400000"/>
          </a:ln>
        </p:spPr>
      </p:pic>
      <p:sp>
        <p:nvSpPr>
          <p:cNvPr id="126" name="Title Text"/>
          <p:cNvSpPr txBox="1">
            <a:spLocks noGrp="1"/>
          </p:cNvSpPr>
          <p:nvPr>
            <p:ph type="title"/>
          </p:nvPr>
        </p:nvSpPr>
        <p:spPr>
          <a:xfrm>
            <a:off x="280415" y="169334"/>
            <a:ext cx="5522979" cy="5726177"/>
          </a:xfrm>
          <a:prstGeom prst="rect">
            <a:avLst/>
          </a:prstGeom>
        </p:spPr>
        <p:txBody>
          <a:bodyPr>
            <a:normAutofit/>
          </a:bodyPr>
          <a:lstStyle>
            <a:lvl1pPr>
              <a:defRPr sz="3200">
                <a:solidFill>
                  <a:schemeClr val="accent1"/>
                </a:solidFill>
                <a:latin typeface="+mj-lt"/>
                <a:ea typeface="+mj-ea"/>
                <a:cs typeface="+mj-cs"/>
                <a:sym typeface="IBM Plex Sans Light"/>
              </a:defRPr>
            </a:lvl1pPr>
          </a:lstStyle>
          <a:p>
            <a:r>
              <a:t>Title Text</a:t>
            </a:r>
          </a:p>
        </p:txBody>
      </p:sp>
      <p:pic>
        <p:nvPicPr>
          <p:cNvPr id="127" name="Picture" descr="Picture"/>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1191751" y="6273671"/>
            <a:ext cx="695451" cy="277479"/>
          </a:xfrm>
          <a:prstGeom prst="rect">
            <a:avLst/>
          </a:prstGeom>
          <a:ln w="12700">
            <a:miter lim="400000"/>
          </a:ln>
        </p:spPr>
      </p:pic>
      <p:sp>
        <p:nvSpPr>
          <p:cNvPr id="128" name="Slide Number"/>
          <p:cNvSpPr txBox="1">
            <a:spLocks noGrp="1"/>
          </p:cNvSpPr>
          <p:nvPr>
            <p:ph type="sldNum" sz="quarter" idx="2"/>
          </p:nvPr>
        </p:nvSpPr>
        <p:spPr>
          <a:xfrm>
            <a:off x="8602948" y="6294795"/>
            <a:ext cx="134652" cy="123111"/>
          </a:xfrm>
          <a:prstGeom prst="rect">
            <a:avLst/>
          </a:prstGeom>
        </p:spPr>
        <p:txBody>
          <a:bodyPr/>
          <a:lstStyle/>
          <a:p>
            <a:fld id="{86CB4B4D-7CA3-9044-876B-883B54F8677D}" type="slidenum">
              <a:rPr/>
              <a:t>‹#›</a:t>
            </a:fld>
            <a:endParaRPr/>
          </a:p>
        </p:txBody>
      </p:sp>
    </p:spTree>
    <p:extLst>
      <p:ext uri="{BB962C8B-B14F-4D97-AF65-F5344CB8AC3E}">
        <p14:creationId xmlns:p14="http://schemas.microsoft.com/office/powerpoint/2010/main" val="400895277"/>
      </p:ext>
    </p:extLst>
  </p:cSld>
  <p:clrMapOvr>
    <a:masterClrMapping/>
  </p:clrMapOvr>
  <p:transition spd="med"/>
</p:sldLayout>
</file>

<file path=ppt/slideLayouts/slideLayout153.xml><?xml version="1.0" encoding="utf-8"?>
<p:sldLayout xmlns:a="http://schemas.openxmlformats.org/drawingml/2006/main" xmlns:r="http://schemas.openxmlformats.org/officeDocument/2006/relationships" xmlns:p="http://schemas.openxmlformats.org/presentationml/2006/main" type="tx">
  <p:cSld name="cover, image 8">
    <p:spTree>
      <p:nvGrpSpPr>
        <p:cNvPr id="1" name=""/>
        <p:cNvGrpSpPr/>
        <p:nvPr/>
      </p:nvGrpSpPr>
      <p:grpSpPr>
        <a:xfrm>
          <a:off x="0" y="0"/>
          <a:ext cx="0" cy="0"/>
          <a:chOff x="0" y="0"/>
          <a:chExt cx="0" cy="0"/>
        </a:xfrm>
      </p:grpSpPr>
      <p:pic>
        <p:nvPicPr>
          <p:cNvPr id="135" name="Picture 7" descr="Picture 7"/>
          <p:cNvPicPr>
            <a:picLocks noChangeAspect="1"/>
          </p:cNvPicPr>
          <p:nvPr/>
        </p:nvPicPr>
        <p:blipFill>
          <a:blip r:embed="rId2"/>
          <a:stretch>
            <a:fillRect/>
          </a:stretch>
        </p:blipFill>
        <p:spPr>
          <a:xfrm>
            <a:off x="6970" y="609"/>
            <a:ext cx="12178060" cy="6856777"/>
          </a:xfrm>
          <a:prstGeom prst="rect">
            <a:avLst/>
          </a:prstGeom>
          <a:ln w="12700">
            <a:miter lim="400000"/>
          </a:ln>
        </p:spPr>
      </p:pic>
      <p:sp>
        <p:nvSpPr>
          <p:cNvPr id="136" name="Title Text"/>
          <p:cNvSpPr txBox="1">
            <a:spLocks noGrp="1"/>
          </p:cNvSpPr>
          <p:nvPr>
            <p:ph type="title"/>
          </p:nvPr>
        </p:nvSpPr>
        <p:spPr>
          <a:xfrm>
            <a:off x="280415" y="169334"/>
            <a:ext cx="5522979" cy="5726177"/>
          </a:xfrm>
          <a:prstGeom prst="rect">
            <a:avLst/>
          </a:prstGeom>
        </p:spPr>
        <p:txBody>
          <a:bodyPr>
            <a:normAutofit/>
          </a:bodyPr>
          <a:lstStyle>
            <a:lvl1pPr>
              <a:defRPr sz="3200">
                <a:solidFill>
                  <a:schemeClr val="accent1"/>
                </a:solidFill>
                <a:latin typeface="+mj-lt"/>
                <a:ea typeface="+mj-ea"/>
                <a:cs typeface="+mj-cs"/>
                <a:sym typeface="IBM Plex Sans Light"/>
              </a:defRPr>
            </a:lvl1pPr>
          </a:lstStyle>
          <a:p>
            <a:r>
              <a:t>Title Text</a:t>
            </a:r>
          </a:p>
        </p:txBody>
      </p:sp>
      <p:pic>
        <p:nvPicPr>
          <p:cNvPr id="137" name="Picture" descr="Picture"/>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1191751" y="6273671"/>
            <a:ext cx="695451" cy="277479"/>
          </a:xfrm>
          <a:prstGeom prst="rect">
            <a:avLst/>
          </a:prstGeom>
          <a:ln w="12700">
            <a:miter lim="400000"/>
          </a:ln>
        </p:spPr>
      </p:pic>
      <p:sp>
        <p:nvSpPr>
          <p:cNvPr id="138" name="Slide Number"/>
          <p:cNvSpPr txBox="1">
            <a:spLocks noGrp="1"/>
          </p:cNvSpPr>
          <p:nvPr>
            <p:ph type="sldNum" sz="quarter" idx="2"/>
          </p:nvPr>
        </p:nvSpPr>
        <p:spPr>
          <a:xfrm>
            <a:off x="8602948" y="6294795"/>
            <a:ext cx="134652" cy="123111"/>
          </a:xfrm>
          <a:prstGeom prst="rect">
            <a:avLst/>
          </a:prstGeom>
        </p:spPr>
        <p:txBody>
          <a:bodyPr/>
          <a:lstStyle/>
          <a:p>
            <a:fld id="{86CB4B4D-7CA3-9044-876B-883B54F8677D}" type="slidenum">
              <a:rPr/>
              <a:t>‹#›</a:t>
            </a:fld>
            <a:endParaRPr/>
          </a:p>
        </p:txBody>
      </p:sp>
    </p:spTree>
    <p:extLst>
      <p:ext uri="{BB962C8B-B14F-4D97-AF65-F5344CB8AC3E}">
        <p14:creationId xmlns:p14="http://schemas.microsoft.com/office/powerpoint/2010/main" val="2486878190"/>
      </p:ext>
    </p:extLst>
  </p:cSld>
  <p:clrMapOvr>
    <a:masterClrMapping/>
  </p:clrMapOvr>
  <p:transition spd="med"/>
</p:sldLayout>
</file>

<file path=ppt/slideLayouts/slideLayout154.xml><?xml version="1.0" encoding="utf-8"?>
<p:sldLayout xmlns:a="http://schemas.openxmlformats.org/drawingml/2006/main" xmlns:r="http://schemas.openxmlformats.org/officeDocument/2006/relationships" xmlns:p="http://schemas.openxmlformats.org/presentationml/2006/main" type="tx">
  <p:cSld name="divider">
    <p:spTree>
      <p:nvGrpSpPr>
        <p:cNvPr id="1" name=""/>
        <p:cNvGrpSpPr/>
        <p:nvPr/>
      </p:nvGrpSpPr>
      <p:grpSpPr>
        <a:xfrm>
          <a:off x="0" y="0"/>
          <a:ext cx="0" cy="0"/>
          <a:chOff x="0" y="0"/>
          <a:chExt cx="0" cy="0"/>
        </a:xfrm>
      </p:grpSpPr>
      <p:sp>
        <p:nvSpPr>
          <p:cNvPr id="145" name="Title Text"/>
          <p:cNvSpPr txBox="1">
            <a:spLocks noGrp="1"/>
          </p:cNvSpPr>
          <p:nvPr>
            <p:ph type="title"/>
          </p:nvPr>
        </p:nvSpPr>
        <p:spPr>
          <a:xfrm>
            <a:off x="280415" y="169334"/>
            <a:ext cx="5522979" cy="5726177"/>
          </a:xfrm>
          <a:prstGeom prst="rect">
            <a:avLst/>
          </a:prstGeom>
        </p:spPr>
        <p:txBody>
          <a:bodyPr>
            <a:normAutofit/>
          </a:bodyPr>
          <a:lstStyle>
            <a:lvl1pPr>
              <a:defRPr sz="3200">
                <a:solidFill>
                  <a:schemeClr val="accent2"/>
                </a:solidFill>
                <a:latin typeface="+mj-lt"/>
                <a:ea typeface="+mj-ea"/>
                <a:cs typeface="+mj-cs"/>
                <a:sym typeface="IBM Plex Sans Light"/>
              </a:defRPr>
            </a:lvl1pPr>
          </a:lstStyle>
          <a:p>
            <a:r>
              <a:t>Title Text</a:t>
            </a:r>
          </a:p>
        </p:txBody>
      </p:sp>
      <p:sp>
        <p:nvSpPr>
          <p:cNvPr id="146"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extLst>
      <p:ext uri="{BB962C8B-B14F-4D97-AF65-F5344CB8AC3E}">
        <p14:creationId xmlns:p14="http://schemas.microsoft.com/office/powerpoint/2010/main" val="3562085341"/>
      </p:ext>
    </p:extLst>
  </p:cSld>
  <p:clrMapOvr>
    <a:masterClrMapping/>
  </p:clrMapOvr>
  <p:transition spd="med"/>
</p:sldLayout>
</file>

<file path=ppt/slideLayouts/slideLayout155.xml><?xml version="1.0" encoding="utf-8"?>
<p:sldLayout xmlns:a="http://schemas.openxmlformats.org/drawingml/2006/main" xmlns:r="http://schemas.openxmlformats.org/officeDocument/2006/relationships" xmlns:p="http://schemas.openxmlformats.org/presentationml/2006/main" type="tx">
  <p:cSld name="divider (with page contents)">
    <p:spTree>
      <p:nvGrpSpPr>
        <p:cNvPr id="1" name=""/>
        <p:cNvGrpSpPr/>
        <p:nvPr/>
      </p:nvGrpSpPr>
      <p:grpSpPr>
        <a:xfrm>
          <a:off x="0" y="0"/>
          <a:ext cx="0" cy="0"/>
          <a:chOff x="0" y="0"/>
          <a:chExt cx="0" cy="0"/>
        </a:xfrm>
      </p:grpSpPr>
      <p:sp>
        <p:nvSpPr>
          <p:cNvPr id="153" name="Title Text"/>
          <p:cNvSpPr txBox="1">
            <a:spLocks noGrp="1"/>
          </p:cNvSpPr>
          <p:nvPr>
            <p:ph type="title"/>
          </p:nvPr>
        </p:nvSpPr>
        <p:spPr>
          <a:xfrm>
            <a:off x="280415" y="169333"/>
            <a:ext cx="5522979" cy="1066800"/>
          </a:xfrm>
          <a:prstGeom prst="rect">
            <a:avLst/>
          </a:prstGeom>
        </p:spPr>
        <p:txBody>
          <a:bodyPr>
            <a:normAutofit/>
          </a:bodyPr>
          <a:lstStyle>
            <a:lvl1pPr>
              <a:defRPr sz="3200">
                <a:solidFill>
                  <a:schemeClr val="accent2"/>
                </a:solidFill>
                <a:latin typeface="+mj-lt"/>
                <a:ea typeface="+mj-ea"/>
                <a:cs typeface="+mj-cs"/>
                <a:sym typeface="IBM Plex Sans Light"/>
              </a:defRPr>
            </a:lvl1pPr>
          </a:lstStyle>
          <a:p>
            <a:r>
              <a:t>Title Text</a:t>
            </a:r>
          </a:p>
        </p:txBody>
      </p:sp>
      <p:sp>
        <p:nvSpPr>
          <p:cNvPr id="154" name="Body Level One…"/>
          <p:cNvSpPr txBox="1">
            <a:spLocks noGrp="1"/>
          </p:cNvSpPr>
          <p:nvPr>
            <p:ph type="body" sz="half" idx="1"/>
          </p:nvPr>
        </p:nvSpPr>
        <p:spPr>
          <a:xfrm>
            <a:off x="292609" y="1658112"/>
            <a:ext cx="5498593" cy="4336289"/>
          </a:xfrm>
          <a:prstGeom prst="rect">
            <a:avLst/>
          </a:prstGeom>
        </p:spPr>
        <p:txBody>
          <a:bodyPr>
            <a:normAutofit/>
          </a:bodyPr>
          <a:lstStyle>
            <a:lvl1pPr>
              <a:spcBef>
                <a:spcPts val="0"/>
              </a:spcBef>
              <a:defRPr>
                <a:solidFill>
                  <a:schemeClr val="accent2"/>
                </a:solidFill>
              </a:defRPr>
            </a:lvl1pPr>
            <a:lvl2pPr marL="0" indent="0">
              <a:spcBef>
                <a:spcPts val="0"/>
              </a:spcBef>
              <a:buSzTx/>
              <a:buNone/>
              <a:defRPr>
                <a:solidFill>
                  <a:schemeClr val="accent2"/>
                </a:solidFill>
              </a:defRPr>
            </a:lvl2pPr>
            <a:lvl3pPr marL="0" indent="268812">
              <a:spcBef>
                <a:spcPts val="0"/>
              </a:spcBef>
              <a:buSzTx/>
              <a:buNone/>
              <a:defRPr>
                <a:solidFill>
                  <a:schemeClr val="accent2"/>
                </a:solidFill>
              </a:defRPr>
            </a:lvl3pPr>
            <a:lvl4pPr marL="0" indent="579960">
              <a:spcBef>
                <a:spcPts val="0"/>
              </a:spcBef>
              <a:buSzTx/>
              <a:buNone/>
              <a:defRPr>
                <a:solidFill>
                  <a:schemeClr val="accent2"/>
                </a:solidFill>
              </a:defRPr>
            </a:lvl4pPr>
            <a:lvl5pPr marL="0" indent="842422">
              <a:spcBef>
                <a:spcPts val="0"/>
              </a:spcBef>
              <a:buSzTx/>
              <a:buNone/>
              <a:defRPr>
                <a:solidFill>
                  <a:schemeClr val="accent2"/>
                </a:solidFill>
              </a:defRPr>
            </a:lvl5pPr>
          </a:lstStyle>
          <a:p>
            <a:r>
              <a:t>Body Level One</a:t>
            </a:r>
          </a:p>
          <a:p>
            <a:pPr lvl="1"/>
            <a:r>
              <a:t>Body Level Two</a:t>
            </a:r>
          </a:p>
          <a:p>
            <a:pPr lvl="2"/>
            <a:r>
              <a:t>Body Level Three</a:t>
            </a:r>
          </a:p>
          <a:p>
            <a:pPr lvl="3"/>
            <a:r>
              <a:t>Body Level Four</a:t>
            </a:r>
          </a:p>
          <a:p>
            <a:pPr lvl="4"/>
            <a:r>
              <a:t>Body Level Five</a:t>
            </a:r>
          </a:p>
        </p:txBody>
      </p:sp>
      <p:sp>
        <p:nvSpPr>
          <p:cNvPr id="155" name="Text Placeholder 2"/>
          <p:cNvSpPr>
            <a:spLocks noGrp="1"/>
          </p:cNvSpPr>
          <p:nvPr>
            <p:ph type="body" sz="half" idx="21"/>
          </p:nvPr>
        </p:nvSpPr>
        <p:spPr>
          <a:xfrm>
            <a:off x="6388608" y="1658112"/>
            <a:ext cx="5498593" cy="4336289"/>
          </a:xfrm>
          <a:prstGeom prst="rect">
            <a:avLst/>
          </a:prstGeom>
        </p:spPr>
        <p:txBody>
          <a:bodyPr>
            <a:normAutofit/>
          </a:bodyPr>
          <a:lstStyle>
            <a:lvl1pPr>
              <a:spcBef>
                <a:spcPts val="0"/>
              </a:spcBef>
              <a:defRPr>
                <a:solidFill>
                  <a:schemeClr val="accent2"/>
                </a:solidFill>
                <a:latin typeface="IBM Plex Sans Medm"/>
                <a:sym typeface="IBM Plex Sans Medium"/>
              </a:defRPr>
            </a:lvl1pPr>
          </a:lstStyle>
          <a:p>
            <a:pPr>
              <a:spcBef>
                <a:spcPts val="0"/>
              </a:spcBef>
              <a:defRPr>
                <a:solidFill>
                  <a:schemeClr val="accent2"/>
                </a:solidFill>
                <a:latin typeface="IBM Plex Sans Medm"/>
                <a:ea typeface="IBM Plex Sans Medm"/>
                <a:cs typeface="IBM Plex Sans Medm"/>
                <a:sym typeface="IBM Plex Sans Medium"/>
              </a:defRPr>
            </a:pPr>
            <a:endParaRPr/>
          </a:p>
        </p:txBody>
      </p:sp>
      <p:sp>
        <p:nvSpPr>
          <p:cNvPr id="156"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extLst>
      <p:ext uri="{BB962C8B-B14F-4D97-AF65-F5344CB8AC3E}">
        <p14:creationId xmlns:p14="http://schemas.microsoft.com/office/powerpoint/2010/main" val="104197624"/>
      </p:ext>
    </p:extLst>
  </p:cSld>
  <p:clrMapOvr>
    <a:masterClrMapping/>
  </p:clrMapOvr>
  <p:transition spd="med"/>
</p:sldLayout>
</file>

<file path=ppt/slideLayouts/slideLayout156.xml><?xml version="1.0" encoding="utf-8"?>
<p:sldLayout xmlns:a="http://schemas.openxmlformats.org/drawingml/2006/main" xmlns:r="http://schemas.openxmlformats.org/officeDocument/2006/relationships" xmlns:p="http://schemas.openxmlformats.org/presentationml/2006/main" type="tx">
  <p:cSld name="big text">
    <p:spTree>
      <p:nvGrpSpPr>
        <p:cNvPr id="1" name=""/>
        <p:cNvGrpSpPr/>
        <p:nvPr/>
      </p:nvGrpSpPr>
      <p:grpSpPr>
        <a:xfrm>
          <a:off x="0" y="0"/>
          <a:ext cx="0" cy="0"/>
          <a:chOff x="0" y="0"/>
          <a:chExt cx="0" cy="0"/>
        </a:xfrm>
      </p:grpSpPr>
      <p:sp>
        <p:nvSpPr>
          <p:cNvPr id="182" name="Title Text"/>
          <p:cNvSpPr txBox="1">
            <a:spLocks noGrp="1"/>
          </p:cNvSpPr>
          <p:nvPr>
            <p:ph type="title"/>
          </p:nvPr>
        </p:nvSpPr>
        <p:spPr>
          <a:xfrm>
            <a:off x="237067" y="-203200"/>
            <a:ext cx="11704229" cy="5872480"/>
          </a:xfrm>
          <a:prstGeom prst="rect">
            <a:avLst/>
          </a:prstGeom>
        </p:spPr>
        <p:txBody>
          <a:bodyPr>
            <a:normAutofit/>
          </a:bodyPr>
          <a:lstStyle>
            <a:lvl1pPr>
              <a:defRPr sz="12800">
                <a:solidFill>
                  <a:schemeClr val="accent2"/>
                </a:solidFill>
                <a:latin typeface="+mj-lt"/>
                <a:ea typeface="+mj-ea"/>
                <a:cs typeface="+mj-cs"/>
                <a:sym typeface="IBM Plex Sans Light"/>
              </a:defRPr>
            </a:lvl1pPr>
          </a:lstStyle>
          <a:p>
            <a:r>
              <a:t>Title Text</a:t>
            </a:r>
          </a:p>
        </p:txBody>
      </p:sp>
      <p:sp>
        <p:nvSpPr>
          <p:cNvPr id="183"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extLst>
      <p:ext uri="{BB962C8B-B14F-4D97-AF65-F5344CB8AC3E}">
        <p14:creationId xmlns:p14="http://schemas.microsoft.com/office/powerpoint/2010/main" val="2713995034"/>
      </p:ext>
    </p:extLst>
  </p:cSld>
  <p:clrMapOvr>
    <a:masterClrMapping/>
  </p:clrMapOvr>
  <p:transition spd="med"/>
</p:sldLayout>
</file>

<file path=ppt/slideLayouts/slideLayout157.xml><?xml version="1.0" encoding="utf-8"?>
<p:sldLayout xmlns:a="http://schemas.openxmlformats.org/drawingml/2006/main" xmlns:r="http://schemas.openxmlformats.org/officeDocument/2006/relationships" xmlns:p="http://schemas.openxmlformats.org/presentationml/2006/main" type="tx">
  <p:cSld name="title, text (two columns)">
    <p:spTree>
      <p:nvGrpSpPr>
        <p:cNvPr id="1" name=""/>
        <p:cNvGrpSpPr/>
        <p:nvPr/>
      </p:nvGrpSpPr>
      <p:grpSpPr>
        <a:xfrm>
          <a:off x="0" y="0"/>
          <a:ext cx="0" cy="0"/>
          <a:chOff x="0" y="0"/>
          <a:chExt cx="0" cy="0"/>
        </a:xfrm>
      </p:grpSpPr>
      <p:sp>
        <p:nvSpPr>
          <p:cNvPr id="207" name="Title Text"/>
          <p:cNvSpPr txBox="1">
            <a:spLocks noGrp="1"/>
          </p:cNvSpPr>
          <p:nvPr>
            <p:ph type="title"/>
          </p:nvPr>
        </p:nvSpPr>
        <p:spPr>
          <a:xfrm>
            <a:off x="280415" y="169334"/>
            <a:ext cx="5522979" cy="1072897"/>
          </a:xfrm>
          <a:prstGeom prst="rect">
            <a:avLst/>
          </a:prstGeom>
        </p:spPr>
        <p:txBody>
          <a:bodyPr>
            <a:normAutofit/>
          </a:bodyPr>
          <a:lstStyle/>
          <a:p>
            <a:r>
              <a:t>Title Text</a:t>
            </a:r>
          </a:p>
        </p:txBody>
      </p:sp>
      <p:sp>
        <p:nvSpPr>
          <p:cNvPr id="208" name="Body Level One…"/>
          <p:cNvSpPr txBox="1">
            <a:spLocks noGrp="1"/>
          </p:cNvSpPr>
          <p:nvPr>
            <p:ph type="body" sz="half" idx="1"/>
          </p:nvPr>
        </p:nvSpPr>
        <p:spPr>
          <a:xfrm>
            <a:off x="292609" y="1658112"/>
            <a:ext cx="5498593" cy="4336289"/>
          </a:xfrm>
          <a:prstGeom prst="rect">
            <a:avLst/>
          </a:prstGeom>
        </p:spPr>
        <p:txBody>
          <a:bodyPr>
            <a:normAutofit/>
          </a:bodyPr>
          <a:lstStyle/>
          <a:p>
            <a:r>
              <a:t>Body Level One</a:t>
            </a:r>
          </a:p>
          <a:p>
            <a:pPr lvl="1"/>
            <a:r>
              <a:t>Body Level Two</a:t>
            </a:r>
          </a:p>
          <a:p>
            <a:pPr lvl="2"/>
            <a:r>
              <a:t>Body Level Three</a:t>
            </a:r>
          </a:p>
          <a:p>
            <a:pPr lvl="3"/>
            <a:r>
              <a:t>Body Level Four</a:t>
            </a:r>
          </a:p>
          <a:p>
            <a:pPr lvl="4"/>
            <a:r>
              <a:t>Body Level Five</a:t>
            </a:r>
          </a:p>
        </p:txBody>
      </p:sp>
      <p:sp>
        <p:nvSpPr>
          <p:cNvPr id="209" name="Text Placeholder 2"/>
          <p:cNvSpPr>
            <a:spLocks noGrp="1"/>
          </p:cNvSpPr>
          <p:nvPr>
            <p:ph type="body" sz="half" idx="21"/>
          </p:nvPr>
        </p:nvSpPr>
        <p:spPr>
          <a:xfrm>
            <a:off x="6388610" y="1658112"/>
            <a:ext cx="5498503" cy="4336289"/>
          </a:xfrm>
          <a:prstGeom prst="rect">
            <a:avLst/>
          </a:prstGeom>
        </p:spPr>
        <p:txBody>
          <a:bodyPr>
            <a:normAutofit/>
          </a:bodyPr>
          <a:lstStyle/>
          <a:p>
            <a:pPr>
              <a:defRPr>
                <a:latin typeface="IBM Plex Sans Medm"/>
                <a:ea typeface="IBM Plex Sans Medm"/>
                <a:cs typeface="IBM Plex Sans Medm"/>
                <a:sym typeface="IBM Plex Sans Medium"/>
              </a:defRPr>
            </a:pPr>
            <a:endParaRPr/>
          </a:p>
        </p:txBody>
      </p:sp>
      <p:sp>
        <p:nvSpPr>
          <p:cNvPr id="210"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extLst>
      <p:ext uri="{BB962C8B-B14F-4D97-AF65-F5344CB8AC3E}">
        <p14:creationId xmlns:p14="http://schemas.microsoft.com/office/powerpoint/2010/main" val="3418765859"/>
      </p:ext>
    </p:extLst>
  </p:cSld>
  <p:clrMapOvr>
    <a:masterClrMapping/>
  </p:clrMapOvr>
  <p:transition spd="med"/>
</p:sldLayout>
</file>

<file path=ppt/slideLayouts/slideLayout158.xml><?xml version="1.0" encoding="utf-8"?>
<p:sldLayout xmlns:a="http://schemas.openxmlformats.org/drawingml/2006/main" xmlns:r="http://schemas.openxmlformats.org/officeDocument/2006/relationships" xmlns:p="http://schemas.openxmlformats.org/presentationml/2006/main" type="tx">
  <p:cSld name="title, text, half-image">
    <p:spTree>
      <p:nvGrpSpPr>
        <p:cNvPr id="1" name=""/>
        <p:cNvGrpSpPr/>
        <p:nvPr/>
      </p:nvGrpSpPr>
      <p:grpSpPr>
        <a:xfrm>
          <a:off x="0" y="0"/>
          <a:ext cx="0" cy="0"/>
          <a:chOff x="0" y="0"/>
          <a:chExt cx="0" cy="0"/>
        </a:xfrm>
      </p:grpSpPr>
      <p:sp>
        <p:nvSpPr>
          <p:cNvPr id="239" name="Title Text"/>
          <p:cNvSpPr txBox="1">
            <a:spLocks noGrp="1"/>
          </p:cNvSpPr>
          <p:nvPr>
            <p:ph type="title"/>
          </p:nvPr>
        </p:nvSpPr>
        <p:spPr>
          <a:xfrm>
            <a:off x="280415" y="169334"/>
            <a:ext cx="5522979" cy="1072897"/>
          </a:xfrm>
          <a:prstGeom prst="rect">
            <a:avLst/>
          </a:prstGeom>
        </p:spPr>
        <p:txBody>
          <a:bodyPr>
            <a:normAutofit/>
          </a:bodyPr>
          <a:lstStyle/>
          <a:p>
            <a:r>
              <a:t>Title Text</a:t>
            </a:r>
          </a:p>
        </p:txBody>
      </p:sp>
      <p:sp>
        <p:nvSpPr>
          <p:cNvPr id="240" name="Body Level One…"/>
          <p:cNvSpPr txBox="1">
            <a:spLocks noGrp="1"/>
          </p:cNvSpPr>
          <p:nvPr>
            <p:ph type="body" sz="half" idx="1"/>
          </p:nvPr>
        </p:nvSpPr>
        <p:spPr>
          <a:xfrm>
            <a:off x="292609" y="1658112"/>
            <a:ext cx="5498593" cy="4336289"/>
          </a:xfrm>
          <a:prstGeom prst="rect">
            <a:avLst/>
          </a:prstGeom>
        </p:spPr>
        <p:txBody>
          <a:bodyPr>
            <a:normAutofit/>
          </a:bodyPr>
          <a:lstStyle/>
          <a:p>
            <a:r>
              <a:t>Body Level One</a:t>
            </a:r>
          </a:p>
          <a:p>
            <a:pPr lvl="1"/>
            <a:r>
              <a:t>Body Level Two</a:t>
            </a:r>
          </a:p>
          <a:p>
            <a:pPr lvl="2"/>
            <a:r>
              <a:t>Body Level Three</a:t>
            </a:r>
          </a:p>
          <a:p>
            <a:pPr lvl="3"/>
            <a:r>
              <a:t>Body Level Four</a:t>
            </a:r>
          </a:p>
          <a:p>
            <a:pPr lvl="4"/>
            <a:r>
              <a:t>Body Level Five</a:t>
            </a:r>
          </a:p>
        </p:txBody>
      </p:sp>
      <p:sp>
        <p:nvSpPr>
          <p:cNvPr id="241" name="Picture Placeholder"/>
          <p:cNvSpPr>
            <a:spLocks noGrp="1"/>
          </p:cNvSpPr>
          <p:nvPr>
            <p:ph type="pic" idx="21"/>
          </p:nvPr>
        </p:nvSpPr>
        <p:spPr>
          <a:xfrm>
            <a:off x="6096000" y="0"/>
            <a:ext cx="6096000" cy="6858000"/>
          </a:xfrm>
          <a:prstGeom prst="rect">
            <a:avLst/>
          </a:prstGeom>
        </p:spPr>
        <p:txBody>
          <a:bodyPr lIns="91439" tIns="45719" rIns="91439" bIns="45719"/>
          <a:lstStyle/>
          <a:p>
            <a:endParaRPr/>
          </a:p>
        </p:txBody>
      </p:sp>
      <p:sp>
        <p:nvSpPr>
          <p:cNvPr id="242"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extLst>
      <p:ext uri="{BB962C8B-B14F-4D97-AF65-F5344CB8AC3E}">
        <p14:creationId xmlns:p14="http://schemas.microsoft.com/office/powerpoint/2010/main" val="3172641593"/>
      </p:ext>
    </p:extLst>
  </p:cSld>
  <p:clrMapOvr>
    <a:masterClrMapping/>
  </p:clrMapOvr>
  <p:transition spd="med"/>
</p:sldLayout>
</file>

<file path=ppt/slideLayouts/slideLayout159.xml><?xml version="1.0" encoding="utf-8"?>
<p:sldLayout xmlns:a="http://schemas.openxmlformats.org/drawingml/2006/main" xmlns:r="http://schemas.openxmlformats.org/officeDocument/2006/relationships" xmlns:p="http://schemas.openxmlformats.org/presentationml/2006/main" type="tx">
  <p:cSld name="title, text (two narrow columns)">
    <p:spTree>
      <p:nvGrpSpPr>
        <p:cNvPr id="1" name=""/>
        <p:cNvGrpSpPr/>
        <p:nvPr/>
      </p:nvGrpSpPr>
      <p:grpSpPr>
        <a:xfrm>
          <a:off x="0" y="0"/>
          <a:ext cx="0" cy="0"/>
          <a:chOff x="0" y="0"/>
          <a:chExt cx="0" cy="0"/>
        </a:xfrm>
      </p:grpSpPr>
      <p:sp>
        <p:nvSpPr>
          <p:cNvPr id="249" name="Title Text"/>
          <p:cNvSpPr txBox="1">
            <a:spLocks noGrp="1"/>
          </p:cNvSpPr>
          <p:nvPr>
            <p:ph type="title"/>
          </p:nvPr>
        </p:nvSpPr>
        <p:spPr>
          <a:xfrm>
            <a:off x="280415" y="169334"/>
            <a:ext cx="5522979" cy="5726177"/>
          </a:xfrm>
          <a:prstGeom prst="rect">
            <a:avLst/>
          </a:prstGeom>
        </p:spPr>
        <p:txBody>
          <a:bodyPr>
            <a:normAutofit/>
          </a:bodyPr>
          <a:lstStyle/>
          <a:p>
            <a:r>
              <a:t>Title Text</a:t>
            </a:r>
          </a:p>
        </p:txBody>
      </p:sp>
      <p:sp>
        <p:nvSpPr>
          <p:cNvPr id="250" name="Body Level One…"/>
          <p:cNvSpPr txBox="1">
            <a:spLocks noGrp="1"/>
          </p:cNvSpPr>
          <p:nvPr>
            <p:ph type="body" sz="quarter" idx="1"/>
          </p:nvPr>
        </p:nvSpPr>
        <p:spPr>
          <a:xfrm>
            <a:off x="6388608" y="251291"/>
            <a:ext cx="2450593" cy="5726177"/>
          </a:xfrm>
          <a:prstGeom prst="rect">
            <a:avLst/>
          </a:prstGeom>
        </p:spPr>
        <p:txBody>
          <a:bodyPr>
            <a:normAutofit/>
          </a:bodyPr>
          <a:lstStyle/>
          <a:p>
            <a:r>
              <a:t>Body Level One</a:t>
            </a:r>
          </a:p>
          <a:p>
            <a:pPr lvl="1"/>
            <a:r>
              <a:t>Body Level Two</a:t>
            </a:r>
          </a:p>
          <a:p>
            <a:pPr lvl="2"/>
            <a:r>
              <a:t>Body Level Three</a:t>
            </a:r>
          </a:p>
          <a:p>
            <a:pPr lvl="3"/>
            <a:r>
              <a:t>Body Level Four</a:t>
            </a:r>
          </a:p>
          <a:p>
            <a:pPr lvl="4"/>
            <a:r>
              <a:t>Body Level Five</a:t>
            </a:r>
          </a:p>
        </p:txBody>
      </p:sp>
      <p:sp>
        <p:nvSpPr>
          <p:cNvPr id="251" name="Text Placeholder 2"/>
          <p:cNvSpPr>
            <a:spLocks noGrp="1"/>
          </p:cNvSpPr>
          <p:nvPr>
            <p:ph type="body" sz="quarter" idx="21"/>
          </p:nvPr>
        </p:nvSpPr>
        <p:spPr>
          <a:xfrm>
            <a:off x="9436609" y="251289"/>
            <a:ext cx="2450593" cy="5726179"/>
          </a:xfrm>
          <a:prstGeom prst="rect">
            <a:avLst/>
          </a:prstGeom>
        </p:spPr>
        <p:txBody>
          <a:bodyPr>
            <a:normAutofit/>
          </a:bodyPr>
          <a:lstStyle/>
          <a:p>
            <a:pPr>
              <a:defRPr>
                <a:latin typeface="IBM Plex Sans Medm"/>
                <a:ea typeface="IBM Plex Sans Medm"/>
                <a:cs typeface="IBM Plex Sans Medm"/>
                <a:sym typeface="IBM Plex Sans Medium"/>
              </a:defRPr>
            </a:pPr>
            <a:endParaRPr/>
          </a:p>
        </p:txBody>
      </p:sp>
      <p:sp>
        <p:nvSpPr>
          <p:cNvPr id="252"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extLst>
      <p:ext uri="{BB962C8B-B14F-4D97-AF65-F5344CB8AC3E}">
        <p14:creationId xmlns:p14="http://schemas.microsoft.com/office/powerpoint/2010/main" val="760643338"/>
      </p:ext>
    </p:extLst>
  </p:cSld>
  <p:clrMapOvr>
    <a:masterClrMapping/>
  </p:clrMapOvr>
  <p:transition spd="med"/>
</p:sldLayout>
</file>

<file path=ppt/slideLayouts/slideLayout160.xml><?xml version="1.0" encoding="utf-8"?>
<p:sldLayout xmlns:a="http://schemas.openxmlformats.org/drawingml/2006/main" xmlns:r="http://schemas.openxmlformats.org/officeDocument/2006/relationships" xmlns:p="http://schemas.openxmlformats.org/presentationml/2006/main" type="tx">
  <p:cSld name="title, image">
    <p:spTree>
      <p:nvGrpSpPr>
        <p:cNvPr id="1" name=""/>
        <p:cNvGrpSpPr/>
        <p:nvPr/>
      </p:nvGrpSpPr>
      <p:grpSpPr>
        <a:xfrm>
          <a:off x="0" y="0"/>
          <a:ext cx="0" cy="0"/>
          <a:chOff x="0" y="0"/>
          <a:chExt cx="0" cy="0"/>
        </a:xfrm>
      </p:grpSpPr>
      <p:sp>
        <p:nvSpPr>
          <p:cNvPr id="269" name="Title Text"/>
          <p:cNvSpPr txBox="1">
            <a:spLocks noGrp="1"/>
          </p:cNvSpPr>
          <p:nvPr>
            <p:ph type="title"/>
          </p:nvPr>
        </p:nvSpPr>
        <p:spPr>
          <a:xfrm>
            <a:off x="280415" y="169334"/>
            <a:ext cx="5522979" cy="5726177"/>
          </a:xfrm>
          <a:prstGeom prst="rect">
            <a:avLst/>
          </a:prstGeom>
        </p:spPr>
        <p:txBody>
          <a:bodyPr>
            <a:normAutofit/>
          </a:bodyPr>
          <a:lstStyle/>
          <a:p>
            <a:r>
              <a:t>Title Text</a:t>
            </a:r>
          </a:p>
        </p:txBody>
      </p:sp>
      <p:sp>
        <p:nvSpPr>
          <p:cNvPr id="270" name="Picture Placeholder"/>
          <p:cNvSpPr>
            <a:spLocks noGrp="1"/>
          </p:cNvSpPr>
          <p:nvPr>
            <p:ph type="pic" idx="21"/>
          </p:nvPr>
        </p:nvSpPr>
        <p:spPr>
          <a:xfrm>
            <a:off x="6096000" y="0"/>
            <a:ext cx="6096000" cy="6858000"/>
          </a:xfrm>
          <a:prstGeom prst="rect">
            <a:avLst/>
          </a:prstGeom>
        </p:spPr>
        <p:txBody>
          <a:bodyPr lIns="91439" tIns="45719" rIns="91439" bIns="45719"/>
          <a:lstStyle/>
          <a:p>
            <a:endParaRPr/>
          </a:p>
        </p:txBody>
      </p:sp>
      <p:sp>
        <p:nvSpPr>
          <p:cNvPr id="271"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extLst>
      <p:ext uri="{BB962C8B-B14F-4D97-AF65-F5344CB8AC3E}">
        <p14:creationId xmlns:p14="http://schemas.microsoft.com/office/powerpoint/2010/main" val="3484738844"/>
      </p:ext>
    </p:extLst>
  </p:cSld>
  <p:clrMapOvr>
    <a:masterClrMapping/>
  </p:clrMapOvr>
  <p:transition spd="med"/>
</p:sldLayout>
</file>

<file path=ppt/slideLayouts/slideLayout161.xml><?xml version="1.0" encoding="utf-8"?>
<p:sldLayout xmlns:a="http://schemas.openxmlformats.org/drawingml/2006/main" xmlns:r="http://schemas.openxmlformats.org/officeDocument/2006/relationships" xmlns:p="http://schemas.openxmlformats.org/presentationml/2006/main" type="tx">
  <p:cSld name="title, half-blank area">
    <p:spTree>
      <p:nvGrpSpPr>
        <p:cNvPr id="1" name=""/>
        <p:cNvGrpSpPr/>
        <p:nvPr/>
      </p:nvGrpSpPr>
      <p:grpSpPr>
        <a:xfrm>
          <a:off x="0" y="0"/>
          <a:ext cx="0" cy="0"/>
          <a:chOff x="0" y="0"/>
          <a:chExt cx="0" cy="0"/>
        </a:xfrm>
      </p:grpSpPr>
      <p:sp>
        <p:nvSpPr>
          <p:cNvPr id="278" name="Title Text"/>
          <p:cNvSpPr txBox="1">
            <a:spLocks noGrp="1"/>
          </p:cNvSpPr>
          <p:nvPr>
            <p:ph type="title"/>
          </p:nvPr>
        </p:nvSpPr>
        <p:spPr>
          <a:xfrm>
            <a:off x="280415" y="169334"/>
            <a:ext cx="5522979" cy="5726177"/>
          </a:xfrm>
          <a:prstGeom prst="rect">
            <a:avLst/>
          </a:prstGeom>
        </p:spPr>
        <p:txBody>
          <a:bodyPr>
            <a:normAutofit/>
          </a:bodyPr>
          <a:lstStyle/>
          <a:p>
            <a:r>
              <a:t>Title Text</a:t>
            </a:r>
          </a:p>
        </p:txBody>
      </p:sp>
      <p:sp>
        <p:nvSpPr>
          <p:cNvPr id="279"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extLst>
      <p:ext uri="{BB962C8B-B14F-4D97-AF65-F5344CB8AC3E}">
        <p14:creationId xmlns:p14="http://schemas.microsoft.com/office/powerpoint/2010/main" val="3167049601"/>
      </p:ext>
    </p:extLst>
  </p:cSld>
  <p:clrMapOvr>
    <a:masterClrMapping/>
  </p:clrMapOvr>
  <p:transition spd="med"/>
</p:sldLayout>
</file>

<file path=ppt/slideLayouts/slideLayout162.xml><?xml version="1.0" encoding="utf-8"?>
<p:sldLayout xmlns:a="http://schemas.openxmlformats.org/drawingml/2006/main" xmlns:r="http://schemas.openxmlformats.org/officeDocument/2006/relationships" xmlns:p="http://schemas.openxmlformats.org/presentationml/2006/main" type="tx">
  <p:cSld name="boxes (1 large, 4 small)">
    <p:spTree>
      <p:nvGrpSpPr>
        <p:cNvPr id="1" name=""/>
        <p:cNvGrpSpPr/>
        <p:nvPr/>
      </p:nvGrpSpPr>
      <p:grpSpPr>
        <a:xfrm>
          <a:off x="0" y="0"/>
          <a:ext cx="0" cy="0"/>
          <a:chOff x="0" y="0"/>
          <a:chExt cx="0" cy="0"/>
        </a:xfrm>
      </p:grpSpPr>
      <p:sp>
        <p:nvSpPr>
          <p:cNvPr id="319" name="Title Text"/>
          <p:cNvSpPr txBox="1">
            <a:spLocks noGrp="1"/>
          </p:cNvSpPr>
          <p:nvPr>
            <p:ph type="title"/>
          </p:nvPr>
        </p:nvSpPr>
        <p:spPr>
          <a:xfrm>
            <a:off x="0" y="0"/>
            <a:ext cx="12192000" cy="3425951"/>
          </a:xfrm>
          <a:prstGeom prst="rect">
            <a:avLst/>
          </a:prstGeom>
        </p:spPr>
        <p:txBody>
          <a:bodyPr lIns="50800" tIns="50800" rIns="50800" bIns="50800">
            <a:normAutofit/>
          </a:bodyPr>
          <a:lstStyle>
            <a:lvl1pPr marL="169329">
              <a:defRPr sz="6400">
                <a:latin typeface="+mj-lt"/>
                <a:ea typeface="+mj-ea"/>
                <a:cs typeface="+mj-cs"/>
                <a:sym typeface="IBM Plex Sans Light"/>
              </a:defRPr>
            </a:lvl1pPr>
          </a:lstStyle>
          <a:p>
            <a:r>
              <a:t>Title Text</a:t>
            </a:r>
          </a:p>
        </p:txBody>
      </p:sp>
      <p:sp>
        <p:nvSpPr>
          <p:cNvPr id="320" name="Body Level One…"/>
          <p:cNvSpPr txBox="1">
            <a:spLocks noGrp="1"/>
          </p:cNvSpPr>
          <p:nvPr>
            <p:ph type="body" sz="quarter" idx="1"/>
          </p:nvPr>
        </p:nvSpPr>
        <p:spPr>
          <a:xfrm>
            <a:off x="0" y="3426885"/>
            <a:ext cx="3048000" cy="3431116"/>
          </a:xfrm>
          <a:prstGeom prst="rect">
            <a:avLst/>
          </a:prstGeom>
        </p:spPr>
        <p:txBody>
          <a:bodyPr lIns="201168" tIns="201168" rIns="201168" bIns="201168"/>
          <a:lstStyle>
            <a:lvl1pPr marL="33866"/>
            <a:lvl2pPr marL="262461"/>
            <a:lvl3pPr marL="491060"/>
            <a:lvl4pPr marL="872054"/>
            <a:lvl5pPr marL="1104884"/>
          </a:lstStyle>
          <a:p>
            <a:r>
              <a:t>Body Level One</a:t>
            </a:r>
          </a:p>
          <a:p>
            <a:pPr lvl="1"/>
            <a:r>
              <a:t>Body Level Two</a:t>
            </a:r>
          </a:p>
          <a:p>
            <a:pPr lvl="2"/>
            <a:r>
              <a:t>Body Level Three</a:t>
            </a:r>
          </a:p>
          <a:p>
            <a:pPr lvl="3"/>
            <a:r>
              <a:t>Body Level Four</a:t>
            </a:r>
          </a:p>
          <a:p>
            <a:pPr lvl="4"/>
            <a:r>
              <a:t>Body Level Five</a:t>
            </a:r>
          </a:p>
        </p:txBody>
      </p:sp>
      <p:sp>
        <p:nvSpPr>
          <p:cNvPr id="321"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
        <p:nvSpPr>
          <p:cNvPr id="322" name="Straight Connector 14"/>
          <p:cNvSpPr/>
          <p:nvPr/>
        </p:nvSpPr>
        <p:spPr>
          <a:xfrm flipV="1">
            <a:off x="3048000" y="3722188"/>
            <a:ext cx="0" cy="2272213"/>
          </a:xfrm>
          <a:prstGeom prst="line">
            <a:avLst/>
          </a:prstGeom>
          <a:ln w="3175">
            <a:solidFill>
              <a:srgbClr val="000000"/>
            </a:solidFill>
          </a:ln>
        </p:spPr>
        <p:txBody>
          <a:bodyPr lIns="60959" rIns="60959"/>
          <a:lstStyle/>
          <a:p>
            <a:pPr>
              <a:defRPr>
                <a:solidFill>
                  <a:srgbClr val="000000"/>
                </a:solidFill>
              </a:defRPr>
            </a:pPr>
            <a:endParaRPr sz="2400"/>
          </a:p>
        </p:txBody>
      </p:sp>
      <p:sp>
        <p:nvSpPr>
          <p:cNvPr id="323" name="Straight Connector 15"/>
          <p:cNvSpPr/>
          <p:nvPr/>
        </p:nvSpPr>
        <p:spPr>
          <a:xfrm flipV="1">
            <a:off x="6096001" y="3722188"/>
            <a:ext cx="1" cy="2272213"/>
          </a:xfrm>
          <a:prstGeom prst="line">
            <a:avLst/>
          </a:prstGeom>
          <a:ln w="3175">
            <a:solidFill>
              <a:srgbClr val="000000"/>
            </a:solidFill>
          </a:ln>
        </p:spPr>
        <p:txBody>
          <a:bodyPr lIns="60959" rIns="60959"/>
          <a:lstStyle/>
          <a:p>
            <a:pPr>
              <a:defRPr>
                <a:solidFill>
                  <a:srgbClr val="000000"/>
                </a:solidFill>
              </a:defRPr>
            </a:pPr>
            <a:endParaRPr sz="2400"/>
          </a:p>
        </p:txBody>
      </p:sp>
      <p:sp>
        <p:nvSpPr>
          <p:cNvPr id="324" name="Straight Connector 16"/>
          <p:cNvSpPr/>
          <p:nvPr/>
        </p:nvSpPr>
        <p:spPr>
          <a:xfrm flipV="1">
            <a:off x="9144001" y="3722188"/>
            <a:ext cx="1" cy="2272213"/>
          </a:xfrm>
          <a:prstGeom prst="line">
            <a:avLst/>
          </a:prstGeom>
          <a:ln w="3175">
            <a:solidFill>
              <a:srgbClr val="000000"/>
            </a:solidFill>
          </a:ln>
        </p:spPr>
        <p:txBody>
          <a:bodyPr lIns="60959" rIns="60959"/>
          <a:lstStyle/>
          <a:p>
            <a:pPr>
              <a:defRPr>
                <a:solidFill>
                  <a:srgbClr val="000000"/>
                </a:solidFill>
              </a:defRPr>
            </a:pPr>
            <a:endParaRPr sz="2400"/>
          </a:p>
        </p:txBody>
      </p:sp>
      <p:sp>
        <p:nvSpPr>
          <p:cNvPr id="325" name="Straight Connector 6"/>
          <p:cNvSpPr/>
          <p:nvPr/>
        </p:nvSpPr>
        <p:spPr>
          <a:xfrm>
            <a:off x="304800" y="3429000"/>
            <a:ext cx="11582400" cy="0"/>
          </a:xfrm>
          <a:prstGeom prst="line">
            <a:avLst/>
          </a:prstGeom>
          <a:ln w="3175">
            <a:solidFill>
              <a:srgbClr val="000000"/>
            </a:solidFill>
          </a:ln>
        </p:spPr>
        <p:txBody>
          <a:bodyPr lIns="60959" rIns="60959"/>
          <a:lstStyle/>
          <a:p>
            <a:pPr>
              <a:defRPr>
                <a:solidFill>
                  <a:srgbClr val="000000"/>
                </a:solidFill>
              </a:defRPr>
            </a:pPr>
            <a:endParaRPr sz="2400"/>
          </a:p>
        </p:txBody>
      </p:sp>
    </p:spTree>
    <p:extLst>
      <p:ext uri="{BB962C8B-B14F-4D97-AF65-F5344CB8AC3E}">
        <p14:creationId xmlns:p14="http://schemas.microsoft.com/office/powerpoint/2010/main" val="4077751439"/>
      </p:ext>
    </p:extLst>
  </p:cSld>
  <p:clrMapOvr>
    <a:masterClrMapping/>
  </p:clrMapOvr>
  <p:transition spd="med"/>
</p:sldLayout>
</file>

<file path=ppt/slideLayouts/slideLayout163.xml><?xml version="1.0" encoding="utf-8"?>
<p:sldLayout xmlns:a="http://schemas.openxmlformats.org/drawingml/2006/main" xmlns:r="http://schemas.openxmlformats.org/officeDocument/2006/relationships" xmlns:p="http://schemas.openxmlformats.org/presentationml/2006/main" type="tx">
  <p:cSld name="title (gray box) over image(s)">
    <p:spTree>
      <p:nvGrpSpPr>
        <p:cNvPr id="1" name=""/>
        <p:cNvGrpSpPr/>
        <p:nvPr/>
      </p:nvGrpSpPr>
      <p:grpSpPr>
        <a:xfrm>
          <a:off x="0" y="0"/>
          <a:ext cx="0" cy="0"/>
          <a:chOff x="0" y="0"/>
          <a:chExt cx="0" cy="0"/>
        </a:xfrm>
      </p:grpSpPr>
      <p:sp>
        <p:nvSpPr>
          <p:cNvPr id="332" name="Title Text"/>
          <p:cNvSpPr txBox="1">
            <a:spLocks noGrp="1"/>
          </p:cNvSpPr>
          <p:nvPr>
            <p:ph type="title"/>
          </p:nvPr>
        </p:nvSpPr>
        <p:spPr>
          <a:xfrm>
            <a:off x="0" y="0"/>
            <a:ext cx="12192000" cy="1701800"/>
          </a:xfrm>
          <a:prstGeom prst="rect">
            <a:avLst/>
          </a:prstGeom>
          <a:solidFill>
            <a:srgbClr val="F4F4F4"/>
          </a:solidFill>
        </p:spPr>
        <p:txBody>
          <a:bodyPr lIns="127000" tIns="127000" rIns="127000" bIns="127000">
            <a:normAutofit/>
          </a:bodyPr>
          <a:lstStyle>
            <a:lvl1pPr marL="101597"/>
          </a:lstStyle>
          <a:p>
            <a:r>
              <a:t>Title Text</a:t>
            </a:r>
          </a:p>
        </p:txBody>
      </p:sp>
      <p:sp>
        <p:nvSpPr>
          <p:cNvPr id="333" name="Picture Placeholder"/>
          <p:cNvSpPr>
            <a:spLocks noGrp="1"/>
          </p:cNvSpPr>
          <p:nvPr>
            <p:ph type="pic" idx="21"/>
          </p:nvPr>
        </p:nvSpPr>
        <p:spPr>
          <a:xfrm>
            <a:off x="0" y="1701800"/>
            <a:ext cx="12192000" cy="5156200"/>
          </a:xfrm>
          <a:prstGeom prst="rect">
            <a:avLst/>
          </a:prstGeom>
        </p:spPr>
        <p:txBody>
          <a:bodyPr lIns="91439" tIns="45719" rIns="91439" bIns="45719"/>
          <a:lstStyle/>
          <a:p>
            <a:endParaRPr/>
          </a:p>
        </p:txBody>
      </p:sp>
      <p:sp>
        <p:nvSpPr>
          <p:cNvPr id="334"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extLst>
      <p:ext uri="{BB962C8B-B14F-4D97-AF65-F5344CB8AC3E}">
        <p14:creationId xmlns:p14="http://schemas.microsoft.com/office/powerpoint/2010/main" val="803642054"/>
      </p:ext>
    </p:extLst>
  </p:cSld>
  <p:clrMapOvr>
    <a:masterClrMapping/>
  </p:clrMapOvr>
  <p:transition spd="med"/>
</p:sldLayout>
</file>

<file path=ppt/slideLayouts/slideLayout164.xml><?xml version="1.0" encoding="utf-8"?>
<p:sldLayout xmlns:a="http://schemas.openxmlformats.org/drawingml/2006/main" xmlns:r="http://schemas.openxmlformats.org/officeDocument/2006/relationships" xmlns:p="http://schemas.openxmlformats.org/presentationml/2006/main" type="tx">
  <p:cSld name="text (gray box) over image(s)">
    <p:spTree>
      <p:nvGrpSpPr>
        <p:cNvPr id="1" name=""/>
        <p:cNvGrpSpPr/>
        <p:nvPr/>
      </p:nvGrpSpPr>
      <p:grpSpPr>
        <a:xfrm>
          <a:off x="0" y="0"/>
          <a:ext cx="0" cy="0"/>
          <a:chOff x="0" y="0"/>
          <a:chExt cx="0" cy="0"/>
        </a:xfrm>
      </p:grpSpPr>
      <p:sp>
        <p:nvSpPr>
          <p:cNvPr id="341" name="Picture Placeholder"/>
          <p:cNvSpPr>
            <a:spLocks noGrp="1"/>
          </p:cNvSpPr>
          <p:nvPr>
            <p:ph type="pic" idx="21"/>
          </p:nvPr>
        </p:nvSpPr>
        <p:spPr>
          <a:xfrm>
            <a:off x="0" y="0"/>
            <a:ext cx="12192000" cy="6864096"/>
          </a:xfrm>
          <a:prstGeom prst="rect">
            <a:avLst/>
          </a:prstGeom>
        </p:spPr>
        <p:txBody>
          <a:bodyPr lIns="91439" tIns="45719" rIns="91439" bIns="45719"/>
          <a:lstStyle/>
          <a:p>
            <a:endParaRPr/>
          </a:p>
        </p:txBody>
      </p:sp>
      <p:sp>
        <p:nvSpPr>
          <p:cNvPr id="342" name="Body Level One…"/>
          <p:cNvSpPr txBox="1">
            <a:spLocks noGrp="1"/>
          </p:cNvSpPr>
          <p:nvPr>
            <p:ph type="body" sz="quarter" idx="1"/>
          </p:nvPr>
        </p:nvSpPr>
        <p:spPr>
          <a:xfrm>
            <a:off x="-3" y="3429000"/>
            <a:ext cx="3048004" cy="3429000"/>
          </a:xfrm>
          <a:prstGeom prst="rect">
            <a:avLst/>
          </a:prstGeom>
          <a:solidFill>
            <a:srgbClr val="F4F4F4"/>
          </a:solidFill>
        </p:spPr>
        <p:txBody>
          <a:bodyPr lIns="201168" tIns="201168" rIns="201168" bIns="201168">
            <a:normAutofit/>
          </a:bodyPr>
          <a:lstStyle>
            <a:lvl1pPr marL="33866"/>
            <a:lvl2pPr marL="355119" indent="-324299"/>
            <a:lvl3pPr marL="583717" indent="-324299"/>
            <a:lvl4pPr marL="964712" indent="-324299"/>
            <a:lvl5pPr marL="1197542" indent="-324299"/>
          </a:lstStyle>
          <a:p>
            <a:r>
              <a:t>Body Level One</a:t>
            </a:r>
          </a:p>
          <a:p>
            <a:pPr lvl="1"/>
            <a:r>
              <a:t>Body Level Two</a:t>
            </a:r>
          </a:p>
          <a:p>
            <a:pPr lvl="2"/>
            <a:r>
              <a:t>Body Level Three</a:t>
            </a:r>
          </a:p>
          <a:p>
            <a:pPr lvl="3"/>
            <a:r>
              <a:t>Body Level Four</a:t>
            </a:r>
          </a:p>
          <a:p>
            <a:pPr lvl="4"/>
            <a:r>
              <a:t>Body Level Five</a:t>
            </a:r>
          </a:p>
        </p:txBody>
      </p:sp>
      <p:sp>
        <p:nvSpPr>
          <p:cNvPr id="343"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extLst>
      <p:ext uri="{BB962C8B-B14F-4D97-AF65-F5344CB8AC3E}">
        <p14:creationId xmlns:p14="http://schemas.microsoft.com/office/powerpoint/2010/main" val="602395482"/>
      </p:ext>
    </p:extLst>
  </p:cSld>
  <p:clrMapOvr>
    <a:masterClrMapping/>
  </p:clrMapOvr>
  <p:transition spd="med"/>
</p:sldLayout>
</file>

<file path=ppt/slideLayouts/slideLayout165.xml><?xml version="1.0" encoding="utf-8"?>
<p:sldLayout xmlns:a="http://schemas.openxmlformats.org/drawingml/2006/main" xmlns:r="http://schemas.openxmlformats.org/officeDocument/2006/relationships" xmlns:p="http://schemas.openxmlformats.org/presentationml/2006/main" type="tx">
  <p:cSld name="boxes (4 tall)">
    <p:spTree>
      <p:nvGrpSpPr>
        <p:cNvPr id="1" name=""/>
        <p:cNvGrpSpPr/>
        <p:nvPr/>
      </p:nvGrpSpPr>
      <p:grpSpPr>
        <a:xfrm>
          <a:off x="0" y="0"/>
          <a:ext cx="0" cy="0"/>
          <a:chOff x="0" y="0"/>
          <a:chExt cx="0" cy="0"/>
        </a:xfrm>
      </p:grpSpPr>
      <p:sp>
        <p:nvSpPr>
          <p:cNvPr id="350" name="Body Level One…"/>
          <p:cNvSpPr txBox="1">
            <a:spLocks noGrp="1"/>
          </p:cNvSpPr>
          <p:nvPr>
            <p:ph type="body" sz="half" idx="1"/>
          </p:nvPr>
        </p:nvSpPr>
        <p:spPr>
          <a:xfrm>
            <a:off x="0" y="0"/>
            <a:ext cx="3048000" cy="6864096"/>
          </a:xfrm>
          <a:prstGeom prst="rect">
            <a:avLst/>
          </a:prstGeom>
        </p:spPr>
        <p:txBody>
          <a:bodyPr lIns="177800" tIns="177800" rIns="177800" bIns="177800">
            <a:normAutofit/>
          </a:bodyPr>
          <a:lstStyle>
            <a:lvl1pPr marL="67732"/>
            <a:lvl2pPr marL="296327" indent="-231641"/>
            <a:lvl3pPr marL="524926"/>
            <a:lvl4pPr marL="905920"/>
            <a:lvl5pPr marL="1138750"/>
          </a:lstStyle>
          <a:p>
            <a:r>
              <a:t>Body Level One</a:t>
            </a:r>
          </a:p>
          <a:p>
            <a:pPr lvl="1"/>
            <a:r>
              <a:t>Body Level Two</a:t>
            </a:r>
          </a:p>
          <a:p>
            <a:pPr lvl="2"/>
            <a:r>
              <a:t>Body Level Three</a:t>
            </a:r>
          </a:p>
          <a:p>
            <a:pPr lvl="3"/>
            <a:r>
              <a:t>Body Level Four</a:t>
            </a:r>
          </a:p>
          <a:p>
            <a:pPr lvl="4"/>
            <a:r>
              <a:t>Body Level Five</a:t>
            </a:r>
          </a:p>
        </p:txBody>
      </p:sp>
      <p:sp>
        <p:nvSpPr>
          <p:cNvPr id="351"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
        <p:nvSpPr>
          <p:cNvPr id="352" name="Straight Connector 7"/>
          <p:cNvSpPr/>
          <p:nvPr/>
        </p:nvSpPr>
        <p:spPr>
          <a:xfrm flipV="1">
            <a:off x="6096000" y="313267"/>
            <a:ext cx="0" cy="5681133"/>
          </a:xfrm>
          <a:prstGeom prst="line">
            <a:avLst/>
          </a:prstGeom>
          <a:ln w="3175">
            <a:solidFill>
              <a:srgbClr val="000000"/>
            </a:solidFill>
          </a:ln>
        </p:spPr>
        <p:txBody>
          <a:bodyPr lIns="60959" rIns="60959"/>
          <a:lstStyle/>
          <a:p>
            <a:pPr>
              <a:defRPr>
                <a:solidFill>
                  <a:srgbClr val="000000"/>
                </a:solidFill>
              </a:defRPr>
            </a:pPr>
            <a:endParaRPr sz="2400"/>
          </a:p>
        </p:txBody>
      </p:sp>
      <p:sp>
        <p:nvSpPr>
          <p:cNvPr id="353" name="Straight Connector 8"/>
          <p:cNvSpPr/>
          <p:nvPr/>
        </p:nvSpPr>
        <p:spPr>
          <a:xfrm flipV="1">
            <a:off x="3045025" y="313267"/>
            <a:ext cx="1" cy="5681133"/>
          </a:xfrm>
          <a:prstGeom prst="line">
            <a:avLst/>
          </a:prstGeom>
          <a:ln w="3175">
            <a:solidFill>
              <a:srgbClr val="000000"/>
            </a:solidFill>
          </a:ln>
        </p:spPr>
        <p:txBody>
          <a:bodyPr lIns="60959" rIns="60959"/>
          <a:lstStyle/>
          <a:p>
            <a:pPr>
              <a:defRPr>
                <a:solidFill>
                  <a:srgbClr val="000000"/>
                </a:solidFill>
              </a:defRPr>
            </a:pPr>
            <a:endParaRPr sz="2400"/>
          </a:p>
        </p:txBody>
      </p:sp>
      <p:sp>
        <p:nvSpPr>
          <p:cNvPr id="354" name="Straight Connector 9"/>
          <p:cNvSpPr/>
          <p:nvPr/>
        </p:nvSpPr>
        <p:spPr>
          <a:xfrm flipV="1">
            <a:off x="9141026" y="313267"/>
            <a:ext cx="1" cy="5681133"/>
          </a:xfrm>
          <a:prstGeom prst="line">
            <a:avLst/>
          </a:prstGeom>
          <a:ln w="3175">
            <a:solidFill>
              <a:srgbClr val="000000"/>
            </a:solidFill>
          </a:ln>
        </p:spPr>
        <p:txBody>
          <a:bodyPr lIns="60959" rIns="60959"/>
          <a:lstStyle/>
          <a:p>
            <a:pPr>
              <a:defRPr>
                <a:solidFill>
                  <a:srgbClr val="000000"/>
                </a:solidFill>
              </a:defRPr>
            </a:pPr>
            <a:endParaRPr sz="2400"/>
          </a:p>
        </p:txBody>
      </p:sp>
    </p:spTree>
    <p:extLst>
      <p:ext uri="{BB962C8B-B14F-4D97-AF65-F5344CB8AC3E}">
        <p14:creationId xmlns:p14="http://schemas.microsoft.com/office/powerpoint/2010/main" val="2061402093"/>
      </p:ext>
    </p:extLst>
  </p:cSld>
  <p:clrMapOvr>
    <a:masterClrMapping/>
  </p:clrMapOvr>
  <p:transition spd="med"/>
</p:sldLayout>
</file>

<file path=ppt/slideLayouts/slideLayout166.xml><?xml version="1.0" encoding="utf-8"?>
<p:sldLayout xmlns:a="http://schemas.openxmlformats.org/drawingml/2006/main" xmlns:r="http://schemas.openxmlformats.org/officeDocument/2006/relationships" xmlns:p="http://schemas.openxmlformats.org/presentationml/2006/main" type="tx">
  <p:cSld name="title, text (1/4), content (3/4)">
    <p:spTree>
      <p:nvGrpSpPr>
        <p:cNvPr id="1" name=""/>
        <p:cNvGrpSpPr/>
        <p:nvPr/>
      </p:nvGrpSpPr>
      <p:grpSpPr>
        <a:xfrm>
          <a:off x="0" y="0"/>
          <a:ext cx="0" cy="0"/>
          <a:chOff x="0" y="0"/>
          <a:chExt cx="0" cy="0"/>
        </a:xfrm>
      </p:grpSpPr>
      <p:sp>
        <p:nvSpPr>
          <p:cNvPr id="361" name="Title Text"/>
          <p:cNvSpPr txBox="1">
            <a:spLocks noGrp="1"/>
          </p:cNvSpPr>
          <p:nvPr>
            <p:ph type="title"/>
          </p:nvPr>
        </p:nvSpPr>
        <p:spPr>
          <a:xfrm>
            <a:off x="280415" y="169334"/>
            <a:ext cx="5522979" cy="1072897"/>
          </a:xfrm>
          <a:prstGeom prst="rect">
            <a:avLst/>
          </a:prstGeom>
        </p:spPr>
        <p:txBody>
          <a:bodyPr>
            <a:normAutofit/>
          </a:bodyPr>
          <a:lstStyle/>
          <a:p>
            <a:r>
              <a:t>Title Text</a:t>
            </a:r>
          </a:p>
        </p:txBody>
      </p:sp>
      <p:sp>
        <p:nvSpPr>
          <p:cNvPr id="362" name="Body Level One…"/>
          <p:cNvSpPr txBox="1">
            <a:spLocks noGrp="1"/>
          </p:cNvSpPr>
          <p:nvPr>
            <p:ph type="body" sz="quarter" idx="1"/>
          </p:nvPr>
        </p:nvSpPr>
        <p:spPr>
          <a:xfrm>
            <a:off x="292609" y="1658112"/>
            <a:ext cx="2450593" cy="4336289"/>
          </a:xfrm>
          <a:prstGeom prst="rect">
            <a:avLst/>
          </a:prstGeom>
        </p:spPr>
        <p:txBody>
          <a:bodyPr>
            <a:normAutofit/>
          </a:bodyPr>
          <a:lstStyle/>
          <a:p>
            <a:r>
              <a:t>Body Level One</a:t>
            </a:r>
          </a:p>
          <a:p>
            <a:pPr lvl="1"/>
            <a:r>
              <a:t>Body Level Two</a:t>
            </a:r>
          </a:p>
          <a:p>
            <a:pPr lvl="2"/>
            <a:r>
              <a:t>Body Level Three</a:t>
            </a:r>
          </a:p>
          <a:p>
            <a:pPr lvl="3"/>
            <a:r>
              <a:t>Body Level Four</a:t>
            </a:r>
          </a:p>
          <a:p>
            <a:pPr lvl="4"/>
            <a:r>
              <a:t>Body Level Five</a:t>
            </a:r>
          </a:p>
        </p:txBody>
      </p:sp>
      <p:sp>
        <p:nvSpPr>
          <p:cNvPr id="363"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extLst>
      <p:ext uri="{BB962C8B-B14F-4D97-AF65-F5344CB8AC3E}">
        <p14:creationId xmlns:p14="http://schemas.microsoft.com/office/powerpoint/2010/main" val="50348629"/>
      </p:ext>
    </p:extLst>
  </p:cSld>
  <p:clrMapOvr>
    <a:masterClrMapping/>
  </p:clrMapOvr>
  <p:transition spd="med"/>
</p:sldLayout>
</file>

<file path=ppt/slideLayouts/slideLayout167.xml><?xml version="1.0" encoding="utf-8"?>
<p:sldLayout xmlns:a="http://schemas.openxmlformats.org/drawingml/2006/main" xmlns:r="http://schemas.openxmlformats.org/officeDocument/2006/relationships" xmlns:p="http://schemas.openxmlformats.org/presentationml/2006/main" type="tx">
  <p:cSld name="title, text (1/4), blank (3/4)">
    <p:spTree>
      <p:nvGrpSpPr>
        <p:cNvPr id="1" name=""/>
        <p:cNvGrpSpPr/>
        <p:nvPr/>
      </p:nvGrpSpPr>
      <p:grpSpPr>
        <a:xfrm>
          <a:off x="0" y="0"/>
          <a:ext cx="0" cy="0"/>
          <a:chOff x="0" y="0"/>
          <a:chExt cx="0" cy="0"/>
        </a:xfrm>
      </p:grpSpPr>
      <p:sp>
        <p:nvSpPr>
          <p:cNvPr id="370" name="Title Text"/>
          <p:cNvSpPr txBox="1">
            <a:spLocks noGrp="1"/>
          </p:cNvSpPr>
          <p:nvPr>
            <p:ph type="title"/>
          </p:nvPr>
        </p:nvSpPr>
        <p:spPr>
          <a:xfrm>
            <a:off x="280415" y="169334"/>
            <a:ext cx="5522979" cy="1072897"/>
          </a:xfrm>
          <a:prstGeom prst="rect">
            <a:avLst/>
          </a:prstGeom>
        </p:spPr>
        <p:txBody>
          <a:bodyPr>
            <a:normAutofit/>
          </a:bodyPr>
          <a:lstStyle/>
          <a:p>
            <a:r>
              <a:t>Title Text</a:t>
            </a:r>
          </a:p>
        </p:txBody>
      </p:sp>
      <p:sp>
        <p:nvSpPr>
          <p:cNvPr id="371" name="Body Level One…"/>
          <p:cNvSpPr txBox="1">
            <a:spLocks noGrp="1"/>
          </p:cNvSpPr>
          <p:nvPr>
            <p:ph type="body" sz="quarter" idx="1"/>
          </p:nvPr>
        </p:nvSpPr>
        <p:spPr>
          <a:xfrm>
            <a:off x="292609" y="1658112"/>
            <a:ext cx="2450593" cy="4336289"/>
          </a:xfrm>
          <a:prstGeom prst="rect">
            <a:avLst/>
          </a:prstGeom>
        </p:spPr>
        <p:txBody>
          <a:bodyPr>
            <a:normAutofit/>
          </a:bodyPr>
          <a:lstStyle/>
          <a:p>
            <a:r>
              <a:t>Body Level One</a:t>
            </a:r>
          </a:p>
          <a:p>
            <a:pPr lvl="1"/>
            <a:r>
              <a:t>Body Level Two</a:t>
            </a:r>
          </a:p>
          <a:p>
            <a:pPr lvl="2"/>
            <a:r>
              <a:t>Body Level Three</a:t>
            </a:r>
          </a:p>
          <a:p>
            <a:pPr lvl="3"/>
            <a:r>
              <a:t>Body Level Four</a:t>
            </a:r>
          </a:p>
          <a:p>
            <a:pPr lvl="4"/>
            <a:r>
              <a:t>Body Level Five</a:t>
            </a:r>
          </a:p>
        </p:txBody>
      </p:sp>
      <p:sp>
        <p:nvSpPr>
          <p:cNvPr id="372"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extLst>
      <p:ext uri="{BB962C8B-B14F-4D97-AF65-F5344CB8AC3E}">
        <p14:creationId xmlns:p14="http://schemas.microsoft.com/office/powerpoint/2010/main" val="287008842"/>
      </p:ext>
    </p:extLst>
  </p:cSld>
  <p:clrMapOvr>
    <a:masterClrMapping/>
  </p:clrMapOvr>
  <p:transition spd="med"/>
</p:sldLayout>
</file>

<file path=ppt/slideLayouts/slideLayout168.xml><?xml version="1.0" encoding="utf-8"?>
<p:sldLayout xmlns:a="http://schemas.openxmlformats.org/drawingml/2006/main" xmlns:r="http://schemas.openxmlformats.org/officeDocument/2006/relationships" xmlns:p="http://schemas.openxmlformats.org/presentationml/2006/main" type="tx">
  <p:cSld name="case study 1: title, text (two columns), half-image">
    <p:spTree>
      <p:nvGrpSpPr>
        <p:cNvPr id="1" name=""/>
        <p:cNvGrpSpPr/>
        <p:nvPr/>
      </p:nvGrpSpPr>
      <p:grpSpPr>
        <a:xfrm>
          <a:off x="0" y="0"/>
          <a:ext cx="0" cy="0"/>
          <a:chOff x="0" y="0"/>
          <a:chExt cx="0" cy="0"/>
        </a:xfrm>
      </p:grpSpPr>
      <p:sp>
        <p:nvSpPr>
          <p:cNvPr id="379" name="Title Text"/>
          <p:cNvSpPr txBox="1">
            <a:spLocks noGrp="1"/>
          </p:cNvSpPr>
          <p:nvPr>
            <p:ph type="title"/>
          </p:nvPr>
        </p:nvSpPr>
        <p:spPr>
          <a:xfrm>
            <a:off x="280415" y="169334"/>
            <a:ext cx="5522979" cy="1072897"/>
          </a:xfrm>
          <a:prstGeom prst="rect">
            <a:avLst/>
          </a:prstGeom>
        </p:spPr>
        <p:txBody>
          <a:bodyPr>
            <a:normAutofit/>
          </a:bodyPr>
          <a:lstStyle/>
          <a:p>
            <a:r>
              <a:t>Title Text</a:t>
            </a:r>
          </a:p>
        </p:txBody>
      </p:sp>
      <p:sp>
        <p:nvSpPr>
          <p:cNvPr id="380" name="Body Level One…"/>
          <p:cNvSpPr txBox="1">
            <a:spLocks noGrp="1"/>
          </p:cNvSpPr>
          <p:nvPr>
            <p:ph type="body" sz="quarter" idx="1"/>
          </p:nvPr>
        </p:nvSpPr>
        <p:spPr>
          <a:xfrm>
            <a:off x="292609" y="1658112"/>
            <a:ext cx="2450593" cy="4336289"/>
          </a:xfrm>
          <a:prstGeom prst="rect">
            <a:avLst/>
          </a:prstGeom>
        </p:spPr>
        <p:txBody>
          <a:bodyPr>
            <a:normAutofit/>
          </a:bodyPr>
          <a:lstStyle/>
          <a:p>
            <a:r>
              <a:t>Body Level One</a:t>
            </a:r>
          </a:p>
          <a:p>
            <a:pPr lvl="1"/>
            <a:r>
              <a:t>Body Level Two</a:t>
            </a:r>
          </a:p>
          <a:p>
            <a:pPr lvl="2"/>
            <a:r>
              <a:t>Body Level Three</a:t>
            </a:r>
          </a:p>
          <a:p>
            <a:pPr lvl="3"/>
            <a:r>
              <a:t>Body Level Four</a:t>
            </a:r>
          </a:p>
          <a:p>
            <a:pPr lvl="4"/>
            <a:r>
              <a:t>Body Level Five</a:t>
            </a:r>
          </a:p>
        </p:txBody>
      </p:sp>
      <p:sp>
        <p:nvSpPr>
          <p:cNvPr id="381" name="Text Placeholder 2"/>
          <p:cNvSpPr>
            <a:spLocks noGrp="1"/>
          </p:cNvSpPr>
          <p:nvPr>
            <p:ph type="body" sz="quarter" idx="21"/>
          </p:nvPr>
        </p:nvSpPr>
        <p:spPr>
          <a:xfrm>
            <a:off x="3340608" y="1679501"/>
            <a:ext cx="2450593" cy="4336288"/>
          </a:xfrm>
          <a:prstGeom prst="rect">
            <a:avLst/>
          </a:prstGeom>
        </p:spPr>
        <p:txBody>
          <a:bodyPr>
            <a:normAutofit/>
          </a:bodyPr>
          <a:lstStyle>
            <a:lvl1pPr>
              <a:spcBef>
                <a:spcPts val="400"/>
              </a:spcBef>
              <a:defRPr>
                <a:latin typeface="IBM Plex Sans Medm"/>
                <a:sym typeface="IBM Plex Sans Medium"/>
              </a:defRPr>
            </a:lvl1pPr>
          </a:lstStyle>
          <a:p>
            <a:pPr>
              <a:spcBef>
                <a:spcPts val="300"/>
              </a:spcBef>
              <a:defRPr>
                <a:latin typeface="IBM Plex Sans Medm"/>
                <a:ea typeface="IBM Plex Sans Medm"/>
                <a:cs typeface="IBM Plex Sans Medm"/>
                <a:sym typeface="IBM Plex Sans Medium"/>
              </a:defRPr>
            </a:pPr>
            <a:endParaRPr/>
          </a:p>
        </p:txBody>
      </p:sp>
      <p:sp>
        <p:nvSpPr>
          <p:cNvPr id="382" name="Picture Placeholder"/>
          <p:cNvSpPr>
            <a:spLocks noGrp="1"/>
          </p:cNvSpPr>
          <p:nvPr>
            <p:ph type="pic" idx="22"/>
          </p:nvPr>
        </p:nvSpPr>
        <p:spPr>
          <a:xfrm>
            <a:off x="6096000" y="0"/>
            <a:ext cx="6096000" cy="6858000"/>
          </a:xfrm>
          <a:prstGeom prst="rect">
            <a:avLst/>
          </a:prstGeom>
        </p:spPr>
        <p:txBody>
          <a:bodyPr lIns="91439" tIns="45719" rIns="91439" bIns="45719"/>
          <a:lstStyle/>
          <a:p>
            <a:endParaRPr/>
          </a:p>
        </p:txBody>
      </p:sp>
      <p:sp>
        <p:nvSpPr>
          <p:cNvPr id="383"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extLst>
      <p:ext uri="{BB962C8B-B14F-4D97-AF65-F5344CB8AC3E}">
        <p14:creationId xmlns:p14="http://schemas.microsoft.com/office/powerpoint/2010/main" val="2835507400"/>
      </p:ext>
    </p:extLst>
  </p:cSld>
  <p:clrMapOvr>
    <a:masterClrMapping/>
  </p:clrMapOvr>
  <p:transition spd="med"/>
</p:sldLayout>
</file>

<file path=ppt/slideLayouts/slideLayout169.xml><?xml version="1.0" encoding="utf-8"?>
<p:sldLayout xmlns:a="http://schemas.openxmlformats.org/drawingml/2006/main" xmlns:r="http://schemas.openxmlformats.org/officeDocument/2006/relationships" xmlns:p="http://schemas.openxmlformats.org/presentationml/2006/main" type="tx">
  <p:cSld name="table">
    <p:spTree>
      <p:nvGrpSpPr>
        <p:cNvPr id="1" name=""/>
        <p:cNvGrpSpPr/>
        <p:nvPr/>
      </p:nvGrpSpPr>
      <p:grpSpPr>
        <a:xfrm>
          <a:off x="0" y="0"/>
          <a:ext cx="0" cy="0"/>
          <a:chOff x="0" y="0"/>
          <a:chExt cx="0" cy="0"/>
        </a:xfrm>
      </p:grpSpPr>
      <p:sp>
        <p:nvSpPr>
          <p:cNvPr id="401" name="Body Level One…"/>
          <p:cNvSpPr txBox="1">
            <a:spLocks noGrp="1"/>
          </p:cNvSpPr>
          <p:nvPr>
            <p:ph type="body" sz="quarter" idx="1"/>
          </p:nvPr>
        </p:nvSpPr>
        <p:spPr>
          <a:xfrm>
            <a:off x="292609" y="251291"/>
            <a:ext cx="2450593" cy="5726177"/>
          </a:xfrm>
          <a:prstGeom prst="rect">
            <a:avLst/>
          </a:prstGeom>
        </p:spPr>
        <p:txBody>
          <a:bodyPr>
            <a:normAutofit/>
          </a:bodyPr>
          <a:lstStyle/>
          <a:p>
            <a:r>
              <a:t>Body Level One</a:t>
            </a:r>
          </a:p>
          <a:p>
            <a:pPr lvl="1"/>
            <a:r>
              <a:t>Body Level Two</a:t>
            </a:r>
          </a:p>
          <a:p>
            <a:pPr lvl="2"/>
            <a:r>
              <a:t>Body Level Three</a:t>
            </a:r>
          </a:p>
          <a:p>
            <a:pPr lvl="3"/>
            <a:r>
              <a:t>Body Level Four</a:t>
            </a:r>
          </a:p>
          <a:p>
            <a:pPr lvl="4"/>
            <a:r>
              <a:t>Body Level Five</a:t>
            </a:r>
          </a:p>
        </p:txBody>
      </p:sp>
      <p:sp>
        <p:nvSpPr>
          <p:cNvPr id="402"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extLst>
      <p:ext uri="{BB962C8B-B14F-4D97-AF65-F5344CB8AC3E}">
        <p14:creationId xmlns:p14="http://schemas.microsoft.com/office/powerpoint/2010/main" val="3034627176"/>
      </p:ext>
    </p:extLst>
  </p:cSld>
  <p:clrMapOvr>
    <a:masterClrMapping/>
  </p:clrMapOvr>
  <p:transition spd="med"/>
</p:sldLayout>
</file>

<file path=ppt/slideLayouts/slideLayout170.xml><?xml version="1.0" encoding="utf-8"?>
<p:sldLayout xmlns:a="http://schemas.openxmlformats.org/drawingml/2006/main" xmlns:r="http://schemas.openxmlformats.org/officeDocument/2006/relationships" xmlns:p="http://schemas.openxmlformats.org/presentationml/2006/main" type="tx">
  <p:cSld name="ibm sign-off (blue80)">
    <p:spTree>
      <p:nvGrpSpPr>
        <p:cNvPr id="1" name=""/>
        <p:cNvGrpSpPr/>
        <p:nvPr/>
      </p:nvGrpSpPr>
      <p:grpSpPr>
        <a:xfrm>
          <a:off x="0" y="0"/>
          <a:ext cx="0" cy="0"/>
          <a:chOff x="0" y="0"/>
          <a:chExt cx="0" cy="0"/>
        </a:xfrm>
      </p:grpSpPr>
      <p:pic>
        <p:nvPicPr>
          <p:cNvPr id="441" name="Picture" descr="Picture"/>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5230931" y="3083846"/>
            <a:ext cx="1730140" cy="690309"/>
          </a:xfrm>
          <a:prstGeom prst="rect">
            <a:avLst/>
          </a:prstGeom>
          <a:ln w="12700">
            <a:miter lim="400000"/>
          </a:ln>
        </p:spPr>
      </p:pic>
      <p:sp>
        <p:nvSpPr>
          <p:cNvPr id="442" name="Slide Number"/>
          <p:cNvSpPr txBox="1">
            <a:spLocks noGrp="1"/>
          </p:cNvSpPr>
          <p:nvPr>
            <p:ph type="sldNum" sz="quarter" idx="2"/>
          </p:nvPr>
        </p:nvSpPr>
        <p:spPr>
          <a:xfrm>
            <a:off x="8602948" y="6294795"/>
            <a:ext cx="134652" cy="123111"/>
          </a:xfrm>
          <a:prstGeom prst="rect">
            <a:avLst/>
          </a:prstGeom>
        </p:spPr>
        <p:txBody>
          <a:bodyPr/>
          <a:lstStyle/>
          <a:p>
            <a:fld id="{86CB4B4D-7CA3-9044-876B-883B54F8677D}" type="slidenum">
              <a:rPr/>
              <a:t>‹#›</a:t>
            </a:fld>
            <a:endParaRPr/>
          </a:p>
        </p:txBody>
      </p:sp>
    </p:spTree>
    <p:extLst>
      <p:ext uri="{BB962C8B-B14F-4D97-AF65-F5344CB8AC3E}">
        <p14:creationId xmlns:p14="http://schemas.microsoft.com/office/powerpoint/2010/main" val="4115236394"/>
      </p:ext>
    </p:extLst>
  </p:cSld>
  <p:clrMapOvr>
    <a:masterClrMapping/>
  </p:clrMapOvr>
  <p:transition spd="med"/>
</p:sldLayout>
</file>

<file path=ppt/slideLayouts/slideLayout171.xml><?xml version="1.0" encoding="utf-8"?>
<p:sldLayout xmlns:a="http://schemas.openxmlformats.org/drawingml/2006/main" xmlns:r="http://schemas.openxmlformats.org/officeDocument/2006/relationships" xmlns:p="http://schemas.openxmlformats.org/presentationml/2006/main" type="tx">
  <p:cSld name="ibm sign-off (black)">
    <p:spTree>
      <p:nvGrpSpPr>
        <p:cNvPr id="1" name=""/>
        <p:cNvGrpSpPr/>
        <p:nvPr/>
      </p:nvGrpSpPr>
      <p:grpSpPr>
        <a:xfrm>
          <a:off x="0" y="0"/>
          <a:ext cx="0" cy="0"/>
          <a:chOff x="0" y="0"/>
          <a:chExt cx="0" cy="0"/>
        </a:xfrm>
      </p:grpSpPr>
      <p:pic>
        <p:nvPicPr>
          <p:cNvPr id="449" name="Picture" descr="Picture"/>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5230929" y="3083846"/>
            <a:ext cx="1730143" cy="690311"/>
          </a:xfrm>
          <a:prstGeom prst="rect">
            <a:avLst/>
          </a:prstGeom>
          <a:ln w="12700">
            <a:miter lim="400000"/>
          </a:ln>
        </p:spPr>
      </p:pic>
      <p:sp>
        <p:nvSpPr>
          <p:cNvPr id="450" name="Slide Number"/>
          <p:cNvSpPr txBox="1">
            <a:spLocks noGrp="1"/>
          </p:cNvSpPr>
          <p:nvPr>
            <p:ph type="sldNum" sz="quarter" idx="2"/>
          </p:nvPr>
        </p:nvSpPr>
        <p:spPr>
          <a:xfrm>
            <a:off x="8602948" y="6294795"/>
            <a:ext cx="134652" cy="123111"/>
          </a:xfrm>
          <a:prstGeom prst="rect">
            <a:avLst/>
          </a:prstGeom>
        </p:spPr>
        <p:txBody>
          <a:bodyPr/>
          <a:lstStyle/>
          <a:p>
            <a:fld id="{86CB4B4D-7CA3-9044-876B-883B54F8677D}" type="slidenum">
              <a:rPr/>
              <a:t>‹#›</a:t>
            </a:fld>
            <a:endParaRPr/>
          </a:p>
        </p:txBody>
      </p:sp>
    </p:spTree>
    <p:extLst>
      <p:ext uri="{BB962C8B-B14F-4D97-AF65-F5344CB8AC3E}">
        <p14:creationId xmlns:p14="http://schemas.microsoft.com/office/powerpoint/2010/main" val="3864783926"/>
      </p:ext>
    </p:extLst>
  </p:cSld>
  <p:clrMapOvr>
    <a:masterClrMapping/>
  </p:clrMapOvr>
  <p:transition spd="med"/>
</p:sldLayout>
</file>

<file path=ppt/slideLayouts/slideLayout172.xml><?xml version="1.0" encoding="utf-8"?>
<p:sldLayout xmlns:a="http://schemas.openxmlformats.org/drawingml/2006/main" xmlns:r="http://schemas.openxmlformats.org/officeDocument/2006/relationships" xmlns:p="http://schemas.openxmlformats.org/presentationml/2006/main" showMasterSp="0" type="tx">
  <p:cSld name="blank (no footer)">
    <p:spTree>
      <p:nvGrpSpPr>
        <p:cNvPr id="1" name=""/>
        <p:cNvGrpSpPr/>
        <p:nvPr/>
      </p:nvGrpSpPr>
      <p:grpSpPr>
        <a:xfrm>
          <a:off x="0" y="0"/>
          <a:ext cx="0" cy="0"/>
          <a:chOff x="0" y="0"/>
          <a:chExt cx="0" cy="0"/>
        </a:xfrm>
      </p:grpSpPr>
      <p:grpSp>
        <p:nvGrpSpPr>
          <p:cNvPr id="501" name="Group 2"/>
          <p:cNvGrpSpPr/>
          <p:nvPr/>
        </p:nvGrpSpPr>
        <p:grpSpPr>
          <a:xfrm>
            <a:off x="-146308" y="-146475"/>
            <a:ext cx="12485629" cy="7152643"/>
            <a:chOff x="0" y="0"/>
            <a:chExt cx="9364220" cy="5364480"/>
          </a:xfrm>
        </p:grpSpPr>
        <p:grpSp>
          <p:nvGrpSpPr>
            <p:cNvPr id="468" name="Group 59"/>
            <p:cNvGrpSpPr/>
            <p:nvPr/>
          </p:nvGrpSpPr>
          <p:grpSpPr>
            <a:xfrm>
              <a:off x="338965" y="0"/>
              <a:ext cx="8686732" cy="91441"/>
              <a:chOff x="0" y="0"/>
              <a:chExt cx="8686732" cy="91440"/>
            </a:xfrm>
          </p:grpSpPr>
          <p:sp>
            <p:nvSpPr>
              <p:cNvPr id="457" name="Straight Connector 92"/>
              <p:cNvSpPr/>
              <p:nvPr/>
            </p:nvSpPr>
            <p:spPr>
              <a:xfrm flipV="1">
                <a:off x="-1" y="0"/>
                <a:ext cx="2"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458" name="Straight Connector 93"/>
              <p:cNvSpPr/>
              <p:nvPr/>
            </p:nvSpPr>
            <p:spPr>
              <a:xfrm flipV="1">
                <a:off x="1828800"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459" name="Straight Connector 94"/>
              <p:cNvSpPr/>
              <p:nvPr/>
            </p:nvSpPr>
            <p:spPr>
              <a:xfrm flipV="1">
                <a:off x="2057400"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460" name="Straight Connector 95"/>
              <p:cNvSpPr/>
              <p:nvPr/>
            </p:nvSpPr>
            <p:spPr>
              <a:xfrm flipV="1">
                <a:off x="2286000"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461" name="Straight Connector 96"/>
              <p:cNvSpPr/>
              <p:nvPr/>
            </p:nvSpPr>
            <p:spPr>
              <a:xfrm flipV="1">
                <a:off x="4114799"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462" name="Straight Connector 97"/>
              <p:cNvSpPr/>
              <p:nvPr/>
            </p:nvSpPr>
            <p:spPr>
              <a:xfrm flipV="1">
                <a:off x="4343399"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463" name="Straight Connector 98"/>
              <p:cNvSpPr/>
              <p:nvPr/>
            </p:nvSpPr>
            <p:spPr>
              <a:xfrm flipV="1">
                <a:off x="4571999"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464" name="Straight Connector 99"/>
              <p:cNvSpPr/>
              <p:nvPr/>
            </p:nvSpPr>
            <p:spPr>
              <a:xfrm flipV="1">
                <a:off x="6400799"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465" name="Straight Connector 100"/>
              <p:cNvSpPr/>
              <p:nvPr/>
            </p:nvSpPr>
            <p:spPr>
              <a:xfrm flipV="1">
                <a:off x="6629400"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466" name="Straight Connector 101"/>
              <p:cNvSpPr/>
              <p:nvPr/>
            </p:nvSpPr>
            <p:spPr>
              <a:xfrm flipV="1">
                <a:off x="6858000"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467" name="Straight Connector 102"/>
              <p:cNvSpPr/>
              <p:nvPr/>
            </p:nvSpPr>
            <p:spPr>
              <a:xfrm flipV="1">
                <a:off x="8686732"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grpSp>
        <p:grpSp>
          <p:nvGrpSpPr>
            <p:cNvPr id="480" name="Group 60"/>
            <p:cNvGrpSpPr/>
            <p:nvPr/>
          </p:nvGrpSpPr>
          <p:grpSpPr>
            <a:xfrm>
              <a:off x="338965" y="5273040"/>
              <a:ext cx="8686732" cy="91441"/>
              <a:chOff x="0" y="0"/>
              <a:chExt cx="8686732" cy="91440"/>
            </a:xfrm>
          </p:grpSpPr>
          <p:sp>
            <p:nvSpPr>
              <p:cNvPr id="469" name="Straight Connector 81"/>
              <p:cNvSpPr/>
              <p:nvPr/>
            </p:nvSpPr>
            <p:spPr>
              <a:xfrm flipV="1">
                <a:off x="-1" y="0"/>
                <a:ext cx="2"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470" name="Straight Connector 82"/>
              <p:cNvSpPr/>
              <p:nvPr/>
            </p:nvSpPr>
            <p:spPr>
              <a:xfrm flipV="1">
                <a:off x="1828800"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471" name="Straight Connector 83"/>
              <p:cNvSpPr/>
              <p:nvPr/>
            </p:nvSpPr>
            <p:spPr>
              <a:xfrm flipV="1">
                <a:off x="2057400"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472" name="Straight Connector 84"/>
              <p:cNvSpPr/>
              <p:nvPr/>
            </p:nvSpPr>
            <p:spPr>
              <a:xfrm flipV="1">
                <a:off x="2286000"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473" name="Straight Connector 85"/>
              <p:cNvSpPr/>
              <p:nvPr/>
            </p:nvSpPr>
            <p:spPr>
              <a:xfrm flipV="1">
                <a:off x="4114799"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474" name="Straight Connector 86"/>
              <p:cNvSpPr/>
              <p:nvPr/>
            </p:nvSpPr>
            <p:spPr>
              <a:xfrm flipV="1">
                <a:off x="4343399"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475" name="Straight Connector 87"/>
              <p:cNvSpPr/>
              <p:nvPr/>
            </p:nvSpPr>
            <p:spPr>
              <a:xfrm flipV="1">
                <a:off x="4571999"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476" name="Straight Connector 88"/>
              <p:cNvSpPr/>
              <p:nvPr/>
            </p:nvSpPr>
            <p:spPr>
              <a:xfrm flipV="1">
                <a:off x="6400799"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477" name="Straight Connector 89"/>
              <p:cNvSpPr/>
              <p:nvPr/>
            </p:nvSpPr>
            <p:spPr>
              <a:xfrm flipV="1">
                <a:off x="6629400"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478" name="Straight Connector 90"/>
              <p:cNvSpPr/>
              <p:nvPr/>
            </p:nvSpPr>
            <p:spPr>
              <a:xfrm flipV="1">
                <a:off x="6858000"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479" name="Straight Connector 91"/>
              <p:cNvSpPr/>
              <p:nvPr/>
            </p:nvSpPr>
            <p:spPr>
              <a:xfrm flipV="1">
                <a:off x="8686732"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grpSp>
        <p:grpSp>
          <p:nvGrpSpPr>
            <p:cNvPr id="490" name="Group 61"/>
            <p:cNvGrpSpPr/>
            <p:nvPr/>
          </p:nvGrpSpPr>
          <p:grpSpPr>
            <a:xfrm>
              <a:off x="0" y="338074"/>
              <a:ext cx="91441" cy="4686681"/>
              <a:chOff x="0" y="0"/>
              <a:chExt cx="91440" cy="4686681"/>
            </a:xfrm>
          </p:grpSpPr>
          <p:sp>
            <p:nvSpPr>
              <p:cNvPr id="481" name="Straight Connector 72"/>
              <p:cNvSpPr/>
              <p:nvPr/>
            </p:nvSpPr>
            <p:spPr>
              <a:xfrm flipH="1">
                <a:off x="0" y="425576"/>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482" name="Straight Connector 73"/>
              <p:cNvSpPr/>
              <p:nvPr/>
            </p:nvSpPr>
            <p:spPr>
              <a:xfrm flipH="1">
                <a:off x="0" y="1061084"/>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483" name="Straight Connector 74"/>
              <p:cNvSpPr/>
              <p:nvPr/>
            </p:nvSpPr>
            <p:spPr>
              <a:xfrm flipH="1">
                <a:off x="0" y="1701164"/>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484" name="Straight Connector 75"/>
              <p:cNvSpPr/>
              <p:nvPr/>
            </p:nvSpPr>
            <p:spPr>
              <a:xfrm flipH="1">
                <a:off x="0" y="2342770"/>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485" name="Straight Connector 76"/>
              <p:cNvSpPr/>
              <p:nvPr/>
            </p:nvSpPr>
            <p:spPr>
              <a:xfrm flipH="1">
                <a:off x="0" y="2981325"/>
                <a:ext cx="91441" cy="0"/>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486" name="Straight Connector 77"/>
              <p:cNvSpPr/>
              <p:nvPr/>
            </p:nvSpPr>
            <p:spPr>
              <a:xfrm flipH="1">
                <a:off x="0" y="3621404"/>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487" name="Straight Connector 78"/>
              <p:cNvSpPr/>
              <p:nvPr/>
            </p:nvSpPr>
            <p:spPr>
              <a:xfrm flipH="1">
                <a:off x="0" y="4269232"/>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488" name="Straight Connector 79"/>
              <p:cNvSpPr/>
              <p:nvPr/>
            </p:nvSpPr>
            <p:spPr>
              <a:xfrm flipH="1" flipV="1">
                <a:off x="0" y="-1"/>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489" name="Straight Connector 80"/>
              <p:cNvSpPr/>
              <p:nvPr/>
            </p:nvSpPr>
            <p:spPr>
              <a:xfrm flipH="1">
                <a:off x="0" y="4686680"/>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grpSp>
        <p:grpSp>
          <p:nvGrpSpPr>
            <p:cNvPr id="500" name="Group 62"/>
            <p:cNvGrpSpPr/>
            <p:nvPr/>
          </p:nvGrpSpPr>
          <p:grpSpPr>
            <a:xfrm>
              <a:off x="9272780" y="338073"/>
              <a:ext cx="91441" cy="4685667"/>
              <a:chOff x="0" y="0"/>
              <a:chExt cx="91440" cy="4685665"/>
            </a:xfrm>
          </p:grpSpPr>
          <p:sp>
            <p:nvSpPr>
              <p:cNvPr id="491" name="Straight Connector 63"/>
              <p:cNvSpPr/>
              <p:nvPr/>
            </p:nvSpPr>
            <p:spPr>
              <a:xfrm flipH="1">
                <a:off x="0" y="425577"/>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492" name="Straight Connector 64"/>
              <p:cNvSpPr/>
              <p:nvPr/>
            </p:nvSpPr>
            <p:spPr>
              <a:xfrm flipH="1">
                <a:off x="0" y="1061085"/>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493" name="Straight Connector 65"/>
              <p:cNvSpPr/>
              <p:nvPr/>
            </p:nvSpPr>
            <p:spPr>
              <a:xfrm flipH="1">
                <a:off x="0" y="1701165"/>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494" name="Straight Connector 66"/>
              <p:cNvSpPr/>
              <p:nvPr/>
            </p:nvSpPr>
            <p:spPr>
              <a:xfrm flipH="1">
                <a:off x="0" y="2341245"/>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495" name="Straight Connector 67"/>
              <p:cNvSpPr/>
              <p:nvPr/>
            </p:nvSpPr>
            <p:spPr>
              <a:xfrm flipH="1">
                <a:off x="0" y="2981325"/>
                <a:ext cx="91441" cy="0"/>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496" name="Straight Connector 68"/>
              <p:cNvSpPr/>
              <p:nvPr/>
            </p:nvSpPr>
            <p:spPr>
              <a:xfrm flipH="1">
                <a:off x="0" y="3621404"/>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497" name="Straight Connector 69"/>
              <p:cNvSpPr/>
              <p:nvPr/>
            </p:nvSpPr>
            <p:spPr>
              <a:xfrm flipH="1">
                <a:off x="0" y="4269232"/>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498" name="Straight Connector 70"/>
              <p:cNvSpPr/>
              <p:nvPr/>
            </p:nvSpPr>
            <p:spPr>
              <a:xfrm flipH="1" flipV="1">
                <a:off x="0" y="0"/>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499" name="Straight Connector 71"/>
              <p:cNvSpPr/>
              <p:nvPr/>
            </p:nvSpPr>
            <p:spPr>
              <a:xfrm flipH="1">
                <a:off x="0" y="4685665"/>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grpSp>
      </p:grpSp>
      <p:sp>
        <p:nvSpPr>
          <p:cNvPr id="502" name="Slide Number"/>
          <p:cNvSpPr txBox="1">
            <a:spLocks noGrp="1"/>
          </p:cNvSpPr>
          <p:nvPr>
            <p:ph type="sldNum" sz="quarter" idx="2"/>
          </p:nvPr>
        </p:nvSpPr>
        <p:spPr>
          <a:xfrm>
            <a:off x="8602948" y="6294795"/>
            <a:ext cx="134652" cy="123111"/>
          </a:xfrm>
          <a:prstGeom prst="rect">
            <a:avLst/>
          </a:prstGeom>
        </p:spPr>
        <p:txBody>
          <a:bodyPr/>
          <a:lstStyle/>
          <a:p>
            <a:fld id="{86CB4B4D-7CA3-9044-876B-883B54F8677D}" type="slidenum">
              <a:rPr/>
              <a:t>‹#›</a:t>
            </a:fld>
            <a:endParaRPr/>
          </a:p>
        </p:txBody>
      </p:sp>
    </p:spTree>
    <p:extLst>
      <p:ext uri="{BB962C8B-B14F-4D97-AF65-F5344CB8AC3E}">
        <p14:creationId xmlns:p14="http://schemas.microsoft.com/office/powerpoint/2010/main" val="166947176"/>
      </p:ext>
    </p:extLst>
  </p:cSld>
  <p:clrMapOvr>
    <a:masterClrMapping/>
  </p:clrMapOvr>
  <p:transition spd="med"/>
</p:sldLayout>
</file>

<file path=ppt/slideLayouts/slideLayout173.xml><?xml version="1.0" encoding="utf-8"?>
<p:sldLayout xmlns:a="http://schemas.openxmlformats.org/drawingml/2006/main" xmlns:r="http://schemas.openxmlformats.org/officeDocument/2006/relationships" xmlns:p="http://schemas.openxmlformats.org/presentationml/2006/main" showMasterSp="0" type="tx">
  <p:cSld name="Static Rebus sign-off (red40)">
    <p:bg>
      <p:bgPr>
        <a:solidFill>
          <a:srgbClr val="FF8389"/>
        </a:solidFill>
        <a:effectLst/>
      </p:bgPr>
    </p:bg>
    <p:spTree>
      <p:nvGrpSpPr>
        <p:cNvPr id="1" name=""/>
        <p:cNvGrpSpPr/>
        <p:nvPr/>
      </p:nvGrpSpPr>
      <p:grpSpPr>
        <a:xfrm>
          <a:off x="0" y="0"/>
          <a:ext cx="0" cy="0"/>
          <a:chOff x="0" y="0"/>
          <a:chExt cx="0" cy="0"/>
        </a:xfrm>
      </p:grpSpPr>
      <p:grpSp>
        <p:nvGrpSpPr>
          <p:cNvPr id="553" name="Group 2"/>
          <p:cNvGrpSpPr/>
          <p:nvPr/>
        </p:nvGrpSpPr>
        <p:grpSpPr>
          <a:xfrm>
            <a:off x="-146308" y="-146475"/>
            <a:ext cx="12485629" cy="7152643"/>
            <a:chOff x="0" y="0"/>
            <a:chExt cx="9364220" cy="5364480"/>
          </a:xfrm>
        </p:grpSpPr>
        <p:grpSp>
          <p:nvGrpSpPr>
            <p:cNvPr id="520" name="Group 59"/>
            <p:cNvGrpSpPr/>
            <p:nvPr/>
          </p:nvGrpSpPr>
          <p:grpSpPr>
            <a:xfrm>
              <a:off x="338965" y="0"/>
              <a:ext cx="8686732" cy="91441"/>
              <a:chOff x="0" y="0"/>
              <a:chExt cx="8686732" cy="91440"/>
            </a:xfrm>
          </p:grpSpPr>
          <p:sp>
            <p:nvSpPr>
              <p:cNvPr id="509" name="Straight Connector 92"/>
              <p:cNvSpPr/>
              <p:nvPr/>
            </p:nvSpPr>
            <p:spPr>
              <a:xfrm flipV="1">
                <a:off x="-1" y="0"/>
                <a:ext cx="2"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510" name="Straight Connector 93"/>
              <p:cNvSpPr/>
              <p:nvPr/>
            </p:nvSpPr>
            <p:spPr>
              <a:xfrm flipV="1">
                <a:off x="1828800"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511" name="Straight Connector 94"/>
              <p:cNvSpPr/>
              <p:nvPr/>
            </p:nvSpPr>
            <p:spPr>
              <a:xfrm flipV="1">
                <a:off x="2057400"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512" name="Straight Connector 95"/>
              <p:cNvSpPr/>
              <p:nvPr/>
            </p:nvSpPr>
            <p:spPr>
              <a:xfrm flipV="1">
                <a:off x="2286000"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513" name="Straight Connector 96"/>
              <p:cNvSpPr/>
              <p:nvPr/>
            </p:nvSpPr>
            <p:spPr>
              <a:xfrm flipV="1">
                <a:off x="4114799"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514" name="Straight Connector 97"/>
              <p:cNvSpPr/>
              <p:nvPr/>
            </p:nvSpPr>
            <p:spPr>
              <a:xfrm flipV="1">
                <a:off x="4343399"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515" name="Straight Connector 98"/>
              <p:cNvSpPr/>
              <p:nvPr/>
            </p:nvSpPr>
            <p:spPr>
              <a:xfrm flipV="1">
                <a:off x="4571999"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516" name="Straight Connector 99"/>
              <p:cNvSpPr/>
              <p:nvPr/>
            </p:nvSpPr>
            <p:spPr>
              <a:xfrm flipV="1">
                <a:off x="6400799"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517" name="Straight Connector 100"/>
              <p:cNvSpPr/>
              <p:nvPr/>
            </p:nvSpPr>
            <p:spPr>
              <a:xfrm flipV="1">
                <a:off x="6629400"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518" name="Straight Connector 101"/>
              <p:cNvSpPr/>
              <p:nvPr/>
            </p:nvSpPr>
            <p:spPr>
              <a:xfrm flipV="1">
                <a:off x="6858000"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519" name="Straight Connector 102"/>
              <p:cNvSpPr/>
              <p:nvPr/>
            </p:nvSpPr>
            <p:spPr>
              <a:xfrm flipV="1">
                <a:off x="8686732"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grpSp>
        <p:grpSp>
          <p:nvGrpSpPr>
            <p:cNvPr id="532" name="Group 60"/>
            <p:cNvGrpSpPr/>
            <p:nvPr/>
          </p:nvGrpSpPr>
          <p:grpSpPr>
            <a:xfrm>
              <a:off x="338965" y="5273040"/>
              <a:ext cx="8686732" cy="91441"/>
              <a:chOff x="0" y="0"/>
              <a:chExt cx="8686732" cy="91440"/>
            </a:xfrm>
          </p:grpSpPr>
          <p:sp>
            <p:nvSpPr>
              <p:cNvPr id="521" name="Straight Connector 81"/>
              <p:cNvSpPr/>
              <p:nvPr/>
            </p:nvSpPr>
            <p:spPr>
              <a:xfrm flipV="1">
                <a:off x="-1" y="0"/>
                <a:ext cx="2"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522" name="Straight Connector 82"/>
              <p:cNvSpPr/>
              <p:nvPr/>
            </p:nvSpPr>
            <p:spPr>
              <a:xfrm flipV="1">
                <a:off x="1828800"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523" name="Straight Connector 83"/>
              <p:cNvSpPr/>
              <p:nvPr/>
            </p:nvSpPr>
            <p:spPr>
              <a:xfrm flipV="1">
                <a:off x="2057400"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524" name="Straight Connector 84"/>
              <p:cNvSpPr/>
              <p:nvPr/>
            </p:nvSpPr>
            <p:spPr>
              <a:xfrm flipV="1">
                <a:off x="2286000"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525" name="Straight Connector 85"/>
              <p:cNvSpPr/>
              <p:nvPr/>
            </p:nvSpPr>
            <p:spPr>
              <a:xfrm flipV="1">
                <a:off x="4114799"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526" name="Straight Connector 86"/>
              <p:cNvSpPr/>
              <p:nvPr/>
            </p:nvSpPr>
            <p:spPr>
              <a:xfrm flipV="1">
                <a:off x="4343399"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527" name="Straight Connector 87"/>
              <p:cNvSpPr/>
              <p:nvPr/>
            </p:nvSpPr>
            <p:spPr>
              <a:xfrm flipV="1">
                <a:off x="4571999"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528" name="Straight Connector 88"/>
              <p:cNvSpPr/>
              <p:nvPr/>
            </p:nvSpPr>
            <p:spPr>
              <a:xfrm flipV="1">
                <a:off x="6400799"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529" name="Straight Connector 89"/>
              <p:cNvSpPr/>
              <p:nvPr/>
            </p:nvSpPr>
            <p:spPr>
              <a:xfrm flipV="1">
                <a:off x="6629400"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530" name="Straight Connector 90"/>
              <p:cNvSpPr/>
              <p:nvPr/>
            </p:nvSpPr>
            <p:spPr>
              <a:xfrm flipV="1">
                <a:off x="6858000"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531" name="Straight Connector 91"/>
              <p:cNvSpPr/>
              <p:nvPr/>
            </p:nvSpPr>
            <p:spPr>
              <a:xfrm flipV="1">
                <a:off x="8686732"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grpSp>
        <p:grpSp>
          <p:nvGrpSpPr>
            <p:cNvPr id="542" name="Group 61"/>
            <p:cNvGrpSpPr/>
            <p:nvPr/>
          </p:nvGrpSpPr>
          <p:grpSpPr>
            <a:xfrm>
              <a:off x="0" y="338074"/>
              <a:ext cx="91441" cy="4686681"/>
              <a:chOff x="0" y="0"/>
              <a:chExt cx="91440" cy="4686681"/>
            </a:xfrm>
          </p:grpSpPr>
          <p:sp>
            <p:nvSpPr>
              <p:cNvPr id="533" name="Straight Connector 72"/>
              <p:cNvSpPr/>
              <p:nvPr/>
            </p:nvSpPr>
            <p:spPr>
              <a:xfrm flipH="1">
                <a:off x="0" y="425576"/>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534" name="Straight Connector 73"/>
              <p:cNvSpPr/>
              <p:nvPr/>
            </p:nvSpPr>
            <p:spPr>
              <a:xfrm flipH="1">
                <a:off x="0" y="1061084"/>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535" name="Straight Connector 74"/>
              <p:cNvSpPr/>
              <p:nvPr/>
            </p:nvSpPr>
            <p:spPr>
              <a:xfrm flipH="1">
                <a:off x="0" y="1701164"/>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536" name="Straight Connector 75"/>
              <p:cNvSpPr/>
              <p:nvPr/>
            </p:nvSpPr>
            <p:spPr>
              <a:xfrm flipH="1">
                <a:off x="0" y="2342770"/>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537" name="Straight Connector 76"/>
              <p:cNvSpPr/>
              <p:nvPr/>
            </p:nvSpPr>
            <p:spPr>
              <a:xfrm flipH="1">
                <a:off x="0" y="2981325"/>
                <a:ext cx="91441" cy="0"/>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538" name="Straight Connector 77"/>
              <p:cNvSpPr/>
              <p:nvPr/>
            </p:nvSpPr>
            <p:spPr>
              <a:xfrm flipH="1">
                <a:off x="0" y="3621404"/>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539" name="Straight Connector 78"/>
              <p:cNvSpPr/>
              <p:nvPr/>
            </p:nvSpPr>
            <p:spPr>
              <a:xfrm flipH="1">
                <a:off x="0" y="4269232"/>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540" name="Straight Connector 79"/>
              <p:cNvSpPr/>
              <p:nvPr/>
            </p:nvSpPr>
            <p:spPr>
              <a:xfrm flipH="1" flipV="1">
                <a:off x="0" y="-1"/>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541" name="Straight Connector 80"/>
              <p:cNvSpPr/>
              <p:nvPr/>
            </p:nvSpPr>
            <p:spPr>
              <a:xfrm flipH="1">
                <a:off x="0" y="4686680"/>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grpSp>
        <p:grpSp>
          <p:nvGrpSpPr>
            <p:cNvPr id="552" name="Group 62"/>
            <p:cNvGrpSpPr/>
            <p:nvPr/>
          </p:nvGrpSpPr>
          <p:grpSpPr>
            <a:xfrm>
              <a:off x="9272780" y="338073"/>
              <a:ext cx="91441" cy="4685667"/>
              <a:chOff x="0" y="0"/>
              <a:chExt cx="91440" cy="4685665"/>
            </a:xfrm>
          </p:grpSpPr>
          <p:sp>
            <p:nvSpPr>
              <p:cNvPr id="543" name="Straight Connector 63"/>
              <p:cNvSpPr/>
              <p:nvPr/>
            </p:nvSpPr>
            <p:spPr>
              <a:xfrm flipH="1">
                <a:off x="0" y="425577"/>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544" name="Straight Connector 64"/>
              <p:cNvSpPr/>
              <p:nvPr/>
            </p:nvSpPr>
            <p:spPr>
              <a:xfrm flipH="1">
                <a:off x="0" y="1061085"/>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545" name="Straight Connector 65"/>
              <p:cNvSpPr/>
              <p:nvPr/>
            </p:nvSpPr>
            <p:spPr>
              <a:xfrm flipH="1">
                <a:off x="0" y="1701165"/>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546" name="Straight Connector 66"/>
              <p:cNvSpPr/>
              <p:nvPr/>
            </p:nvSpPr>
            <p:spPr>
              <a:xfrm flipH="1">
                <a:off x="0" y="2341245"/>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547" name="Straight Connector 67"/>
              <p:cNvSpPr/>
              <p:nvPr/>
            </p:nvSpPr>
            <p:spPr>
              <a:xfrm flipH="1">
                <a:off x="0" y="2981325"/>
                <a:ext cx="91441" cy="0"/>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548" name="Straight Connector 68"/>
              <p:cNvSpPr/>
              <p:nvPr/>
            </p:nvSpPr>
            <p:spPr>
              <a:xfrm flipH="1">
                <a:off x="0" y="3621404"/>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549" name="Straight Connector 69"/>
              <p:cNvSpPr/>
              <p:nvPr/>
            </p:nvSpPr>
            <p:spPr>
              <a:xfrm flipH="1">
                <a:off x="0" y="4269232"/>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550" name="Straight Connector 70"/>
              <p:cNvSpPr/>
              <p:nvPr/>
            </p:nvSpPr>
            <p:spPr>
              <a:xfrm flipH="1" flipV="1">
                <a:off x="0" y="0"/>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551" name="Straight Connector 71"/>
              <p:cNvSpPr/>
              <p:nvPr/>
            </p:nvSpPr>
            <p:spPr>
              <a:xfrm flipH="1">
                <a:off x="0" y="4685665"/>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grpSp>
      </p:grpSp>
      <p:pic>
        <p:nvPicPr>
          <p:cNvPr id="554" name="Graphic 6" descr="Graphic 6"/>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5060141" y="1772660"/>
            <a:ext cx="2055964" cy="3287480"/>
          </a:xfrm>
          <a:prstGeom prst="rect">
            <a:avLst/>
          </a:prstGeom>
          <a:ln w="12700">
            <a:miter lim="400000"/>
          </a:ln>
        </p:spPr>
      </p:pic>
      <p:sp>
        <p:nvSpPr>
          <p:cNvPr id="555" name="Slide Number"/>
          <p:cNvSpPr txBox="1">
            <a:spLocks noGrp="1"/>
          </p:cNvSpPr>
          <p:nvPr>
            <p:ph type="sldNum" sz="quarter" idx="2"/>
          </p:nvPr>
        </p:nvSpPr>
        <p:spPr>
          <a:xfrm>
            <a:off x="8602948" y="6294795"/>
            <a:ext cx="134652" cy="123111"/>
          </a:xfrm>
          <a:prstGeom prst="rect">
            <a:avLst/>
          </a:prstGeom>
        </p:spPr>
        <p:txBody>
          <a:bodyPr/>
          <a:lstStyle/>
          <a:p>
            <a:fld id="{86CB4B4D-7CA3-9044-876B-883B54F8677D}" type="slidenum">
              <a:rPr/>
              <a:t>‹#›</a:t>
            </a:fld>
            <a:endParaRPr/>
          </a:p>
        </p:txBody>
      </p:sp>
    </p:spTree>
    <p:extLst>
      <p:ext uri="{BB962C8B-B14F-4D97-AF65-F5344CB8AC3E}">
        <p14:creationId xmlns:p14="http://schemas.microsoft.com/office/powerpoint/2010/main" val="1357815519"/>
      </p:ext>
    </p:extLst>
  </p:cSld>
  <p:clrMapOvr>
    <a:masterClrMapping/>
  </p:clrMapOvr>
  <p:transition spd="med"/>
</p:sldLayout>
</file>

<file path=ppt/slideLayouts/slideLayout174.xml><?xml version="1.0" encoding="utf-8"?>
<p:sldLayout xmlns:a="http://schemas.openxmlformats.org/drawingml/2006/main" xmlns:r="http://schemas.openxmlformats.org/officeDocument/2006/relationships" xmlns:p="http://schemas.openxmlformats.org/presentationml/2006/main" showMasterSp="0" type="tx">
  <p:cSld name="Title &amp; Subtitle">
    <p:spTree>
      <p:nvGrpSpPr>
        <p:cNvPr id="1" name=""/>
        <p:cNvGrpSpPr/>
        <p:nvPr/>
      </p:nvGrpSpPr>
      <p:grpSpPr>
        <a:xfrm>
          <a:off x="0" y="0"/>
          <a:ext cx="0" cy="0"/>
          <a:chOff x="0" y="0"/>
          <a:chExt cx="0" cy="0"/>
        </a:xfrm>
      </p:grpSpPr>
      <p:sp>
        <p:nvSpPr>
          <p:cNvPr id="562" name="Title Text"/>
          <p:cNvSpPr txBox="1">
            <a:spLocks noGrp="1"/>
          </p:cNvSpPr>
          <p:nvPr>
            <p:ph type="title"/>
          </p:nvPr>
        </p:nvSpPr>
        <p:spPr>
          <a:xfrm>
            <a:off x="2416968" y="1151929"/>
            <a:ext cx="7358064" cy="2321720"/>
          </a:xfrm>
          <a:prstGeom prst="rect">
            <a:avLst/>
          </a:prstGeom>
        </p:spPr>
        <p:txBody>
          <a:bodyPr lIns="26789" tIns="26789" rIns="26789" bIns="26789" anchor="b">
            <a:normAutofit/>
          </a:bodyPr>
          <a:lstStyle>
            <a:lvl1pPr algn="ctr" defTabSz="292093">
              <a:lnSpc>
                <a:spcPct val="100000"/>
              </a:lnSpc>
              <a:defRPr sz="5600">
                <a:latin typeface="Helvetica Light"/>
                <a:ea typeface="Helvetica Light"/>
                <a:cs typeface="Helvetica Light"/>
                <a:sym typeface="Helvetica Light"/>
              </a:defRPr>
            </a:lvl1pPr>
          </a:lstStyle>
          <a:p>
            <a:r>
              <a:t>Title Text</a:t>
            </a:r>
          </a:p>
        </p:txBody>
      </p:sp>
      <p:sp>
        <p:nvSpPr>
          <p:cNvPr id="563" name="Body Level One…"/>
          <p:cNvSpPr txBox="1">
            <a:spLocks noGrp="1"/>
          </p:cNvSpPr>
          <p:nvPr>
            <p:ph type="body" sz="quarter" idx="1"/>
          </p:nvPr>
        </p:nvSpPr>
        <p:spPr>
          <a:xfrm>
            <a:off x="2416968" y="3536157"/>
            <a:ext cx="7358064" cy="794743"/>
          </a:xfrm>
          <a:prstGeom prst="rect">
            <a:avLst/>
          </a:prstGeom>
        </p:spPr>
        <p:txBody>
          <a:bodyPr lIns="26789" tIns="26789" rIns="26789" bIns="26789">
            <a:normAutofit/>
          </a:bodyPr>
          <a:lstStyle>
            <a:lvl1pPr algn="ctr" defTabSz="292093">
              <a:spcBef>
                <a:spcPts val="0"/>
              </a:spcBef>
              <a:defRPr sz="2133">
                <a:latin typeface="Helvetica Light"/>
                <a:ea typeface="Helvetica Light"/>
                <a:cs typeface="Helvetica Light"/>
                <a:sym typeface="Helvetica Light"/>
              </a:defRPr>
            </a:lvl1pPr>
            <a:lvl2pPr marL="0" indent="304792" algn="ctr" defTabSz="292093">
              <a:spcBef>
                <a:spcPts val="0"/>
              </a:spcBef>
              <a:buSzTx/>
              <a:buNone/>
              <a:defRPr sz="2133">
                <a:latin typeface="Helvetica Light"/>
                <a:ea typeface="Helvetica Light"/>
                <a:cs typeface="Helvetica Light"/>
                <a:sym typeface="Helvetica Light"/>
              </a:defRPr>
            </a:lvl2pPr>
            <a:lvl3pPr marL="0" indent="609585" algn="ctr" defTabSz="292093">
              <a:spcBef>
                <a:spcPts val="0"/>
              </a:spcBef>
              <a:buSzTx/>
              <a:buNone/>
              <a:defRPr sz="2133">
                <a:latin typeface="Helvetica Light"/>
                <a:ea typeface="Helvetica Light"/>
                <a:cs typeface="Helvetica Light"/>
                <a:sym typeface="Helvetica Light"/>
              </a:defRPr>
            </a:lvl3pPr>
            <a:lvl4pPr marL="0" indent="914377" algn="ctr" defTabSz="292093">
              <a:spcBef>
                <a:spcPts val="0"/>
              </a:spcBef>
              <a:buSzTx/>
              <a:buNone/>
              <a:defRPr sz="2133">
                <a:latin typeface="Helvetica Light"/>
                <a:ea typeface="Helvetica Light"/>
                <a:cs typeface="Helvetica Light"/>
                <a:sym typeface="Helvetica Light"/>
              </a:defRPr>
            </a:lvl4pPr>
            <a:lvl5pPr marL="0" indent="1219170" algn="ctr" defTabSz="292093">
              <a:spcBef>
                <a:spcPts val="0"/>
              </a:spcBef>
              <a:buSzTx/>
              <a:buNone/>
              <a:defRPr sz="2133">
                <a:latin typeface="Helvetica Light"/>
                <a:ea typeface="Helvetica Light"/>
                <a:cs typeface="Helvetica Light"/>
                <a:sym typeface="Helvetica Light"/>
              </a:defRPr>
            </a:lvl5pPr>
          </a:lstStyle>
          <a:p>
            <a:r>
              <a:t>Body Level One</a:t>
            </a:r>
          </a:p>
          <a:p>
            <a:pPr lvl="1"/>
            <a:r>
              <a:t>Body Level Two</a:t>
            </a:r>
          </a:p>
          <a:p>
            <a:pPr lvl="2"/>
            <a:r>
              <a:t>Body Level Three</a:t>
            </a:r>
          </a:p>
          <a:p>
            <a:pPr lvl="3"/>
            <a:r>
              <a:t>Body Level Four</a:t>
            </a:r>
          </a:p>
          <a:p>
            <a:pPr lvl="4"/>
            <a:r>
              <a:t>Body Level Five</a:t>
            </a:r>
          </a:p>
        </p:txBody>
      </p:sp>
      <p:sp>
        <p:nvSpPr>
          <p:cNvPr id="564" name="Slide Number"/>
          <p:cNvSpPr txBox="1">
            <a:spLocks noGrp="1"/>
          </p:cNvSpPr>
          <p:nvPr>
            <p:ph type="sldNum" sz="quarter" idx="2"/>
          </p:nvPr>
        </p:nvSpPr>
        <p:spPr>
          <a:xfrm>
            <a:off x="5962695" y="6505278"/>
            <a:ext cx="257683" cy="238767"/>
          </a:xfrm>
          <a:prstGeom prst="rect">
            <a:avLst/>
          </a:prstGeom>
        </p:spPr>
        <p:txBody>
          <a:bodyPr lIns="26789" tIns="26789" rIns="26789" bIns="26789" anchor="t"/>
          <a:lstStyle>
            <a:lvl1pPr algn="ctr" defTabSz="292093">
              <a:defRPr sz="1200">
                <a:latin typeface="Helvetica Light"/>
                <a:ea typeface="Helvetica Light"/>
                <a:cs typeface="Helvetica Light"/>
                <a:sym typeface="Helvetica Light"/>
              </a:defRPr>
            </a:lvl1pPr>
          </a:lstStyle>
          <a:p>
            <a:fld id="{86CB4B4D-7CA3-9044-876B-883B54F8677D}" type="slidenum">
              <a:rPr/>
              <a:t>‹#›</a:t>
            </a:fld>
            <a:endParaRPr/>
          </a:p>
        </p:txBody>
      </p:sp>
    </p:spTree>
    <p:extLst>
      <p:ext uri="{BB962C8B-B14F-4D97-AF65-F5344CB8AC3E}">
        <p14:creationId xmlns:p14="http://schemas.microsoft.com/office/powerpoint/2010/main" val="3683301772"/>
      </p:ext>
    </p:extLst>
  </p:cSld>
  <p:clrMapOvr>
    <a:masterClrMapping/>
  </p:clrMapOvr>
  <p:transition spd="med"/>
</p:sldLayout>
</file>

<file path=ppt/slideLayouts/slideLayout175.xml><?xml version="1.0" encoding="utf-8"?>
<p:sldLayout xmlns:a="http://schemas.openxmlformats.org/drawingml/2006/main" xmlns:r="http://schemas.openxmlformats.org/officeDocument/2006/relationships" xmlns:p="http://schemas.openxmlformats.org/presentationml/2006/main" showMasterSp="0" type="tx">
  <p:cSld name="1_title (black box) over image(s)">
    <p:spTree>
      <p:nvGrpSpPr>
        <p:cNvPr id="1" name=""/>
        <p:cNvGrpSpPr/>
        <p:nvPr/>
      </p:nvGrpSpPr>
      <p:grpSpPr>
        <a:xfrm>
          <a:off x="0" y="0"/>
          <a:ext cx="0" cy="0"/>
          <a:chOff x="0" y="0"/>
          <a:chExt cx="0" cy="0"/>
        </a:xfrm>
      </p:grpSpPr>
      <p:sp>
        <p:nvSpPr>
          <p:cNvPr id="582" name="Title Text"/>
          <p:cNvSpPr txBox="1">
            <a:spLocks noGrp="1"/>
          </p:cNvSpPr>
          <p:nvPr>
            <p:ph type="title"/>
          </p:nvPr>
        </p:nvSpPr>
        <p:spPr>
          <a:xfrm>
            <a:off x="304800" y="268225"/>
            <a:ext cx="5486400" cy="5988137"/>
          </a:xfrm>
          <a:prstGeom prst="rect">
            <a:avLst/>
          </a:prstGeom>
        </p:spPr>
        <p:txBody>
          <a:bodyPr>
            <a:normAutofit/>
          </a:bodyPr>
          <a:lstStyle>
            <a:lvl1pPr defTabSz="609593">
              <a:defRPr sz="3200">
                <a:latin typeface="+mn-lt"/>
                <a:ea typeface="+mn-ea"/>
                <a:cs typeface="+mn-cs"/>
                <a:sym typeface="IBM Plex Sans"/>
              </a:defRPr>
            </a:lvl1pPr>
          </a:lstStyle>
          <a:p>
            <a:r>
              <a:t>Title Text</a:t>
            </a:r>
          </a:p>
        </p:txBody>
      </p:sp>
      <p:sp>
        <p:nvSpPr>
          <p:cNvPr id="583" name="Picture Placeholder"/>
          <p:cNvSpPr>
            <a:spLocks noGrp="1"/>
          </p:cNvSpPr>
          <p:nvPr>
            <p:ph type="pic" idx="21"/>
          </p:nvPr>
        </p:nvSpPr>
        <p:spPr>
          <a:xfrm>
            <a:off x="0" y="1701800"/>
            <a:ext cx="12192000" cy="5156200"/>
          </a:xfrm>
          <a:prstGeom prst="rect">
            <a:avLst/>
          </a:prstGeom>
        </p:spPr>
        <p:txBody>
          <a:bodyPr lIns="91439" tIns="45719" rIns="91439" bIns="45719"/>
          <a:lstStyle/>
          <a:p>
            <a:endParaRPr/>
          </a:p>
        </p:txBody>
      </p:sp>
      <p:sp>
        <p:nvSpPr>
          <p:cNvPr id="584" name="Slide Number"/>
          <p:cNvSpPr txBox="1">
            <a:spLocks noGrp="1"/>
          </p:cNvSpPr>
          <p:nvPr>
            <p:ph type="sldNum" sz="quarter" idx="2"/>
          </p:nvPr>
        </p:nvSpPr>
        <p:spPr>
          <a:xfrm>
            <a:off x="11752549" y="6465191"/>
            <a:ext cx="134652" cy="123111"/>
          </a:xfrm>
          <a:prstGeom prst="rect">
            <a:avLst/>
          </a:prstGeom>
        </p:spPr>
        <p:txBody>
          <a:bodyPr/>
          <a:lstStyle>
            <a:lvl1pPr defTabSz="914620"/>
          </a:lstStyle>
          <a:p>
            <a:fld id="{86CB4B4D-7CA3-9044-876B-883B54F8677D}" type="slidenum">
              <a:rPr/>
              <a:t>‹#›</a:t>
            </a:fld>
            <a:endParaRPr/>
          </a:p>
        </p:txBody>
      </p:sp>
    </p:spTree>
    <p:extLst>
      <p:ext uri="{BB962C8B-B14F-4D97-AF65-F5344CB8AC3E}">
        <p14:creationId xmlns:p14="http://schemas.microsoft.com/office/powerpoint/2010/main" val="3449803293"/>
      </p:ext>
    </p:extLst>
  </p:cSld>
  <p:clrMapOvr>
    <a:masterClrMapping/>
  </p:clrMapOvr>
  <p:transition spd="med"/>
</p:sldLayout>
</file>

<file path=ppt/slideLayouts/slideLayout176.xml><?xml version="1.0" encoding="utf-8"?>
<p:sldLayout xmlns:a="http://schemas.openxmlformats.org/drawingml/2006/main" xmlns:r="http://schemas.openxmlformats.org/officeDocument/2006/relationships" xmlns:p="http://schemas.openxmlformats.org/presentationml/2006/main" showMasterSp="0" type="tx">
  <p:cSld name="title (black box) over image(s)">
    <p:spTree>
      <p:nvGrpSpPr>
        <p:cNvPr id="1" name=""/>
        <p:cNvGrpSpPr/>
        <p:nvPr/>
      </p:nvGrpSpPr>
      <p:grpSpPr>
        <a:xfrm>
          <a:off x="0" y="0"/>
          <a:ext cx="0" cy="0"/>
          <a:chOff x="0" y="0"/>
          <a:chExt cx="0" cy="0"/>
        </a:xfrm>
      </p:grpSpPr>
      <p:grpSp>
        <p:nvGrpSpPr>
          <p:cNvPr id="635" name="Group 1"/>
          <p:cNvGrpSpPr/>
          <p:nvPr/>
        </p:nvGrpSpPr>
        <p:grpSpPr>
          <a:xfrm>
            <a:off x="-146311" y="-146479"/>
            <a:ext cx="12485643" cy="7152656"/>
            <a:chOff x="0" y="0"/>
            <a:chExt cx="9364230" cy="5364490"/>
          </a:xfrm>
        </p:grpSpPr>
        <p:grpSp>
          <p:nvGrpSpPr>
            <p:cNvPr id="602" name="Group 59"/>
            <p:cNvGrpSpPr/>
            <p:nvPr/>
          </p:nvGrpSpPr>
          <p:grpSpPr>
            <a:xfrm>
              <a:off x="338962" y="-1"/>
              <a:ext cx="8686745" cy="91446"/>
              <a:chOff x="0" y="0"/>
              <a:chExt cx="8686743" cy="91444"/>
            </a:xfrm>
          </p:grpSpPr>
          <p:sp>
            <p:nvSpPr>
              <p:cNvPr id="591" name="Straight Connector 92"/>
              <p:cNvSpPr/>
              <p:nvPr/>
            </p:nvSpPr>
            <p:spPr>
              <a:xfrm flipV="1">
                <a:off x="-1" y="0"/>
                <a:ext cx="4" cy="91445"/>
              </a:xfrm>
              <a:prstGeom prst="line">
                <a:avLst/>
              </a:prstGeom>
              <a:noFill/>
              <a:ln w="3175" cap="flat">
                <a:solidFill>
                  <a:srgbClr val="BEBEBE"/>
                </a:solidFill>
                <a:prstDash val="solid"/>
                <a:round/>
              </a:ln>
              <a:effectLst/>
            </p:spPr>
            <p:txBody>
              <a:bodyPr wrap="square" lIns="17144" tIns="17144" rIns="17144" bIns="17144" numCol="1" anchor="t">
                <a:noAutofit/>
              </a:bodyPr>
              <a:lstStyle/>
              <a:p>
                <a:pPr algn="ctr" defTabSz="412739">
                  <a:defRPr sz="1100">
                    <a:latin typeface="IBM Plex Sans Medm"/>
                    <a:ea typeface="IBM Plex Sans Medm"/>
                    <a:cs typeface="IBM Plex Sans Medm"/>
                    <a:sym typeface="IBM Plex Sans Medium"/>
                  </a:defRPr>
                </a:pPr>
                <a:endParaRPr sz="1467"/>
              </a:p>
            </p:txBody>
          </p:sp>
          <p:sp>
            <p:nvSpPr>
              <p:cNvPr id="592" name="Straight Connector 93"/>
              <p:cNvSpPr/>
              <p:nvPr/>
            </p:nvSpPr>
            <p:spPr>
              <a:xfrm flipV="1">
                <a:off x="1828801" y="0"/>
                <a:ext cx="4" cy="91445"/>
              </a:xfrm>
              <a:prstGeom prst="line">
                <a:avLst/>
              </a:prstGeom>
              <a:noFill/>
              <a:ln w="3175" cap="flat">
                <a:solidFill>
                  <a:srgbClr val="BEBEBE"/>
                </a:solidFill>
                <a:prstDash val="solid"/>
                <a:round/>
              </a:ln>
              <a:effectLst/>
            </p:spPr>
            <p:txBody>
              <a:bodyPr wrap="square" lIns="17144" tIns="17144" rIns="17144" bIns="17144" numCol="1" anchor="t">
                <a:noAutofit/>
              </a:bodyPr>
              <a:lstStyle/>
              <a:p>
                <a:pPr algn="ctr" defTabSz="412739">
                  <a:defRPr sz="1100">
                    <a:latin typeface="IBM Plex Sans Medm"/>
                    <a:ea typeface="IBM Plex Sans Medm"/>
                    <a:cs typeface="IBM Plex Sans Medm"/>
                    <a:sym typeface="IBM Plex Sans Medium"/>
                  </a:defRPr>
                </a:pPr>
                <a:endParaRPr sz="1467"/>
              </a:p>
            </p:txBody>
          </p:sp>
          <p:sp>
            <p:nvSpPr>
              <p:cNvPr id="593" name="Straight Connector 94"/>
              <p:cNvSpPr/>
              <p:nvPr/>
            </p:nvSpPr>
            <p:spPr>
              <a:xfrm flipV="1">
                <a:off x="2057401" y="0"/>
                <a:ext cx="4" cy="91445"/>
              </a:xfrm>
              <a:prstGeom prst="line">
                <a:avLst/>
              </a:prstGeom>
              <a:noFill/>
              <a:ln w="3175" cap="flat">
                <a:solidFill>
                  <a:srgbClr val="BEBEBE"/>
                </a:solidFill>
                <a:prstDash val="solid"/>
                <a:round/>
              </a:ln>
              <a:effectLst/>
            </p:spPr>
            <p:txBody>
              <a:bodyPr wrap="square" lIns="17144" tIns="17144" rIns="17144" bIns="17144" numCol="1" anchor="t">
                <a:noAutofit/>
              </a:bodyPr>
              <a:lstStyle/>
              <a:p>
                <a:pPr algn="ctr" defTabSz="412739">
                  <a:defRPr sz="1100">
                    <a:latin typeface="IBM Plex Sans Medm"/>
                    <a:ea typeface="IBM Plex Sans Medm"/>
                    <a:cs typeface="IBM Plex Sans Medm"/>
                    <a:sym typeface="IBM Plex Sans Medium"/>
                  </a:defRPr>
                </a:pPr>
                <a:endParaRPr sz="1467"/>
              </a:p>
            </p:txBody>
          </p:sp>
          <p:sp>
            <p:nvSpPr>
              <p:cNvPr id="594" name="Straight Connector 95"/>
              <p:cNvSpPr/>
              <p:nvPr/>
            </p:nvSpPr>
            <p:spPr>
              <a:xfrm flipV="1">
                <a:off x="2286002" y="0"/>
                <a:ext cx="3" cy="91445"/>
              </a:xfrm>
              <a:prstGeom prst="line">
                <a:avLst/>
              </a:prstGeom>
              <a:noFill/>
              <a:ln w="3175" cap="flat">
                <a:solidFill>
                  <a:srgbClr val="BEBEBE"/>
                </a:solidFill>
                <a:prstDash val="solid"/>
                <a:round/>
              </a:ln>
              <a:effectLst/>
            </p:spPr>
            <p:txBody>
              <a:bodyPr wrap="square" lIns="17144" tIns="17144" rIns="17144" bIns="17144" numCol="1" anchor="t">
                <a:noAutofit/>
              </a:bodyPr>
              <a:lstStyle/>
              <a:p>
                <a:pPr algn="ctr" defTabSz="412739">
                  <a:defRPr sz="1100">
                    <a:latin typeface="IBM Plex Sans Medm"/>
                    <a:ea typeface="IBM Plex Sans Medm"/>
                    <a:cs typeface="IBM Plex Sans Medm"/>
                    <a:sym typeface="IBM Plex Sans Medium"/>
                  </a:defRPr>
                </a:pPr>
                <a:endParaRPr sz="1467"/>
              </a:p>
            </p:txBody>
          </p:sp>
          <p:sp>
            <p:nvSpPr>
              <p:cNvPr id="595" name="Straight Connector 96"/>
              <p:cNvSpPr/>
              <p:nvPr/>
            </p:nvSpPr>
            <p:spPr>
              <a:xfrm flipV="1">
                <a:off x="4114803" y="0"/>
                <a:ext cx="4" cy="91445"/>
              </a:xfrm>
              <a:prstGeom prst="line">
                <a:avLst/>
              </a:prstGeom>
              <a:noFill/>
              <a:ln w="3175" cap="flat">
                <a:solidFill>
                  <a:srgbClr val="BEBEBE"/>
                </a:solidFill>
                <a:prstDash val="solid"/>
                <a:round/>
              </a:ln>
              <a:effectLst/>
            </p:spPr>
            <p:txBody>
              <a:bodyPr wrap="square" lIns="17144" tIns="17144" rIns="17144" bIns="17144" numCol="1" anchor="t">
                <a:noAutofit/>
              </a:bodyPr>
              <a:lstStyle/>
              <a:p>
                <a:pPr algn="ctr" defTabSz="412739">
                  <a:defRPr sz="1100">
                    <a:latin typeface="IBM Plex Sans Medm"/>
                    <a:ea typeface="IBM Plex Sans Medm"/>
                    <a:cs typeface="IBM Plex Sans Medm"/>
                    <a:sym typeface="IBM Plex Sans Medium"/>
                  </a:defRPr>
                </a:pPr>
                <a:endParaRPr sz="1467"/>
              </a:p>
            </p:txBody>
          </p:sp>
          <p:sp>
            <p:nvSpPr>
              <p:cNvPr id="596" name="Straight Connector 97"/>
              <p:cNvSpPr/>
              <p:nvPr/>
            </p:nvSpPr>
            <p:spPr>
              <a:xfrm flipV="1">
                <a:off x="4343403" y="0"/>
                <a:ext cx="4" cy="91445"/>
              </a:xfrm>
              <a:prstGeom prst="line">
                <a:avLst/>
              </a:prstGeom>
              <a:noFill/>
              <a:ln w="3175" cap="flat">
                <a:solidFill>
                  <a:srgbClr val="BEBEBE"/>
                </a:solidFill>
                <a:prstDash val="solid"/>
                <a:round/>
              </a:ln>
              <a:effectLst/>
            </p:spPr>
            <p:txBody>
              <a:bodyPr wrap="square" lIns="17144" tIns="17144" rIns="17144" bIns="17144" numCol="1" anchor="t">
                <a:noAutofit/>
              </a:bodyPr>
              <a:lstStyle/>
              <a:p>
                <a:pPr algn="ctr" defTabSz="412739">
                  <a:defRPr sz="1100">
                    <a:latin typeface="IBM Plex Sans Medm"/>
                    <a:ea typeface="IBM Plex Sans Medm"/>
                    <a:cs typeface="IBM Plex Sans Medm"/>
                    <a:sym typeface="IBM Plex Sans Medium"/>
                  </a:defRPr>
                </a:pPr>
                <a:endParaRPr sz="1467"/>
              </a:p>
            </p:txBody>
          </p:sp>
          <p:sp>
            <p:nvSpPr>
              <p:cNvPr id="597" name="Straight Connector 98"/>
              <p:cNvSpPr/>
              <p:nvPr/>
            </p:nvSpPr>
            <p:spPr>
              <a:xfrm flipV="1">
                <a:off x="4572003" y="0"/>
                <a:ext cx="4" cy="91445"/>
              </a:xfrm>
              <a:prstGeom prst="line">
                <a:avLst/>
              </a:prstGeom>
              <a:noFill/>
              <a:ln w="3175" cap="flat">
                <a:solidFill>
                  <a:srgbClr val="BEBEBE"/>
                </a:solidFill>
                <a:prstDash val="solid"/>
                <a:round/>
              </a:ln>
              <a:effectLst/>
            </p:spPr>
            <p:txBody>
              <a:bodyPr wrap="square" lIns="17144" tIns="17144" rIns="17144" bIns="17144" numCol="1" anchor="t">
                <a:noAutofit/>
              </a:bodyPr>
              <a:lstStyle/>
              <a:p>
                <a:pPr algn="ctr" defTabSz="412739">
                  <a:defRPr sz="1100">
                    <a:latin typeface="IBM Plex Sans Medm"/>
                    <a:ea typeface="IBM Plex Sans Medm"/>
                    <a:cs typeface="IBM Plex Sans Medm"/>
                    <a:sym typeface="IBM Plex Sans Medium"/>
                  </a:defRPr>
                </a:pPr>
                <a:endParaRPr sz="1467"/>
              </a:p>
            </p:txBody>
          </p:sp>
          <p:sp>
            <p:nvSpPr>
              <p:cNvPr id="598" name="Straight Connector 99"/>
              <p:cNvSpPr/>
              <p:nvPr/>
            </p:nvSpPr>
            <p:spPr>
              <a:xfrm flipV="1">
                <a:off x="6400805" y="0"/>
                <a:ext cx="3" cy="91445"/>
              </a:xfrm>
              <a:prstGeom prst="line">
                <a:avLst/>
              </a:prstGeom>
              <a:noFill/>
              <a:ln w="3175" cap="flat">
                <a:solidFill>
                  <a:srgbClr val="BEBEBE"/>
                </a:solidFill>
                <a:prstDash val="solid"/>
                <a:round/>
              </a:ln>
              <a:effectLst/>
            </p:spPr>
            <p:txBody>
              <a:bodyPr wrap="square" lIns="17144" tIns="17144" rIns="17144" bIns="17144" numCol="1" anchor="t">
                <a:noAutofit/>
              </a:bodyPr>
              <a:lstStyle/>
              <a:p>
                <a:pPr algn="ctr" defTabSz="412739">
                  <a:defRPr sz="1100">
                    <a:latin typeface="IBM Plex Sans Medm"/>
                    <a:ea typeface="IBM Plex Sans Medm"/>
                    <a:cs typeface="IBM Plex Sans Medm"/>
                    <a:sym typeface="IBM Plex Sans Medium"/>
                  </a:defRPr>
                </a:pPr>
                <a:endParaRPr sz="1467"/>
              </a:p>
            </p:txBody>
          </p:sp>
          <p:sp>
            <p:nvSpPr>
              <p:cNvPr id="599" name="Straight Connector 100"/>
              <p:cNvSpPr/>
              <p:nvPr/>
            </p:nvSpPr>
            <p:spPr>
              <a:xfrm flipV="1">
                <a:off x="6629406" y="0"/>
                <a:ext cx="3" cy="91445"/>
              </a:xfrm>
              <a:prstGeom prst="line">
                <a:avLst/>
              </a:prstGeom>
              <a:noFill/>
              <a:ln w="3175" cap="flat">
                <a:solidFill>
                  <a:srgbClr val="BEBEBE"/>
                </a:solidFill>
                <a:prstDash val="solid"/>
                <a:round/>
              </a:ln>
              <a:effectLst/>
            </p:spPr>
            <p:txBody>
              <a:bodyPr wrap="square" lIns="17144" tIns="17144" rIns="17144" bIns="17144" numCol="1" anchor="t">
                <a:noAutofit/>
              </a:bodyPr>
              <a:lstStyle/>
              <a:p>
                <a:pPr algn="ctr" defTabSz="412739">
                  <a:defRPr sz="1100">
                    <a:latin typeface="IBM Plex Sans Medm"/>
                    <a:ea typeface="IBM Plex Sans Medm"/>
                    <a:cs typeface="IBM Plex Sans Medm"/>
                    <a:sym typeface="IBM Plex Sans Medium"/>
                  </a:defRPr>
                </a:pPr>
                <a:endParaRPr sz="1467"/>
              </a:p>
            </p:txBody>
          </p:sp>
          <p:sp>
            <p:nvSpPr>
              <p:cNvPr id="600" name="Straight Connector 101"/>
              <p:cNvSpPr/>
              <p:nvPr/>
            </p:nvSpPr>
            <p:spPr>
              <a:xfrm flipV="1">
                <a:off x="6858006" y="0"/>
                <a:ext cx="3" cy="91445"/>
              </a:xfrm>
              <a:prstGeom prst="line">
                <a:avLst/>
              </a:prstGeom>
              <a:noFill/>
              <a:ln w="3175" cap="flat">
                <a:solidFill>
                  <a:srgbClr val="BEBEBE"/>
                </a:solidFill>
                <a:prstDash val="solid"/>
                <a:round/>
              </a:ln>
              <a:effectLst/>
            </p:spPr>
            <p:txBody>
              <a:bodyPr wrap="square" lIns="17144" tIns="17144" rIns="17144" bIns="17144" numCol="1" anchor="t">
                <a:noAutofit/>
              </a:bodyPr>
              <a:lstStyle/>
              <a:p>
                <a:pPr algn="ctr" defTabSz="412739">
                  <a:defRPr sz="1100">
                    <a:latin typeface="IBM Plex Sans Medm"/>
                    <a:ea typeface="IBM Plex Sans Medm"/>
                    <a:cs typeface="IBM Plex Sans Medm"/>
                    <a:sym typeface="IBM Plex Sans Medium"/>
                  </a:defRPr>
                </a:pPr>
                <a:endParaRPr sz="1467"/>
              </a:p>
            </p:txBody>
          </p:sp>
          <p:sp>
            <p:nvSpPr>
              <p:cNvPr id="601" name="Straight Connector 102"/>
              <p:cNvSpPr/>
              <p:nvPr/>
            </p:nvSpPr>
            <p:spPr>
              <a:xfrm flipV="1">
                <a:off x="8686741" y="0"/>
                <a:ext cx="3" cy="91445"/>
              </a:xfrm>
              <a:prstGeom prst="line">
                <a:avLst/>
              </a:prstGeom>
              <a:noFill/>
              <a:ln w="3175" cap="flat">
                <a:solidFill>
                  <a:srgbClr val="BEBEBE"/>
                </a:solidFill>
                <a:prstDash val="solid"/>
                <a:round/>
              </a:ln>
              <a:effectLst/>
            </p:spPr>
            <p:txBody>
              <a:bodyPr wrap="square" lIns="17144" tIns="17144" rIns="17144" bIns="17144" numCol="1" anchor="t">
                <a:noAutofit/>
              </a:bodyPr>
              <a:lstStyle/>
              <a:p>
                <a:pPr algn="ctr" defTabSz="412739">
                  <a:defRPr sz="1100">
                    <a:latin typeface="IBM Plex Sans Medm"/>
                    <a:ea typeface="IBM Plex Sans Medm"/>
                    <a:cs typeface="IBM Plex Sans Medm"/>
                    <a:sym typeface="IBM Plex Sans Medium"/>
                  </a:defRPr>
                </a:pPr>
                <a:endParaRPr sz="1467"/>
              </a:p>
            </p:txBody>
          </p:sp>
        </p:grpSp>
        <p:grpSp>
          <p:nvGrpSpPr>
            <p:cNvPr id="614" name="Group 60"/>
            <p:cNvGrpSpPr/>
            <p:nvPr/>
          </p:nvGrpSpPr>
          <p:grpSpPr>
            <a:xfrm>
              <a:off x="338962" y="5273045"/>
              <a:ext cx="8686745" cy="91446"/>
              <a:chOff x="0" y="0"/>
              <a:chExt cx="8686743" cy="91444"/>
            </a:xfrm>
          </p:grpSpPr>
          <p:sp>
            <p:nvSpPr>
              <p:cNvPr id="603" name="Straight Connector 81"/>
              <p:cNvSpPr/>
              <p:nvPr/>
            </p:nvSpPr>
            <p:spPr>
              <a:xfrm flipV="1">
                <a:off x="-1" y="0"/>
                <a:ext cx="4" cy="91445"/>
              </a:xfrm>
              <a:prstGeom prst="line">
                <a:avLst/>
              </a:prstGeom>
              <a:noFill/>
              <a:ln w="3175" cap="flat">
                <a:solidFill>
                  <a:srgbClr val="BEBEBE"/>
                </a:solidFill>
                <a:prstDash val="solid"/>
                <a:round/>
              </a:ln>
              <a:effectLst/>
            </p:spPr>
            <p:txBody>
              <a:bodyPr wrap="square" lIns="17144" tIns="17144" rIns="17144" bIns="17144" numCol="1" anchor="t">
                <a:noAutofit/>
              </a:bodyPr>
              <a:lstStyle/>
              <a:p>
                <a:pPr algn="ctr" defTabSz="412739">
                  <a:defRPr sz="1100">
                    <a:latin typeface="IBM Plex Sans Medm"/>
                    <a:ea typeface="IBM Plex Sans Medm"/>
                    <a:cs typeface="IBM Plex Sans Medm"/>
                    <a:sym typeface="IBM Plex Sans Medium"/>
                  </a:defRPr>
                </a:pPr>
                <a:endParaRPr sz="1467"/>
              </a:p>
            </p:txBody>
          </p:sp>
          <p:sp>
            <p:nvSpPr>
              <p:cNvPr id="604" name="Straight Connector 82"/>
              <p:cNvSpPr/>
              <p:nvPr/>
            </p:nvSpPr>
            <p:spPr>
              <a:xfrm flipV="1">
                <a:off x="1828801" y="0"/>
                <a:ext cx="4" cy="91445"/>
              </a:xfrm>
              <a:prstGeom prst="line">
                <a:avLst/>
              </a:prstGeom>
              <a:noFill/>
              <a:ln w="3175" cap="flat">
                <a:solidFill>
                  <a:srgbClr val="BEBEBE"/>
                </a:solidFill>
                <a:prstDash val="solid"/>
                <a:round/>
              </a:ln>
              <a:effectLst/>
            </p:spPr>
            <p:txBody>
              <a:bodyPr wrap="square" lIns="17144" tIns="17144" rIns="17144" bIns="17144" numCol="1" anchor="t">
                <a:noAutofit/>
              </a:bodyPr>
              <a:lstStyle/>
              <a:p>
                <a:pPr algn="ctr" defTabSz="412739">
                  <a:defRPr sz="1100">
                    <a:latin typeface="IBM Plex Sans Medm"/>
                    <a:ea typeface="IBM Plex Sans Medm"/>
                    <a:cs typeface="IBM Plex Sans Medm"/>
                    <a:sym typeface="IBM Plex Sans Medium"/>
                  </a:defRPr>
                </a:pPr>
                <a:endParaRPr sz="1467"/>
              </a:p>
            </p:txBody>
          </p:sp>
          <p:sp>
            <p:nvSpPr>
              <p:cNvPr id="605" name="Straight Connector 83"/>
              <p:cNvSpPr/>
              <p:nvPr/>
            </p:nvSpPr>
            <p:spPr>
              <a:xfrm flipV="1">
                <a:off x="2057401" y="0"/>
                <a:ext cx="4" cy="91445"/>
              </a:xfrm>
              <a:prstGeom prst="line">
                <a:avLst/>
              </a:prstGeom>
              <a:noFill/>
              <a:ln w="3175" cap="flat">
                <a:solidFill>
                  <a:srgbClr val="BEBEBE"/>
                </a:solidFill>
                <a:prstDash val="solid"/>
                <a:round/>
              </a:ln>
              <a:effectLst/>
            </p:spPr>
            <p:txBody>
              <a:bodyPr wrap="square" lIns="17144" tIns="17144" rIns="17144" bIns="17144" numCol="1" anchor="t">
                <a:noAutofit/>
              </a:bodyPr>
              <a:lstStyle/>
              <a:p>
                <a:pPr algn="ctr" defTabSz="412739">
                  <a:defRPr sz="1100">
                    <a:latin typeface="IBM Plex Sans Medm"/>
                    <a:ea typeface="IBM Plex Sans Medm"/>
                    <a:cs typeface="IBM Plex Sans Medm"/>
                    <a:sym typeface="IBM Plex Sans Medium"/>
                  </a:defRPr>
                </a:pPr>
                <a:endParaRPr sz="1467"/>
              </a:p>
            </p:txBody>
          </p:sp>
          <p:sp>
            <p:nvSpPr>
              <p:cNvPr id="606" name="Straight Connector 84"/>
              <p:cNvSpPr/>
              <p:nvPr/>
            </p:nvSpPr>
            <p:spPr>
              <a:xfrm flipV="1">
                <a:off x="2286002" y="0"/>
                <a:ext cx="3" cy="91445"/>
              </a:xfrm>
              <a:prstGeom prst="line">
                <a:avLst/>
              </a:prstGeom>
              <a:noFill/>
              <a:ln w="3175" cap="flat">
                <a:solidFill>
                  <a:srgbClr val="BEBEBE"/>
                </a:solidFill>
                <a:prstDash val="solid"/>
                <a:round/>
              </a:ln>
              <a:effectLst/>
            </p:spPr>
            <p:txBody>
              <a:bodyPr wrap="square" lIns="17144" tIns="17144" rIns="17144" bIns="17144" numCol="1" anchor="t">
                <a:noAutofit/>
              </a:bodyPr>
              <a:lstStyle/>
              <a:p>
                <a:pPr algn="ctr" defTabSz="412739">
                  <a:defRPr sz="1100">
                    <a:latin typeface="IBM Plex Sans Medm"/>
                    <a:ea typeface="IBM Plex Sans Medm"/>
                    <a:cs typeface="IBM Plex Sans Medm"/>
                    <a:sym typeface="IBM Plex Sans Medium"/>
                  </a:defRPr>
                </a:pPr>
                <a:endParaRPr sz="1467"/>
              </a:p>
            </p:txBody>
          </p:sp>
          <p:sp>
            <p:nvSpPr>
              <p:cNvPr id="607" name="Straight Connector 85"/>
              <p:cNvSpPr/>
              <p:nvPr/>
            </p:nvSpPr>
            <p:spPr>
              <a:xfrm flipV="1">
                <a:off x="4114803" y="0"/>
                <a:ext cx="4" cy="91445"/>
              </a:xfrm>
              <a:prstGeom prst="line">
                <a:avLst/>
              </a:prstGeom>
              <a:noFill/>
              <a:ln w="3175" cap="flat">
                <a:solidFill>
                  <a:srgbClr val="BEBEBE"/>
                </a:solidFill>
                <a:prstDash val="solid"/>
                <a:round/>
              </a:ln>
              <a:effectLst/>
            </p:spPr>
            <p:txBody>
              <a:bodyPr wrap="square" lIns="17144" tIns="17144" rIns="17144" bIns="17144" numCol="1" anchor="t">
                <a:noAutofit/>
              </a:bodyPr>
              <a:lstStyle/>
              <a:p>
                <a:pPr algn="ctr" defTabSz="412739">
                  <a:defRPr sz="1100">
                    <a:latin typeface="IBM Plex Sans Medm"/>
                    <a:ea typeface="IBM Plex Sans Medm"/>
                    <a:cs typeface="IBM Plex Sans Medm"/>
                    <a:sym typeface="IBM Plex Sans Medium"/>
                  </a:defRPr>
                </a:pPr>
                <a:endParaRPr sz="1467"/>
              </a:p>
            </p:txBody>
          </p:sp>
          <p:sp>
            <p:nvSpPr>
              <p:cNvPr id="608" name="Straight Connector 86"/>
              <p:cNvSpPr/>
              <p:nvPr/>
            </p:nvSpPr>
            <p:spPr>
              <a:xfrm flipV="1">
                <a:off x="4343403" y="0"/>
                <a:ext cx="4" cy="91445"/>
              </a:xfrm>
              <a:prstGeom prst="line">
                <a:avLst/>
              </a:prstGeom>
              <a:noFill/>
              <a:ln w="3175" cap="flat">
                <a:solidFill>
                  <a:srgbClr val="BEBEBE"/>
                </a:solidFill>
                <a:prstDash val="solid"/>
                <a:round/>
              </a:ln>
              <a:effectLst/>
            </p:spPr>
            <p:txBody>
              <a:bodyPr wrap="square" lIns="17144" tIns="17144" rIns="17144" bIns="17144" numCol="1" anchor="t">
                <a:noAutofit/>
              </a:bodyPr>
              <a:lstStyle/>
              <a:p>
                <a:pPr algn="ctr" defTabSz="412739">
                  <a:defRPr sz="1100">
                    <a:latin typeface="IBM Plex Sans Medm"/>
                    <a:ea typeface="IBM Plex Sans Medm"/>
                    <a:cs typeface="IBM Plex Sans Medm"/>
                    <a:sym typeface="IBM Plex Sans Medium"/>
                  </a:defRPr>
                </a:pPr>
                <a:endParaRPr sz="1467"/>
              </a:p>
            </p:txBody>
          </p:sp>
          <p:sp>
            <p:nvSpPr>
              <p:cNvPr id="609" name="Straight Connector 87"/>
              <p:cNvSpPr/>
              <p:nvPr/>
            </p:nvSpPr>
            <p:spPr>
              <a:xfrm flipV="1">
                <a:off x="4572003" y="0"/>
                <a:ext cx="4" cy="91445"/>
              </a:xfrm>
              <a:prstGeom prst="line">
                <a:avLst/>
              </a:prstGeom>
              <a:noFill/>
              <a:ln w="3175" cap="flat">
                <a:solidFill>
                  <a:srgbClr val="BEBEBE"/>
                </a:solidFill>
                <a:prstDash val="solid"/>
                <a:round/>
              </a:ln>
              <a:effectLst/>
            </p:spPr>
            <p:txBody>
              <a:bodyPr wrap="square" lIns="17144" tIns="17144" rIns="17144" bIns="17144" numCol="1" anchor="t">
                <a:noAutofit/>
              </a:bodyPr>
              <a:lstStyle/>
              <a:p>
                <a:pPr algn="ctr" defTabSz="412739">
                  <a:defRPr sz="1100">
                    <a:latin typeface="IBM Plex Sans Medm"/>
                    <a:ea typeface="IBM Plex Sans Medm"/>
                    <a:cs typeface="IBM Plex Sans Medm"/>
                    <a:sym typeface="IBM Plex Sans Medium"/>
                  </a:defRPr>
                </a:pPr>
                <a:endParaRPr sz="1467"/>
              </a:p>
            </p:txBody>
          </p:sp>
          <p:sp>
            <p:nvSpPr>
              <p:cNvPr id="610" name="Straight Connector 88"/>
              <p:cNvSpPr/>
              <p:nvPr/>
            </p:nvSpPr>
            <p:spPr>
              <a:xfrm flipV="1">
                <a:off x="6400805" y="0"/>
                <a:ext cx="3" cy="91445"/>
              </a:xfrm>
              <a:prstGeom prst="line">
                <a:avLst/>
              </a:prstGeom>
              <a:noFill/>
              <a:ln w="3175" cap="flat">
                <a:solidFill>
                  <a:srgbClr val="BEBEBE"/>
                </a:solidFill>
                <a:prstDash val="solid"/>
                <a:round/>
              </a:ln>
              <a:effectLst/>
            </p:spPr>
            <p:txBody>
              <a:bodyPr wrap="square" lIns="17144" tIns="17144" rIns="17144" bIns="17144" numCol="1" anchor="t">
                <a:noAutofit/>
              </a:bodyPr>
              <a:lstStyle/>
              <a:p>
                <a:pPr algn="ctr" defTabSz="412739">
                  <a:defRPr sz="1100">
                    <a:latin typeface="IBM Plex Sans Medm"/>
                    <a:ea typeface="IBM Plex Sans Medm"/>
                    <a:cs typeface="IBM Plex Sans Medm"/>
                    <a:sym typeface="IBM Plex Sans Medium"/>
                  </a:defRPr>
                </a:pPr>
                <a:endParaRPr sz="1467"/>
              </a:p>
            </p:txBody>
          </p:sp>
          <p:sp>
            <p:nvSpPr>
              <p:cNvPr id="611" name="Straight Connector 89"/>
              <p:cNvSpPr/>
              <p:nvPr/>
            </p:nvSpPr>
            <p:spPr>
              <a:xfrm flipV="1">
                <a:off x="6629406" y="0"/>
                <a:ext cx="3" cy="91445"/>
              </a:xfrm>
              <a:prstGeom prst="line">
                <a:avLst/>
              </a:prstGeom>
              <a:noFill/>
              <a:ln w="3175" cap="flat">
                <a:solidFill>
                  <a:srgbClr val="BEBEBE"/>
                </a:solidFill>
                <a:prstDash val="solid"/>
                <a:round/>
              </a:ln>
              <a:effectLst/>
            </p:spPr>
            <p:txBody>
              <a:bodyPr wrap="square" lIns="17144" tIns="17144" rIns="17144" bIns="17144" numCol="1" anchor="t">
                <a:noAutofit/>
              </a:bodyPr>
              <a:lstStyle/>
              <a:p>
                <a:pPr algn="ctr" defTabSz="412739">
                  <a:defRPr sz="1100">
                    <a:latin typeface="IBM Plex Sans Medm"/>
                    <a:ea typeface="IBM Plex Sans Medm"/>
                    <a:cs typeface="IBM Plex Sans Medm"/>
                    <a:sym typeface="IBM Plex Sans Medium"/>
                  </a:defRPr>
                </a:pPr>
                <a:endParaRPr sz="1467"/>
              </a:p>
            </p:txBody>
          </p:sp>
          <p:sp>
            <p:nvSpPr>
              <p:cNvPr id="612" name="Straight Connector 90"/>
              <p:cNvSpPr/>
              <p:nvPr/>
            </p:nvSpPr>
            <p:spPr>
              <a:xfrm flipV="1">
                <a:off x="6858006" y="0"/>
                <a:ext cx="3" cy="91445"/>
              </a:xfrm>
              <a:prstGeom prst="line">
                <a:avLst/>
              </a:prstGeom>
              <a:noFill/>
              <a:ln w="3175" cap="flat">
                <a:solidFill>
                  <a:srgbClr val="BEBEBE"/>
                </a:solidFill>
                <a:prstDash val="solid"/>
                <a:round/>
              </a:ln>
              <a:effectLst/>
            </p:spPr>
            <p:txBody>
              <a:bodyPr wrap="square" lIns="17144" tIns="17144" rIns="17144" bIns="17144" numCol="1" anchor="t">
                <a:noAutofit/>
              </a:bodyPr>
              <a:lstStyle/>
              <a:p>
                <a:pPr algn="ctr" defTabSz="412739">
                  <a:defRPr sz="1100">
                    <a:latin typeface="IBM Plex Sans Medm"/>
                    <a:ea typeface="IBM Plex Sans Medm"/>
                    <a:cs typeface="IBM Plex Sans Medm"/>
                    <a:sym typeface="IBM Plex Sans Medium"/>
                  </a:defRPr>
                </a:pPr>
                <a:endParaRPr sz="1467"/>
              </a:p>
            </p:txBody>
          </p:sp>
          <p:sp>
            <p:nvSpPr>
              <p:cNvPr id="613" name="Straight Connector 91"/>
              <p:cNvSpPr/>
              <p:nvPr/>
            </p:nvSpPr>
            <p:spPr>
              <a:xfrm flipV="1">
                <a:off x="8686741" y="0"/>
                <a:ext cx="3" cy="91445"/>
              </a:xfrm>
              <a:prstGeom prst="line">
                <a:avLst/>
              </a:prstGeom>
              <a:noFill/>
              <a:ln w="3175" cap="flat">
                <a:solidFill>
                  <a:srgbClr val="BEBEBE"/>
                </a:solidFill>
                <a:prstDash val="solid"/>
                <a:round/>
              </a:ln>
              <a:effectLst/>
            </p:spPr>
            <p:txBody>
              <a:bodyPr wrap="square" lIns="17144" tIns="17144" rIns="17144" bIns="17144" numCol="1" anchor="t">
                <a:noAutofit/>
              </a:bodyPr>
              <a:lstStyle/>
              <a:p>
                <a:pPr algn="ctr" defTabSz="412739">
                  <a:defRPr sz="1100">
                    <a:latin typeface="IBM Plex Sans Medm"/>
                    <a:ea typeface="IBM Plex Sans Medm"/>
                    <a:cs typeface="IBM Plex Sans Medm"/>
                    <a:sym typeface="IBM Plex Sans Medium"/>
                  </a:defRPr>
                </a:pPr>
                <a:endParaRPr sz="1467"/>
              </a:p>
            </p:txBody>
          </p:sp>
        </p:grpSp>
        <p:grpSp>
          <p:nvGrpSpPr>
            <p:cNvPr id="624" name="Group 61"/>
            <p:cNvGrpSpPr/>
            <p:nvPr/>
          </p:nvGrpSpPr>
          <p:grpSpPr>
            <a:xfrm>
              <a:off x="-1" y="347596"/>
              <a:ext cx="91446" cy="4664467"/>
              <a:chOff x="0" y="0"/>
              <a:chExt cx="91444" cy="4664466"/>
            </a:xfrm>
          </p:grpSpPr>
          <p:sp>
            <p:nvSpPr>
              <p:cNvPr id="615" name="Straight Connector 72"/>
              <p:cNvSpPr/>
              <p:nvPr/>
            </p:nvSpPr>
            <p:spPr>
              <a:xfrm flipH="1">
                <a:off x="0" y="416052"/>
                <a:ext cx="91445" cy="3"/>
              </a:xfrm>
              <a:prstGeom prst="line">
                <a:avLst/>
              </a:prstGeom>
              <a:noFill/>
              <a:ln w="3175" cap="flat">
                <a:solidFill>
                  <a:srgbClr val="BEBEBE"/>
                </a:solidFill>
                <a:prstDash val="solid"/>
                <a:round/>
              </a:ln>
              <a:effectLst/>
            </p:spPr>
            <p:txBody>
              <a:bodyPr wrap="square" lIns="17144" tIns="17144" rIns="17144" bIns="17144" numCol="1" anchor="t">
                <a:noAutofit/>
              </a:bodyPr>
              <a:lstStyle/>
              <a:p>
                <a:pPr algn="ctr" defTabSz="412739">
                  <a:defRPr sz="1100">
                    <a:latin typeface="IBM Plex Sans Medm"/>
                    <a:ea typeface="IBM Plex Sans Medm"/>
                    <a:cs typeface="IBM Plex Sans Medm"/>
                    <a:sym typeface="IBM Plex Sans Medium"/>
                  </a:defRPr>
                </a:pPr>
                <a:endParaRPr sz="1467"/>
              </a:p>
            </p:txBody>
          </p:sp>
          <p:sp>
            <p:nvSpPr>
              <p:cNvPr id="616" name="Straight Connector 73"/>
              <p:cNvSpPr/>
              <p:nvPr/>
            </p:nvSpPr>
            <p:spPr>
              <a:xfrm flipH="1">
                <a:off x="0" y="1051561"/>
                <a:ext cx="91445" cy="3"/>
              </a:xfrm>
              <a:prstGeom prst="line">
                <a:avLst/>
              </a:prstGeom>
              <a:noFill/>
              <a:ln w="3175" cap="flat">
                <a:solidFill>
                  <a:srgbClr val="BEBEBE"/>
                </a:solidFill>
                <a:prstDash val="solid"/>
                <a:round/>
              </a:ln>
              <a:effectLst/>
            </p:spPr>
            <p:txBody>
              <a:bodyPr wrap="square" lIns="17144" tIns="17144" rIns="17144" bIns="17144" numCol="1" anchor="t">
                <a:noAutofit/>
              </a:bodyPr>
              <a:lstStyle/>
              <a:p>
                <a:pPr algn="ctr" defTabSz="412739">
                  <a:defRPr sz="1100">
                    <a:latin typeface="IBM Plex Sans Medm"/>
                    <a:ea typeface="IBM Plex Sans Medm"/>
                    <a:cs typeface="IBM Plex Sans Medm"/>
                    <a:sym typeface="IBM Plex Sans Medium"/>
                  </a:defRPr>
                </a:pPr>
                <a:endParaRPr sz="1467"/>
              </a:p>
            </p:txBody>
          </p:sp>
          <p:sp>
            <p:nvSpPr>
              <p:cNvPr id="617" name="Straight Connector 74"/>
              <p:cNvSpPr/>
              <p:nvPr/>
            </p:nvSpPr>
            <p:spPr>
              <a:xfrm flipH="1">
                <a:off x="0" y="1691641"/>
                <a:ext cx="91445" cy="4"/>
              </a:xfrm>
              <a:prstGeom prst="line">
                <a:avLst/>
              </a:prstGeom>
              <a:noFill/>
              <a:ln w="3175" cap="flat">
                <a:solidFill>
                  <a:srgbClr val="BEBEBE"/>
                </a:solidFill>
                <a:prstDash val="solid"/>
                <a:round/>
              </a:ln>
              <a:effectLst/>
            </p:spPr>
            <p:txBody>
              <a:bodyPr wrap="square" lIns="17144" tIns="17144" rIns="17144" bIns="17144" numCol="1" anchor="t">
                <a:noAutofit/>
              </a:bodyPr>
              <a:lstStyle/>
              <a:p>
                <a:pPr algn="ctr" defTabSz="412739">
                  <a:defRPr sz="1100">
                    <a:latin typeface="IBM Plex Sans Medm"/>
                    <a:ea typeface="IBM Plex Sans Medm"/>
                    <a:cs typeface="IBM Plex Sans Medm"/>
                    <a:sym typeface="IBM Plex Sans Medium"/>
                  </a:defRPr>
                </a:pPr>
                <a:endParaRPr sz="1467"/>
              </a:p>
            </p:txBody>
          </p:sp>
          <p:sp>
            <p:nvSpPr>
              <p:cNvPr id="618" name="Straight Connector 75"/>
              <p:cNvSpPr/>
              <p:nvPr/>
            </p:nvSpPr>
            <p:spPr>
              <a:xfrm flipH="1">
                <a:off x="0" y="2333249"/>
                <a:ext cx="91445" cy="4"/>
              </a:xfrm>
              <a:prstGeom prst="line">
                <a:avLst/>
              </a:prstGeom>
              <a:noFill/>
              <a:ln w="3175" cap="flat">
                <a:solidFill>
                  <a:srgbClr val="BEBEBE"/>
                </a:solidFill>
                <a:prstDash val="solid"/>
                <a:round/>
              </a:ln>
              <a:effectLst/>
            </p:spPr>
            <p:txBody>
              <a:bodyPr wrap="square" lIns="17144" tIns="17144" rIns="17144" bIns="17144" numCol="1" anchor="t">
                <a:noAutofit/>
              </a:bodyPr>
              <a:lstStyle/>
              <a:p>
                <a:pPr algn="ctr" defTabSz="412739">
                  <a:defRPr sz="1100">
                    <a:latin typeface="IBM Plex Sans Medm"/>
                    <a:ea typeface="IBM Plex Sans Medm"/>
                    <a:cs typeface="IBM Plex Sans Medm"/>
                    <a:sym typeface="IBM Plex Sans Medium"/>
                  </a:defRPr>
                </a:pPr>
                <a:endParaRPr sz="1467"/>
              </a:p>
            </p:txBody>
          </p:sp>
          <p:sp>
            <p:nvSpPr>
              <p:cNvPr id="619" name="Straight Connector 76"/>
              <p:cNvSpPr/>
              <p:nvPr/>
            </p:nvSpPr>
            <p:spPr>
              <a:xfrm flipH="1">
                <a:off x="0" y="2971805"/>
                <a:ext cx="91445" cy="2"/>
              </a:xfrm>
              <a:prstGeom prst="line">
                <a:avLst/>
              </a:prstGeom>
              <a:noFill/>
              <a:ln w="3175" cap="flat">
                <a:solidFill>
                  <a:srgbClr val="BEBEBE"/>
                </a:solidFill>
                <a:prstDash val="solid"/>
                <a:round/>
              </a:ln>
              <a:effectLst/>
            </p:spPr>
            <p:txBody>
              <a:bodyPr wrap="square" lIns="17144" tIns="17144" rIns="17144" bIns="17144" numCol="1" anchor="t">
                <a:noAutofit/>
              </a:bodyPr>
              <a:lstStyle/>
              <a:p>
                <a:pPr algn="ctr" defTabSz="412739">
                  <a:defRPr sz="1100">
                    <a:latin typeface="IBM Plex Sans Medm"/>
                    <a:ea typeface="IBM Plex Sans Medm"/>
                    <a:cs typeface="IBM Plex Sans Medm"/>
                    <a:sym typeface="IBM Plex Sans Medium"/>
                  </a:defRPr>
                </a:pPr>
                <a:endParaRPr sz="1467"/>
              </a:p>
            </p:txBody>
          </p:sp>
          <p:sp>
            <p:nvSpPr>
              <p:cNvPr id="620" name="Straight Connector 77"/>
              <p:cNvSpPr/>
              <p:nvPr/>
            </p:nvSpPr>
            <p:spPr>
              <a:xfrm flipH="1">
                <a:off x="0" y="3611885"/>
                <a:ext cx="91445" cy="4"/>
              </a:xfrm>
              <a:prstGeom prst="line">
                <a:avLst/>
              </a:prstGeom>
              <a:noFill/>
              <a:ln w="3175" cap="flat">
                <a:solidFill>
                  <a:srgbClr val="BEBEBE"/>
                </a:solidFill>
                <a:prstDash val="solid"/>
                <a:round/>
              </a:ln>
              <a:effectLst/>
            </p:spPr>
            <p:txBody>
              <a:bodyPr wrap="square" lIns="17144" tIns="17144" rIns="17144" bIns="17144" numCol="1" anchor="t">
                <a:noAutofit/>
              </a:bodyPr>
              <a:lstStyle/>
              <a:p>
                <a:pPr algn="ctr" defTabSz="412739">
                  <a:defRPr sz="1100">
                    <a:latin typeface="IBM Plex Sans Medm"/>
                    <a:ea typeface="IBM Plex Sans Medm"/>
                    <a:cs typeface="IBM Plex Sans Medm"/>
                    <a:sym typeface="IBM Plex Sans Medium"/>
                  </a:defRPr>
                </a:pPr>
                <a:endParaRPr sz="1467"/>
              </a:p>
            </p:txBody>
          </p:sp>
          <p:sp>
            <p:nvSpPr>
              <p:cNvPr id="621" name="Straight Connector 78"/>
              <p:cNvSpPr/>
              <p:nvPr/>
            </p:nvSpPr>
            <p:spPr>
              <a:xfrm flipH="1">
                <a:off x="0" y="4256539"/>
                <a:ext cx="91445" cy="4"/>
              </a:xfrm>
              <a:prstGeom prst="line">
                <a:avLst/>
              </a:prstGeom>
              <a:noFill/>
              <a:ln w="3175" cap="flat">
                <a:solidFill>
                  <a:srgbClr val="BEBEBE"/>
                </a:solidFill>
                <a:prstDash val="solid"/>
                <a:round/>
              </a:ln>
              <a:effectLst/>
            </p:spPr>
            <p:txBody>
              <a:bodyPr wrap="square" lIns="17144" tIns="17144" rIns="17144" bIns="17144" numCol="1" anchor="t">
                <a:noAutofit/>
              </a:bodyPr>
              <a:lstStyle/>
              <a:p>
                <a:pPr algn="ctr" defTabSz="412739">
                  <a:defRPr sz="1100">
                    <a:latin typeface="IBM Plex Sans Medm"/>
                    <a:ea typeface="IBM Plex Sans Medm"/>
                    <a:cs typeface="IBM Plex Sans Medm"/>
                    <a:sym typeface="IBM Plex Sans Medium"/>
                  </a:defRPr>
                </a:pPr>
                <a:endParaRPr sz="1467"/>
              </a:p>
            </p:txBody>
          </p:sp>
          <p:sp>
            <p:nvSpPr>
              <p:cNvPr id="622" name="Straight Connector 79"/>
              <p:cNvSpPr/>
              <p:nvPr/>
            </p:nvSpPr>
            <p:spPr>
              <a:xfrm flipH="1" flipV="1">
                <a:off x="0" y="-1"/>
                <a:ext cx="91445" cy="3"/>
              </a:xfrm>
              <a:prstGeom prst="line">
                <a:avLst/>
              </a:prstGeom>
              <a:noFill/>
              <a:ln w="3175" cap="flat">
                <a:solidFill>
                  <a:srgbClr val="BEBEBE"/>
                </a:solidFill>
                <a:prstDash val="solid"/>
                <a:round/>
              </a:ln>
              <a:effectLst/>
            </p:spPr>
            <p:txBody>
              <a:bodyPr wrap="square" lIns="17144" tIns="17144" rIns="17144" bIns="17144" numCol="1" anchor="t">
                <a:noAutofit/>
              </a:bodyPr>
              <a:lstStyle/>
              <a:p>
                <a:pPr algn="ctr" defTabSz="412739">
                  <a:defRPr sz="1100">
                    <a:latin typeface="IBM Plex Sans Medm"/>
                    <a:ea typeface="IBM Plex Sans Medm"/>
                    <a:cs typeface="IBM Plex Sans Medm"/>
                    <a:sym typeface="IBM Plex Sans Medium"/>
                  </a:defRPr>
                </a:pPr>
                <a:endParaRPr sz="1467"/>
              </a:p>
            </p:txBody>
          </p:sp>
          <p:sp>
            <p:nvSpPr>
              <p:cNvPr id="623" name="Straight Connector 80"/>
              <p:cNvSpPr/>
              <p:nvPr/>
            </p:nvSpPr>
            <p:spPr>
              <a:xfrm flipH="1">
                <a:off x="0" y="4664463"/>
                <a:ext cx="91445" cy="4"/>
              </a:xfrm>
              <a:prstGeom prst="line">
                <a:avLst/>
              </a:prstGeom>
              <a:noFill/>
              <a:ln w="3175" cap="flat">
                <a:solidFill>
                  <a:srgbClr val="BEBEBE"/>
                </a:solidFill>
                <a:prstDash val="solid"/>
                <a:round/>
              </a:ln>
              <a:effectLst/>
            </p:spPr>
            <p:txBody>
              <a:bodyPr wrap="square" lIns="17144" tIns="17144" rIns="17144" bIns="17144" numCol="1" anchor="t">
                <a:noAutofit/>
              </a:bodyPr>
              <a:lstStyle/>
              <a:p>
                <a:pPr algn="ctr" defTabSz="412739">
                  <a:defRPr sz="1100">
                    <a:latin typeface="IBM Plex Sans Medm"/>
                    <a:ea typeface="IBM Plex Sans Medm"/>
                    <a:cs typeface="IBM Plex Sans Medm"/>
                    <a:sym typeface="IBM Plex Sans Medium"/>
                  </a:defRPr>
                </a:pPr>
                <a:endParaRPr sz="1467"/>
              </a:p>
            </p:txBody>
          </p:sp>
        </p:grpSp>
        <p:grpSp>
          <p:nvGrpSpPr>
            <p:cNvPr id="634" name="Group 62"/>
            <p:cNvGrpSpPr/>
            <p:nvPr/>
          </p:nvGrpSpPr>
          <p:grpSpPr>
            <a:xfrm>
              <a:off x="9272785" y="347598"/>
              <a:ext cx="91446" cy="4663451"/>
              <a:chOff x="0" y="0"/>
              <a:chExt cx="91444" cy="4663449"/>
            </a:xfrm>
          </p:grpSpPr>
          <p:sp>
            <p:nvSpPr>
              <p:cNvPr id="625" name="Straight Connector 63"/>
              <p:cNvSpPr/>
              <p:nvPr/>
            </p:nvSpPr>
            <p:spPr>
              <a:xfrm flipH="1">
                <a:off x="0" y="416052"/>
                <a:ext cx="91445" cy="3"/>
              </a:xfrm>
              <a:prstGeom prst="line">
                <a:avLst/>
              </a:prstGeom>
              <a:noFill/>
              <a:ln w="3175" cap="flat">
                <a:solidFill>
                  <a:srgbClr val="BEBEBE"/>
                </a:solidFill>
                <a:prstDash val="solid"/>
                <a:round/>
              </a:ln>
              <a:effectLst/>
            </p:spPr>
            <p:txBody>
              <a:bodyPr wrap="square" lIns="17144" tIns="17144" rIns="17144" bIns="17144" numCol="1" anchor="t">
                <a:noAutofit/>
              </a:bodyPr>
              <a:lstStyle/>
              <a:p>
                <a:pPr algn="ctr" defTabSz="412739">
                  <a:defRPr sz="1100">
                    <a:latin typeface="IBM Plex Sans Medm"/>
                    <a:ea typeface="IBM Plex Sans Medm"/>
                    <a:cs typeface="IBM Plex Sans Medm"/>
                    <a:sym typeface="IBM Plex Sans Medium"/>
                  </a:defRPr>
                </a:pPr>
                <a:endParaRPr sz="1467"/>
              </a:p>
            </p:txBody>
          </p:sp>
          <p:sp>
            <p:nvSpPr>
              <p:cNvPr id="626" name="Straight Connector 64"/>
              <p:cNvSpPr/>
              <p:nvPr/>
            </p:nvSpPr>
            <p:spPr>
              <a:xfrm flipH="1">
                <a:off x="0" y="1051560"/>
                <a:ext cx="91445" cy="4"/>
              </a:xfrm>
              <a:prstGeom prst="line">
                <a:avLst/>
              </a:prstGeom>
              <a:noFill/>
              <a:ln w="3175" cap="flat">
                <a:solidFill>
                  <a:srgbClr val="BEBEBE"/>
                </a:solidFill>
                <a:prstDash val="solid"/>
                <a:round/>
              </a:ln>
              <a:effectLst/>
            </p:spPr>
            <p:txBody>
              <a:bodyPr wrap="square" lIns="17144" tIns="17144" rIns="17144" bIns="17144" numCol="1" anchor="t">
                <a:noAutofit/>
              </a:bodyPr>
              <a:lstStyle/>
              <a:p>
                <a:pPr algn="ctr" defTabSz="412739">
                  <a:defRPr sz="1100">
                    <a:latin typeface="IBM Plex Sans Medm"/>
                    <a:ea typeface="IBM Plex Sans Medm"/>
                    <a:cs typeface="IBM Plex Sans Medm"/>
                    <a:sym typeface="IBM Plex Sans Medium"/>
                  </a:defRPr>
                </a:pPr>
                <a:endParaRPr sz="1467"/>
              </a:p>
            </p:txBody>
          </p:sp>
          <p:sp>
            <p:nvSpPr>
              <p:cNvPr id="627" name="Straight Connector 65"/>
              <p:cNvSpPr/>
              <p:nvPr/>
            </p:nvSpPr>
            <p:spPr>
              <a:xfrm flipH="1">
                <a:off x="0" y="1691642"/>
                <a:ext cx="91445" cy="3"/>
              </a:xfrm>
              <a:prstGeom prst="line">
                <a:avLst/>
              </a:prstGeom>
              <a:noFill/>
              <a:ln w="3175" cap="flat">
                <a:solidFill>
                  <a:srgbClr val="BEBEBE"/>
                </a:solidFill>
                <a:prstDash val="solid"/>
                <a:round/>
              </a:ln>
              <a:effectLst/>
            </p:spPr>
            <p:txBody>
              <a:bodyPr wrap="square" lIns="17144" tIns="17144" rIns="17144" bIns="17144" numCol="1" anchor="t">
                <a:noAutofit/>
              </a:bodyPr>
              <a:lstStyle/>
              <a:p>
                <a:pPr algn="ctr" defTabSz="412739">
                  <a:defRPr sz="1100">
                    <a:latin typeface="IBM Plex Sans Medm"/>
                    <a:ea typeface="IBM Plex Sans Medm"/>
                    <a:cs typeface="IBM Plex Sans Medm"/>
                    <a:sym typeface="IBM Plex Sans Medium"/>
                  </a:defRPr>
                </a:pPr>
                <a:endParaRPr sz="1467"/>
              </a:p>
            </p:txBody>
          </p:sp>
          <p:sp>
            <p:nvSpPr>
              <p:cNvPr id="628" name="Straight Connector 66"/>
              <p:cNvSpPr/>
              <p:nvPr/>
            </p:nvSpPr>
            <p:spPr>
              <a:xfrm flipH="1">
                <a:off x="0" y="2331722"/>
                <a:ext cx="91445" cy="4"/>
              </a:xfrm>
              <a:prstGeom prst="line">
                <a:avLst/>
              </a:prstGeom>
              <a:noFill/>
              <a:ln w="3175" cap="flat">
                <a:solidFill>
                  <a:srgbClr val="BEBEBE"/>
                </a:solidFill>
                <a:prstDash val="solid"/>
                <a:round/>
              </a:ln>
              <a:effectLst/>
            </p:spPr>
            <p:txBody>
              <a:bodyPr wrap="square" lIns="17144" tIns="17144" rIns="17144" bIns="17144" numCol="1" anchor="t">
                <a:noAutofit/>
              </a:bodyPr>
              <a:lstStyle/>
              <a:p>
                <a:pPr algn="ctr" defTabSz="412739">
                  <a:defRPr sz="1100">
                    <a:latin typeface="IBM Plex Sans Medm"/>
                    <a:ea typeface="IBM Plex Sans Medm"/>
                    <a:cs typeface="IBM Plex Sans Medm"/>
                    <a:sym typeface="IBM Plex Sans Medium"/>
                  </a:defRPr>
                </a:pPr>
                <a:endParaRPr sz="1467"/>
              </a:p>
            </p:txBody>
          </p:sp>
          <p:sp>
            <p:nvSpPr>
              <p:cNvPr id="629" name="Straight Connector 67"/>
              <p:cNvSpPr/>
              <p:nvPr/>
            </p:nvSpPr>
            <p:spPr>
              <a:xfrm flipH="1">
                <a:off x="0" y="2971804"/>
                <a:ext cx="91445" cy="2"/>
              </a:xfrm>
              <a:prstGeom prst="line">
                <a:avLst/>
              </a:prstGeom>
              <a:noFill/>
              <a:ln w="3175" cap="flat">
                <a:solidFill>
                  <a:srgbClr val="BEBEBE"/>
                </a:solidFill>
                <a:prstDash val="solid"/>
                <a:round/>
              </a:ln>
              <a:effectLst/>
            </p:spPr>
            <p:txBody>
              <a:bodyPr wrap="square" lIns="17144" tIns="17144" rIns="17144" bIns="17144" numCol="1" anchor="t">
                <a:noAutofit/>
              </a:bodyPr>
              <a:lstStyle/>
              <a:p>
                <a:pPr algn="ctr" defTabSz="412739">
                  <a:defRPr sz="1100">
                    <a:latin typeface="IBM Plex Sans Medm"/>
                    <a:ea typeface="IBM Plex Sans Medm"/>
                    <a:cs typeface="IBM Plex Sans Medm"/>
                    <a:sym typeface="IBM Plex Sans Medium"/>
                  </a:defRPr>
                </a:pPr>
                <a:endParaRPr sz="1467"/>
              </a:p>
            </p:txBody>
          </p:sp>
          <p:sp>
            <p:nvSpPr>
              <p:cNvPr id="630" name="Straight Connector 68"/>
              <p:cNvSpPr/>
              <p:nvPr/>
            </p:nvSpPr>
            <p:spPr>
              <a:xfrm flipH="1">
                <a:off x="0" y="3611883"/>
                <a:ext cx="91445" cy="4"/>
              </a:xfrm>
              <a:prstGeom prst="line">
                <a:avLst/>
              </a:prstGeom>
              <a:noFill/>
              <a:ln w="3175" cap="flat">
                <a:solidFill>
                  <a:srgbClr val="BEBEBE"/>
                </a:solidFill>
                <a:prstDash val="solid"/>
                <a:round/>
              </a:ln>
              <a:effectLst/>
            </p:spPr>
            <p:txBody>
              <a:bodyPr wrap="square" lIns="17144" tIns="17144" rIns="17144" bIns="17144" numCol="1" anchor="t">
                <a:noAutofit/>
              </a:bodyPr>
              <a:lstStyle/>
              <a:p>
                <a:pPr algn="ctr" defTabSz="412739">
                  <a:defRPr sz="1100">
                    <a:latin typeface="IBM Plex Sans Medm"/>
                    <a:ea typeface="IBM Plex Sans Medm"/>
                    <a:cs typeface="IBM Plex Sans Medm"/>
                    <a:sym typeface="IBM Plex Sans Medium"/>
                  </a:defRPr>
                </a:pPr>
                <a:endParaRPr sz="1467"/>
              </a:p>
            </p:txBody>
          </p:sp>
          <p:sp>
            <p:nvSpPr>
              <p:cNvPr id="631" name="Straight Connector 69"/>
              <p:cNvSpPr/>
              <p:nvPr/>
            </p:nvSpPr>
            <p:spPr>
              <a:xfrm flipH="1">
                <a:off x="0" y="4256538"/>
                <a:ext cx="91445" cy="3"/>
              </a:xfrm>
              <a:prstGeom prst="line">
                <a:avLst/>
              </a:prstGeom>
              <a:noFill/>
              <a:ln w="3175" cap="flat">
                <a:solidFill>
                  <a:srgbClr val="BEBEBE"/>
                </a:solidFill>
                <a:prstDash val="solid"/>
                <a:round/>
              </a:ln>
              <a:effectLst/>
            </p:spPr>
            <p:txBody>
              <a:bodyPr wrap="square" lIns="17144" tIns="17144" rIns="17144" bIns="17144" numCol="1" anchor="t">
                <a:noAutofit/>
              </a:bodyPr>
              <a:lstStyle/>
              <a:p>
                <a:pPr algn="ctr" defTabSz="412739">
                  <a:defRPr sz="1100">
                    <a:latin typeface="IBM Plex Sans Medm"/>
                    <a:ea typeface="IBM Plex Sans Medm"/>
                    <a:cs typeface="IBM Plex Sans Medm"/>
                    <a:sym typeface="IBM Plex Sans Medium"/>
                  </a:defRPr>
                </a:pPr>
                <a:endParaRPr sz="1467"/>
              </a:p>
            </p:txBody>
          </p:sp>
          <p:sp>
            <p:nvSpPr>
              <p:cNvPr id="632" name="Straight Connector 70"/>
              <p:cNvSpPr/>
              <p:nvPr/>
            </p:nvSpPr>
            <p:spPr>
              <a:xfrm flipH="1" flipV="1">
                <a:off x="0" y="-1"/>
                <a:ext cx="91445" cy="4"/>
              </a:xfrm>
              <a:prstGeom prst="line">
                <a:avLst/>
              </a:prstGeom>
              <a:noFill/>
              <a:ln w="3175" cap="flat">
                <a:solidFill>
                  <a:srgbClr val="BEBEBE"/>
                </a:solidFill>
                <a:prstDash val="solid"/>
                <a:round/>
              </a:ln>
              <a:effectLst/>
            </p:spPr>
            <p:txBody>
              <a:bodyPr wrap="square" lIns="17144" tIns="17144" rIns="17144" bIns="17144" numCol="1" anchor="t">
                <a:noAutofit/>
              </a:bodyPr>
              <a:lstStyle/>
              <a:p>
                <a:pPr algn="ctr" defTabSz="412739">
                  <a:defRPr sz="1100">
                    <a:latin typeface="IBM Plex Sans Medm"/>
                    <a:ea typeface="IBM Plex Sans Medm"/>
                    <a:cs typeface="IBM Plex Sans Medm"/>
                    <a:sym typeface="IBM Plex Sans Medium"/>
                  </a:defRPr>
                </a:pPr>
                <a:endParaRPr sz="1467"/>
              </a:p>
            </p:txBody>
          </p:sp>
          <p:sp>
            <p:nvSpPr>
              <p:cNvPr id="633" name="Straight Connector 71"/>
              <p:cNvSpPr/>
              <p:nvPr/>
            </p:nvSpPr>
            <p:spPr>
              <a:xfrm flipH="1">
                <a:off x="0" y="4663447"/>
                <a:ext cx="91445" cy="3"/>
              </a:xfrm>
              <a:prstGeom prst="line">
                <a:avLst/>
              </a:prstGeom>
              <a:noFill/>
              <a:ln w="3175" cap="flat">
                <a:solidFill>
                  <a:srgbClr val="BEBEBE"/>
                </a:solidFill>
                <a:prstDash val="solid"/>
                <a:round/>
              </a:ln>
              <a:effectLst/>
            </p:spPr>
            <p:txBody>
              <a:bodyPr wrap="square" lIns="17144" tIns="17144" rIns="17144" bIns="17144" numCol="1" anchor="t">
                <a:noAutofit/>
              </a:bodyPr>
              <a:lstStyle/>
              <a:p>
                <a:pPr algn="ctr" defTabSz="412739">
                  <a:defRPr sz="1100">
                    <a:latin typeface="IBM Plex Sans Medm"/>
                    <a:ea typeface="IBM Plex Sans Medm"/>
                    <a:cs typeface="IBM Plex Sans Medm"/>
                    <a:sym typeface="IBM Plex Sans Medium"/>
                  </a:defRPr>
                </a:pPr>
                <a:endParaRPr sz="1467"/>
              </a:p>
            </p:txBody>
          </p:sp>
        </p:grpSp>
      </p:grpSp>
      <p:sp>
        <p:nvSpPr>
          <p:cNvPr id="636" name="Title Text"/>
          <p:cNvSpPr txBox="1">
            <a:spLocks noGrp="1"/>
          </p:cNvSpPr>
          <p:nvPr>
            <p:ph type="title"/>
          </p:nvPr>
        </p:nvSpPr>
        <p:spPr>
          <a:xfrm>
            <a:off x="-2" y="-2"/>
            <a:ext cx="12192003" cy="1701803"/>
          </a:xfrm>
          <a:prstGeom prst="rect">
            <a:avLst/>
          </a:prstGeom>
          <a:solidFill>
            <a:srgbClr val="F4F4F4"/>
          </a:solidFill>
        </p:spPr>
        <p:txBody>
          <a:bodyPr lIns="201168" tIns="201168" rIns="201168" bIns="201168">
            <a:normAutofit/>
          </a:bodyPr>
          <a:lstStyle>
            <a:lvl1pPr>
              <a:defRPr sz="3200">
                <a:latin typeface="+mn-lt"/>
                <a:ea typeface="+mn-ea"/>
                <a:cs typeface="+mn-cs"/>
                <a:sym typeface="IBM Plex Sans"/>
              </a:defRPr>
            </a:lvl1pPr>
          </a:lstStyle>
          <a:p>
            <a:r>
              <a:t>Title Text</a:t>
            </a:r>
          </a:p>
        </p:txBody>
      </p:sp>
      <p:sp>
        <p:nvSpPr>
          <p:cNvPr id="637" name="Picture Placeholder"/>
          <p:cNvSpPr>
            <a:spLocks noGrp="1"/>
          </p:cNvSpPr>
          <p:nvPr>
            <p:ph type="pic" idx="21"/>
          </p:nvPr>
        </p:nvSpPr>
        <p:spPr>
          <a:xfrm>
            <a:off x="-2" y="1701800"/>
            <a:ext cx="12192003" cy="5156200"/>
          </a:xfrm>
          <a:prstGeom prst="rect">
            <a:avLst/>
          </a:prstGeom>
        </p:spPr>
        <p:txBody>
          <a:bodyPr lIns="91439" tIns="45719" rIns="91439" bIns="45719"/>
          <a:lstStyle/>
          <a:p>
            <a:endParaRPr/>
          </a:p>
        </p:txBody>
      </p:sp>
      <p:sp>
        <p:nvSpPr>
          <p:cNvPr id="638" name="Slide Number"/>
          <p:cNvSpPr txBox="1">
            <a:spLocks noGrp="1"/>
          </p:cNvSpPr>
          <p:nvPr>
            <p:ph type="sldNum" sz="quarter" idx="2"/>
          </p:nvPr>
        </p:nvSpPr>
        <p:spPr>
          <a:xfrm>
            <a:off x="11752460" y="6433437"/>
            <a:ext cx="134652" cy="123111"/>
          </a:xfrm>
          <a:prstGeom prst="rect">
            <a:avLst/>
          </a:prstGeom>
        </p:spPr>
        <p:txBody>
          <a:bodyPr/>
          <a:lstStyle>
            <a:lvl1pPr defTabSz="914618"/>
          </a:lstStyle>
          <a:p>
            <a:fld id="{86CB4B4D-7CA3-9044-876B-883B54F8677D}" type="slidenum">
              <a:rPr/>
              <a:t>‹#›</a:t>
            </a:fld>
            <a:endParaRPr/>
          </a:p>
        </p:txBody>
      </p:sp>
    </p:spTree>
    <p:extLst>
      <p:ext uri="{BB962C8B-B14F-4D97-AF65-F5344CB8AC3E}">
        <p14:creationId xmlns:p14="http://schemas.microsoft.com/office/powerpoint/2010/main" val="963070664"/>
      </p:ext>
    </p:extLst>
  </p:cSld>
  <p:clrMapOvr>
    <a:masterClrMapping/>
  </p:clrMapOvr>
  <p:transition spd="med"/>
</p:sldLayout>
</file>

<file path=ppt/slideLayouts/slideLayout177.xml><?xml version="1.0" encoding="utf-8"?>
<p:sldLayout xmlns:a="http://schemas.openxmlformats.org/drawingml/2006/main" xmlns:r="http://schemas.openxmlformats.org/officeDocument/2006/relationships" xmlns:p="http://schemas.openxmlformats.org/presentationml/2006/main" showMasterSp="0" type="tx">
  <p:cSld name="Title and Content">
    <p:spTree>
      <p:nvGrpSpPr>
        <p:cNvPr id="1" name=""/>
        <p:cNvGrpSpPr/>
        <p:nvPr/>
      </p:nvGrpSpPr>
      <p:grpSpPr>
        <a:xfrm>
          <a:off x="0" y="0"/>
          <a:ext cx="0" cy="0"/>
          <a:chOff x="0" y="0"/>
          <a:chExt cx="0" cy="0"/>
        </a:xfrm>
      </p:grpSpPr>
      <p:sp>
        <p:nvSpPr>
          <p:cNvPr id="645" name="Title Text"/>
          <p:cNvSpPr txBox="1">
            <a:spLocks noGrp="1"/>
          </p:cNvSpPr>
          <p:nvPr>
            <p:ph type="title"/>
          </p:nvPr>
        </p:nvSpPr>
        <p:spPr>
          <a:xfrm>
            <a:off x="838200" y="365125"/>
            <a:ext cx="10515600" cy="1325564"/>
          </a:xfrm>
          <a:prstGeom prst="rect">
            <a:avLst/>
          </a:prstGeom>
        </p:spPr>
        <p:txBody>
          <a:bodyPr lIns="45719" tIns="45719" rIns="45719" bIns="45719" anchor="ctr">
            <a:normAutofit/>
          </a:bodyPr>
          <a:lstStyle>
            <a:lvl1pPr defTabSz="914377">
              <a:defRPr sz="4400">
                <a:latin typeface="Calibri Light"/>
                <a:ea typeface="Calibri Light"/>
                <a:cs typeface="Calibri Light"/>
                <a:sym typeface="Calibri Light"/>
              </a:defRPr>
            </a:lvl1pPr>
          </a:lstStyle>
          <a:p>
            <a:r>
              <a:t>Title Text</a:t>
            </a:r>
          </a:p>
        </p:txBody>
      </p:sp>
      <p:sp>
        <p:nvSpPr>
          <p:cNvPr id="646" name="Body Level One…"/>
          <p:cNvSpPr txBox="1">
            <a:spLocks noGrp="1"/>
          </p:cNvSpPr>
          <p:nvPr>
            <p:ph type="body" idx="1"/>
          </p:nvPr>
        </p:nvSpPr>
        <p:spPr>
          <a:xfrm>
            <a:off x="838200" y="1825625"/>
            <a:ext cx="10515600" cy="4351339"/>
          </a:xfrm>
          <a:prstGeom prst="rect">
            <a:avLst/>
          </a:prstGeom>
        </p:spPr>
        <p:txBody>
          <a:bodyPr lIns="45719" tIns="45719" rIns="45719" bIns="45719">
            <a:normAutofit/>
          </a:bodyPr>
          <a:lstStyle>
            <a:lvl1pPr marL="228594" indent="-228594" defTabSz="914377">
              <a:lnSpc>
                <a:spcPct val="90000"/>
              </a:lnSpc>
              <a:spcBef>
                <a:spcPts val="933"/>
              </a:spcBef>
              <a:buSzPct val="100000"/>
              <a:buFont typeface="Arial"/>
              <a:buChar char="•"/>
              <a:defRPr sz="2800">
                <a:latin typeface="Calibri"/>
                <a:ea typeface="Calibri"/>
                <a:cs typeface="Calibri"/>
                <a:sym typeface="Calibri"/>
              </a:defRPr>
            </a:lvl1pPr>
            <a:lvl2pPr marL="723882" indent="-266693" defTabSz="914377">
              <a:lnSpc>
                <a:spcPct val="90000"/>
              </a:lnSpc>
              <a:spcBef>
                <a:spcPts val="933"/>
              </a:spcBef>
              <a:buFont typeface="Arial"/>
              <a:buChar char="•"/>
              <a:defRPr sz="2800">
                <a:latin typeface="Calibri"/>
                <a:ea typeface="Calibri"/>
                <a:cs typeface="Calibri"/>
                <a:sym typeface="Calibri"/>
              </a:defRPr>
            </a:lvl2pPr>
            <a:lvl3pPr marL="1234409" indent="-320032" defTabSz="914377">
              <a:lnSpc>
                <a:spcPct val="90000"/>
              </a:lnSpc>
              <a:spcBef>
                <a:spcPts val="933"/>
              </a:spcBef>
              <a:buFont typeface="Arial"/>
              <a:defRPr sz="2800">
                <a:latin typeface="Calibri"/>
                <a:ea typeface="Calibri"/>
                <a:cs typeface="Calibri"/>
                <a:sym typeface="Calibri"/>
              </a:defRPr>
            </a:lvl3pPr>
            <a:lvl4pPr marL="1740832" indent="-369267" defTabSz="914377">
              <a:lnSpc>
                <a:spcPct val="90000"/>
              </a:lnSpc>
              <a:spcBef>
                <a:spcPts val="933"/>
              </a:spcBef>
              <a:buFont typeface="Arial"/>
              <a:buChar char="•"/>
              <a:defRPr sz="2800">
                <a:latin typeface="Calibri"/>
                <a:ea typeface="Calibri"/>
                <a:cs typeface="Calibri"/>
                <a:sym typeface="Calibri"/>
              </a:defRPr>
            </a:lvl4pPr>
            <a:lvl5pPr marL="2198021" indent="-369267" defTabSz="914377">
              <a:lnSpc>
                <a:spcPct val="90000"/>
              </a:lnSpc>
              <a:spcBef>
                <a:spcPts val="933"/>
              </a:spcBef>
              <a:buFont typeface="Arial"/>
              <a:buChar char="•"/>
              <a:defRPr sz="2800">
                <a:latin typeface="Calibri"/>
                <a:ea typeface="Calibri"/>
                <a:cs typeface="Calibri"/>
                <a:sym typeface="Calibri"/>
              </a:defRPr>
            </a:lvl5pPr>
          </a:lstStyle>
          <a:p>
            <a:r>
              <a:t>Body Level One</a:t>
            </a:r>
          </a:p>
          <a:p>
            <a:pPr lvl="1"/>
            <a:r>
              <a:t>Body Level Two</a:t>
            </a:r>
          </a:p>
          <a:p>
            <a:pPr lvl="2"/>
            <a:r>
              <a:t>Body Level Three</a:t>
            </a:r>
          </a:p>
          <a:p>
            <a:pPr lvl="3"/>
            <a:r>
              <a:t>Body Level Four</a:t>
            </a:r>
          </a:p>
          <a:p>
            <a:pPr lvl="4"/>
            <a:r>
              <a:t>Body Level Five</a:t>
            </a:r>
          </a:p>
        </p:txBody>
      </p:sp>
      <p:sp>
        <p:nvSpPr>
          <p:cNvPr id="647" name="Slide Number"/>
          <p:cNvSpPr txBox="1">
            <a:spLocks noGrp="1"/>
          </p:cNvSpPr>
          <p:nvPr>
            <p:ph type="sldNum" sz="quarter" idx="2"/>
          </p:nvPr>
        </p:nvSpPr>
        <p:spPr>
          <a:xfrm>
            <a:off x="11078728" y="6400415"/>
            <a:ext cx="275073" cy="276997"/>
          </a:xfrm>
          <a:prstGeom prst="rect">
            <a:avLst/>
          </a:prstGeom>
        </p:spPr>
        <p:txBody>
          <a:bodyPr lIns="45719" tIns="45719" rIns="45719" bIns="45719"/>
          <a:lstStyle>
            <a:lvl1pPr defTabSz="914620">
              <a:defRPr sz="1200">
                <a:solidFill>
                  <a:srgbClr val="888888"/>
                </a:solidFill>
                <a:latin typeface="Calibri"/>
                <a:ea typeface="Calibri"/>
                <a:cs typeface="Calibri"/>
                <a:sym typeface="Calibri"/>
              </a:defRPr>
            </a:lvl1pPr>
          </a:lstStyle>
          <a:p>
            <a:fld id="{86CB4B4D-7CA3-9044-876B-883B54F8677D}" type="slidenum">
              <a:rPr/>
              <a:t>‹#›</a:t>
            </a:fld>
            <a:endParaRPr/>
          </a:p>
        </p:txBody>
      </p:sp>
    </p:spTree>
    <p:extLst>
      <p:ext uri="{BB962C8B-B14F-4D97-AF65-F5344CB8AC3E}">
        <p14:creationId xmlns:p14="http://schemas.microsoft.com/office/powerpoint/2010/main" val="3813561025"/>
      </p:ext>
    </p:extLst>
  </p:cSld>
  <p:clrMapOvr>
    <a:masterClrMapping/>
  </p:clrMapOvr>
  <p:transition spd="med"/>
</p:sldLayout>
</file>

<file path=ppt/slideLayouts/slideLayout178.xml><?xml version="1.0" encoding="utf-8"?>
<p:sldLayout xmlns:a="http://schemas.openxmlformats.org/drawingml/2006/main" xmlns:r="http://schemas.openxmlformats.org/officeDocument/2006/relationships" xmlns:p="http://schemas.openxmlformats.org/presentationml/2006/main" showMasterSp="0" type="tx">
  <p:cSld name="1_divider (with page contents)">
    <p:spTree>
      <p:nvGrpSpPr>
        <p:cNvPr id="1" name=""/>
        <p:cNvGrpSpPr/>
        <p:nvPr/>
      </p:nvGrpSpPr>
      <p:grpSpPr>
        <a:xfrm>
          <a:off x="0" y="0"/>
          <a:ext cx="0" cy="0"/>
          <a:chOff x="0" y="0"/>
          <a:chExt cx="0" cy="0"/>
        </a:xfrm>
      </p:grpSpPr>
      <p:grpSp>
        <p:nvGrpSpPr>
          <p:cNvPr id="698" name="Group 58"/>
          <p:cNvGrpSpPr/>
          <p:nvPr/>
        </p:nvGrpSpPr>
        <p:grpSpPr>
          <a:xfrm>
            <a:off x="-146307" y="-146475"/>
            <a:ext cx="12485631" cy="7152644"/>
            <a:chOff x="0" y="0"/>
            <a:chExt cx="9364222" cy="5364481"/>
          </a:xfrm>
        </p:grpSpPr>
        <p:grpSp>
          <p:nvGrpSpPr>
            <p:cNvPr id="665" name="Group 59"/>
            <p:cNvGrpSpPr/>
            <p:nvPr/>
          </p:nvGrpSpPr>
          <p:grpSpPr>
            <a:xfrm>
              <a:off x="338964" y="-1"/>
              <a:ext cx="8686735" cy="91442"/>
              <a:chOff x="0" y="0"/>
              <a:chExt cx="8686734" cy="91441"/>
            </a:xfrm>
          </p:grpSpPr>
          <p:sp>
            <p:nvSpPr>
              <p:cNvPr id="654" name="Straight Connector 92"/>
              <p:cNvSpPr/>
              <p:nvPr/>
            </p:nvSpPr>
            <p:spPr>
              <a:xfrm flipV="1">
                <a:off x="-1" y="-1"/>
                <a:ext cx="2" cy="91443"/>
              </a:xfrm>
              <a:prstGeom prst="line">
                <a:avLst/>
              </a:prstGeom>
              <a:noFill/>
              <a:ln w="12700" cap="flat">
                <a:solidFill>
                  <a:srgbClr val="BEBEBE"/>
                </a:solidFill>
                <a:prstDash val="solid"/>
                <a:round/>
              </a:ln>
              <a:effectLst/>
            </p:spPr>
            <p:txBody>
              <a:bodyPr wrap="square" lIns="34289" tIns="34289" rIns="34289" bIns="34289" numCol="1" anchor="t">
                <a:noAutofit/>
              </a:bodyPr>
              <a:lstStyle/>
              <a:p>
                <a:pPr defTabSz="914377">
                  <a:defRPr sz="1200">
                    <a:solidFill>
                      <a:srgbClr val="000000"/>
                    </a:solidFill>
                    <a:latin typeface="IBM Plex Sans Regular"/>
                    <a:ea typeface="IBM Plex Sans Regular"/>
                    <a:cs typeface="IBM Plex Sans Regular"/>
                    <a:sym typeface="IBM Plex Sans Regular"/>
                  </a:defRPr>
                </a:pPr>
                <a:endParaRPr sz="1600"/>
              </a:p>
            </p:txBody>
          </p:sp>
          <p:sp>
            <p:nvSpPr>
              <p:cNvPr id="655" name="Straight Connector 93"/>
              <p:cNvSpPr/>
              <p:nvPr/>
            </p:nvSpPr>
            <p:spPr>
              <a:xfrm flipV="1">
                <a:off x="1828800" y="-1"/>
                <a:ext cx="1" cy="91443"/>
              </a:xfrm>
              <a:prstGeom prst="line">
                <a:avLst/>
              </a:prstGeom>
              <a:noFill/>
              <a:ln w="12700" cap="flat">
                <a:solidFill>
                  <a:srgbClr val="BEBEBE"/>
                </a:solidFill>
                <a:prstDash val="solid"/>
                <a:round/>
              </a:ln>
              <a:effectLst/>
            </p:spPr>
            <p:txBody>
              <a:bodyPr wrap="square" lIns="34289" tIns="34289" rIns="34289" bIns="34289" numCol="1" anchor="t">
                <a:noAutofit/>
              </a:bodyPr>
              <a:lstStyle/>
              <a:p>
                <a:pPr defTabSz="914377">
                  <a:defRPr sz="1200">
                    <a:solidFill>
                      <a:srgbClr val="000000"/>
                    </a:solidFill>
                    <a:latin typeface="IBM Plex Sans Regular"/>
                    <a:ea typeface="IBM Plex Sans Regular"/>
                    <a:cs typeface="IBM Plex Sans Regular"/>
                    <a:sym typeface="IBM Plex Sans Regular"/>
                  </a:defRPr>
                </a:pPr>
                <a:endParaRPr sz="1600"/>
              </a:p>
            </p:txBody>
          </p:sp>
          <p:sp>
            <p:nvSpPr>
              <p:cNvPr id="656" name="Straight Connector 94"/>
              <p:cNvSpPr/>
              <p:nvPr/>
            </p:nvSpPr>
            <p:spPr>
              <a:xfrm flipV="1">
                <a:off x="2057400" y="-1"/>
                <a:ext cx="1" cy="91443"/>
              </a:xfrm>
              <a:prstGeom prst="line">
                <a:avLst/>
              </a:prstGeom>
              <a:noFill/>
              <a:ln w="12700" cap="flat">
                <a:solidFill>
                  <a:srgbClr val="BEBEBE"/>
                </a:solidFill>
                <a:prstDash val="solid"/>
                <a:round/>
              </a:ln>
              <a:effectLst/>
            </p:spPr>
            <p:txBody>
              <a:bodyPr wrap="square" lIns="34289" tIns="34289" rIns="34289" bIns="34289" numCol="1" anchor="t">
                <a:noAutofit/>
              </a:bodyPr>
              <a:lstStyle/>
              <a:p>
                <a:pPr defTabSz="914377">
                  <a:defRPr sz="1200">
                    <a:solidFill>
                      <a:srgbClr val="000000"/>
                    </a:solidFill>
                    <a:latin typeface="IBM Plex Sans Regular"/>
                    <a:ea typeface="IBM Plex Sans Regular"/>
                    <a:cs typeface="IBM Plex Sans Regular"/>
                    <a:sym typeface="IBM Plex Sans Regular"/>
                  </a:defRPr>
                </a:pPr>
                <a:endParaRPr sz="1600"/>
              </a:p>
            </p:txBody>
          </p:sp>
          <p:sp>
            <p:nvSpPr>
              <p:cNvPr id="657" name="Straight Connector 95"/>
              <p:cNvSpPr/>
              <p:nvPr/>
            </p:nvSpPr>
            <p:spPr>
              <a:xfrm flipV="1">
                <a:off x="2286000" y="-1"/>
                <a:ext cx="1" cy="91443"/>
              </a:xfrm>
              <a:prstGeom prst="line">
                <a:avLst/>
              </a:prstGeom>
              <a:noFill/>
              <a:ln w="12700" cap="flat">
                <a:solidFill>
                  <a:srgbClr val="BEBEBE"/>
                </a:solidFill>
                <a:prstDash val="solid"/>
                <a:round/>
              </a:ln>
              <a:effectLst/>
            </p:spPr>
            <p:txBody>
              <a:bodyPr wrap="square" lIns="34289" tIns="34289" rIns="34289" bIns="34289" numCol="1" anchor="t">
                <a:noAutofit/>
              </a:bodyPr>
              <a:lstStyle/>
              <a:p>
                <a:pPr defTabSz="914377">
                  <a:defRPr sz="1200">
                    <a:solidFill>
                      <a:srgbClr val="000000"/>
                    </a:solidFill>
                    <a:latin typeface="IBM Plex Sans Regular"/>
                    <a:ea typeface="IBM Plex Sans Regular"/>
                    <a:cs typeface="IBM Plex Sans Regular"/>
                    <a:sym typeface="IBM Plex Sans Regular"/>
                  </a:defRPr>
                </a:pPr>
                <a:endParaRPr sz="1600"/>
              </a:p>
            </p:txBody>
          </p:sp>
          <p:sp>
            <p:nvSpPr>
              <p:cNvPr id="658" name="Straight Connector 96"/>
              <p:cNvSpPr/>
              <p:nvPr/>
            </p:nvSpPr>
            <p:spPr>
              <a:xfrm flipV="1">
                <a:off x="4114800" y="-1"/>
                <a:ext cx="1" cy="91443"/>
              </a:xfrm>
              <a:prstGeom prst="line">
                <a:avLst/>
              </a:prstGeom>
              <a:noFill/>
              <a:ln w="12700" cap="flat">
                <a:solidFill>
                  <a:srgbClr val="BEBEBE"/>
                </a:solidFill>
                <a:prstDash val="solid"/>
                <a:round/>
              </a:ln>
              <a:effectLst/>
            </p:spPr>
            <p:txBody>
              <a:bodyPr wrap="square" lIns="34289" tIns="34289" rIns="34289" bIns="34289" numCol="1" anchor="t">
                <a:noAutofit/>
              </a:bodyPr>
              <a:lstStyle/>
              <a:p>
                <a:pPr defTabSz="914377">
                  <a:defRPr sz="1200">
                    <a:solidFill>
                      <a:srgbClr val="000000"/>
                    </a:solidFill>
                    <a:latin typeface="IBM Plex Sans Regular"/>
                    <a:ea typeface="IBM Plex Sans Regular"/>
                    <a:cs typeface="IBM Plex Sans Regular"/>
                    <a:sym typeface="IBM Plex Sans Regular"/>
                  </a:defRPr>
                </a:pPr>
                <a:endParaRPr sz="1600"/>
              </a:p>
            </p:txBody>
          </p:sp>
          <p:sp>
            <p:nvSpPr>
              <p:cNvPr id="659" name="Straight Connector 97"/>
              <p:cNvSpPr/>
              <p:nvPr/>
            </p:nvSpPr>
            <p:spPr>
              <a:xfrm flipV="1">
                <a:off x="4343400" y="-1"/>
                <a:ext cx="1" cy="91443"/>
              </a:xfrm>
              <a:prstGeom prst="line">
                <a:avLst/>
              </a:prstGeom>
              <a:noFill/>
              <a:ln w="12700" cap="flat">
                <a:solidFill>
                  <a:srgbClr val="BEBEBE"/>
                </a:solidFill>
                <a:prstDash val="solid"/>
                <a:round/>
              </a:ln>
              <a:effectLst/>
            </p:spPr>
            <p:txBody>
              <a:bodyPr wrap="square" lIns="34289" tIns="34289" rIns="34289" bIns="34289" numCol="1" anchor="t">
                <a:noAutofit/>
              </a:bodyPr>
              <a:lstStyle/>
              <a:p>
                <a:pPr defTabSz="914377">
                  <a:defRPr sz="1200">
                    <a:solidFill>
                      <a:srgbClr val="000000"/>
                    </a:solidFill>
                    <a:latin typeface="IBM Plex Sans Regular"/>
                    <a:ea typeface="IBM Plex Sans Regular"/>
                    <a:cs typeface="IBM Plex Sans Regular"/>
                    <a:sym typeface="IBM Plex Sans Regular"/>
                  </a:defRPr>
                </a:pPr>
                <a:endParaRPr sz="1600"/>
              </a:p>
            </p:txBody>
          </p:sp>
          <p:sp>
            <p:nvSpPr>
              <p:cNvPr id="660" name="Straight Connector 98"/>
              <p:cNvSpPr/>
              <p:nvPr/>
            </p:nvSpPr>
            <p:spPr>
              <a:xfrm flipV="1">
                <a:off x="4572001" y="-1"/>
                <a:ext cx="1" cy="91443"/>
              </a:xfrm>
              <a:prstGeom prst="line">
                <a:avLst/>
              </a:prstGeom>
              <a:noFill/>
              <a:ln w="12700" cap="flat">
                <a:solidFill>
                  <a:srgbClr val="BEBEBE"/>
                </a:solidFill>
                <a:prstDash val="solid"/>
                <a:round/>
              </a:ln>
              <a:effectLst/>
            </p:spPr>
            <p:txBody>
              <a:bodyPr wrap="square" lIns="34289" tIns="34289" rIns="34289" bIns="34289" numCol="1" anchor="t">
                <a:noAutofit/>
              </a:bodyPr>
              <a:lstStyle/>
              <a:p>
                <a:pPr defTabSz="914377">
                  <a:defRPr sz="1200">
                    <a:solidFill>
                      <a:srgbClr val="000000"/>
                    </a:solidFill>
                    <a:latin typeface="IBM Plex Sans Regular"/>
                    <a:ea typeface="IBM Plex Sans Regular"/>
                    <a:cs typeface="IBM Plex Sans Regular"/>
                    <a:sym typeface="IBM Plex Sans Regular"/>
                  </a:defRPr>
                </a:pPr>
                <a:endParaRPr sz="1600"/>
              </a:p>
            </p:txBody>
          </p:sp>
          <p:sp>
            <p:nvSpPr>
              <p:cNvPr id="661" name="Straight Connector 99"/>
              <p:cNvSpPr/>
              <p:nvPr/>
            </p:nvSpPr>
            <p:spPr>
              <a:xfrm flipV="1">
                <a:off x="6400801" y="-1"/>
                <a:ext cx="1" cy="91443"/>
              </a:xfrm>
              <a:prstGeom prst="line">
                <a:avLst/>
              </a:prstGeom>
              <a:noFill/>
              <a:ln w="12700" cap="flat">
                <a:solidFill>
                  <a:srgbClr val="BEBEBE"/>
                </a:solidFill>
                <a:prstDash val="solid"/>
                <a:round/>
              </a:ln>
              <a:effectLst/>
            </p:spPr>
            <p:txBody>
              <a:bodyPr wrap="square" lIns="34289" tIns="34289" rIns="34289" bIns="34289" numCol="1" anchor="t">
                <a:noAutofit/>
              </a:bodyPr>
              <a:lstStyle/>
              <a:p>
                <a:pPr defTabSz="914377">
                  <a:defRPr sz="1200">
                    <a:solidFill>
                      <a:srgbClr val="000000"/>
                    </a:solidFill>
                    <a:latin typeface="IBM Plex Sans Regular"/>
                    <a:ea typeface="IBM Plex Sans Regular"/>
                    <a:cs typeface="IBM Plex Sans Regular"/>
                    <a:sym typeface="IBM Plex Sans Regular"/>
                  </a:defRPr>
                </a:pPr>
                <a:endParaRPr sz="1600"/>
              </a:p>
            </p:txBody>
          </p:sp>
          <p:sp>
            <p:nvSpPr>
              <p:cNvPr id="662" name="Straight Connector 100"/>
              <p:cNvSpPr/>
              <p:nvPr/>
            </p:nvSpPr>
            <p:spPr>
              <a:xfrm flipV="1">
                <a:off x="6629401" y="-1"/>
                <a:ext cx="1" cy="91443"/>
              </a:xfrm>
              <a:prstGeom prst="line">
                <a:avLst/>
              </a:prstGeom>
              <a:noFill/>
              <a:ln w="12700" cap="flat">
                <a:solidFill>
                  <a:srgbClr val="BEBEBE"/>
                </a:solidFill>
                <a:prstDash val="solid"/>
                <a:round/>
              </a:ln>
              <a:effectLst/>
            </p:spPr>
            <p:txBody>
              <a:bodyPr wrap="square" lIns="34289" tIns="34289" rIns="34289" bIns="34289" numCol="1" anchor="t">
                <a:noAutofit/>
              </a:bodyPr>
              <a:lstStyle/>
              <a:p>
                <a:pPr defTabSz="914377">
                  <a:defRPr sz="1200">
                    <a:solidFill>
                      <a:srgbClr val="000000"/>
                    </a:solidFill>
                    <a:latin typeface="IBM Plex Sans Regular"/>
                    <a:ea typeface="IBM Plex Sans Regular"/>
                    <a:cs typeface="IBM Plex Sans Regular"/>
                    <a:sym typeface="IBM Plex Sans Regular"/>
                  </a:defRPr>
                </a:pPr>
                <a:endParaRPr sz="1600"/>
              </a:p>
            </p:txBody>
          </p:sp>
          <p:sp>
            <p:nvSpPr>
              <p:cNvPr id="663" name="Straight Connector 101"/>
              <p:cNvSpPr/>
              <p:nvPr/>
            </p:nvSpPr>
            <p:spPr>
              <a:xfrm flipV="1">
                <a:off x="6858001" y="-1"/>
                <a:ext cx="1" cy="91443"/>
              </a:xfrm>
              <a:prstGeom prst="line">
                <a:avLst/>
              </a:prstGeom>
              <a:noFill/>
              <a:ln w="12700" cap="flat">
                <a:solidFill>
                  <a:srgbClr val="BEBEBE"/>
                </a:solidFill>
                <a:prstDash val="solid"/>
                <a:round/>
              </a:ln>
              <a:effectLst/>
            </p:spPr>
            <p:txBody>
              <a:bodyPr wrap="square" lIns="34289" tIns="34289" rIns="34289" bIns="34289" numCol="1" anchor="t">
                <a:noAutofit/>
              </a:bodyPr>
              <a:lstStyle/>
              <a:p>
                <a:pPr defTabSz="914377">
                  <a:defRPr sz="1200">
                    <a:solidFill>
                      <a:srgbClr val="000000"/>
                    </a:solidFill>
                    <a:latin typeface="IBM Plex Sans Regular"/>
                    <a:ea typeface="IBM Plex Sans Regular"/>
                    <a:cs typeface="IBM Plex Sans Regular"/>
                    <a:sym typeface="IBM Plex Sans Regular"/>
                  </a:defRPr>
                </a:pPr>
                <a:endParaRPr sz="1600"/>
              </a:p>
            </p:txBody>
          </p:sp>
          <p:sp>
            <p:nvSpPr>
              <p:cNvPr id="664" name="Straight Connector 102"/>
              <p:cNvSpPr/>
              <p:nvPr/>
            </p:nvSpPr>
            <p:spPr>
              <a:xfrm flipV="1">
                <a:off x="8686733" y="-1"/>
                <a:ext cx="1" cy="91443"/>
              </a:xfrm>
              <a:prstGeom prst="line">
                <a:avLst/>
              </a:prstGeom>
              <a:noFill/>
              <a:ln w="12700" cap="flat">
                <a:solidFill>
                  <a:srgbClr val="BEBEBE"/>
                </a:solidFill>
                <a:prstDash val="solid"/>
                <a:round/>
              </a:ln>
              <a:effectLst/>
            </p:spPr>
            <p:txBody>
              <a:bodyPr wrap="square" lIns="34289" tIns="34289" rIns="34289" bIns="34289" numCol="1" anchor="t">
                <a:noAutofit/>
              </a:bodyPr>
              <a:lstStyle/>
              <a:p>
                <a:pPr defTabSz="914377">
                  <a:defRPr sz="1200">
                    <a:solidFill>
                      <a:srgbClr val="000000"/>
                    </a:solidFill>
                    <a:latin typeface="IBM Plex Sans Regular"/>
                    <a:ea typeface="IBM Plex Sans Regular"/>
                    <a:cs typeface="IBM Plex Sans Regular"/>
                    <a:sym typeface="IBM Plex Sans Regular"/>
                  </a:defRPr>
                </a:pPr>
                <a:endParaRPr sz="1600"/>
              </a:p>
            </p:txBody>
          </p:sp>
        </p:grpSp>
        <p:grpSp>
          <p:nvGrpSpPr>
            <p:cNvPr id="677" name="Group 60"/>
            <p:cNvGrpSpPr/>
            <p:nvPr/>
          </p:nvGrpSpPr>
          <p:grpSpPr>
            <a:xfrm>
              <a:off x="338964" y="5273040"/>
              <a:ext cx="8686735" cy="91441"/>
              <a:chOff x="0" y="0"/>
              <a:chExt cx="8686733" cy="91440"/>
            </a:xfrm>
          </p:grpSpPr>
          <p:sp>
            <p:nvSpPr>
              <p:cNvPr id="666" name="Straight Connector 81"/>
              <p:cNvSpPr/>
              <p:nvPr/>
            </p:nvSpPr>
            <p:spPr>
              <a:xfrm flipV="1">
                <a:off x="-1" y="0"/>
                <a:ext cx="2" cy="91441"/>
              </a:xfrm>
              <a:prstGeom prst="line">
                <a:avLst/>
              </a:prstGeom>
              <a:noFill/>
              <a:ln w="12700" cap="flat">
                <a:solidFill>
                  <a:srgbClr val="BEBEBE"/>
                </a:solidFill>
                <a:prstDash val="solid"/>
                <a:round/>
              </a:ln>
              <a:effectLst/>
            </p:spPr>
            <p:txBody>
              <a:bodyPr wrap="square" lIns="34289" tIns="34289" rIns="34289" bIns="34289" numCol="1" anchor="t">
                <a:noAutofit/>
              </a:bodyPr>
              <a:lstStyle/>
              <a:p>
                <a:pPr defTabSz="914377">
                  <a:defRPr sz="1200">
                    <a:solidFill>
                      <a:srgbClr val="000000"/>
                    </a:solidFill>
                    <a:latin typeface="IBM Plex Sans Regular"/>
                    <a:ea typeface="IBM Plex Sans Regular"/>
                    <a:cs typeface="IBM Plex Sans Regular"/>
                    <a:sym typeface="IBM Plex Sans Regular"/>
                  </a:defRPr>
                </a:pPr>
                <a:endParaRPr sz="1600"/>
              </a:p>
            </p:txBody>
          </p:sp>
          <p:sp>
            <p:nvSpPr>
              <p:cNvPr id="667" name="Straight Connector 82"/>
              <p:cNvSpPr/>
              <p:nvPr/>
            </p:nvSpPr>
            <p:spPr>
              <a:xfrm flipV="1">
                <a:off x="1828800" y="0"/>
                <a:ext cx="1" cy="91441"/>
              </a:xfrm>
              <a:prstGeom prst="line">
                <a:avLst/>
              </a:prstGeom>
              <a:noFill/>
              <a:ln w="12700" cap="flat">
                <a:solidFill>
                  <a:srgbClr val="BEBEBE"/>
                </a:solidFill>
                <a:prstDash val="solid"/>
                <a:round/>
              </a:ln>
              <a:effectLst/>
            </p:spPr>
            <p:txBody>
              <a:bodyPr wrap="square" lIns="34289" tIns="34289" rIns="34289" bIns="34289" numCol="1" anchor="t">
                <a:noAutofit/>
              </a:bodyPr>
              <a:lstStyle/>
              <a:p>
                <a:pPr defTabSz="914377">
                  <a:defRPr sz="1200">
                    <a:solidFill>
                      <a:srgbClr val="000000"/>
                    </a:solidFill>
                    <a:latin typeface="IBM Plex Sans Regular"/>
                    <a:ea typeface="IBM Plex Sans Regular"/>
                    <a:cs typeface="IBM Plex Sans Regular"/>
                    <a:sym typeface="IBM Plex Sans Regular"/>
                  </a:defRPr>
                </a:pPr>
                <a:endParaRPr sz="1600"/>
              </a:p>
            </p:txBody>
          </p:sp>
          <p:sp>
            <p:nvSpPr>
              <p:cNvPr id="668" name="Straight Connector 83"/>
              <p:cNvSpPr/>
              <p:nvPr/>
            </p:nvSpPr>
            <p:spPr>
              <a:xfrm flipV="1">
                <a:off x="2057400" y="0"/>
                <a:ext cx="1" cy="91441"/>
              </a:xfrm>
              <a:prstGeom prst="line">
                <a:avLst/>
              </a:prstGeom>
              <a:noFill/>
              <a:ln w="12700" cap="flat">
                <a:solidFill>
                  <a:srgbClr val="BEBEBE"/>
                </a:solidFill>
                <a:prstDash val="solid"/>
                <a:round/>
              </a:ln>
              <a:effectLst/>
            </p:spPr>
            <p:txBody>
              <a:bodyPr wrap="square" lIns="34289" tIns="34289" rIns="34289" bIns="34289" numCol="1" anchor="t">
                <a:noAutofit/>
              </a:bodyPr>
              <a:lstStyle/>
              <a:p>
                <a:pPr defTabSz="914377">
                  <a:defRPr sz="1200">
                    <a:solidFill>
                      <a:srgbClr val="000000"/>
                    </a:solidFill>
                    <a:latin typeface="IBM Plex Sans Regular"/>
                    <a:ea typeface="IBM Plex Sans Regular"/>
                    <a:cs typeface="IBM Plex Sans Regular"/>
                    <a:sym typeface="IBM Plex Sans Regular"/>
                  </a:defRPr>
                </a:pPr>
                <a:endParaRPr sz="1600"/>
              </a:p>
            </p:txBody>
          </p:sp>
          <p:sp>
            <p:nvSpPr>
              <p:cNvPr id="669" name="Straight Connector 84"/>
              <p:cNvSpPr/>
              <p:nvPr/>
            </p:nvSpPr>
            <p:spPr>
              <a:xfrm flipV="1">
                <a:off x="2286000" y="0"/>
                <a:ext cx="1" cy="91441"/>
              </a:xfrm>
              <a:prstGeom prst="line">
                <a:avLst/>
              </a:prstGeom>
              <a:noFill/>
              <a:ln w="12700" cap="flat">
                <a:solidFill>
                  <a:srgbClr val="BEBEBE"/>
                </a:solidFill>
                <a:prstDash val="solid"/>
                <a:round/>
              </a:ln>
              <a:effectLst/>
            </p:spPr>
            <p:txBody>
              <a:bodyPr wrap="square" lIns="34289" tIns="34289" rIns="34289" bIns="34289" numCol="1" anchor="t">
                <a:noAutofit/>
              </a:bodyPr>
              <a:lstStyle/>
              <a:p>
                <a:pPr defTabSz="914377">
                  <a:defRPr sz="1200">
                    <a:solidFill>
                      <a:srgbClr val="000000"/>
                    </a:solidFill>
                    <a:latin typeface="IBM Plex Sans Regular"/>
                    <a:ea typeface="IBM Plex Sans Regular"/>
                    <a:cs typeface="IBM Plex Sans Regular"/>
                    <a:sym typeface="IBM Plex Sans Regular"/>
                  </a:defRPr>
                </a:pPr>
                <a:endParaRPr sz="1600"/>
              </a:p>
            </p:txBody>
          </p:sp>
          <p:sp>
            <p:nvSpPr>
              <p:cNvPr id="670" name="Straight Connector 85"/>
              <p:cNvSpPr/>
              <p:nvPr/>
            </p:nvSpPr>
            <p:spPr>
              <a:xfrm flipV="1">
                <a:off x="4114800" y="0"/>
                <a:ext cx="1" cy="91441"/>
              </a:xfrm>
              <a:prstGeom prst="line">
                <a:avLst/>
              </a:prstGeom>
              <a:noFill/>
              <a:ln w="12700" cap="flat">
                <a:solidFill>
                  <a:srgbClr val="BEBEBE"/>
                </a:solidFill>
                <a:prstDash val="solid"/>
                <a:round/>
              </a:ln>
              <a:effectLst/>
            </p:spPr>
            <p:txBody>
              <a:bodyPr wrap="square" lIns="34289" tIns="34289" rIns="34289" bIns="34289" numCol="1" anchor="t">
                <a:noAutofit/>
              </a:bodyPr>
              <a:lstStyle/>
              <a:p>
                <a:pPr defTabSz="914377">
                  <a:defRPr sz="1200">
                    <a:solidFill>
                      <a:srgbClr val="000000"/>
                    </a:solidFill>
                    <a:latin typeface="IBM Plex Sans Regular"/>
                    <a:ea typeface="IBM Plex Sans Regular"/>
                    <a:cs typeface="IBM Plex Sans Regular"/>
                    <a:sym typeface="IBM Plex Sans Regular"/>
                  </a:defRPr>
                </a:pPr>
                <a:endParaRPr sz="1600"/>
              </a:p>
            </p:txBody>
          </p:sp>
          <p:sp>
            <p:nvSpPr>
              <p:cNvPr id="671" name="Straight Connector 86"/>
              <p:cNvSpPr/>
              <p:nvPr/>
            </p:nvSpPr>
            <p:spPr>
              <a:xfrm flipV="1">
                <a:off x="4343400" y="0"/>
                <a:ext cx="1" cy="91441"/>
              </a:xfrm>
              <a:prstGeom prst="line">
                <a:avLst/>
              </a:prstGeom>
              <a:noFill/>
              <a:ln w="12700" cap="flat">
                <a:solidFill>
                  <a:srgbClr val="BEBEBE"/>
                </a:solidFill>
                <a:prstDash val="solid"/>
                <a:round/>
              </a:ln>
              <a:effectLst/>
            </p:spPr>
            <p:txBody>
              <a:bodyPr wrap="square" lIns="34289" tIns="34289" rIns="34289" bIns="34289" numCol="1" anchor="t">
                <a:noAutofit/>
              </a:bodyPr>
              <a:lstStyle/>
              <a:p>
                <a:pPr defTabSz="914377">
                  <a:defRPr sz="1200">
                    <a:solidFill>
                      <a:srgbClr val="000000"/>
                    </a:solidFill>
                    <a:latin typeface="IBM Plex Sans Regular"/>
                    <a:ea typeface="IBM Plex Sans Regular"/>
                    <a:cs typeface="IBM Plex Sans Regular"/>
                    <a:sym typeface="IBM Plex Sans Regular"/>
                  </a:defRPr>
                </a:pPr>
                <a:endParaRPr sz="1600"/>
              </a:p>
            </p:txBody>
          </p:sp>
          <p:sp>
            <p:nvSpPr>
              <p:cNvPr id="672" name="Straight Connector 87"/>
              <p:cNvSpPr/>
              <p:nvPr/>
            </p:nvSpPr>
            <p:spPr>
              <a:xfrm flipV="1">
                <a:off x="4572000" y="0"/>
                <a:ext cx="1" cy="91441"/>
              </a:xfrm>
              <a:prstGeom prst="line">
                <a:avLst/>
              </a:prstGeom>
              <a:noFill/>
              <a:ln w="12700" cap="flat">
                <a:solidFill>
                  <a:srgbClr val="BEBEBE"/>
                </a:solidFill>
                <a:prstDash val="solid"/>
                <a:round/>
              </a:ln>
              <a:effectLst/>
            </p:spPr>
            <p:txBody>
              <a:bodyPr wrap="square" lIns="34289" tIns="34289" rIns="34289" bIns="34289" numCol="1" anchor="t">
                <a:noAutofit/>
              </a:bodyPr>
              <a:lstStyle/>
              <a:p>
                <a:pPr defTabSz="914377">
                  <a:defRPr sz="1200">
                    <a:solidFill>
                      <a:srgbClr val="000000"/>
                    </a:solidFill>
                    <a:latin typeface="IBM Plex Sans Regular"/>
                    <a:ea typeface="IBM Plex Sans Regular"/>
                    <a:cs typeface="IBM Plex Sans Regular"/>
                    <a:sym typeface="IBM Plex Sans Regular"/>
                  </a:defRPr>
                </a:pPr>
                <a:endParaRPr sz="1600"/>
              </a:p>
            </p:txBody>
          </p:sp>
          <p:sp>
            <p:nvSpPr>
              <p:cNvPr id="673" name="Straight Connector 88"/>
              <p:cNvSpPr/>
              <p:nvPr/>
            </p:nvSpPr>
            <p:spPr>
              <a:xfrm flipV="1">
                <a:off x="6400801" y="0"/>
                <a:ext cx="1" cy="91441"/>
              </a:xfrm>
              <a:prstGeom prst="line">
                <a:avLst/>
              </a:prstGeom>
              <a:noFill/>
              <a:ln w="12700" cap="flat">
                <a:solidFill>
                  <a:srgbClr val="BEBEBE"/>
                </a:solidFill>
                <a:prstDash val="solid"/>
                <a:round/>
              </a:ln>
              <a:effectLst/>
            </p:spPr>
            <p:txBody>
              <a:bodyPr wrap="square" lIns="34289" tIns="34289" rIns="34289" bIns="34289" numCol="1" anchor="t">
                <a:noAutofit/>
              </a:bodyPr>
              <a:lstStyle/>
              <a:p>
                <a:pPr defTabSz="914377">
                  <a:defRPr sz="1200">
                    <a:solidFill>
                      <a:srgbClr val="000000"/>
                    </a:solidFill>
                    <a:latin typeface="IBM Plex Sans Regular"/>
                    <a:ea typeface="IBM Plex Sans Regular"/>
                    <a:cs typeface="IBM Plex Sans Regular"/>
                    <a:sym typeface="IBM Plex Sans Regular"/>
                  </a:defRPr>
                </a:pPr>
                <a:endParaRPr sz="1600"/>
              </a:p>
            </p:txBody>
          </p:sp>
          <p:sp>
            <p:nvSpPr>
              <p:cNvPr id="674" name="Straight Connector 89"/>
              <p:cNvSpPr/>
              <p:nvPr/>
            </p:nvSpPr>
            <p:spPr>
              <a:xfrm flipV="1">
                <a:off x="6629401" y="0"/>
                <a:ext cx="1" cy="91441"/>
              </a:xfrm>
              <a:prstGeom prst="line">
                <a:avLst/>
              </a:prstGeom>
              <a:noFill/>
              <a:ln w="12700" cap="flat">
                <a:solidFill>
                  <a:srgbClr val="BEBEBE"/>
                </a:solidFill>
                <a:prstDash val="solid"/>
                <a:round/>
              </a:ln>
              <a:effectLst/>
            </p:spPr>
            <p:txBody>
              <a:bodyPr wrap="square" lIns="34289" tIns="34289" rIns="34289" bIns="34289" numCol="1" anchor="t">
                <a:noAutofit/>
              </a:bodyPr>
              <a:lstStyle/>
              <a:p>
                <a:pPr defTabSz="914377">
                  <a:defRPr sz="1200">
                    <a:solidFill>
                      <a:srgbClr val="000000"/>
                    </a:solidFill>
                    <a:latin typeface="IBM Plex Sans Regular"/>
                    <a:ea typeface="IBM Plex Sans Regular"/>
                    <a:cs typeface="IBM Plex Sans Regular"/>
                    <a:sym typeface="IBM Plex Sans Regular"/>
                  </a:defRPr>
                </a:pPr>
                <a:endParaRPr sz="1600"/>
              </a:p>
            </p:txBody>
          </p:sp>
          <p:sp>
            <p:nvSpPr>
              <p:cNvPr id="675" name="Straight Connector 90"/>
              <p:cNvSpPr/>
              <p:nvPr/>
            </p:nvSpPr>
            <p:spPr>
              <a:xfrm flipV="1">
                <a:off x="6858001" y="0"/>
                <a:ext cx="1" cy="91441"/>
              </a:xfrm>
              <a:prstGeom prst="line">
                <a:avLst/>
              </a:prstGeom>
              <a:noFill/>
              <a:ln w="12700" cap="flat">
                <a:solidFill>
                  <a:srgbClr val="BEBEBE"/>
                </a:solidFill>
                <a:prstDash val="solid"/>
                <a:round/>
              </a:ln>
              <a:effectLst/>
            </p:spPr>
            <p:txBody>
              <a:bodyPr wrap="square" lIns="34289" tIns="34289" rIns="34289" bIns="34289" numCol="1" anchor="t">
                <a:noAutofit/>
              </a:bodyPr>
              <a:lstStyle/>
              <a:p>
                <a:pPr defTabSz="914377">
                  <a:defRPr sz="1200">
                    <a:solidFill>
                      <a:srgbClr val="000000"/>
                    </a:solidFill>
                    <a:latin typeface="IBM Plex Sans Regular"/>
                    <a:ea typeface="IBM Plex Sans Regular"/>
                    <a:cs typeface="IBM Plex Sans Regular"/>
                    <a:sym typeface="IBM Plex Sans Regular"/>
                  </a:defRPr>
                </a:pPr>
                <a:endParaRPr sz="1600"/>
              </a:p>
            </p:txBody>
          </p:sp>
          <p:sp>
            <p:nvSpPr>
              <p:cNvPr id="676" name="Straight Connector 91"/>
              <p:cNvSpPr/>
              <p:nvPr/>
            </p:nvSpPr>
            <p:spPr>
              <a:xfrm flipV="1">
                <a:off x="8686733" y="0"/>
                <a:ext cx="1" cy="91441"/>
              </a:xfrm>
              <a:prstGeom prst="line">
                <a:avLst/>
              </a:prstGeom>
              <a:noFill/>
              <a:ln w="12700" cap="flat">
                <a:solidFill>
                  <a:srgbClr val="BEBEBE"/>
                </a:solidFill>
                <a:prstDash val="solid"/>
                <a:round/>
              </a:ln>
              <a:effectLst/>
            </p:spPr>
            <p:txBody>
              <a:bodyPr wrap="square" lIns="34289" tIns="34289" rIns="34289" bIns="34289" numCol="1" anchor="t">
                <a:noAutofit/>
              </a:bodyPr>
              <a:lstStyle/>
              <a:p>
                <a:pPr defTabSz="914377">
                  <a:defRPr sz="1200">
                    <a:solidFill>
                      <a:srgbClr val="000000"/>
                    </a:solidFill>
                    <a:latin typeface="IBM Plex Sans Regular"/>
                    <a:ea typeface="IBM Plex Sans Regular"/>
                    <a:cs typeface="IBM Plex Sans Regular"/>
                    <a:sym typeface="IBM Plex Sans Regular"/>
                  </a:defRPr>
                </a:pPr>
                <a:endParaRPr sz="1600"/>
              </a:p>
            </p:txBody>
          </p:sp>
        </p:grpSp>
        <p:grpSp>
          <p:nvGrpSpPr>
            <p:cNvPr id="687" name="Group 61"/>
            <p:cNvGrpSpPr/>
            <p:nvPr/>
          </p:nvGrpSpPr>
          <p:grpSpPr>
            <a:xfrm>
              <a:off x="-1" y="348551"/>
              <a:ext cx="91442" cy="4663506"/>
              <a:chOff x="0" y="0"/>
              <a:chExt cx="91440" cy="4663504"/>
            </a:xfrm>
          </p:grpSpPr>
          <p:sp>
            <p:nvSpPr>
              <p:cNvPr id="678" name="Straight Connector 72"/>
              <p:cNvSpPr/>
              <p:nvPr/>
            </p:nvSpPr>
            <p:spPr>
              <a:xfrm flipH="1">
                <a:off x="0" y="415099"/>
                <a:ext cx="91441" cy="1"/>
              </a:xfrm>
              <a:prstGeom prst="line">
                <a:avLst/>
              </a:prstGeom>
              <a:noFill/>
              <a:ln w="12700" cap="flat">
                <a:solidFill>
                  <a:srgbClr val="BEBEBE"/>
                </a:solidFill>
                <a:prstDash val="solid"/>
                <a:round/>
              </a:ln>
              <a:effectLst/>
            </p:spPr>
            <p:txBody>
              <a:bodyPr wrap="square" lIns="34289" tIns="34289" rIns="34289" bIns="34289" numCol="1" anchor="t">
                <a:noAutofit/>
              </a:bodyPr>
              <a:lstStyle/>
              <a:p>
                <a:pPr defTabSz="914377">
                  <a:defRPr sz="1200">
                    <a:solidFill>
                      <a:srgbClr val="000000"/>
                    </a:solidFill>
                    <a:latin typeface="IBM Plex Sans Regular"/>
                    <a:ea typeface="IBM Plex Sans Regular"/>
                    <a:cs typeface="IBM Plex Sans Regular"/>
                    <a:sym typeface="IBM Plex Sans Regular"/>
                  </a:defRPr>
                </a:pPr>
                <a:endParaRPr sz="1600"/>
              </a:p>
            </p:txBody>
          </p:sp>
          <p:sp>
            <p:nvSpPr>
              <p:cNvPr id="679" name="Straight Connector 73"/>
              <p:cNvSpPr/>
              <p:nvPr/>
            </p:nvSpPr>
            <p:spPr>
              <a:xfrm flipH="1">
                <a:off x="0" y="1050607"/>
                <a:ext cx="91441" cy="1"/>
              </a:xfrm>
              <a:prstGeom prst="line">
                <a:avLst/>
              </a:prstGeom>
              <a:noFill/>
              <a:ln w="12700" cap="flat">
                <a:solidFill>
                  <a:srgbClr val="BEBEBE"/>
                </a:solidFill>
                <a:prstDash val="solid"/>
                <a:round/>
              </a:ln>
              <a:effectLst/>
            </p:spPr>
            <p:txBody>
              <a:bodyPr wrap="square" lIns="34289" tIns="34289" rIns="34289" bIns="34289" numCol="1" anchor="t">
                <a:noAutofit/>
              </a:bodyPr>
              <a:lstStyle/>
              <a:p>
                <a:pPr defTabSz="914377">
                  <a:defRPr sz="1200">
                    <a:solidFill>
                      <a:srgbClr val="000000"/>
                    </a:solidFill>
                    <a:latin typeface="IBM Plex Sans Regular"/>
                    <a:ea typeface="IBM Plex Sans Regular"/>
                    <a:cs typeface="IBM Plex Sans Regular"/>
                    <a:sym typeface="IBM Plex Sans Regular"/>
                  </a:defRPr>
                </a:pPr>
                <a:endParaRPr sz="1600"/>
              </a:p>
            </p:txBody>
          </p:sp>
          <p:sp>
            <p:nvSpPr>
              <p:cNvPr id="680" name="Straight Connector 74"/>
              <p:cNvSpPr/>
              <p:nvPr/>
            </p:nvSpPr>
            <p:spPr>
              <a:xfrm flipH="1">
                <a:off x="0" y="1690687"/>
                <a:ext cx="91441" cy="1"/>
              </a:xfrm>
              <a:prstGeom prst="line">
                <a:avLst/>
              </a:prstGeom>
              <a:noFill/>
              <a:ln w="12700" cap="flat">
                <a:solidFill>
                  <a:srgbClr val="BEBEBE"/>
                </a:solidFill>
                <a:prstDash val="solid"/>
                <a:round/>
              </a:ln>
              <a:effectLst/>
            </p:spPr>
            <p:txBody>
              <a:bodyPr wrap="square" lIns="34289" tIns="34289" rIns="34289" bIns="34289" numCol="1" anchor="t">
                <a:noAutofit/>
              </a:bodyPr>
              <a:lstStyle/>
              <a:p>
                <a:pPr defTabSz="914377">
                  <a:defRPr sz="1200">
                    <a:solidFill>
                      <a:srgbClr val="000000"/>
                    </a:solidFill>
                    <a:latin typeface="IBM Plex Sans Regular"/>
                    <a:ea typeface="IBM Plex Sans Regular"/>
                    <a:cs typeface="IBM Plex Sans Regular"/>
                    <a:sym typeface="IBM Plex Sans Regular"/>
                  </a:defRPr>
                </a:pPr>
                <a:endParaRPr sz="1600"/>
              </a:p>
            </p:txBody>
          </p:sp>
          <p:sp>
            <p:nvSpPr>
              <p:cNvPr id="681" name="Straight Connector 75"/>
              <p:cNvSpPr/>
              <p:nvPr/>
            </p:nvSpPr>
            <p:spPr>
              <a:xfrm flipH="1">
                <a:off x="0" y="2332294"/>
                <a:ext cx="91441" cy="1"/>
              </a:xfrm>
              <a:prstGeom prst="line">
                <a:avLst/>
              </a:prstGeom>
              <a:noFill/>
              <a:ln w="12700" cap="flat">
                <a:solidFill>
                  <a:srgbClr val="BEBEBE"/>
                </a:solidFill>
                <a:prstDash val="solid"/>
                <a:round/>
              </a:ln>
              <a:effectLst/>
            </p:spPr>
            <p:txBody>
              <a:bodyPr wrap="square" lIns="34289" tIns="34289" rIns="34289" bIns="34289" numCol="1" anchor="t">
                <a:noAutofit/>
              </a:bodyPr>
              <a:lstStyle/>
              <a:p>
                <a:pPr defTabSz="914377">
                  <a:defRPr sz="1200">
                    <a:solidFill>
                      <a:srgbClr val="000000"/>
                    </a:solidFill>
                    <a:latin typeface="IBM Plex Sans Regular"/>
                    <a:ea typeface="IBM Plex Sans Regular"/>
                    <a:cs typeface="IBM Plex Sans Regular"/>
                    <a:sym typeface="IBM Plex Sans Regular"/>
                  </a:defRPr>
                </a:pPr>
                <a:endParaRPr sz="1600"/>
              </a:p>
            </p:txBody>
          </p:sp>
          <p:sp>
            <p:nvSpPr>
              <p:cNvPr id="682" name="Straight Connector 76"/>
              <p:cNvSpPr/>
              <p:nvPr/>
            </p:nvSpPr>
            <p:spPr>
              <a:xfrm flipH="1">
                <a:off x="0" y="2970848"/>
                <a:ext cx="91441" cy="1"/>
              </a:xfrm>
              <a:prstGeom prst="line">
                <a:avLst/>
              </a:prstGeom>
              <a:noFill/>
              <a:ln w="12700" cap="flat">
                <a:solidFill>
                  <a:srgbClr val="BEBEBE"/>
                </a:solidFill>
                <a:prstDash val="solid"/>
                <a:round/>
              </a:ln>
              <a:effectLst/>
            </p:spPr>
            <p:txBody>
              <a:bodyPr wrap="square" lIns="34289" tIns="34289" rIns="34289" bIns="34289" numCol="1" anchor="t">
                <a:noAutofit/>
              </a:bodyPr>
              <a:lstStyle/>
              <a:p>
                <a:pPr defTabSz="914377">
                  <a:defRPr sz="1200">
                    <a:solidFill>
                      <a:srgbClr val="000000"/>
                    </a:solidFill>
                    <a:latin typeface="IBM Plex Sans Regular"/>
                    <a:ea typeface="IBM Plex Sans Regular"/>
                    <a:cs typeface="IBM Plex Sans Regular"/>
                    <a:sym typeface="IBM Plex Sans Regular"/>
                  </a:defRPr>
                </a:pPr>
                <a:endParaRPr sz="1600"/>
              </a:p>
            </p:txBody>
          </p:sp>
          <p:sp>
            <p:nvSpPr>
              <p:cNvPr id="683" name="Straight Connector 77"/>
              <p:cNvSpPr/>
              <p:nvPr/>
            </p:nvSpPr>
            <p:spPr>
              <a:xfrm flipH="1">
                <a:off x="0" y="3610928"/>
                <a:ext cx="91441" cy="1"/>
              </a:xfrm>
              <a:prstGeom prst="line">
                <a:avLst/>
              </a:prstGeom>
              <a:noFill/>
              <a:ln w="12700" cap="flat">
                <a:solidFill>
                  <a:srgbClr val="BEBEBE"/>
                </a:solidFill>
                <a:prstDash val="solid"/>
                <a:round/>
              </a:ln>
              <a:effectLst/>
            </p:spPr>
            <p:txBody>
              <a:bodyPr wrap="square" lIns="34289" tIns="34289" rIns="34289" bIns="34289" numCol="1" anchor="t">
                <a:noAutofit/>
              </a:bodyPr>
              <a:lstStyle/>
              <a:p>
                <a:pPr defTabSz="914377">
                  <a:defRPr sz="1200">
                    <a:solidFill>
                      <a:srgbClr val="000000"/>
                    </a:solidFill>
                    <a:latin typeface="IBM Plex Sans Regular"/>
                    <a:ea typeface="IBM Plex Sans Regular"/>
                    <a:cs typeface="IBM Plex Sans Regular"/>
                    <a:sym typeface="IBM Plex Sans Regular"/>
                  </a:defRPr>
                </a:pPr>
                <a:endParaRPr sz="1600"/>
              </a:p>
            </p:txBody>
          </p:sp>
          <p:sp>
            <p:nvSpPr>
              <p:cNvPr id="684" name="Straight Connector 78"/>
              <p:cNvSpPr/>
              <p:nvPr/>
            </p:nvSpPr>
            <p:spPr>
              <a:xfrm flipH="1">
                <a:off x="0" y="4255580"/>
                <a:ext cx="91441" cy="1"/>
              </a:xfrm>
              <a:prstGeom prst="line">
                <a:avLst/>
              </a:prstGeom>
              <a:noFill/>
              <a:ln w="12700" cap="flat">
                <a:solidFill>
                  <a:srgbClr val="BEBEBE"/>
                </a:solidFill>
                <a:prstDash val="solid"/>
                <a:round/>
              </a:ln>
              <a:effectLst/>
            </p:spPr>
            <p:txBody>
              <a:bodyPr wrap="square" lIns="34289" tIns="34289" rIns="34289" bIns="34289" numCol="1" anchor="t">
                <a:noAutofit/>
              </a:bodyPr>
              <a:lstStyle/>
              <a:p>
                <a:pPr defTabSz="914377">
                  <a:defRPr sz="1200">
                    <a:solidFill>
                      <a:srgbClr val="000000"/>
                    </a:solidFill>
                    <a:latin typeface="IBM Plex Sans Regular"/>
                    <a:ea typeface="IBM Plex Sans Regular"/>
                    <a:cs typeface="IBM Plex Sans Regular"/>
                    <a:sym typeface="IBM Plex Sans Regular"/>
                  </a:defRPr>
                </a:pPr>
                <a:endParaRPr sz="1600"/>
              </a:p>
            </p:txBody>
          </p:sp>
          <p:sp>
            <p:nvSpPr>
              <p:cNvPr id="685" name="Straight Connector 79"/>
              <p:cNvSpPr/>
              <p:nvPr/>
            </p:nvSpPr>
            <p:spPr>
              <a:xfrm flipH="1" flipV="1">
                <a:off x="0" y="0"/>
                <a:ext cx="91441" cy="1"/>
              </a:xfrm>
              <a:prstGeom prst="line">
                <a:avLst/>
              </a:prstGeom>
              <a:noFill/>
              <a:ln w="12700" cap="flat">
                <a:solidFill>
                  <a:srgbClr val="BEBEBE"/>
                </a:solidFill>
                <a:prstDash val="solid"/>
                <a:round/>
              </a:ln>
              <a:effectLst/>
            </p:spPr>
            <p:txBody>
              <a:bodyPr wrap="square" lIns="34289" tIns="34289" rIns="34289" bIns="34289" numCol="1" anchor="t">
                <a:noAutofit/>
              </a:bodyPr>
              <a:lstStyle/>
              <a:p>
                <a:pPr defTabSz="914377">
                  <a:defRPr sz="1200">
                    <a:solidFill>
                      <a:srgbClr val="000000"/>
                    </a:solidFill>
                    <a:latin typeface="IBM Plex Sans Regular"/>
                    <a:ea typeface="IBM Plex Sans Regular"/>
                    <a:cs typeface="IBM Plex Sans Regular"/>
                    <a:sym typeface="IBM Plex Sans Regular"/>
                  </a:defRPr>
                </a:pPr>
                <a:endParaRPr sz="1600"/>
              </a:p>
            </p:txBody>
          </p:sp>
          <p:sp>
            <p:nvSpPr>
              <p:cNvPr id="686" name="Straight Connector 80"/>
              <p:cNvSpPr/>
              <p:nvPr/>
            </p:nvSpPr>
            <p:spPr>
              <a:xfrm flipH="1">
                <a:off x="0" y="4663504"/>
                <a:ext cx="91441" cy="1"/>
              </a:xfrm>
              <a:prstGeom prst="line">
                <a:avLst/>
              </a:prstGeom>
              <a:noFill/>
              <a:ln w="12700" cap="flat">
                <a:solidFill>
                  <a:srgbClr val="BEBEBE"/>
                </a:solidFill>
                <a:prstDash val="solid"/>
                <a:round/>
              </a:ln>
              <a:effectLst/>
            </p:spPr>
            <p:txBody>
              <a:bodyPr wrap="square" lIns="34289" tIns="34289" rIns="34289" bIns="34289" numCol="1" anchor="t">
                <a:noAutofit/>
              </a:bodyPr>
              <a:lstStyle/>
              <a:p>
                <a:pPr defTabSz="914377">
                  <a:defRPr sz="1200">
                    <a:solidFill>
                      <a:srgbClr val="000000"/>
                    </a:solidFill>
                    <a:latin typeface="IBM Plex Sans Regular"/>
                    <a:ea typeface="IBM Plex Sans Regular"/>
                    <a:cs typeface="IBM Plex Sans Regular"/>
                    <a:sym typeface="IBM Plex Sans Regular"/>
                  </a:defRPr>
                </a:pPr>
                <a:endParaRPr sz="1600"/>
              </a:p>
            </p:txBody>
          </p:sp>
        </p:grpSp>
        <p:grpSp>
          <p:nvGrpSpPr>
            <p:cNvPr id="697" name="Group 62"/>
            <p:cNvGrpSpPr/>
            <p:nvPr/>
          </p:nvGrpSpPr>
          <p:grpSpPr>
            <a:xfrm>
              <a:off x="9272781" y="348551"/>
              <a:ext cx="91442" cy="4662489"/>
              <a:chOff x="0" y="0"/>
              <a:chExt cx="91440" cy="4662488"/>
            </a:xfrm>
          </p:grpSpPr>
          <p:sp>
            <p:nvSpPr>
              <p:cNvPr id="688" name="Straight Connector 63"/>
              <p:cNvSpPr/>
              <p:nvPr/>
            </p:nvSpPr>
            <p:spPr>
              <a:xfrm flipH="1">
                <a:off x="0" y="415099"/>
                <a:ext cx="91441" cy="1"/>
              </a:xfrm>
              <a:prstGeom prst="line">
                <a:avLst/>
              </a:prstGeom>
              <a:noFill/>
              <a:ln w="12700" cap="flat">
                <a:solidFill>
                  <a:srgbClr val="BEBEBE"/>
                </a:solidFill>
                <a:prstDash val="solid"/>
                <a:round/>
              </a:ln>
              <a:effectLst/>
            </p:spPr>
            <p:txBody>
              <a:bodyPr wrap="square" lIns="34289" tIns="34289" rIns="34289" bIns="34289" numCol="1" anchor="t">
                <a:noAutofit/>
              </a:bodyPr>
              <a:lstStyle/>
              <a:p>
                <a:pPr defTabSz="914377">
                  <a:defRPr sz="1200">
                    <a:solidFill>
                      <a:srgbClr val="000000"/>
                    </a:solidFill>
                    <a:latin typeface="IBM Plex Sans Regular"/>
                    <a:ea typeface="IBM Plex Sans Regular"/>
                    <a:cs typeface="IBM Plex Sans Regular"/>
                    <a:sym typeface="IBM Plex Sans Regular"/>
                  </a:defRPr>
                </a:pPr>
                <a:endParaRPr sz="1600"/>
              </a:p>
            </p:txBody>
          </p:sp>
          <p:sp>
            <p:nvSpPr>
              <p:cNvPr id="689" name="Straight Connector 64"/>
              <p:cNvSpPr/>
              <p:nvPr/>
            </p:nvSpPr>
            <p:spPr>
              <a:xfrm flipH="1">
                <a:off x="0" y="1050607"/>
                <a:ext cx="91441" cy="1"/>
              </a:xfrm>
              <a:prstGeom prst="line">
                <a:avLst/>
              </a:prstGeom>
              <a:noFill/>
              <a:ln w="12700" cap="flat">
                <a:solidFill>
                  <a:srgbClr val="BEBEBE"/>
                </a:solidFill>
                <a:prstDash val="solid"/>
                <a:round/>
              </a:ln>
              <a:effectLst/>
            </p:spPr>
            <p:txBody>
              <a:bodyPr wrap="square" lIns="34289" tIns="34289" rIns="34289" bIns="34289" numCol="1" anchor="t">
                <a:noAutofit/>
              </a:bodyPr>
              <a:lstStyle/>
              <a:p>
                <a:pPr defTabSz="914377">
                  <a:defRPr sz="1200">
                    <a:solidFill>
                      <a:srgbClr val="000000"/>
                    </a:solidFill>
                    <a:latin typeface="IBM Plex Sans Regular"/>
                    <a:ea typeface="IBM Plex Sans Regular"/>
                    <a:cs typeface="IBM Plex Sans Regular"/>
                    <a:sym typeface="IBM Plex Sans Regular"/>
                  </a:defRPr>
                </a:pPr>
                <a:endParaRPr sz="1600"/>
              </a:p>
            </p:txBody>
          </p:sp>
          <p:sp>
            <p:nvSpPr>
              <p:cNvPr id="690" name="Straight Connector 65"/>
              <p:cNvSpPr/>
              <p:nvPr/>
            </p:nvSpPr>
            <p:spPr>
              <a:xfrm flipH="1">
                <a:off x="0" y="1690687"/>
                <a:ext cx="91441" cy="1"/>
              </a:xfrm>
              <a:prstGeom prst="line">
                <a:avLst/>
              </a:prstGeom>
              <a:noFill/>
              <a:ln w="12700" cap="flat">
                <a:solidFill>
                  <a:srgbClr val="BEBEBE"/>
                </a:solidFill>
                <a:prstDash val="solid"/>
                <a:round/>
              </a:ln>
              <a:effectLst/>
            </p:spPr>
            <p:txBody>
              <a:bodyPr wrap="square" lIns="34289" tIns="34289" rIns="34289" bIns="34289" numCol="1" anchor="t">
                <a:noAutofit/>
              </a:bodyPr>
              <a:lstStyle/>
              <a:p>
                <a:pPr defTabSz="914377">
                  <a:defRPr sz="1200">
                    <a:solidFill>
                      <a:srgbClr val="000000"/>
                    </a:solidFill>
                    <a:latin typeface="IBM Plex Sans Regular"/>
                    <a:ea typeface="IBM Plex Sans Regular"/>
                    <a:cs typeface="IBM Plex Sans Regular"/>
                    <a:sym typeface="IBM Plex Sans Regular"/>
                  </a:defRPr>
                </a:pPr>
                <a:endParaRPr sz="1600"/>
              </a:p>
            </p:txBody>
          </p:sp>
          <p:sp>
            <p:nvSpPr>
              <p:cNvPr id="691" name="Straight Connector 66"/>
              <p:cNvSpPr/>
              <p:nvPr/>
            </p:nvSpPr>
            <p:spPr>
              <a:xfrm flipH="1">
                <a:off x="0" y="2330767"/>
                <a:ext cx="91441" cy="1"/>
              </a:xfrm>
              <a:prstGeom prst="line">
                <a:avLst/>
              </a:prstGeom>
              <a:noFill/>
              <a:ln w="12700" cap="flat">
                <a:solidFill>
                  <a:srgbClr val="BEBEBE"/>
                </a:solidFill>
                <a:prstDash val="solid"/>
                <a:round/>
              </a:ln>
              <a:effectLst/>
            </p:spPr>
            <p:txBody>
              <a:bodyPr wrap="square" lIns="34289" tIns="34289" rIns="34289" bIns="34289" numCol="1" anchor="t">
                <a:noAutofit/>
              </a:bodyPr>
              <a:lstStyle/>
              <a:p>
                <a:pPr defTabSz="914377">
                  <a:defRPr sz="1200">
                    <a:solidFill>
                      <a:srgbClr val="000000"/>
                    </a:solidFill>
                    <a:latin typeface="IBM Plex Sans Regular"/>
                    <a:ea typeface="IBM Plex Sans Regular"/>
                    <a:cs typeface="IBM Plex Sans Regular"/>
                    <a:sym typeface="IBM Plex Sans Regular"/>
                  </a:defRPr>
                </a:pPr>
                <a:endParaRPr sz="1600"/>
              </a:p>
            </p:txBody>
          </p:sp>
          <p:sp>
            <p:nvSpPr>
              <p:cNvPr id="692" name="Straight Connector 67"/>
              <p:cNvSpPr/>
              <p:nvPr/>
            </p:nvSpPr>
            <p:spPr>
              <a:xfrm flipH="1">
                <a:off x="0" y="2970848"/>
                <a:ext cx="91441" cy="1"/>
              </a:xfrm>
              <a:prstGeom prst="line">
                <a:avLst/>
              </a:prstGeom>
              <a:noFill/>
              <a:ln w="12700" cap="flat">
                <a:solidFill>
                  <a:srgbClr val="BEBEBE"/>
                </a:solidFill>
                <a:prstDash val="solid"/>
                <a:round/>
              </a:ln>
              <a:effectLst/>
            </p:spPr>
            <p:txBody>
              <a:bodyPr wrap="square" lIns="34289" tIns="34289" rIns="34289" bIns="34289" numCol="1" anchor="t">
                <a:noAutofit/>
              </a:bodyPr>
              <a:lstStyle/>
              <a:p>
                <a:pPr defTabSz="914377">
                  <a:defRPr sz="1200">
                    <a:solidFill>
                      <a:srgbClr val="000000"/>
                    </a:solidFill>
                    <a:latin typeface="IBM Plex Sans Regular"/>
                    <a:ea typeface="IBM Plex Sans Regular"/>
                    <a:cs typeface="IBM Plex Sans Regular"/>
                    <a:sym typeface="IBM Plex Sans Regular"/>
                  </a:defRPr>
                </a:pPr>
                <a:endParaRPr sz="1600"/>
              </a:p>
            </p:txBody>
          </p:sp>
          <p:sp>
            <p:nvSpPr>
              <p:cNvPr id="693" name="Straight Connector 68"/>
              <p:cNvSpPr/>
              <p:nvPr/>
            </p:nvSpPr>
            <p:spPr>
              <a:xfrm flipH="1">
                <a:off x="0" y="3610928"/>
                <a:ext cx="91441" cy="1"/>
              </a:xfrm>
              <a:prstGeom prst="line">
                <a:avLst/>
              </a:prstGeom>
              <a:noFill/>
              <a:ln w="12700" cap="flat">
                <a:solidFill>
                  <a:srgbClr val="BEBEBE"/>
                </a:solidFill>
                <a:prstDash val="solid"/>
                <a:round/>
              </a:ln>
              <a:effectLst/>
            </p:spPr>
            <p:txBody>
              <a:bodyPr wrap="square" lIns="34289" tIns="34289" rIns="34289" bIns="34289" numCol="1" anchor="t">
                <a:noAutofit/>
              </a:bodyPr>
              <a:lstStyle/>
              <a:p>
                <a:pPr defTabSz="914377">
                  <a:defRPr sz="1200">
                    <a:solidFill>
                      <a:srgbClr val="000000"/>
                    </a:solidFill>
                    <a:latin typeface="IBM Plex Sans Regular"/>
                    <a:ea typeface="IBM Plex Sans Regular"/>
                    <a:cs typeface="IBM Plex Sans Regular"/>
                    <a:sym typeface="IBM Plex Sans Regular"/>
                  </a:defRPr>
                </a:pPr>
                <a:endParaRPr sz="1600"/>
              </a:p>
            </p:txBody>
          </p:sp>
          <p:sp>
            <p:nvSpPr>
              <p:cNvPr id="694" name="Straight Connector 69"/>
              <p:cNvSpPr/>
              <p:nvPr/>
            </p:nvSpPr>
            <p:spPr>
              <a:xfrm flipH="1">
                <a:off x="0" y="4255580"/>
                <a:ext cx="91441" cy="1"/>
              </a:xfrm>
              <a:prstGeom prst="line">
                <a:avLst/>
              </a:prstGeom>
              <a:noFill/>
              <a:ln w="12700" cap="flat">
                <a:solidFill>
                  <a:srgbClr val="BEBEBE"/>
                </a:solidFill>
                <a:prstDash val="solid"/>
                <a:round/>
              </a:ln>
              <a:effectLst/>
            </p:spPr>
            <p:txBody>
              <a:bodyPr wrap="square" lIns="34289" tIns="34289" rIns="34289" bIns="34289" numCol="1" anchor="t">
                <a:noAutofit/>
              </a:bodyPr>
              <a:lstStyle/>
              <a:p>
                <a:pPr defTabSz="914377">
                  <a:defRPr sz="1200">
                    <a:solidFill>
                      <a:srgbClr val="000000"/>
                    </a:solidFill>
                    <a:latin typeface="IBM Plex Sans Regular"/>
                    <a:ea typeface="IBM Plex Sans Regular"/>
                    <a:cs typeface="IBM Plex Sans Regular"/>
                    <a:sym typeface="IBM Plex Sans Regular"/>
                  </a:defRPr>
                </a:pPr>
                <a:endParaRPr sz="1600"/>
              </a:p>
            </p:txBody>
          </p:sp>
          <p:sp>
            <p:nvSpPr>
              <p:cNvPr id="695" name="Straight Connector 70"/>
              <p:cNvSpPr/>
              <p:nvPr/>
            </p:nvSpPr>
            <p:spPr>
              <a:xfrm flipH="1" flipV="1">
                <a:off x="0" y="0"/>
                <a:ext cx="91441" cy="1"/>
              </a:xfrm>
              <a:prstGeom prst="line">
                <a:avLst/>
              </a:prstGeom>
              <a:noFill/>
              <a:ln w="12700" cap="flat">
                <a:solidFill>
                  <a:srgbClr val="BEBEBE"/>
                </a:solidFill>
                <a:prstDash val="solid"/>
                <a:round/>
              </a:ln>
              <a:effectLst/>
            </p:spPr>
            <p:txBody>
              <a:bodyPr wrap="square" lIns="34289" tIns="34289" rIns="34289" bIns="34289" numCol="1" anchor="t">
                <a:noAutofit/>
              </a:bodyPr>
              <a:lstStyle/>
              <a:p>
                <a:pPr defTabSz="914377">
                  <a:defRPr sz="1200">
                    <a:solidFill>
                      <a:srgbClr val="000000"/>
                    </a:solidFill>
                    <a:latin typeface="IBM Plex Sans Regular"/>
                    <a:ea typeface="IBM Plex Sans Regular"/>
                    <a:cs typeface="IBM Plex Sans Regular"/>
                    <a:sym typeface="IBM Plex Sans Regular"/>
                  </a:defRPr>
                </a:pPr>
                <a:endParaRPr sz="1600"/>
              </a:p>
            </p:txBody>
          </p:sp>
          <p:sp>
            <p:nvSpPr>
              <p:cNvPr id="696" name="Straight Connector 71"/>
              <p:cNvSpPr/>
              <p:nvPr/>
            </p:nvSpPr>
            <p:spPr>
              <a:xfrm flipH="1">
                <a:off x="0" y="4662488"/>
                <a:ext cx="91441" cy="1"/>
              </a:xfrm>
              <a:prstGeom prst="line">
                <a:avLst/>
              </a:prstGeom>
              <a:noFill/>
              <a:ln w="12700" cap="flat">
                <a:solidFill>
                  <a:srgbClr val="BEBEBE"/>
                </a:solidFill>
                <a:prstDash val="solid"/>
                <a:round/>
              </a:ln>
              <a:effectLst/>
            </p:spPr>
            <p:txBody>
              <a:bodyPr wrap="square" lIns="34289" tIns="34289" rIns="34289" bIns="34289" numCol="1" anchor="t">
                <a:noAutofit/>
              </a:bodyPr>
              <a:lstStyle/>
              <a:p>
                <a:pPr defTabSz="914377">
                  <a:defRPr sz="1200">
                    <a:solidFill>
                      <a:srgbClr val="000000"/>
                    </a:solidFill>
                    <a:latin typeface="IBM Plex Sans Regular"/>
                    <a:ea typeface="IBM Plex Sans Regular"/>
                    <a:cs typeface="IBM Plex Sans Regular"/>
                    <a:sym typeface="IBM Plex Sans Regular"/>
                  </a:defRPr>
                </a:pPr>
                <a:endParaRPr sz="1600"/>
              </a:p>
            </p:txBody>
          </p:sp>
        </p:grpSp>
      </p:grpSp>
      <p:sp>
        <p:nvSpPr>
          <p:cNvPr id="699" name="Title Text"/>
          <p:cNvSpPr txBox="1">
            <a:spLocks noGrp="1"/>
          </p:cNvSpPr>
          <p:nvPr>
            <p:ph type="title"/>
          </p:nvPr>
        </p:nvSpPr>
        <p:spPr>
          <a:xfrm>
            <a:off x="280415" y="268225"/>
            <a:ext cx="5522979" cy="1066801"/>
          </a:xfrm>
          <a:prstGeom prst="rect">
            <a:avLst/>
          </a:prstGeom>
        </p:spPr>
        <p:txBody>
          <a:bodyPr>
            <a:normAutofit/>
          </a:bodyPr>
          <a:lstStyle>
            <a:lvl1pPr>
              <a:defRPr sz="3200">
                <a:latin typeface="+mn-lt"/>
                <a:ea typeface="+mn-ea"/>
                <a:cs typeface="+mn-cs"/>
                <a:sym typeface="IBM Plex Sans"/>
              </a:defRPr>
            </a:lvl1pPr>
          </a:lstStyle>
          <a:p>
            <a:r>
              <a:t>Title Text</a:t>
            </a:r>
          </a:p>
        </p:txBody>
      </p:sp>
      <p:sp>
        <p:nvSpPr>
          <p:cNvPr id="700" name="Body Level One…"/>
          <p:cNvSpPr txBox="1">
            <a:spLocks noGrp="1"/>
          </p:cNvSpPr>
          <p:nvPr>
            <p:ph type="body" sz="half" idx="1"/>
          </p:nvPr>
        </p:nvSpPr>
        <p:spPr>
          <a:xfrm>
            <a:off x="292609" y="1658111"/>
            <a:ext cx="5498593" cy="4336291"/>
          </a:xfrm>
          <a:prstGeom prst="rect">
            <a:avLst/>
          </a:prstGeom>
        </p:spPr>
        <p:txBody>
          <a:bodyPr>
            <a:normAutofit/>
          </a:bodyPr>
          <a:lstStyle>
            <a:lvl1pPr>
              <a:spcBef>
                <a:spcPts val="0"/>
              </a:spcBef>
              <a:defRPr sz="1600">
                <a:latin typeface="+mn-lt"/>
                <a:ea typeface="+mn-ea"/>
                <a:cs typeface="+mn-cs"/>
                <a:sym typeface="IBM Plex Sans"/>
              </a:defRPr>
            </a:lvl1pPr>
            <a:lvl2pPr marL="0" indent="0">
              <a:spcBef>
                <a:spcPts val="0"/>
              </a:spcBef>
              <a:buSzTx/>
              <a:buNone/>
              <a:defRPr sz="1600">
                <a:latin typeface="+mn-lt"/>
                <a:ea typeface="+mn-ea"/>
                <a:cs typeface="+mn-cs"/>
                <a:sym typeface="IBM Plex Sans"/>
              </a:defRPr>
            </a:lvl2pPr>
            <a:lvl3pPr marL="0" indent="0">
              <a:spcBef>
                <a:spcPts val="0"/>
              </a:spcBef>
              <a:buSzTx/>
              <a:buNone/>
              <a:defRPr sz="1600">
                <a:latin typeface="+mn-lt"/>
                <a:ea typeface="+mn-ea"/>
                <a:cs typeface="+mn-cs"/>
                <a:sym typeface="IBM Plex Sans"/>
              </a:defRPr>
            </a:lvl3pPr>
            <a:lvl4pPr marL="0" indent="0">
              <a:spcBef>
                <a:spcPts val="0"/>
              </a:spcBef>
              <a:buSzTx/>
              <a:buNone/>
              <a:defRPr sz="1600">
                <a:latin typeface="+mn-lt"/>
                <a:ea typeface="+mn-ea"/>
                <a:cs typeface="+mn-cs"/>
                <a:sym typeface="IBM Plex Sans"/>
              </a:defRPr>
            </a:lvl4pPr>
            <a:lvl5pPr marL="0" indent="0">
              <a:spcBef>
                <a:spcPts val="0"/>
              </a:spcBef>
              <a:buSzTx/>
              <a:buNone/>
              <a:defRPr sz="1600">
                <a:latin typeface="+mn-lt"/>
                <a:ea typeface="+mn-ea"/>
                <a:cs typeface="+mn-cs"/>
                <a:sym typeface="IBM Plex Sans"/>
              </a:defRPr>
            </a:lvl5pPr>
          </a:lstStyle>
          <a:p>
            <a:r>
              <a:t>Body Level One</a:t>
            </a:r>
          </a:p>
          <a:p>
            <a:pPr lvl="1"/>
            <a:r>
              <a:t>Body Level Two</a:t>
            </a:r>
          </a:p>
          <a:p>
            <a:pPr lvl="2"/>
            <a:r>
              <a:t>Body Level Three</a:t>
            </a:r>
          </a:p>
          <a:p>
            <a:pPr lvl="3"/>
            <a:r>
              <a:t>Body Level Four</a:t>
            </a:r>
          </a:p>
          <a:p>
            <a:pPr lvl="4"/>
            <a:r>
              <a:t>Body Level Five</a:t>
            </a:r>
          </a:p>
        </p:txBody>
      </p:sp>
      <p:sp>
        <p:nvSpPr>
          <p:cNvPr id="701" name="Text Placeholder 2"/>
          <p:cNvSpPr>
            <a:spLocks noGrp="1"/>
          </p:cNvSpPr>
          <p:nvPr>
            <p:ph type="body" sz="half" idx="21"/>
          </p:nvPr>
        </p:nvSpPr>
        <p:spPr>
          <a:xfrm>
            <a:off x="6388607" y="1658111"/>
            <a:ext cx="5498595" cy="4336291"/>
          </a:xfrm>
          <a:prstGeom prst="rect">
            <a:avLst/>
          </a:prstGeom>
        </p:spPr>
        <p:txBody>
          <a:bodyPr>
            <a:normAutofit/>
          </a:bodyPr>
          <a:lstStyle>
            <a:lvl1pPr>
              <a:spcBef>
                <a:spcPts val="0"/>
              </a:spcBef>
              <a:defRPr sz="2600">
                <a:latin typeface="+mn-lt"/>
                <a:ea typeface="+mn-ea"/>
                <a:cs typeface="+mn-cs"/>
                <a:sym typeface="IBM Plex Sans"/>
              </a:defRPr>
            </a:lvl1pPr>
          </a:lstStyle>
          <a:p>
            <a:pPr>
              <a:spcBef>
                <a:spcPts val="0"/>
              </a:spcBef>
              <a:defRPr sz="2600">
                <a:latin typeface="+mn-lt"/>
                <a:ea typeface="+mn-ea"/>
                <a:cs typeface="+mn-cs"/>
                <a:sym typeface="IBM Plex Sans"/>
              </a:defRPr>
            </a:pPr>
            <a:endParaRPr/>
          </a:p>
        </p:txBody>
      </p:sp>
      <p:sp>
        <p:nvSpPr>
          <p:cNvPr id="702" name="Slide Number"/>
          <p:cNvSpPr txBox="1">
            <a:spLocks noGrp="1"/>
          </p:cNvSpPr>
          <p:nvPr>
            <p:ph type="sldNum" sz="quarter" idx="2"/>
          </p:nvPr>
        </p:nvSpPr>
        <p:spPr>
          <a:xfrm>
            <a:off x="11752461" y="6433437"/>
            <a:ext cx="134652" cy="123111"/>
          </a:xfrm>
          <a:prstGeom prst="rect">
            <a:avLst/>
          </a:prstGeom>
        </p:spPr>
        <p:txBody>
          <a:bodyPr/>
          <a:lstStyle/>
          <a:p>
            <a:fld id="{86CB4B4D-7CA3-9044-876B-883B54F8677D}" type="slidenum">
              <a:rPr/>
              <a:t>‹#›</a:t>
            </a:fld>
            <a:endParaRPr/>
          </a:p>
        </p:txBody>
      </p:sp>
    </p:spTree>
    <p:extLst>
      <p:ext uri="{BB962C8B-B14F-4D97-AF65-F5344CB8AC3E}">
        <p14:creationId xmlns:p14="http://schemas.microsoft.com/office/powerpoint/2010/main" val="2095692316"/>
      </p:ext>
    </p:extLst>
  </p:cSld>
  <p:clrMapOvr>
    <a:masterClrMapping/>
  </p:clrMapOvr>
  <p:transition spd="med"/>
</p:sldLayout>
</file>

<file path=ppt/slideLayouts/slideLayout179.xml><?xml version="1.0" encoding="utf-8"?>
<p:sldLayout xmlns:a="http://schemas.openxmlformats.org/drawingml/2006/main" xmlns:r="http://schemas.openxmlformats.org/officeDocument/2006/relationships" xmlns:p="http://schemas.openxmlformats.org/presentationml/2006/main" type="tx">
  <p:cSld name="title, text (two columns, different text sizes)">
    <p:spTree>
      <p:nvGrpSpPr>
        <p:cNvPr id="1" name=""/>
        <p:cNvGrpSpPr/>
        <p:nvPr/>
      </p:nvGrpSpPr>
      <p:grpSpPr>
        <a:xfrm>
          <a:off x="0" y="0"/>
          <a:ext cx="0" cy="0"/>
          <a:chOff x="0" y="0"/>
          <a:chExt cx="0" cy="0"/>
        </a:xfrm>
      </p:grpSpPr>
      <p:sp>
        <p:nvSpPr>
          <p:cNvPr id="709" name="Title Text"/>
          <p:cNvSpPr txBox="1">
            <a:spLocks noGrp="1"/>
          </p:cNvSpPr>
          <p:nvPr>
            <p:ph type="title"/>
          </p:nvPr>
        </p:nvSpPr>
        <p:spPr>
          <a:xfrm>
            <a:off x="280415" y="169334"/>
            <a:ext cx="5522979" cy="1072897"/>
          </a:xfrm>
          <a:prstGeom prst="rect">
            <a:avLst/>
          </a:prstGeom>
        </p:spPr>
        <p:txBody>
          <a:bodyPr>
            <a:normAutofit/>
          </a:bodyPr>
          <a:lstStyle/>
          <a:p>
            <a:r>
              <a:t>Title Text</a:t>
            </a:r>
          </a:p>
        </p:txBody>
      </p:sp>
      <p:sp>
        <p:nvSpPr>
          <p:cNvPr id="710" name="Body Level One…"/>
          <p:cNvSpPr txBox="1">
            <a:spLocks noGrp="1"/>
          </p:cNvSpPr>
          <p:nvPr>
            <p:ph type="body" sz="half" idx="1"/>
          </p:nvPr>
        </p:nvSpPr>
        <p:spPr>
          <a:xfrm>
            <a:off x="280415" y="1574800"/>
            <a:ext cx="5522979" cy="4372864"/>
          </a:xfrm>
          <a:prstGeom prst="rect">
            <a:avLst/>
          </a:prstGeom>
        </p:spPr>
        <p:txBody>
          <a:bodyPr/>
          <a:lstStyle>
            <a:lvl1pPr>
              <a:defRPr sz="3200"/>
            </a:lvl1pPr>
            <a:lvl2pPr marL="394055" indent="-397101">
              <a:defRPr sz="3200"/>
            </a:lvl2pPr>
            <a:lvl3pPr marL="622654" indent="-397101">
              <a:defRPr sz="3200"/>
            </a:lvl3pPr>
            <a:lvl4pPr marL="1003648" indent="-397101">
              <a:defRPr sz="3200"/>
            </a:lvl4pPr>
            <a:lvl5pPr marL="1236478" indent="-397101">
              <a:defRPr sz="3200"/>
            </a:lvl5pPr>
          </a:lstStyle>
          <a:p>
            <a:r>
              <a:t>Body Level One</a:t>
            </a:r>
          </a:p>
          <a:p>
            <a:pPr lvl="1"/>
            <a:r>
              <a:t>Body Level Two</a:t>
            </a:r>
          </a:p>
          <a:p>
            <a:pPr lvl="2"/>
            <a:r>
              <a:t>Body Level Three</a:t>
            </a:r>
          </a:p>
          <a:p>
            <a:pPr lvl="3"/>
            <a:r>
              <a:t>Body Level Four</a:t>
            </a:r>
          </a:p>
          <a:p>
            <a:pPr lvl="4"/>
            <a:r>
              <a:t>Body Level Five</a:t>
            </a:r>
          </a:p>
        </p:txBody>
      </p:sp>
      <p:sp>
        <p:nvSpPr>
          <p:cNvPr id="711" name="Text Placeholder"/>
          <p:cNvSpPr>
            <a:spLocks noGrp="1"/>
          </p:cNvSpPr>
          <p:nvPr>
            <p:ph type="body" sz="half" idx="21"/>
          </p:nvPr>
        </p:nvSpPr>
        <p:spPr>
          <a:xfrm>
            <a:off x="6388608" y="1658112"/>
            <a:ext cx="5498593" cy="4336289"/>
          </a:xfrm>
          <a:prstGeom prst="rect">
            <a:avLst/>
          </a:prstGeom>
        </p:spPr>
        <p:txBody>
          <a:bodyPr>
            <a:normAutofit/>
          </a:bodyPr>
          <a:lstStyle/>
          <a:p>
            <a:pPr>
              <a:defRPr>
                <a:latin typeface="IBM Plex Sans Medm"/>
                <a:ea typeface="IBM Plex Sans Medm"/>
                <a:cs typeface="IBM Plex Sans Medm"/>
                <a:sym typeface="IBM Plex Sans Medium"/>
              </a:defRPr>
            </a:pPr>
            <a:endParaRPr/>
          </a:p>
        </p:txBody>
      </p:sp>
      <p:sp>
        <p:nvSpPr>
          <p:cNvPr id="712"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extLst>
      <p:ext uri="{BB962C8B-B14F-4D97-AF65-F5344CB8AC3E}">
        <p14:creationId xmlns:p14="http://schemas.microsoft.com/office/powerpoint/2010/main" val="4198917811"/>
      </p:ext>
    </p:extLst>
  </p:cSld>
  <p:clrMapOvr>
    <a:masterClrMapping/>
  </p:clrMapOvr>
  <p:transition spd="med"/>
</p:sldLayout>
</file>

<file path=ppt/slideLayouts/slideLayout180.xml><?xml version="1.0" encoding="utf-8"?>
<p:sldLayout xmlns:a="http://schemas.openxmlformats.org/drawingml/2006/main" xmlns:r="http://schemas.openxmlformats.org/officeDocument/2006/relationships" xmlns:p="http://schemas.openxmlformats.org/presentationml/2006/main" showMasterSp="0" type="tx">
  <p:cSld name="2_title, text (split background)">
    <p:bg>
      <p:bgPr>
        <a:solidFill>
          <a:srgbClr val="F4F4F4"/>
        </a:solidFill>
        <a:effectLst/>
      </p:bgPr>
    </p:bg>
    <p:spTree>
      <p:nvGrpSpPr>
        <p:cNvPr id="1" name=""/>
        <p:cNvGrpSpPr/>
        <p:nvPr/>
      </p:nvGrpSpPr>
      <p:grpSpPr>
        <a:xfrm>
          <a:off x="0" y="0"/>
          <a:ext cx="0" cy="0"/>
          <a:chOff x="0" y="0"/>
          <a:chExt cx="0" cy="0"/>
        </a:xfrm>
      </p:grpSpPr>
      <p:grpSp>
        <p:nvGrpSpPr>
          <p:cNvPr id="775" name="Group 1"/>
          <p:cNvGrpSpPr/>
          <p:nvPr/>
        </p:nvGrpSpPr>
        <p:grpSpPr>
          <a:xfrm>
            <a:off x="-146307" y="-146477"/>
            <a:ext cx="12485637" cy="7152653"/>
            <a:chOff x="0" y="0"/>
            <a:chExt cx="9364228" cy="5364488"/>
          </a:xfrm>
        </p:grpSpPr>
        <p:grpSp>
          <p:nvGrpSpPr>
            <p:cNvPr id="742" name="Group 59"/>
            <p:cNvGrpSpPr/>
            <p:nvPr/>
          </p:nvGrpSpPr>
          <p:grpSpPr>
            <a:xfrm>
              <a:off x="338963" y="-1"/>
              <a:ext cx="8686740" cy="91444"/>
              <a:chOff x="0" y="0"/>
              <a:chExt cx="8686739" cy="91443"/>
            </a:xfrm>
          </p:grpSpPr>
          <p:sp>
            <p:nvSpPr>
              <p:cNvPr id="731" name="Straight Connector 92"/>
              <p:cNvSpPr/>
              <p:nvPr/>
            </p:nvSpPr>
            <p:spPr>
              <a:xfrm flipV="1">
                <a:off x="-1" y="0"/>
                <a:ext cx="4" cy="91445"/>
              </a:xfrm>
              <a:prstGeom prst="line">
                <a:avLst/>
              </a:prstGeom>
              <a:noFill/>
              <a:ln w="3175" cap="flat">
                <a:solidFill>
                  <a:srgbClr val="BEBEBE"/>
                </a:solidFill>
                <a:prstDash val="solid"/>
                <a:round/>
              </a:ln>
              <a:effectLst/>
            </p:spPr>
            <p:txBody>
              <a:bodyPr wrap="square" lIns="34289" tIns="34289" rIns="34289" bIns="34289" numCol="1" anchor="t">
                <a:noAutofit/>
              </a:bodyPr>
              <a:lstStyle/>
              <a:p>
                <a:pPr defTabSz="914377">
                  <a:defRPr sz="1200">
                    <a:solidFill>
                      <a:srgbClr val="000000"/>
                    </a:solidFill>
                    <a:latin typeface="IBM Plex Sans Regular"/>
                    <a:ea typeface="IBM Plex Sans Regular"/>
                    <a:cs typeface="IBM Plex Sans Regular"/>
                    <a:sym typeface="IBM Plex Sans Regular"/>
                  </a:defRPr>
                </a:pPr>
                <a:endParaRPr sz="1600"/>
              </a:p>
            </p:txBody>
          </p:sp>
          <p:sp>
            <p:nvSpPr>
              <p:cNvPr id="732" name="Straight Connector 93"/>
              <p:cNvSpPr/>
              <p:nvPr/>
            </p:nvSpPr>
            <p:spPr>
              <a:xfrm flipV="1">
                <a:off x="1828800" y="0"/>
                <a:ext cx="3" cy="91445"/>
              </a:xfrm>
              <a:prstGeom prst="line">
                <a:avLst/>
              </a:prstGeom>
              <a:noFill/>
              <a:ln w="3175" cap="flat">
                <a:solidFill>
                  <a:srgbClr val="BEBEBE"/>
                </a:solidFill>
                <a:prstDash val="solid"/>
                <a:round/>
              </a:ln>
              <a:effectLst/>
            </p:spPr>
            <p:txBody>
              <a:bodyPr wrap="square" lIns="34289" tIns="34289" rIns="34289" bIns="34289" numCol="1" anchor="t">
                <a:noAutofit/>
              </a:bodyPr>
              <a:lstStyle/>
              <a:p>
                <a:pPr defTabSz="914377">
                  <a:defRPr sz="1200">
                    <a:solidFill>
                      <a:srgbClr val="000000"/>
                    </a:solidFill>
                    <a:latin typeface="IBM Plex Sans Regular"/>
                    <a:ea typeface="IBM Plex Sans Regular"/>
                    <a:cs typeface="IBM Plex Sans Regular"/>
                    <a:sym typeface="IBM Plex Sans Regular"/>
                  </a:defRPr>
                </a:pPr>
                <a:endParaRPr sz="1600"/>
              </a:p>
            </p:txBody>
          </p:sp>
          <p:sp>
            <p:nvSpPr>
              <p:cNvPr id="733" name="Straight Connector 94"/>
              <p:cNvSpPr/>
              <p:nvPr/>
            </p:nvSpPr>
            <p:spPr>
              <a:xfrm flipV="1">
                <a:off x="2057400" y="0"/>
                <a:ext cx="3" cy="91445"/>
              </a:xfrm>
              <a:prstGeom prst="line">
                <a:avLst/>
              </a:prstGeom>
              <a:noFill/>
              <a:ln w="3175" cap="flat">
                <a:solidFill>
                  <a:srgbClr val="BEBEBE"/>
                </a:solidFill>
                <a:prstDash val="solid"/>
                <a:round/>
              </a:ln>
              <a:effectLst/>
            </p:spPr>
            <p:txBody>
              <a:bodyPr wrap="square" lIns="34289" tIns="34289" rIns="34289" bIns="34289" numCol="1" anchor="t">
                <a:noAutofit/>
              </a:bodyPr>
              <a:lstStyle/>
              <a:p>
                <a:pPr defTabSz="914377">
                  <a:defRPr sz="1200">
                    <a:solidFill>
                      <a:srgbClr val="000000"/>
                    </a:solidFill>
                    <a:latin typeface="IBM Plex Sans Regular"/>
                    <a:ea typeface="IBM Plex Sans Regular"/>
                    <a:cs typeface="IBM Plex Sans Regular"/>
                    <a:sym typeface="IBM Plex Sans Regular"/>
                  </a:defRPr>
                </a:pPr>
                <a:endParaRPr sz="1600"/>
              </a:p>
            </p:txBody>
          </p:sp>
          <p:sp>
            <p:nvSpPr>
              <p:cNvPr id="734" name="Straight Connector 95"/>
              <p:cNvSpPr/>
              <p:nvPr/>
            </p:nvSpPr>
            <p:spPr>
              <a:xfrm flipV="1">
                <a:off x="2286001" y="0"/>
                <a:ext cx="2" cy="91445"/>
              </a:xfrm>
              <a:prstGeom prst="line">
                <a:avLst/>
              </a:prstGeom>
              <a:noFill/>
              <a:ln w="3175" cap="flat">
                <a:solidFill>
                  <a:srgbClr val="BEBEBE"/>
                </a:solidFill>
                <a:prstDash val="solid"/>
                <a:round/>
              </a:ln>
              <a:effectLst/>
            </p:spPr>
            <p:txBody>
              <a:bodyPr wrap="square" lIns="34289" tIns="34289" rIns="34289" bIns="34289" numCol="1" anchor="t">
                <a:noAutofit/>
              </a:bodyPr>
              <a:lstStyle/>
              <a:p>
                <a:pPr defTabSz="914377">
                  <a:defRPr sz="1200">
                    <a:solidFill>
                      <a:srgbClr val="000000"/>
                    </a:solidFill>
                    <a:latin typeface="IBM Plex Sans Regular"/>
                    <a:ea typeface="IBM Plex Sans Regular"/>
                    <a:cs typeface="IBM Plex Sans Regular"/>
                    <a:sym typeface="IBM Plex Sans Regular"/>
                  </a:defRPr>
                </a:pPr>
                <a:endParaRPr sz="1600"/>
              </a:p>
            </p:txBody>
          </p:sp>
          <p:sp>
            <p:nvSpPr>
              <p:cNvPr id="735" name="Straight Connector 96"/>
              <p:cNvSpPr/>
              <p:nvPr/>
            </p:nvSpPr>
            <p:spPr>
              <a:xfrm flipV="1">
                <a:off x="4114801" y="0"/>
                <a:ext cx="2" cy="91445"/>
              </a:xfrm>
              <a:prstGeom prst="line">
                <a:avLst/>
              </a:prstGeom>
              <a:noFill/>
              <a:ln w="3175" cap="flat">
                <a:solidFill>
                  <a:srgbClr val="BEBEBE"/>
                </a:solidFill>
                <a:prstDash val="solid"/>
                <a:round/>
              </a:ln>
              <a:effectLst/>
            </p:spPr>
            <p:txBody>
              <a:bodyPr wrap="square" lIns="34289" tIns="34289" rIns="34289" bIns="34289" numCol="1" anchor="t">
                <a:noAutofit/>
              </a:bodyPr>
              <a:lstStyle/>
              <a:p>
                <a:pPr defTabSz="914377">
                  <a:defRPr sz="1200">
                    <a:solidFill>
                      <a:srgbClr val="000000"/>
                    </a:solidFill>
                    <a:latin typeface="IBM Plex Sans Regular"/>
                    <a:ea typeface="IBM Plex Sans Regular"/>
                    <a:cs typeface="IBM Plex Sans Regular"/>
                    <a:sym typeface="IBM Plex Sans Regular"/>
                  </a:defRPr>
                </a:pPr>
                <a:endParaRPr sz="1600"/>
              </a:p>
            </p:txBody>
          </p:sp>
          <p:sp>
            <p:nvSpPr>
              <p:cNvPr id="736" name="Straight Connector 97"/>
              <p:cNvSpPr/>
              <p:nvPr/>
            </p:nvSpPr>
            <p:spPr>
              <a:xfrm flipV="1">
                <a:off x="4343401" y="0"/>
                <a:ext cx="3" cy="91445"/>
              </a:xfrm>
              <a:prstGeom prst="line">
                <a:avLst/>
              </a:prstGeom>
              <a:noFill/>
              <a:ln w="3175" cap="flat">
                <a:solidFill>
                  <a:srgbClr val="BEBEBE"/>
                </a:solidFill>
                <a:prstDash val="solid"/>
                <a:round/>
              </a:ln>
              <a:effectLst/>
            </p:spPr>
            <p:txBody>
              <a:bodyPr wrap="square" lIns="34289" tIns="34289" rIns="34289" bIns="34289" numCol="1" anchor="t">
                <a:noAutofit/>
              </a:bodyPr>
              <a:lstStyle/>
              <a:p>
                <a:pPr defTabSz="914377">
                  <a:defRPr sz="1200">
                    <a:solidFill>
                      <a:srgbClr val="000000"/>
                    </a:solidFill>
                    <a:latin typeface="IBM Plex Sans Regular"/>
                    <a:ea typeface="IBM Plex Sans Regular"/>
                    <a:cs typeface="IBM Plex Sans Regular"/>
                    <a:sym typeface="IBM Plex Sans Regular"/>
                  </a:defRPr>
                </a:pPr>
                <a:endParaRPr sz="1600"/>
              </a:p>
            </p:txBody>
          </p:sp>
          <p:sp>
            <p:nvSpPr>
              <p:cNvPr id="737" name="Straight Connector 98"/>
              <p:cNvSpPr/>
              <p:nvPr/>
            </p:nvSpPr>
            <p:spPr>
              <a:xfrm flipV="1">
                <a:off x="4572001" y="0"/>
                <a:ext cx="3" cy="91445"/>
              </a:xfrm>
              <a:prstGeom prst="line">
                <a:avLst/>
              </a:prstGeom>
              <a:noFill/>
              <a:ln w="3175" cap="flat">
                <a:solidFill>
                  <a:srgbClr val="BEBEBE"/>
                </a:solidFill>
                <a:prstDash val="solid"/>
                <a:round/>
              </a:ln>
              <a:effectLst/>
            </p:spPr>
            <p:txBody>
              <a:bodyPr wrap="square" lIns="34289" tIns="34289" rIns="34289" bIns="34289" numCol="1" anchor="t">
                <a:noAutofit/>
              </a:bodyPr>
              <a:lstStyle/>
              <a:p>
                <a:pPr defTabSz="914377">
                  <a:defRPr sz="1200">
                    <a:solidFill>
                      <a:srgbClr val="000000"/>
                    </a:solidFill>
                    <a:latin typeface="IBM Plex Sans Regular"/>
                    <a:ea typeface="IBM Plex Sans Regular"/>
                    <a:cs typeface="IBM Plex Sans Regular"/>
                    <a:sym typeface="IBM Plex Sans Regular"/>
                  </a:defRPr>
                </a:pPr>
                <a:endParaRPr sz="1600"/>
              </a:p>
            </p:txBody>
          </p:sp>
          <p:sp>
            <p:nvSpPr>
              <p:cNvPr id="738" name="Straight Connector 99"/>
              <p:cNvSpPr/>
              <p:nvPr/>
            </p:nvSpPr>
            <p:spPr>
              <a:xfrm flipV="1">
                <a:off x="6400802" y="0"/>
                <a:ext cx="2" cy="91445"/>
              </a:xfrm>
              <a:prstGeom prst="line">
                <a:avLst/>
              </a:prstGeom>
              <a:noFill/>
              <a:ln w="3175" cap="flat">
                <a:solidFill>
                  <a:srgbClr val="BEBEBE"/>
                </a:solidFill>
                <a:prstDash val="solid"/>
                <a:round/>
              </a:ln>
              <a:effectLst/>
            </p:spPr>
            <p:txBody>
              <a:bodyPr wrap="square" lIns="34289" tIns="34289" rIns="34289" bIns="34289" numCol="1" anchor="t">
                <a:noAutofit/>
              </a:bodyPr>
              <a:lstStyle/>
              <a:p>
                <a:pPr defTabSz="914377">
                  <a:defRPr sz="1200">
                    <a:solidFill>
                      <a:srgbClr val="000000"/>
                    </a:solidFill>
                    <a:latin typeface="IBM Plex Sans Regular"/>
                    <a:ea typeface="IBM Plex Sans Regular"/>
                    <a:cs typeface="IBM Plex Sans Regular"/>
                    <a:sym typeface="IBM Plex Sans Regular"/>
                  </a:defRPr>
                </a:pPr>
                <a:endParaRPr sz="1600"/>
              </a:p>
            </p:txBody>
          </p:sp>
          <p:sp>
            <p:nvSpPr>
              <p:cNvPr id="739" name="Straight Connector 100"/>
              <p:cNvSpPr/>
              <p:nvPr/>
            </p:nvSpPr>
            <p:spPr>
              <a:xfrm flipV="1">
                <a:off x="6629403" y="0"/>
                <a:ext cx="3" cy="91445"/>
              </a:xfrm>
              <a:prstGeom prst="line">
                <a:avLst/>
              </a:prstGeom>
              <a:noFill/>
              <a:ln w="3175" cap="flat">
                <a:solidFill>
                  <a:srgbClr val="BEBEBE"/>
                </a:solidFill>
                <a:prstDash val="solid"/>
                <a:round/>
              </a:ln>
              <a:effectLst/>
            </p:spPr>
            <p:txBody>
              <a:bodyPr wrap="square" lIns="34289" tIns="34289" rIns="34289" bIns="34289" numCol="1" anchor="t">
                <a:noAutofit/>
              </a:bodyPr>
              <a:lstStyle/>
              <a:p>
                <a:pPr defTabSz="914377">
                  <a:defRPr sz="1200">
                    <a:solidFill>
                      <a:srgbClr val="000000"/>
                    </a:solidFill>
                    <a:latin typeface="IBM Plex Sans Regular"/>
                    <a:ea typeface="IBM Plex Sans Regular"/>
                    <a:cs typeface="IBM Plex Sans Regular"/>
                    <a:sym typeface="IBM Plex Sans Regular"/>
                  </a:defRPr>
                </a:pPr>
                <a:endParaRPr sz="1600"/>
              </a:p>
            </p:txBody>
          </p:sp>
          <p:sp>
            <p:nvSpPr>
              <p:cNvPr id="740" name="Straight Connector 101"/>
              <p:cNvSpPr/>
              <p:nvPr/>
            </p:nvSpPr>
            <p:spPr>
              <a:xfrm flipV="1">
                <a:off x="6858003" y="0"/>
                <a:ext cx="3" cy="91445"/>
              </a:xfrm>
              <a:prstGeom prst="line">
                <a:avLst/>
              </a:prstGeom>
              <a:noFill/>
              <a:ln w="3175" cap="flat">
                <a:solidFill>
                  <a:srgbClr val="BEBEBE"/>
                </a:solidFill>
                <a:prstDash val="solid"/>
                <a:round/>
              </a:ln>
              <a:effectLst/>
            </p:spPr>
            <p:txBody>
              <a:bodyPr wrap="square" lIns="34289" tIns="34289" rIns="34289" bIns="34289" numCol="1" anchor="t">
                <a:noAutofit/>
              </a:bodyPr>
              <a:lstStyle/>
              <a:p>
                <a:pPr defTabSz="914377">
                  <a:defRPr sz="1200">
                    <a:solidFill>
                      <a:srgbClr val="000000"/>
                    </a:solidFill>
                    <a:latin typeface="IBM Plex Sans Regular"/>
                    <a:ea typeface="IBM Plex Sans Regular"/>
                    <a:cs typeface="IBM Plex Sans Regular"/>
                    <a:sym typeface="IBM Plex Sans Regular"/>
                  </a:defRPr>
                </a:pPr>
                <a:endParaRPr sz="1600"/>
              </a:p>
            </p:txBody>
          </p:sp>
          <p:sp>
            <p:nvSpPr>
              <p:cNvPr id="741" name="Straight Connector 102"/>
              <p:cNvSpPr/>
              <p:nvPr/>
            </p:nvSpPr>
            <p:spPr>
              <a:xfrm flipV="1">
                <a:off x="8686737" y="0"/>
                <a:ext cx="2" cy="91445"/>
              </a:xfrm>
              <a:prstGeom prst="line">
                <a:avLst/>
              </a:prstGeom>
              <a:noFill/>
              <a:ln w="3175" cap="flat">
                <a:solidFill>
                  <a:srgbClr val="BEBEBE"/>
                </a:solidFill>
                <a:prstDash val="solid"/>
                <a:round/>
              </a:ln>
              <a:effectLst/>
            </p:spPr>
            <p:txBody>
              <a:bodyPr wrap="square" lIns="34289" tIns="34289" rIns="34289" bIns="34289" numCol="1" anchor="t">
                <a:noAutofit/>
              </a:bodyPr>
              <a:lstStyle/>
              <a:p>
                <a:pPr defTabSz="914377">
                  <a:defRPr sz="1200">
                    <a:solidFill>
                      <a:srgbClr val="000000"/>
                    </a:solidFill>
                    <a:latin typeface="IBM Plex Sans Regular"/>
                    <a:ea typeface="IBM Plex Sans Regular"/>
                    <a:cs typeface="IBM Plex Sans Regular"/>
                    <a:sym typeface="IBM Plex Sans Regular"/>
                  </a:defRPr>
                </a:pPr>
                <a:endParaRPr sz="1600"/>
              </a:p>
            </p:txBody>
          </p:sp>
        </p:grpSp>
        <p:grpSp>
          <p:nvGrpSpPr>
            <p:cNvPr id="754" name="Group 60"/>
            <p:cNvGrpSpPr/>
            <p:nvPr/>
          </p:nvGrpSpPr>
          <p:grpSpPr>
            <a:xfrm>
              <a:off x="338963" y="5273044"/>
              <a:ext cx="8686740" cy="91445"/>
              <a:chOff x="0" y="0"/>
              <a:chExt cx="8686739" cy="91443"/>
            </a:xfrm>
          </p:grpSpPr>
          <p:sp>
            <p:nvSpPr>
              <p:cNvPr id="743" name="Straight Connector 81"/>
              <p:cNvSpPr/>
              <p:nvPr/>
            </p:nvSpPr>
            <p:spPr>
              <a:xfrm flipV="1">
                <a:off x="-1" y="0"/>
                <a:ext cx="4" cy="91445"/>
              </a:xfrm>
              <a:prstGeom prst="line">
                <a:avLst/>
              </a:prstGeom>
              <a:noFill/>
              <a:ln w="3175" cap="flat">
                <a:solidFill>
                  <a:srgbClr val="BEBEBE"/>
                </a:solidFill>
                <a:prstDash val="solid"/>
                <a:round/>
              </a:ln>
              <a:effectLst/>
            </p:spPr>
            <p:txBody>
              <a:bodyPr wrap="square" lIns="34289" tIns="34289" rIns="34289" bIns="34289" numCol="1" anchor="t">
                <a:noAutofit/>
              </a:bodyPr>
              <a:lstStyle/>
              <a:p>
                <a:pPr defTabSz="914377">
                  <a:defRPr sz="1200">
                    <a:solidFill>
                      <a:srgbClr val="000000"/>
                    </a:solidFill>
                    <a:latin typeface="IBM Plex Sans Regular"/>
                    <a:ea typeface="IBM Plex Sans Regular"/>
                    <a:cs typeface="IBM Plex Sans Regular"/>
                    <a:sym typeface="IBM Plex Sans Regular"/>
                  </a:defRPr>
                </a:pPr>
                <a:endParaRPr sz="1600"/>
              </a:p>
            </p:txBody>
          </p:sp>
          <p:sp>
            <p:nvSpPr>
              <p:cNvPr id="744" name="Straight Connector 82"/>
              <p:cNvSpPr/>
              <p:nvPr/>
            </p:nvSpPr>
            <p:spPr>
              <a:xfrm flipV="1">
                <a:off x="1828800" y="0"/>
                <a:ext cx="3" cy="91445"/>
              </a:xfrm>
              <a:prstGeom prst="line">
                <a:avLst/>
              </a:prstGeom>
              <a:noFill/>
              <a:ln w="3175" cap="flat">
                <a:solidFill>
                  <a:srgbClr val="BEBEBE"/>
                </a:solidFill>
                <a:prstDash val="solid"/>
                <a:round/>
              </a:ln>
              <a:effectLst/>
            </p:spPr>
            <p:txBody>
              <a:bodyPr wrap="square" lIns="34289" tIns="34289" rIns="34289" bIns="34289" numCol="1" anchor="t">
                <a:noAutofit/>
              </a:bodyPr>
              <a:lstStyle/>
              <a:p>
                <a:pPr defTabSz="914377">
                  <a:defRPr sz="1200">
                    <a:solidFill>
                      <a:srgbClr val="000000"/>
                    </a:solidFill>
                    <a:latin typeface="IBM Plex Sans Regular"/>
                    <a:ea typeface="IBM Plex Sans Regular"/>
                    <a:cs typeface="IBM Plex Sans Regular"/>
                    <a:sym typeface="IBM Plex Sans Regular"/>
                  </a:defRPr>
                </a:pPr>
                <a:endParaRPr sz="1600"/>
              </a:p>
            </p:txBody>
          </p:sp>
          <p:sp>
            <p:nvSpPr>
              <p:cNvPr id="745" name="Straight Connector 83"/>
              <p:cNvSpPr/>
              <p:nvPr/>
            </p:nvSpPr>
            <p:spPr>
              <a:xfrm flipV="1">
                <a:off x="2057400" y="0"/>
                <a:ext cx="3" cy="91445"/>
              </a:xfrm>
              <a:prstGeom prst="line">
                <a:avLst/>
              </a:prstGeom>
              <a:noFill/>
              <a:ln w="3175" cap="flat">
                <a:solidFill>
                  <a:srgbClr val="BEBEBE"/>
                </a:solidFill>
                <a:prstDash val="solid"/>
                <a:round/>
              </a:ln>
              <a:effectLst/>
            </p:spPr>
            <p:txBody>
              <a:bodyPr wrap="square" lIns="34289" tIns="34289" rIns="34289" bIns="34289" numCol="1" anchor="t">
                <a:noAutofit/>
              </a:bodyPr>
              <a:lstStyle/>
              <a:p>
                <a:pPr defTabSz="914377">
                  <a:defRPr sz="1200">
                    <a:solidFill>
                      <a:srgbClr val="000000"/>
                    </a:solidFill>
                    <a:latin typeface="IBM Plex Sans Regular"/>
                    <a:ea typeface="IBM Plex Sans Regular"/>
                    <a:cs typeface="IBM Plex Sans Regular"/>
                    <a:sym typeface="IBM Plex Sans Regular"/>
                  </a:defRPr>
                </a:pPr>
                <a:endParaRPr sz="1600"/>
              </a:p>
            </p:txBody>
          </p:sp>
          <p:sp>
            <p:nvSpPr>
              <p:cNvPr id="746" name="Straight Connector 84"/>
              <p:cNvSpPr/>
              <p:nvPr/>
            </p:nvSpPr>
            <p:spPr>
              <a:xfrm flipV="1">
                <a:off x="2286001" y="0"/>
                <a:ext cx="2" cy="91445"/>
              </a:xfrm>
              <a:prstGeom prst="line">
                <a:avLst/>
              </a:prstGeom>
              <a:noFill/>
              <a:ln w="3175" cap="flat">
                <a:solidFill>
                  <a:srgbClr val="BEBEBE"/>
                </a:solidFill>
                <a:prstDash val="solid"/>
                <a:round/>
              </a:ln>
              <a:effectLst/>
            </p:spPr>
            <p:txBody>
              <a:bodyPr wrap="square" lIns="34289" tIns="34289" rIns="34289" bIns="34289" numCol="1" anchor="t">
                <a:noAutofit/>
              </a:bodyPr>
              <a:lstStyle/>
              <a:p>
                <a:pPr defTabSz="914377">
                  <a:defRPr sz="1200">
                    <a:solidFill>
                      <a:srgbClr val="000000"/>
                    </a:solidFill>
                    <a:latin typeface="IBM Plex Sans Regular"/>
                    <a:ea typeface="IBM Plex Sans Regular"/>
                    <a:cs typeface="IBM Plex Sans Regular"/>
                    <a:sym typeface="IBM Plex Sans Regular"/>
                  </a:defRPr>
                </a:pPr>
                <a:endParaRPr sz="1600"/>
              </a:p>
            </p:txBody>
          </p:sp>
          <p:sp>
            <p:nvSpPr>
              <p:cNvPr id="747" name="Straight Connector 85"/>
              <p:cNvSpPr/>
              <p:nvPr/>
            </p:nvSpPr>
            <p:spPr>
              <a:xfrm flipV="1">
                <a:off x="4114801" y="0"/>
                <a:ext cx="2" cy="91445"/>
              </a:xfrm>
              <a:prstGeom prst="line">
                <a:avLst/>
              </a:prstGeom>
              <a:noFill/>
              <a:ln w="3175" cap="flat">
                <a:solidFill>
                  <a:srgbClr val="BEBEBE"/>
                </a:solidFill>
                <a:prstDash val="solid"/>
                <a:round/>
              </a:ln>
              <a:effectLst/>
            </p:spPr>
            <p:txBody>
              <a:bodyPr wrap="square" lIns="34289" tIns="34289" rIns="34289" bIns="34289" numCol="1" anchor="t">
                <a:noAutofit/>
              </a:bodyPr>
              <a:lstStyle/>
              <a:p>
                <a:pPr defTabSz="914377">
                  <a:defRPr sz="1200">
                    <a:solidFill>
                      <a:srgbClr val="000000"/>
                    </a:solidFill>
                    <a:latin typeface="IBM Plex Sans Regular"/>
                    <a:ea typeface="IBM Plex Sans Regular"/>
                    <a:cs typeface="IBM Plex Sans Regular"/>
                    <a:sym typeface="IBM Plex Sans Regular"/>
                  </a:defRPr>
                </a:pPr>
                <a:endParaRPr sz="1600"/>
              </a:p>
            </p:txBody>
          </p:sp>
          <p:sp>
            <p:nvSpPr>
              <p:cNvPr id="748" name="Straight Connector 86"/>
              <p:cNvSpPr/>
              <p:nvPr/>
            </p:nvSpPr>
            <p:spPr>
              <a:xfrm flipV="1">
                <a:off x="4343401" y="0"/>
                <a:ext cx="3" cy="91445"/>
              </a:xfrm>
              <a:prstGeom prst="line">
                <a:avLst/>
              </a:prstGeom>
              <a:noFill/>
              <a:ln w="3175" cap="flat">
                <a:solidFill>
                  <a:srgbClr val="BEBEBE"/>
                </a:solidFill>
                <a:prstDash val="solid"/>
                <a:round/>
              </a:ln>
              <a:effectLst/>
            </p:spPr>
            <p:txBody>
              <a:bodyPr wrap="square" lIns="34289" tIns="34289" rIns="34289" bIns="34289" numCol="1" anchor="t">
                <a:noAutofit/>
              </a:bodyPr>
              <a:lstStyle/>
              <a:p>
                <a:pPr defTabSz="914377">
                  <a:defRPr sz="1200">
                    <a:solidFill>
                      <a:srgbClr val="000000"/>
                    </a:solidFill>
                    <a:latin typeface="IBM Plex Sans Regular"/>
                    <a:ea typeface="IBM Plex Sans Regular"/>
                    <a:cs typeface="IBM Plex Sans Regular"/>
                    <a:sym typeface="IBM Plex Sans Regular"/>
                  </a:defRPr>
                </a:pPr>
                <a:endParaRPr sz="1600"/>
              </a:p>
            </p:txBody>
          </p:sp>
          <p:sp>
            <p:nvSpPr>
              <p:cNvPr id="749" name="Straight Connector 87"/>
              <p:cNvSpPr/>
              <p:nvPr/>
            </p:nvSpPr>
            <p:spPr>
              <a:xfrm flipV="1">
                <a:off x="4572001" y="0"/>
                <a:ext cx="3" cy="91445"/>
              </a:xfrm>
              <a:prstGeom prst="line">
                <a:avLst/>
              </a:prstGeom>
              <a:noFill/>
              <a:ln w="3175" cap="flat">
                <a:solidFill>
                  <a:srgbClr val="BEBEBE"/>
                </a:solidFill>
                <a:prstDash val="solid"/>
                <a:round/>
              </a:ln>
              <a:effectLst/>
            </p:spPr>
            <p:txBody>
              <a:bodyPr wrap="square" lIns="34289" tIns="34289" rIns="34289" bIns="34289" numCol="1" anchor="t">
                <a:noAutofit/>
              </a:bodyPr>
              <a:lstStyle/>
              <a:p>
                <a:pPr defTabSz="914377">
                  <a:defRPr sz="1200">
                    <a:solidFill>
                      <a:srgbClr val="000000"/>
                    </a:solidFill>
                    <a:latin typeface="IBM Plex Sans Regular"/>
                    <a:ea typeface="IBM Plex Sans Regular"/>
                    <a:cs typeface="IBM Plex Sans Regular"/>
                    <a:sym typeface="IBM Plex Sans Regular"/>
                  </a:defRPr>
                </a:pPr>
                <a:endParaRPr sz="1600"/>
              </a:p>
            </p:txBody>
          </p:sp>
          <p:sp>
            <p:nvSpPr>
              <p:cNvPr id="750" name="Straight Connector 88"/>
              <p:cNvSpPr/>
              <p:nvPr/>
            </p:nvSpPr>
            <p:spPr>
              <a:xfrm flipV="1">
                <a:off x="6400802" y="0"/>
                <a:ext cx="2" cy="91445"/>
              </a:xfrm>
              <a:prstGeom prst="line">
                <a:avLst/>
              </a:prstGeom>
              <a:noFill/>
              <a:ln w="3175" cap="flat">
                <a:solidFill>
                  <a:srgbClr val="BEBEBE"/>
                </a:solidFill>
                <a:prstDash val="solid"/>
                <a:round/>
              </a:ln>
              <a:effectLst/>
            </p:spPr>
            <p:txBody>
              <a:bodyPr wrap="square" lIns="34289" tIns="34289" rIns="34289" bIns="34289" numCol="1" anchor="t">
                <a:noAutofit/>
              </a:bodyPr>
              <a:lstStyle/>
              <a:p>
                <a:pPr defTabSz="914377">
                  <a:defRPr sz="1200">
                    <a:solidFill>
                      <a:srgbClr val="000000"/>
                    </a:solidFill>
                    <a:latin typeface="IBM Plex Sans Regular"/>
                    <a:ea typeface="IBM Plex Sans Regular"/>
                    <a:cs typeface="IBM Plex Sans Regular"/>
                    <a:sym typeface="IBM Plex Sans Regular"/>
                  </a:defRPr>
                </a:pPr>
                <a:endParaRPr sz="1600"/>
              </a:p>
            </p:txBody>
          </p:sp>
          <p:sp>
            <p:nvSpPr>
              <p:cNvPr id="751" name="Straight Connector 89"/>
              <p:cNvSpPr/>
              <p:nvPr/>
            </p:nvSpPr>
            <p:spPr>
              <a:xfrm flipV="1">
                <a:off x="6629403" y="0"/>
                <a:ext cx="3" cy="91445"/>
              </a:xfrm>
              <a:prstGeom prst="line">
                <a:avLst/>
              </a:prstGeom>
              <a:noFill/>
              <a:ln w="3175" cap="flat">
                <a:solidFill>
                  <a:srgbClr val="BEBEBE"/>
                </a:solidFill>
                <a:prstDash val="solid"/>
                <a:round/>
              </a:ln>
              <a:effectLst/>
            </p:spPr>
            <p:txBody>
              <a:bodyPr wrap="square" lIns="34289" tIns="34289" rIns="34289" bIns="34289" numCol="1" anchor="t">
                <a:noAutofit/>
              </a:bodyPr>
              <a:lstStyle/>
              <a:p>
                <a:pPr defTabSz="914377">
                  <a:defRPr sz="1200">
                    <a:solidFill>
                      <a:srgbClr val="000000"/>
                    </a:solidFill>
                    <a:latin typeface="IBM Plex Sans Regular"/>
                    <a:ea typeface="IBM Plex Sans Regular"/>
                    <a:cs typeface="IBM Plex Sans Regular"/>
                    <a:sym typeface="IBM Plex Sans Regular"/>
                  </a:defRPr>
                </a:pPr>
                <a:endParaRPr sz="1600"/>
              </a:p>
            </p:txBody>
          </p:sp>
          <p:sp>
            <p:nvSpPr>
              <p:cNvPr id="752" name="Straight Connector 90"/>
              <p:cNvSpPr/>
              <p:nvPr/>
            </p:nvSpPr>
            <p:spPr>
              <a:xfrm flipV="1">
                <a:off x="6858003" y="0"/>
                <a:ext cx="3" cy="91445"/>
              </a:xfrm>
              <a:prstGeom prst="line">
                <a:avLst/>
              </a:prstGeom>
              <a:noFill/>
              <a:ln w="3175" cap="flat">
                <a:solidFill>
                  <a:srgbClr val="BEBEBE"/>
                </a:solidFill>
                <a:prstDash val="solid"/>
                <a:round/>
              </a:ln>
              <a:effectLst/>
            </p:spPr>
            <p:txBody>
              <a:bodyPr wrap="square" lIns="34289" tIns="34289" rIns="34289" bIns="34289" numCol="1" anchor="t">
                <a:noAutofit/>
              </a:bodyPr>
              <a:lstStyle/>
              <a:p>
                <a:pPr defTabSz="914377">
                  <a:defRPr sz="1200">
                    <a:solidFill>
                      <a:srgbClr val="000000"/>
                    </a:solidFill>
                    <a:latin typeface="IBM Plex Sans Regular"/>
                    <a:ea typeface="IBM Plex Sans Regular"/>
                    <a:cs typeface="IBM Plex Sans Regular"/>
                    <a:sym typeface="IBM Plex Sans Regular"/>
                  </a:defRPr>
                </a:pPr>
                <a:endParaRPr sz="1600"/>
              </a:p>
            </p:txBody>
          </p:sp>
          <p:sp>
            <p:nvSpPr>
              <p:cNvPr id="753" name="Straight Connector 91"/>
              <p:cNvSpPr/>
              <p:nvPr/>
            </p:nvSpPr>
            <p:spPr>
              <a:xfrm flipV="1">
                <a:off x="8686737" y="0"/>
                <a:ext cx="2" cy="91445"/>
              </a:xfrm>
              <a:prstGeom prst="line">
                <a:avLst/>
              </a:prstGeom>
              <a:noFill/>
              <a:ln w="3175" cap="flat">
                <a:solidFill>
                  <a:srgbClr val="BEBEBE"/>
                </a:solidFill>
                <a:prstDash val="solid"/>
                <a:round/>
              </a:ln>
              <a:effectLst/>
            </p:spPr>
            <p:txBody>
              <a:bodyPr wrap="square" lIns="34289" tIns="34289" rIns="34289" bIns="34289" numCol="1" anchor="t">
                <a:noAutofit/>
              </a:bodyPr>
              <a:lstStyle/>
              <a:p>
                <a:pPr defTabSz="914377">
                  <a:defRPr sz="1200">
                    <a:solidFill>
                      <a:srgbClr val="000000"/>
                    </a:solidFill>
                    <a:latin typeface="IBM Plex Sans Regular"/>
                    <a:ea typeface="IBM Plex Sans Regular"/>
                    <a:cs typeface="IBM Plex Sans Regular"/>
                    <a:sym typeface="IBM Plex Sans Regular"/>
                  </a:defRPr>
                </a:pPr>
                <a:endParaRPr sz="1600"/>
              </a:p>
            </p:txBody>
          </p:sp>
        </p:grpSp>
        <p:grpSp>
          <p:nvGrpSpPr>
            <p:cNvPr id="764" name="Group 61"/>
            <p:cNvGrpSpPr/>
            <p:nvPr/>
          </p:nvGrpSpPr>
          <p:grpSpPr>
            <a:xfrm>
              <a:off x="0" y="347596"/>
              <a:ext cx="91445" cy="4664465"/>
              <a:chOff x="0" y="0"/>
              <a:chExt cx="91443" cy="4664463"/>
            </a:xfrm>
          </p:grpSpPr>
          <p:sp>
            <p:nvSpPr>
              <p:cNvPr id="755" name="Straight Connector 72"/>
              <p:cNvSpPr/>
              <p:nvPr/>
            </p:nvSpPr>
            <p:spPr>
              <a:xfrm flipH="1">
                <a:off x="0" y="416051"/>
                <a:ext cx="91445" cy="2"/>
              </a:xfrm>
              <a:prstGeom prst="line">
                <a:avLst/>
              </a:prstGeom>
              <a:noFill/>
              <a:ln w="3175" cap="flat">
                <a:solidFill>
                  <a:srgbClr val="BEBEBE"/>
                </a:solidFill>
                <a:prstDash val="solid"/>
                <a:round/>
              </a:ln>
              <a:effectLst/>
            </p:spPr>
            <p:txBody>
              <a:bodyPr wrap="square" lIns="34289" tIns="34289" rIns="34289" bIns="34289" numCol="1" anchor="t">
                <a:noAutofit/>
              </a:bodyPr>
              <a:lstStyle/>
              <a:p>
                <a:pPr defTabSz="914377">
                  <a:defRPr sz="1200">
                    <a:solidFill>
                      <a:srgbClr val="000000"/>
                    </a:solidFill>
                    <a:latin typeface="IBM Plex Sans Regular"/>
                    <a:ea typeface="IBM Plex Sans Regular"/>
                    <a:cs typeface="IBM Plex Sans Regular"/>
                    <a:sym typeface="IBM Plex Sans Regular"/>
                  </a:defRPr>
                </a:pPr>
                <a:endParaRPr sz="1600"/>
              </a:p>
            </p:txBody>
          </p:sp>
          <p:sp>
            <p:nvSpPr>
              <p:cNvPr id="756" name="Straight Connector 73"/>
              <p:cNvSpPr/>
              <p:nvPr/>
            </p:nvSpPr>
            <p:spPr>
              <a:xfrm flipH="1">
                <a:off x="0" y="1051560"/>
                <a:ext cx="91445" cy="2"/>
              </a:xfrm>
              <a:prstGeom prst="line">
                <a:avLst/>
              </a:prstGeom>
              <a:noFill/>
              <a:ln w="3175" cap="flat">
                <a:solidFill>
                  <a:srgbClr val="BEBEBE"/>
                </a:solidFill>
                <a:prstDash val="solid"/>
                <a:round/>
              </a:ln>
              <a:effectLst/>
            </p:spPr>
            <p:txBody>
              <a:bodyPr wrap="square" lIns="34289" tIns="34289" rIns="34289" bIns="34289" numCol="1" anchor="t">
                <a:noAutofit/>
              </a:bodyPr>
              <a:lstStyle/>
              <a:p>
                <a:pPr defTabSz="914377">
                  <a:defRPr sz="1200">
                    <a:solidFill>
                      <a:srgbClr val="000000"/>
                    </a:solidFill>
                    <a:latin typeface="IBM Plex Sans Regular"/>
                    <a:ea typeface="IBM Plex Sans Regular"/>
                    <a:cs typeface="IBM Plex Sans Regular"/>
                    <a:sym typeface="IBM Plex Sans Regular"/>
                  </a:defRPr>
                </a:pPr>
                <a:endParaRPr sz="1600"/>
              </a:p>
            </p:txBody>
          </p:sp>
          <p:sp>
            <p:nvSpPr>
              <p:cNvPr id="757" name="Straight Connector 74"/>
              <p:cNvSpPr/>
              <p:nvPr/>
            </p:nvSpPr>
            <p:spPr>
              <a:xfrm flipH="1">
                <a:off x="0" y="1691640"/>
                <a:ext cx="91445" cy="3"/>
              </a:xfrm>
              <a:prstGeom prst="line">
                <a:avLst/>
              </a:prstGeom>
              <a:noFill/>
              <a:ln w="3175" cap="flat">
                <a:solidFill>
                  <a:srgbClr val="BEBEBE"/>
                </a:solidFill>
                <a:prstDash val="solid"/>
                <a:round/>
              </a:ln>
              <a:effectLst/>
            </p:spPr>
            <p:txBody>
              <a:bodyPr wrap="square" lIns="34289" tIns="34289" rIns="34289" bIns="34289" numCol="1" anchor="t">
                <a:noAutofit/>
              </a:bodyPr>
              <a:lstStyle/>
              <a:p>
                <a:pPr defTabSz="914377">
                  <a:defRPr sz="1200">
                    <a:solidFill>
                      <a:srgbClr val="000000"/>
                    </a:solidFill>
                    <a:latin typeface="IBM Plex Sans Regular"/>
                    <a:ea typeface="IBM Plex Sans Regular"/>
                    <a:cs typeface="IBM Plex Sans Regular"/>
                    <a:sym typeface="IBM Plex Sans Regular"/>
                  </a:defRPr>
                </a:pPr>
                <a:endParaRPr sz="1600"/>
              </a:p>
            </p:txBody>
          </p:sp>
          <p:sp>
            <p:nvSpPr>
              <p:cNvPr id="758" name="Straight Connector 75"/>
              <p:cNvSpPr/>
              <p:nvPr/>
            </p:nvSpPr>
            <p:spPr>
              <a:xfrm flipH="1">
                <a:off x="0" y="2333248"/>
                <a:ext cx="91445" cy="2"/>
              </a:xfrm>
              <a:prstGeom prst="line">
                <a:avLst/>
              </a:prstGeom>
              <a:noFill/>
              <a:ln w="3175" cap="flat">
                <a:solidFill>
                  <a:srgbClr val="BEBEBE"/>
                </a:solidFill>
                <a:prstDash val="solid"/>
                <a:round/>
              </a:ln>
              <a:effectLst/>
            </p:spPr>
            <p:txBody>
              <a:bodyPr wrap="square" lIns="34289" tIns="34289" rIns="34289" bIns="34289" numCol="1" anchor="t">
                <a:noAutofit/>
              </a:bodyPr>
              <a:lstStyle/>
              <a:p>
                <a:pPr defTabSz="914377">
                  <a:defRPr sz="1200">
                    <a:solidFill>
                      <a:srgbClr val="000000"/>
                    </a:solidFill>
                    <a:latin typeface="IBM Plex Sans Regular"/>
                    <a:ea typeface="IBM Plex Sans Regular"/>
                    <a:cs typeface="IBM Plex Sans Regular"/>
                    <a:sym typeface="IBM Plex Sans Regular"/>
                  </a:defRPr>
                </a:pPr>
                <a:endParaRPr sz="1600"/>
              </a:p>
            </p:txBody>
          </p:sp>
          <p:sp>
            <p:nvSpPr>
              <p:cNvPr id="759" name="Straight Connector 76"/>
              <p:cNvSpPr/>
              <p:nvPr/>
            </p:nvSpPr>
            <p:spPr>
              <a:xfrm flipH="1">
                <a:off x="0" y="2971803"/>
                <a:ext cx="91445" cy="2"/>
              </a:xfrm>
              <a:prstGeom prst="line">
                <a:avLst/>
              </a:prstGeom>
              <a:noFill/>
              <a:ln w="3175" cap="flat">
                <a:solidFill>
                  <a:srgbClr val="BEBEBE"/>
                </a:solidFill>
                <a:prstDash val="solid"/>
                <a:round/>
              </a:ln>
              <a:effectLst/>
            </p:spPr>
            <p:txBody>
              <a:bodyPr wrap="square" lIns="34289" tIns="34289" rIns="34289" bIns="34289" numCol="1" anchor="t">
                <a:noAutofit/>
              </a:bodyPr>
              <a:lstStyle/>
              <a:p>
                <a:pPr defTabSz="914377">
                  <a:defRPr sz="1200">
                    <a:solidFill>
                      <a:srgbClr val="000000"/>
                    </a:solidFill>
                    <a:latin typeface="IBM Plex Sans Regular"/>
                    <a:ea typeface="IBM Plex Sans Regular"/>
                    <a:cs typeface="IBM Plex Sans Regular"/>
                    <a:sym typeface="IBM Plex Sans Regular"/>
                  </a:defRPr>
                </a:pPr>
                <a:endParaRPr sz="1600"/>
              </a:p>
            </p:txBody>
          </p:sp>
          <p:sp>
            <p:nvSpPr>
              <p:cNvPr id="760" name="Straight Connector 77"/>
              <p:cNvSpPr/>
              <p:nvPr/>
            </p:nvSpPr>
            <p:spPr>
              <a:xfrm flipH="1">
                <a:off x="0" y="3611883"/>
                <a:ext cx="91445" cy="3"/>
              </a:xfrm>
              <a:prstGeom prst="line">
                <a:avLst/>
              </a:prstGeom>
              <a:noFill/>
              <a:ln w="3175" cap="flat">
                <a:solidFill>
                  <a:srgbClr val="BEBEBE"/>
                </a:solidFill>
                <a:prstDash val="solid"/>
                <a:round/>
              </a:ln>
              <a:effectLst/>
            </p:spPr>
            <p:txBody>
              <a:bodyPr wrap="square" lIns="34289" tIns="34289" rIns="34289" bIns="34289" numCol="1" anchor="t">
                <a:noAutofit/>
              </a:bodyPr>
              <a:lstStyle/>
              <a:p>
                <a:pPr defTabSz="914377">
                  <a:defRPr sz="1200">
                    <a:solidFill>
                      <a:srgbClr val="000000"/>
                    </a:solidFill>
                    <a:latin typeface="IBM Plex Sans Regular"/>
                    <a:ea typeface="IBM Plex Sans Regular"/>
                    <a:cs typeface="IBM Plex Sans Regular"/>
                    <a:sym typeface="IBM Plex Sans Regular"/>
                  </a:defRPr>
                </a:pPr>
                <a:endParaRPr sz="1600"/>
              </a:p>
            </p:txBody>
          </p:sp>
          <p:sp>
            <p:nvSpPr>
              <p:cNvPr id="761" name="Straight Connector 78"/>
              <p:cNvSpPr/>
              <p:nvPr/>
            </p:nvSpPr>
            <p:spPr>
              <a:xfrm flipH="1">
                <a:off x="0" y="4256537"/>
                <a:ext cx="91445" cy="3"/>
              </a:xfrm>
              <a:prstGeom prst="line">
                <a:avLst/>
              </a:prstGeom>
              <a:noFill/>
              <a:ln w="3175" cap="flat">
                <a:solidFill>
                  <a:srgbClr val="BEBEBE"/>
                </a:solidFill>
                <a:prstDash val="solid"/>
                <a:round/>
              </a:ln>
              <a:effectLst/>
            </p:spPr>
            <p:txBody>
              <a:bodyPr wrap="square" lIns="34289" tIns="34289" rIns="34289" bIns="34289" numCol="1" anchor="t">
                <a:noAutofit/>
              </a:bodyPr>
              <a:lstStyle/>
              <a:p>
                <a:pPr defTabSz="914377">
                  <a:defRPr sz="1200">
                    <a:solidFill>
                      <a:srgbClr val="000000"/>
                    </a:solidFill>
                    <a:latin typeface="IBM Plex Sans Regular"/>
                    <a:ea typeface="IBM Plex Sans Regular"/>
                    <a:cs typeface="IBM Plex Sans Regular"/>
                    <a:sym typeface="IBM Plex Sans Regular"/>
                  </a:defRPr>
                </a:pPr>
                <a:endParaRPr sz="1600"/>
              </a:p>
            </p:txBody>
          </p:sp>
          <p:sp>
            <p:nvSpPr>
              <p:cNvPr id="762" name="Straight Connector 79"/>
              <p:cNvSpPr/>
              <p:nvPr/>
            </p:nvSpPr>
            <p:spPr>
              <a:xfrm flipH="1" flipV="1">
                <a:off x="0" y="-1"/>
                <a:ext cx="91445" cy="2"/>
              </a:xfrm>
              <a:prstGeom prst="line">
                <a:avLst/>
              </a:prstGeom>
              <a:noFill/>
              <a:ln w="3175" cap="flat">
                <a:solidFill>
                  <a:srgbClr val="BEBEBE"/>
                </a:solidFill>
                <a:prstDash val="solid"/>
                <a:round/>
              </a:ln>
              <a:effectLst/>
            </p:spPr>
            <p:txBody>
              <a:bodyPr wrap="square" lIns="34289" tIns="34289" rIns="34289" bIns="34289" numCol="1" anchor="t">
                <a:noAutofit/>
              </a:bodyPr>
              <a:lstStyle/>
              <a:p>
                <a:pPr defTabSz="914377">
                  <a:defRPr sz="1200">
                    <a:solidFill>
                      <a:srgbClr val="000000"/>
                    </a:solidFill>
                    <a:latin typeface="IBM Plex Sans Regular"/>
                    <a:ea typeface="IBM Plex Sans Regular"/>
                    <a:cs typeface="IBM Plex Sans Regular"/>
                    <a:sym typeface="IBM Plex Sans Regular"/>
                  </a:defRPr>
                </a:pPr>
                <a:endParaRPr sz="1600"/>
              </a:p>
            </p:txBody>
          </p:sp>
          <p:sp>
            <p:nvSpPr>
              <p:cNvPr id="763" name="Straight Connector 80"/>
              <p:cNvSpPr/>
              <p:nvPr/>
            </p:nvSpPr>
            <p:spPr>
              <a:xfrm flipH="1">
                <a:off x="0" y="4664461"/>
                <a:ext cx="91445" cy="3"/>
              </a:xfrm>
              <a:prstGeom prst="line">
                <a:avLst/>
              </a:prstGeom>
              <a:noFill/>
              <a:ln w="3175" cap="flat">
                <a:solidFill>
                  <a:srgbClr val="BEBEBE"/>
                </a:solidFill>
                <a:prstDash val="solid"/>
                <a:round/>
              </a:ln>
              <a:effectLst/>
            </p:spPr>
            <p:txBody>
              <a:bodyPr wrap="square" lIns="34289" tIns="34289" rIns="34289" bIns="34289" numCol="1" anchor="t">
                <a:noAutofit/>
              </a:bodyPr>
              <a:lstStyle/>
              <a:p>
                <a:pPr defTabSz="914377">
                  <a:defRPr sz="1200">
                    <a:solidFill>
                      <a:srgbClr val="000000"/>
                    </a:solidFill>
                    <a:latin typeface="IBM Plex Sans Regular"/>
                    <a:ea typeface="IBM Plex Sans Regular"/>
                    <a:cs typeface="IBM Plex Sans Regular"/>
                    <a:sym typeface="IBM Plex Sans Regular"/>
                  </a:defRPr>
                </a:pPr>
                <a:endParaRPr sz="1600"/>
              </a:p>
            </p:txBody>
          </p:sp>
        </p:grpSp>
        <p:grpSp>
          <p:nvGrpSpPr>
            <p:cNvPr id="774" name="Group 62"/>
            <p:cNvGrpSpPr/>
            <p:nvPr/>
          </p:nvGrpSpPr>
          <p:grpSpPr>
            <a:xfrm>
              <a:off x="9272784" y="347598"/>
              <a:ext cx="91445" cy="4663448"/>
              <a:chOff x="0" y="0"/>
              <a:chExt cx="91443" cy="4663446"/>
            </a:xfrm>
          </p:grpSpPr>
          <p:sp>
            <p:nvSpPr>
              <p:cNvPr id="765" name="Straight Connector 63"/>
              <p:cNvSpPr/>
              <p:nvPr/>
            </p:nvSpPr>
            <p:spPr>
              <a:xfrm flipH="1">
                <a:off x="0" y="416052"/>
                <a:ext cx="91445" cy="2"/>
              </a:xfrm>
              <a:prstGeom prst="line">
                <a:avLst/>
              </a:prstGeom>
              <a:noFill/>
              <a:ln w="3175" cap="flat">
                <a:solidFill>
                  <a:srgbClr val="BEBEBE"/>
                </a:solidFill>
                <a:prstDash val="solid"/>
                <a:round/>
              </a:ln>
              <a:effectLst/>
            </p:spPr>
            <p:txBody>
              <a:bodyPr wrap="square" lIns="34289" tIns="34289" rIns="34289" bIns="34289" numCol="1" anchor="t">
                <a:noAutofit/>
              </a:bodyPr>
              <a:lstStyle/>
              <a:p>
                <a:pPr defTabSz="914377">
                  <a:defRPr sz="1200">
                    <a:solidFill>
                      <a:srgbClr val="000000"/>
                    </a:solidFill>
                    <a:latin typeface="IBM Plex Sans Regular"/>
                    <a:ea typeface="IBM Plex Sans Regular"/>
                    <a:cs typeface="IBM Plex Sans Regular"/>
                    <a:sym typeface="IBM Plex Sans Regular"/>
                  </a:defRPr>
                </a:pPr>
                <a:endParaRPr sz="1600"/>
              </a:p>
            </p:txBody>
          </p:sp>
          <p:sp>
            <p:nvSpPr>
              <p:cNvPr id="766" name="Straight Connector 64"/>
              <p:cNvSpPr/>
              <p:nvPr/>
            </p:nvSpPr>
            <p:spPr>
              <a:xfrm flipH="1">
                <a:off x="0" y="1051560"/>
                <a:ext cx="91445" cy="3"/>
              </a:xfrm>
              <a:prstGeom prst="line">
                <a:avLst/>
              </a:prstGeom>
              <a:noFill/>
              <a:ln w="3175" cap="flat">
                <a:solidFill>
                  <a:srgbClr val="BEBEBE"/>
                </a:solidFill>
                <a:prstDash val="solid"/>
                <a:round/>
              </a:ln>
              <a:effectLst/>
            </p:spPr>
            <p:txBody>
              <a:bodyPr wrap="square" lIns="34289" tIns="34289" rIns="34289" bIns="34289" numCol="1" anchor="t">
                <a:noAutofit/>
              </a:bodyPr>
              <a:lstStyle/>
              <a:p>
                <a:pPr defTabSz="914377">
                  <a:defRPr sz="1200">
                    <a:solidFill>
                      <a:srgbClr val="000000"/>
                    </a:solidFill>
                    <a:latin typeface="IBM Plex Sans Regular"/>
                    <a:ea typeface="IBM Plex Sans Regular"/>
                    <a:cs typeface="IBM Plex Sans Regular"/>
                    <a:sym typeface="IBM Plex Sans Regular"/>
                  </a:defRPr>
                </a:pPr>
                <a:endParaRPr sz="1600"/>
              </a:p>
            </p:txBody>
          </p:sp>
          <p:sp>
            <p:nvSpPr>
              <p:cNvPr id="767" name="Straight Connector 65"/>
              <p:cNvSpPr/>
              <p:nvPr/>
            </p:nvSpPr>
            <p:spPr>
              <a:xfrm flipH="1">
                <a:off x="0" y="1691641"/>
                <a:ext cx="91445" cy="3"/>
              </a:xfrm>
              <a:prstGeom prst="line">
                <a:avLst/>
              </a:prstGeom>
              <a:noFill/>
              <a:ln w="3175" cap="flat">
                <a:solidFill>
                  <a:srgbClr val="BEBEBE"/>
                </a:solidFill>
                <a:prstDash val="solid"/>
                <a:round/>
              </a:ln>
              <a:effectLst/>
            </p:spPr>
            <p:txBody>
              <a:bodyPr wrap="square" lIns="34289" tIns="34289" rIns="34289" bIns="34289" numCol="1" anchor="t">
                <a:noAutofit/>
              </a:bodyPr>
              <a:lstStyle/>
              <a:p>
                <a:pPr defTabSz="914377">
                  <a:defRPr sz="1200">
                    <a:solidFill>
                      <a:srgbClr val="000000"/>
                    </a:solidFill>
                    <a:latin typeface="IBM Plex Sans Regular"/>
                    <a:ea typeface="IBM Plex Sans Regular"/>
                    <a:cs typeface="IBM Plex Sans Regular"/>
                    <a:sym typeface="IBM Plex Sans Regular"/>
                  </a:defRPr>
                </a:pPr>
                <a:endParaRPr sz="1600"/>
              </a:p>
            </p:txBody>
          </p:sp>
          <p:sp>
            <p:nvSpPr>
              <p:cNvPr id="768" name="Straight Connector 66"/>
              <p:cNvSpPr/>
              <p:nvPr/>
            </p:nvSpPr>
            <p:spPr>
              <a:xfrm flipH="1">
                <a:off x="0" y="2331722"/>
                <a:ext cx="91445" cy="2"/>
              </a:xfrm>
              <a:prstGeom prst="line">
                <a:avLst/>
              </a:prstGeom>
              <a:noFill/>
              <a:ln w="3175" cap="flat">
                <a:solidFill>
                  <a:srgbClr val="BEBEBE"/>
                </a:solidFill>
                <a:prstDash val="solid"/>
                <a:round/>
              </a:ln>
              <a:effectLst/>
            </p:spPr>
            <p:txBody>
              <a:bodyPr wrap="square" lIns="34289" tIns="34289" rIns="34289" bIns="34289" numCol="1" anchor="t">
                <a:noAutofit/>
              </a:bodyPr>
              <a:lstStyle/>
              <a:p>
                <a:pPr defTabSz="914377">
                  <a:defRPr sz="1200">
                    <a:solidFill>
                      <a:srgbClr val="000000"/>
                    </a:solidFill>
                    <a:latin typeface="IBM Plex Sans Regular"/>
                    <a:ea typeface="IBM Plex Sans Regular"/>
                    <a:cs typeface="IBM Plex Sans Regular"/>
                    <a:sym typeface="IBM Plex Sans Regular"/>
                  </a:defRPr>
                </a:pPr>
                <a:endParaRPr sz="1600"/>
              </a:p>
            </p:txBody>
          </p:sp>
          <p:sp>
            <p:nvSpPr>
              <p:cNvPr id="769" name="Straight Connector 67"/>
              <p:cNvSpPr/>
              <p:nvPr/>
            </p:nvSpPr>
            <p:spPr>
              <a:xfrm flipH="1">
                <a:off x="0" y="2971803"/>
                <a:ext cx="91445" cy="2"/>
              </a:xfrm>
              <a:prstGeom prst="line">
                <a:avLst/>
              </a:prstGeom>
              <a:noFill/>
              <a:ln w="3175" cap="flat">
                <a:solidFill>
                  <a:srgbClr val="BEBEBE"/>
                </a:solidFill>
                <a:prstDash val="solid"/>
                <a:round/>
              </a:ln>
              <a:effectLst/>
            </p:spPr>
            <p:txBody>
              <a:bodyPr wrap="square" lIns="34289" tIns="34289" rIns="34289" bIns="34289" numCol="1" anchor="t">
                <a:noAutofit/>
              </a:bodyPr>
              <a:lstStyle/>
              <a:p>
                <a:pPr defTabSz="914377">
                  <a:defRPr sz="1200">
                    <a:solidFill>
                      <a:srgbClr val="000000"/>
                    </a:solidFill>
                    <a:latin typeface="IBM Plex Sans Regular"/>
                    <a:ea typeface="IBM Plex Sans Regular"/>
                    <a:cs typeface="IBM Plex Sans Regular"/>
                    <a:sym typeface="IBM Plex Sans Regular"/>
                  </a:defRPr>
                </a:pPr>
                <a:endParaRPr sz="1600"/>
              </a:p>
            </p:txBody>
          </p:sp>
          <p:sp>
            <p:nvSpPr>
              <p:cNvPr id="770" name="Straight Connector 68"/>
              <p:cNvSpPr/>
              <p:nvPr/>
            </p:nvSpPr>
            <p:spPr>
              <a:xfrm flipH="1">
                <a:off x="0" y="3611883"/>
                <a:ext cx="91445" cy="2"/>
              </a:xfrm>
              <a:prstGeom prst="line">
                <a:avLst/>
              </a:prstGeom>
              <a:noFill/>
              <a:ln w="3175" cap="flat">
                <a:solidFill>
                  <a:srgbClr val="BEBEBE"/>
                </a:solidFill>
                <a:prstDash val="solid"/>
                <a:round/>
              </a:ln>
              <a:effectLst/>
            </p:spPr>
            <p:txBody>
              <a:bodyPr wrap="square" lIns="34289" tIns="34289" rIns="34289" bIns="34289" numCol="1" anchor="t">
                <a:noAutofit/>
              </a:bodyPr>
              <a:lstStyle/>
              <a:p>
                <a:pPr defTabSz="914377">
                  <a:defRPr sz="1200">
                    <a:solidFill>
                      <a:srgbClr val="000000"/>
                    </a:solidFill>
                    <a:latin typeface="IBM Plex Sans Regular"/>
                    <a:ea typeface="IBM Plex Sans Regular"/>
                    <a:cs typeface="IBM Plex Sans Regular"/>
                    <a:sym typeface="IBM Plex Sans Regular"/>
                  </a:defRPr>
                </a:pPr>
                <a:endParaRPr sz="1600"/>
              </a:p>
            </p:txBody>
          </p:sp>
          <p:sp>
            <p:nvSpPr>
              <p:cNvPr id="771" name="Straight Connector 69"/>
              <p:cNvSpPr/>
              <p:nvPr/>
            </p:nvSpPr>
            <p:spPr>
              <a:xfrm flipH="1">
                <a:off x="0" y="4256537"/>
                <a:ext cx="91445" cy="3"/>
              </a:xfrm>
              <a:prstGeom prst="line">
                <a:avLst/>
              </a:prstGeom>
              <a:noFill/>
              <a:ln w="3175" cap="flat">
                <a:solidFill>
                  <a:srgbClr val="BEBEBE"/>
                </a:solidFill>
                <a:prstDash val="solid"/>
                <a:round/>
              </a:ln>
              <a:effectLst/>
            </p:spPr>
            <p:txBody>
              <a:bodyPr wrap="square" lIns="34289" tIns="34289" rIns="34289" bIns="34289" numCol="1" anchor="t">
                <a:noAutofit/>
              </a:bodyPr>
              <a:lstStyle/>
              <a:p>
                <a:pPr defTabSz="914377">
                  <a:defRPr sz="1200">
                    <a:solidFill>
                      <a:srgbClr val="000000"/>
                    </a:solidFill>
                    <a:latin typeface="IBM Plex Sans Regular"/>
                    <a:ea typeface="IBM Plex Sans Regular"/>
                    <a:cs typeface="IBM Plex Sans Regular"/>
                    <a:sym typeface="IBM Plex Sans Regular"/>
                  </a:defRPr>
                </a:pPr>
                <a:endParaRPr sz="1600"/>
              </a:p>
            </p:txBody>
          </p:sp>
          <p:sp>
            <p:nvSpPr>
              <p:cNvPr id="772" name="Straight Connector 70"/>
              <p:cNvSpPr/>
              <p:nvPr/>
            </p:nvSpPr>
            <p:spPr>
              <a:xfrm flipH="1" flipV="1">
                <a:off x="0" y="0"/>
                <a:ext cx="91445" cy="2"/>
              </a:xfrm>
              <a:prstGeom prst="line">
                <a:avLst/>
              </a:prstGeom>
              <a:noFill/>
              <a:ln w="3175" cap="flat">
                <a:solidFill>
                  <a:srgbClr val="BEBEBE"/>
                </a:solidFill>
                <a:prstDash val="solid"/>
                <a:round/>
              </a:ln>
              <a:effectLst/>
            </p:spPr>
            <p:txBody>
              <a:bodyPr wrap="square" lIns="34289" tIns="34289" rIns="34289" bIns="34289" numCol="1" anchor="t">
                <a:noAutofit/>
              </a:bodyPr>
              <a:lstStyle/>
              <a:p>
                <a:pPr defTabSz="914377">
                  <a:defRPr sz="1200">
                    <a:solidFill>
                      <a:srgbClr val="000000"/>
                    </a:solidFill>
                    <a:latin typeface="IBM Plex Sans Regular"/>
                    <a:ea typeface="IBM Plex Sans Regular"/>
                    <a:cs typeface="IBM Plex Sans Regular"/>
                    <a:sym typeface="IBM Plex Sans Regular"/>
                  </a:defRPr>
                </a:pPr>
                <a:endParaRPr sz="1600"/>
              </a:p>
            </p:txBody>
          </p:sp>
          <p:sp>
            <p:nvSpPr>
              <p:cNvPr id="773" name="Straight Connector 71"/>
              <p:cNvSpPr/>
              <p:nvPr/>
            </p:nvSpPr>
            <p:spPr>
              <a:xfrm flipH="1">
                <a:off x="0" y="4663445"/>
                <a:ext cx="91445" cy="3"/>
              </a:xfrm>
              <a:prstGeom prst="line">
                <a:avLst/>
              </a:prstGeom>
              <a:noFill/>
              <a:ln w="3175" cap="flat">
                <a:solidFill>
                  <a:srgbClr val="BEBEBE"/>
                </a:solidFill>
                <a:prstDash val="solid"/>
                <a:round/>
              </a:ln>
              <a:effectLst/>
            </p:spPr>
            <p:txBody>
              <a:bodyPr wrap="square" lIns="34289" tIns="34289" rIns="34289" bIns="34289" numCol="1" anchor="t">
                <a:noAutofit/>
              </a:bodyPr>
              <a:lstStyle/>
              <a:p>
                <a:pPr defTabSz="914377">
                  <a:defRPr sz="1200">
                    <a:solidFill>
                      <a:srgbClr val="000000"/>
                    </a:solidFill>
                    <a:latin typeface="IBM Plex Sans Regular"/>
                    <a:ea typeface="IBM Plex Sans Regular"/>
                    <a:cs typeface="IBM Plex Sans Regular"/>
                    <a:sym typeface="IBM Plex Sans Regular"/>
                  </a:defRPr>
                </a:pPr>
                <a:endParaRPr sz="1600"/>
              </a:p>
            </p:txBody>
          </p:sp>
        </p:grpSp>
      </p:grpSp>
      <p:sp>
        <p:nvSpPr>
          <p:cNvPr id="776" name="Title Text"/>
          <p:cNvSpPr txBox="1">
            <a:spLocks noGrp="1"/>
          </p:cNvSpPr>
          <p:nvPr>
            <p:ph type="title"/>
          </p:nvPr>
        </p:nvSpPr>
        <p:spPr>
          <a:xfrm>
            <a:off x="280418" y="268224"/>
            <a:ext cx="5522887" cy="5726179"/>
          </a:xfrm>
          <a:prstGeom prst="rect">
            <a:avLst/>
          </a:prstGeom>
        </p:spPr>
        <p:txBody>
          <a:bodyPr>
            <a:normAutofit/>
          </a:bodyPr>
          <a:lstStyle>
            <a:lvl1pPr defTabSz="1219139">
              <a:defRPr sz="3200">
                <a:latin typeface="+mn-lt"/>
                <a:ea typeface="+mn-ea"/>
                <a:cs typeface="+mn-cs"/>
                <a:sym typeface="IBM Plex Sans"/>
              </a:defRPr>
            </a:lvl1pPr>
          </a:lstStyle>
          <a:p>
            <a:r>
              <a:t>Title Text</a:t>
            </a:r>
          </a:p>
        </p:txBody>
      </p:sp>
      <p:sp>
        <p:nvSpPr>
          <p:cNvPr id="777" name="Black rectangle"/>
          <p:cNvSpPr/>
          <p:nvPr/>
        </p:nvSpPr>
        <p:spPr>
          <a:xfrm>
            <a:off x="6096000" y="0"/>
            <a:ext cx="6096000" cy="6858000"/>
          </a:xfrm>
          <a:prstGeom prst="rect">
            <a:avLst/>
          </a:prstGeom>
          <a:solidFill>
            <a:srgbClr val="000000"/>
          </a:solidFill>
          <a:ln w="12700">
            <a:miter lim="400000"/>
          </a:ln>
        </p:spPr>
        <p:txBody>
          <a:bodyPr lIns="35999" tIns="35999" rIns="35999" bIns="35999" anchor="ctr"/>
          <a:lstStyle/>
          <a:p>
            <a:pPr algn="ctr" defTabSz="914377">
              <a:defRPr sz="1200">
                <a:latin typeface="+mn-lt"/>
                <a:ea typeface="+mn-ea"/>
                <a:cs typeface="+mn-cs"/>
                <a:sym typeface="IBM Plex Sans"/>
              </a:defRPr>
            </a:pPr>
            <a:endParaRPr sz="1600"/>
          </a:p>
        </p:txBody>
      </p:sp>
      <p:sp>
        <p:nvSpPr>
          <p:cNvPr id="778" name="Body Level One…"/>
          <p:cNvSpPr txBox="1">
            <a:spLocks noGrp="1"/>
          </p:cNvSpPr>
          <p:nvPr>
            <p:ph type="body" sz="half" idx="1"/>
          </p:nvPr>
        </p:nvSpPr>
        <p:spPr>
          <a:xfrm>
            <a:off x="6388605" y="268224"/>
            <a:ext cx="5498596" cy="5726179"/>
          </a:xfrm>
          <a:prstGeom prst="rect">
            <a:avLst/>
          </a:prstGeom>
        </p:spPr>
        <p:txBody>
          <a:bodyPr>
            <a:normAutofit/>
          </a:bodyPr>
          <a:lstStyle>
            <a:lvl1pPr defTabSz="1219139">
              <a:spcBef>
                <a:spcPts val="1333"/>
              </a:spcBef>
              <a:defRPr sz="1600">
                <a:solidFill>
                  <a:srgbClr val="FFFFFF"/>
                </a:solidFill>
                <a:latin typeface="+mn-lt"/>
                <a:ea typeface="+mn-ea"/>
                <a:cs typeface="+mn-cs"/>
                <a:sym typeface="IBM Plex Sans"/>
              </a:defRPr>
            </a:lvl1pPr>
            <a:lvl2pPr marL="201838" indent="-205899" defTabSz="1219139">
              <a:spcBef>
                <a:spcPts val="1333"/>
              </a:spcBef>
              <a:defRPr sz="1600">
                <a:solidFill>
                  <a:srgbClr val="FFFFFF"/>
                </a:solidFill>
                <a:latin typeface="+mn-lt"/>
                <a:ea typeface="+mn-ea"/>
                <a:cs typeface="+mn-cs"/>
                <a:sym typeface="IBM Plex Sans"/>
              </a:defRPr>
            </a:lvl2pPr>
            <a:lvl3pPr marL="506626" indent="-205899" defTabSz="1219139">
              <a:spcBef>
                <a:spcPts val="1333"/>
              </a:spcBef>
              <a:defRPr sz="1600">
                <a:solidFill>
                  <a:srgbClr val="FFFFFF"/>
                </a:solidFill>
                <a:latin typeface="+mn-lt"/>
                <a:ea typeface="+mn-ea"/>
                <a:cs typeface="+mn-cs"/>
                <a:sym typeface="IBM Plex Sans"/>
              </a:defRPr>
            </a:lvl3pPr>
            <a:lvl4pPr marL="1014605" indent="-205898" defTabSz="1219139">
              <a:spcBef>
                <a:spcPts val="1333"/>
              </a:spcBef>
              <a:defRPr sz="1600">
                <a:solidFill>
                  <a:srgbClr val="FFFFFF"/>
                </a:solidFill>
                <a:latin typeface="+mn-lt"/>
                <a:ea typeface="+mn-ea"/>
                <a:cs typeface="+mn-cs"/>
                <a:sym typeface="IBM Plex Sans"/>
              </a:defRPr>
            </a:lvl4pPr>
            <a:lvl5pPr marL="1325040" indent="-205898" defTabSz="1219139">
              <a:spcBef>
                <a:spcPts val="1333"/>
              </a:spcBef>
              <a:defRPr sz="1600">
                <a:solidFill>
                  <a:srgbClr val="FFFFFF"/>
                </a:solidFill>
                <a:latin typeface="+mn-lt"/>
                <a:ea typeface="+mn-ea"/>
                <a:cs typeface="+mn-cs"/>
                <a:sym typeface="IBM Plex Sans"/>
              </a:defRPr>
            </a:lvl5pPr>
          </a:lstStyle>
          <a:p>
            <a:r>
              <a:t>Body Level One</a:t>
            </a:r>
          </a:p>
          <a:p>
            <a:pPr lvl="1"/>
            <a:r>
              <a:t>Body Level Two</a:t>
            </a:r>
          </a:p>
          <a:p>
            <a:pPr lvl="2"/>
            <a:r>
              <a:t>Body Level Three</a:t>
            </a:r>
          </a:p>
          <a:p>
            <a:pPr lvl="3"/>
            <a:r>
              <a:t>Body Level Four</a:t>
            </a:r>
          </a:p>
          <a:p>
            <a:pPr lvl="4"/>
            <a:r>
              <a:t>Body Level Five</a:t>
            </a:r>
          </a:p>
        </p:txBody>
      </p:sp>
      <p:sp>
        <p:nvSpPr>
          <p:cNvPr id="779" name="Slide Number"/>
          <p:cNvSpPr txBox="1">
            <a:spLocks noGrp="1"/>
          </p:cNvSpPr>
          <p:nvPr>
            <p:ph type="sldNum" sz="quarter" idx="2"/>
          </p:nvPr>
        </p:nvSpPr>
        <p:spPr>
          <a:xfrm>
            <a:off x="11752462" y="6433438"/>
            <a:ext cx="134652" cy="123111"/>
          </a:xfrm>
          <a:prstGeom prst="rect">
            <a:avLst/>
          </a:prstGeom>
        </p:spPr>
        <p:txBody>
          <a:bodyPr/>
          <a:lstStyle>
            <a:lvl1pPr defTabSz="914597">
              <a:defRPr>
                <a:solidFill>
                  <a:srgbClr val="FFFFFF"/>
                </a:solidFill>
              </a:defRPr>
            </a:lvl1pPr>
          </a:lstStyle>
          <a:p>
            <a:fld id="{86CB4B4D-7CA3-9044-876B-883B54F8677D}" type="slidenum">
              <a:rPr/>
              <a:t>‹#›</a:t>
            </a:fld>
            <a:endParaRPr/>
          </a:p>
        </p:txBody>
      </p:sp>
    </p:spTree>
    <p:extLst>
      <p:ext uri="{BB962C8B-B14F-4D97-AF65-F5344CB8AC3E}">
        <p14:creationId xmlns:p14="http://schemas.microsoft.com/office/powerpoint/2010/main" val="2035705708"/>
      </p:ext>
    </p:extLst>
  </p:cSld>
  <p:clrMapOvr>
    <a:masterClrMapping/>
  </p:clrMapOvr>
  <p:transition spd="med"/>
</p:sldLayout>
</file>

<file path=ppt/slideLayouts/slideLayout181.xml><?xml version="1.0" encoding="utf-8"?>
<p:sldLayout xmlns:a="http://schemas.openxmlformats.org/drawingml/2006/main" xmlns:r="http://schemas.openxmlformats.org/officeDocument/2006/relationships" xmlns:p="http://schemas.openxmlformats.org/presentationml/2006/main" showMasterSp="0" type="tx">
  <p:cSld name="3_title, text (two columns, different text sizes)">
    <p:spTree>
      <p:nvGrpSpPr>
        <p:cNvPr id="1" name=""/>
        <p:cNvGrpSpPr/>
        <p:nvPr/>
      </p:nvGrpSpPr>
      <p:grpSpPr>
        <a:xfrm>
          <a:off x="0" y="0"/>
          <a:ext cx="0" cy="0"/>
          <a:chOff x="0" y="0"/>
          <a:chExt cx="0" cy="0"/>
        </a:xfrm>
      </p:grpSpPr>
      <p:grpSp>
        <p:nvGrpSpPr>
          <p:cNvPr id="830" name="Group 58"/>
          <p:cNvGrpSpPr/>
          <p:nvPr/>
        </p:nvGrpSpPr>
        <p:grpSpPr>
          <a:xfrm>
            <a:off x="-146307" y="-146474"/>
            <a:ext cx="12485633" cy="7152647"/>
            <a:chOff x="0" y="0"/>
            <a:chExt cx="9364223" cy="5364483"/>
          </a:xfrm>
        </p:grpSpPr>
        <p:grpSp>
          <p:nvGrpSpPr>
            <p:cNvPr id="797" name="Group 59"/>
            <p:cNvGrpSpPr/>
            <p:nvPr/>
          </p:nvGrpSpPr>
          <p:grpSpPr>
            <a:xfrm>
              <a:off x="338963" y="0"/>
              <a:ext cx="8686737" cy="91443"/>
              <a:chOff x="0" y="0"/>
              <a:chExt cx="8686735" cy="91441"/>
            </a:xfrm>
          </p:grpSpPr>
          <p:sp>
            <p:nvSpPr>
              <p:cNvPr id="786" name="Straight Connector 92"/>
              <p:cNvSpPr/>
              <p:nvPr/>
            </p:nvSpPr>
            <p:spPr>
              <a:xfrm flipV="1">
                <a:off x="-1" y="0"/>
                <a:ext cx="2" cy="91443"/>
              </a:xfrm>
              <a:prstGeom prst="line">
                <a:avLst/>
              </a:prstGeom>
              <a:noFill/>
              <a:ln w="3175" cap="flat">
                <a:solidFill>
                  <a:srgbClr val="BEBEBE"/>
                </a:solidFill>
                <a:prstDash val="solid"/>
                <a:round/>
              </a:ln>
              <a:effectLst/>
            </p:spPr>
            <p:txBody>
              <a:bodyPr wrap="square" lIns="34289" tIns="34289" rIns="34289" bIns="34289" numCol="1" anchor="t">
                <a:noAutofit/>
              </a:bodyPr>
              <a:lstStyle/>
              <a:p>
                <a:pPr defTabSz="914377">
                  <a:defRPr sz="1200">
                    <a:solidFill>
                      <a:srgbClr val="000000"/>
                    </a:solidFill>
                    <a:latin typeface="IBM Plex Sans Regular"/>
                    <a:ea typeface="IBM Plex Sans Regular"/>
                    <a:cs typeface="IBM Plex Sans Regular"/>
                    <a:sym typeface="IBM Plex Sans Regular"/>
                  </a:defRPr>
                </a:pPr>
                <a:endParaRPr sz="1600"/>
              </a:p>
            </p:txBody>
          </p:sp>
          <p:sp>
            <p:nvSpPr>
              <p:cNvPr id="787" name="Straight Connector 93"/>
              <p:cNvSpPr/>
              <p:nvPr/>
            </p:nvSpPr>
            <p:spPr>
              <a:xfrm flipV="1">
                <a:off x="1828800" y="0"/>
                <a:ext cx="2" cy="91443"/>
              </a:xfrm>
              <a:prstGeom prst="line">
                <a:avLst/>
              </a:prstGeom>
              <a:noFill/>
              <a:ln w="3175" cap="flat">
                <a:solidFill>
                  <a:srgbClr val="BEBEBE"/>
                </a:solidFill>
                <a:prstDash val="solid"/>
                <a:round/>
              </a:ln>
              <a:effectLst/>
            </p:spPr>
            <p:txBody>
              <a:bodyPr wrap="square" lIns="34289" tIns="34289" rIns="34289" bIns="34289" numCol="1" anchor="t">
                <a:noAutofit/>
              </a:bodyPr>
              <a:lstStyle/>
              <a:p>
                <a:pPr defTabSz="914377">
                  <a:defRPr sz="1200">
                    <a:solidFill>
                      <a:srgbClr val="000000"/>
                    </a:solidFill>
                    <a:latin typeface="IBM Plex Sans Regular"/>
                    <a:ea typeface="IBM Plex Sans Regular"/>
                    <a:cs typeface="IBM Plex Sans Regular"/>
                    <a:sym typeface="IBM Plex Sans Regular"/>
                  </a:defRPr>
                </a:pPr>
                <a:endParaRPr sz="1600"/>
              </a:p>
            </p:txBody>
          </p:sp>
          <p:sp>
            <p:nvSpPr>
              <p:cNvPr id="788" name="Straight Connector 94"/>
              <p:cNvSpPr/>
              <p:nvPr/>
            </p:nvSpPr>
            <p:spPr>
              <a:xfrm flipV="1">
                <a:off x="2057400" y="0"/>
                <a:ext cx="2" cy="91443"/>
              </a:xfrm>
              <a:prstGeom prst="line">
                <a:avLst/>
              </a:prstGeom>
              <a:noFill/>
              <a:ln w="3175" cap="flat">
                <a:solidFill>
                  <a:srgbClr val="BEBEBE"/>
                </a:solidFill>
                <a:prstDash val="solid"/>
                <a:round/>
              </a:ln>
              <a:effectLst/>
            </p:spPr>
            <p:txBody>
              <a:bodyPr wrap="square" lIns="34289" tIns="34289" rIns="34289" bIns="34289" numCol="1" anchor="t">
                <a:noAutofit/>
              </a:bodyPr>
              <a:lstStyle/>
              <a:p>
                <a:pPr defTabSz="914377">
                  <a:defRPr sz="1200">
                    <a:solidFill>
                      <a:srgbClr val="000000"/>
                    </a:solidFill>
                    <a:latin typeface="IBM Plex Sans Regular"/>
                    <a:ea typeface="IBM Plex Sans Regular"/>
                    <a:cs typeface="IBM Plex Sans Regular"/>
                    <a:sym typeface="IBM Plex Sans Regular"/>
                  </a:defRPr>
                </a:pPr>
                <a:endParaRPr sz="1600"/>
              </a:p>
            </p:txBody>
          </p:sp>
          <p:sp>
            <p:nvSpPr>
              <p:cNvPr id="789" name="Straight Connector 95"/>
              <p:cNvSpPr/>
              <p:nvPr/>
            </p:nvSpPr>
            <p:spPr>
              <a:xfrm flipV="1">
                <a:off x="2286000" y="0"/>
                <a:ext cx="2" cy="91443"/>
              </a:xfrm>
              <a:prstGeom prst="line">
                <a:avLst/>
              </a:prstGeom>
              <a:noFill/>
              <a:ln w="3175" cap="flat">
                <a:solidFill>
                  <a:srgbClr val="BEBEBE"/>
                </a:solidFill>
                <a:prstDash val="solid"/>
                <a:round/>
              </a:ln>
              <a:effectLst/>
            </p:spPr>
            <p:txBody>
              <a:bodyPr wrap="square" lIns="34289" tIns="34289" rIns="34289" bIns="34289" numCol="1" anchor="t">
                <a:noAutofit/>
              </a:bodyPr>
              <a:lstStyle/>
              <a:p>
                <a:pPr defTabSz="914377">
                  <a:defRPr sz="1200">
                    <a:solidFill>
                      <a:srgbClr val="000000"/>
                    </a:solidFill>
                    <a:latin typeface="IBM Plex Sans Regular"/>
                    <a:ea typeface="IBM Plex Sans Regular"/>
                    <a:cs typeface="IBM Plex Sans Regular"/>
                    <a:sym typeface="IBM Plex Sans Regular"/>
                  </a:defRPr>
                </a:pPr>
                <a:endParaRPr sz="1600"/>
              </a:p>
            </p:txBody>
          </p:sp>
          <p:sp>
            <p:nvSpPr>
              <p:cNvPr id="790" name="Straight Connector 96"/>
              <p:cNvSpPr/>
              <p:nvPr/>
            </p:nvSpPr>
            <p:spPr>
              <a:xfrm flipV="1">
                <a:off x="4114800" y="0"/>
                <a:ext cx="2" cy="91443"/>
              </a:xfrm>
              <a:prstGeom prst="line">
                <a:avLst/>
              </a:prstGeom>
              <a:noFill/>
              <a:ln w="3175" cap="flat">
                <a:solidFill>
                  <a:srgbClr val="BEBEBE"/>
                </a:solidFill>
                <a:prstDash val="solid"/>
                <a:round/>
              </a:ln>
              <a:effectLst/>
            </p:spPr>
            <p:txBody>
              <a:bodyPr wrap="square" lIns="34289" tIns="34289" rIns="34289" bIns="34289" numCol="1" anchor="t">
                <a:noAutofit/>
              </a:bodyPr>
              <a:lstStyle/>
              <a:p>
                <a:pPr defTabSz="914377">
                  <a:defRPr sz="1200">
                    <a:solidFill>
                      <a:srgbClr val="000000"/>
                    </a:solidFill>
                    <a:latin typeface="IBM Plex Sans Regular"/>
                    <a:ea typeface="IBM Plex Sans Regular"/>
                    <a:cs typeface="IBM Plex Sans Regular"/>
                    <a:sym typeface="IBM Plex Sans Regular"/>
                  </a:defRPr>
                </a:pPr>
                <a:endParaRPr sz="1600"/>
              </a:p>
            </p:txBody>
          </p:sp>
          <p:sp>
            <p:nvSpPr>
              <p:cNvPr id="791" name="Straight Connector 97"/>
              <p:cNvSpPr/>
              <p:nvPr/>
            </p:nvSpPr>
            <p:spPr>
              <a:xfrm flipV="1">
                <a:off x="4343400" y="0"/>
                <a:ext cx="2" cy="91443"/>
              </a:xfrm>
              <a:prstGeom prst="line">
                <a:avLst/>
              </a:prstGeom>
              <a:noFill/>
              <a:ln w="3175" cap="flat">
                <a:solidFill>
                  <a:srgbClr val="BEBEBE"/>
                </a:solidFill>
                <a:prstDash val="solid"/>
                <a:round/>
              </a:ln>
              <a:effectLst/>
            </p:spPr>
            <p:txBody>
              <a:bodyPr wrap="square" lIns="34289" tIns="34289" rIns="34289" bIns="34289" numCol="1" anchor="t">
                <a:noAutofit/>
              </a:bodyPr>
              <a:lstStyle/>
              <a:p>
                <a:pPr defTabSz="914377">
                  <a:defRPr sz="1200">
                    <a:solidFill>
                      <a:srgbClr val="000000"/>
                    </a:solidFill>
                    <a:latin typeface="IBM Plex Sans Regular"/>
                    <a:ea typeface="IBM Plex Sans Regular"/>
                    <a:cs typeface="IBM Plex Sans Regular"/>
                    <a:sym typeface="IBM Plex Sans Regular"/>
                  </a:defRPr>
                </a:pPr>
                <a:endParaRPr sz="1600"/>
              </a:p>
            </p:txBody>
          </p:sp>
          <p:sp>
            <p:nvSpPr>
              <p:cNvPr id="792" name="Straight Connector 98"/>
              <p:cNvSpPr/>
              <p:nvPr/>
            </p:nvSpPr>
            <p:spPr>
              <a:xfrm flipV="1">
                <a:off x="4572000" y="0"/>
                <a:ext cx="2" cy="91443"/>
              </a:xfrm>
              <a:prstGeom prst="line">
                <a:avLst/>
              </a:prstGeom>
              <a:noFill/>
              <a:ln w="3175" cap="flat">
                <a:solidFill>
                  <a:srgbClr val="BEBEBE"/>
                </a:solidFill>
                <a:prstDash val="solid"/>
                <a:round/>
              </a:ln>
              <a:effectLst/>
            </p:spPr>
            <p:txBody>
              <a:bodyPr wrap="square" lIns="34289" tIns="34289" rIns="34289" bIns="34289" numCol="1" anchor="t">
                <a:noAutofit/>
              </a:bodyPr>
              <a:lstStyle/>
              <a:p>
                <a:pPr defTabSz="914377">
                  <a:defRPr sz="1200">
                    <a:solidFill>
                      <a:srgbClr val="000000"/>
                    </a:solidFill>
                    <a:latin typeface="IBM Plex Sans Regular"/>
                    <a:ea typeface="IBM Plex Sans Regular"/>
                    <a:cs typeface="IBM Plex Sans Regular"/>
                    <a:sym typeface="IBM Plex Sans Regular"/>
                  </a:defRPr>
                </a:pPr>
                <a:endParaRPr sz="1600"/>
              </a:p>
            </p:txBody>
          </p:sp>
          <p:sp>
            <p:nvSpPr>
              <p:cNvPr id="793" name="Straight Connector 99"/>
              <p:cNvSpPr/>
              <p:nvPr/>
            </p:nvSpPr>
            <p:spPr>
              <a:xfrm flipV="1">
                <a:off x="6400800" y="0"/>
                <a:ext cx="2" cy="91443"/>
              </a:xfrm>
              <a:prstGeom prst="line">
                <a:avLst/>
              </a:prstGeom>
              <a:noFill/>
              <a:ln w="3175" cap="flat">
                <a:solidFill>
                  <a:srgbClr val="BEBEBE"/>
                </a:solidFill>
                <a:prstDash val="solid"/>
                <a:round/>
              </a:ln>
              <a:effectLst/>
            </p:spPr>
            <p:txBody>
              <a:bodyPr wrap="square" lIns="34289" tIns="34289" rIns="34289" bIns="34289" numCol="1" anchor="t">
                <a:noAutofit/>
              </a:bodyPr>
              <a:lstStyle/>
              <a:p>
                <a:pPr defTabSz="914377">
                  <a:defRPr sz="1200">
                    <a:solidFill>
                      <a:srgbClr val="000000"/>
                    </a:solidFill>
                    <a:latin typeface="IBM Plex Sans Regular"/>
                    <a:ea typeface="IBM Plex Sans Regular"/>
                    <a:cs typeface="IBM Plex Sans Regular"/>
                    <a:sym typeface="IBM Plex Sans Regular"/>
                  </a:defRPr>
                </a:pPr>
                <a:endParaRPr sz="1600"/>
              </a:p>
            </p:txBody>
          </p:sp>
          <p:sp>
            <p:nvSpPr>
              <p:cNvPr id="794" name="Straight Connector 100"/>
              <p:cNvSpPr/>
              <p:nvPr/>
            </p:nvSpPr>
            <p:spPr>
              <a:xfrm flipV="1">
                <a:off x="6629401" y="0"/>
                <a:ext cx="2" cy="91443"/>
              </a:xfrm>
              <a:prstGeom prst="line">
                <a:avLst/>
              </a:prstGeom>
              <a:noFill/>
              <a:ln w="3175" cap="flat">
                <a:solidFill>
                  <a:srgbClr val="BEBEBE"/>
                </a:solidFill>
                <a:prstDash val="solid"/>
                <a:round/>
              </a:ln>
              <a:effectLst/>
            </p:spPr>
            <p:txBody>
              <a:bodyPr wrap="square" lIns="34289" tIns="34289" rIns="34289" bIns="34289" numCol="1" anchor="t">
                <a:noAutofit/>
              </a:bodyPr>
              <a:lstStyle/>
              <a:p>
                <a:pPr defTabSz="914377">
                  <a:defRPr sz="1200">
                    <a:solidFill>
                      <a:srgbClr val="000000"/>
                    </a:solidFill>
                    <a:latin typeface="IBM Plex Sans Regular"/>
                    <a:ea typeface="IBM Plex Sans Regular"/>
                    <a:cs typeface="IBM Plex Sans Regular"/>
                    <a:sym typeface="IBM Plex Sans Regular"/>
                  </a:defRPr>
                </a:pPr>
                <a:endParaRPr sz="1600"/>
              </a:p>
            </p:txBody>
          </p:sp>
          <p:sp>
            <p:nvSpPr>
              <p:cNvPr id="795" name="Straight Connector 101"/>
              <p:cNvSpPr/>
              <p:nvPr/>
            </p:nvSpPr>
            <p:spPr>
              <a:xfrm flipV="1">
                <a:off x="6858001" y="0"/>
                <a:ext cx="2" cy="91443"/>
              </a:xfrm>
              <a:prstGeom prst="line">
                <a:avLst/>
              </a:prstGeom>
              <a:noFill/>
              <a:ln w="3175" cap="flat">
                <a:solidFill>
                  <a:srgbClr val="BEBEBE"/>
                </a:solidFill>
                <a:prstDash val="solid"/>
                <a:round/>
              </a:ln>
              <a:effectLst/>
            </p:spPr>
            <p:txBody>
              <a:bodyPr wrap="square" lIns="34289" tIns="34289" rIns="34289" bIns="34289" numCol="1" anchor="t">
                <a:noAutofit/>
              </a:bodyPr>
              <a:lstStyle/>
              <a:p>
                <a:pPr defTabSz="914377">
                  <a:defRPr sz="1200">
                    <a:solidFill>
                      <a:srgbClr val="000000"/>
                    </a:solidFill>
                    <a:latin typeface="IBM Plex Sans Regular"/>
                    <a:ea typeface="IBM Plex Sans Regular"/>
                    <a:cs typeface="IBM Plex Sans Regular"/>
                    <a:sym typeface="IBM Plex Sans Regular"/>
                  </a:defRPr>
                </a:pPr>
                <a:endParaRPr sz="1600"/>
              </a:p>
            </p:txBody>
          </p:sp>
          <p:sp>
            <p:nvSpPr>
              <p:cNvPr id="796" name="Straight Connector 102"/>
              <p:cNvSpPr/>
              <p:nvPr/>
            </p:nvSpPr>
            <p:spPr>
              <a:xfrm flipV="1">
                <a:off x="8686734" y="0"/>
                <a:ext cx="1" cy="91443"/>
              </a:xfrm>
              <a:prstGeom prst="line">
                <a:avLst/>
              </a:prstGeom>
              <a:noFill/>
              <a:ln w="3175" cap="flat">
                <a:solidFill>
                  <a:srgbClr val="BEBEBE"/>
                </a:solidFill>
                <a:prstDash val="solid"/>
                <a:round/>
              </a:ln>
              <a:effectLst/>
            </p:spPr>
            <p:txBody>
              <a:bodyPr wrap="square" lIns="34289" tIns="34289" rIns="34289" bIns="34289" numCol="1" anchor="t">
                <a:noAutofit/>
              </a:bodyPr>
              <a:lstStyle/>
              <a:p>
                <a:pPr defTabSz="914377">
                  <a:defRPr sz="1200">
                    <a:solidFill>
                      <a:srgbClr val="000000"/>
                    </a:solidFill>
                    <a:latin typeface="IBM Plex Sans Regular"/>
                    <a:ea typeface="IBM Plex Sans Regular"/>
                    <a:cs typeface="IBM Plex Sans Regular"/>
                    <a:sym typeface="IBM Plex Sans Regular"/>
                  </a:defRPr>
                </a:pPr>
                <a:endParaRPr sz="1600"/>
              </a:p>
            </p:txBody>
          </p:sp>
        </p:grpSp>
        <p:grpSp>
          <p:nvGrpSpPr>
            <p:cNvPr id="809" name="Group 60"/>
            <p:cNvGrpSpPr/>
            <p:nvPr/>
          </p:nvGrpSpPr>
          <p:grpSpPr>
            <a:xfrm>
              <a:off x="338963" y="5273043"/>
              <a:ext cx="8686737" cy="91442"/>
              <a:chOff x="0" y="0"/>
              <a:chExt cx="8686735" cy="91441"/>
            </a:xfrm>
          </p:grpSpPr>
          <p:sp>
            <p:nvSpPr>
              <p:cNvPr id="798" name="Straight Connector 81"/>
              <p:cNvSpPr/>
              <p:nvPr/>
            </p:nvSpPr>
            <p:spPr>
              <a:xfrm flipV="1">
                <a:off x="-1" y="0"/>
                <a:ext cx="2" cy="91443"/>
              </a:xfrm>
              <a:prstGeom prst="line">
                <a:avLst/>
              </a:prstGeom>
              <a:noFill/>
              <a:ln w="3175" cap="flat">
                <a:solidFill>
                  <a:srgbClr val="BEBEBE"/>
                </a:solidFill>
                <a:prstDash val="solid"/>
                <a:round/>
              </a:ln>
              <a:effectLst/>
            </p:spPr>
            <p:txBody>
              <a:bodyPr wrap="square" lIns="34289" tIns="34289" rIns="34289" bIns="34289" numCol="1" anchor="t">
                <a:noAutofit/>
              </a:bodyPr>
              <a:lstStyle/>
              <a:p>
                <a:pPr defTabSz="914377">
                  <a:defRPr sz="1200">
                    <a:solidFill>
                      <a:srgbClr val="000000"/>
                    </a:solidFill>
                    <a:latin typeface="IBM Plex Sans Regular"/>
                    <a:ea typeface="IBM Plex Sans Regular"/>
                    <a:cs typeface="IBM Plex Sans Regular"/>
                    <a:sym typeface="IBM Plex Sans Regular"/>
                  </a:defRPr>
                </a:pPr>
                <a:endParaRPr sz="1600"/>
              </a:p>
            </p:txBody>
          </p:sp>
          <p:sp>
            <p:nvSpPr>
              <p:cNvPr id="799" name="Straight Connector 82"/>
              <p:cNvSpPr/>
              <p:nvPr/>
            </p:nvSpPr>
            <p:spPr>
              <a:xfrm flipV="1">
                <a:off x="1828800" y="0"/>
                <a:ext cx="2" cy="91443"/>
              </a:xfrm>
              <a:prstGeom prst="line">
                <a:avLst/>
              </a:prstGeom>
              <a:noFill/>
              <a:ln w="3175" cap="flat">
                <a:solidFill>
                  <a:srgbClr val="BEBEBE"/>
                </a:solidFill>
                <a:prstDash val="solid"/>
                <a:round/>
              </a:ln>
              <a:effectLst/>
            </p:spPr>
            <p:txBody>
              <a:bodyPr wrap="square" lIns="34289" tIns="34289" rIns="34289" bIns="34289" numCol="1" anchor="t">
                <a:noAutofit/>
              </a:bodyPr>
              <a:lstStyle/>
              <a:p>
                <a:pPr defTabSz="914377">
                  <a:defRPr sz="1200">
                    <a:solidFill>
                      <a:srgbClr val="000000"/>
                    </a:solidFill>
                    <a:latin typeface="IBM Plex Sans Regular"/>
                    <a:ea typeface="IBM Plex Sans Regular"/>
                    <a:cs typeface="IBM Plex Sans Regular"/>
                    <a:sym typeface="IBM Plex Sans Regular"/>
                  </a:defRPr>
                </a:pPr>
                <a:endParaRPr sz="1600"/>
              </a:p>
            </p:txBody>
          </p:sp>
          <p:sp>
            <p:nvSpPr>
              <p:cNvPr id="800" name="Straight Connector 83"/>
              <p:cNvSpPr/>
              <p:nvPr/>
            </p:nvSpPr>
            <p:spPr>
              <a:xfrm flipV="1">
                <a:off x="2057400" y="0"/>
                <a:ext cx="2" cy="91443"/>
              </a:xfrm>
              <a:prstGeom prst="line">
                <a:avLst/>
              </a:prstGeom>
              <a:noFill/>
              <a:ln w="3175" cap="flat">
                <a:solidFill>
                  <a:srgbClr val="BEBEBE"/>
                </a:solidFill>
                <a:prstDash val="solid"/>
                <a:round/>
              </a:ln>
              <a:effectLst/>
            </p:spPr>
            <p:txBody>
              <a:bodyPr wrap="square" lIns="34289" tIns="34289" rIns="34289" bIns="34289" numCol="1" anchor="t">
                <a:noAutofit/>
              </a:bodyPr>
              <a:lstStyle/>
              <a:p>
                <a:pPr defTabSz="914377">
                  <a:defRPr sz="1200">
                    <a:solidFill>
                      <a:srgbClr val="000000"/>
                    </a:solidFill>
                    <a:latin typeface="IBM Plex Sans Regular"/>
                    <a:ea typeface="IBM Plex Sans Regular"/>
                    <a:cs typeface="IBM Plex Sans Regular"/>
                    <a:sym typeface="IBM Plex Sans Regular"/>
                  </a:defRPr>
                </a:pPr>
                <a:endParaRPr sz="1600"/>
              </a:p>
            </p:txBody>
          </p:sp>
          <p:sp>
            <p:nvSpPr>
              <p:cNvPr id="801" name="Straight Connector 84"/>
              <p:cNvSpPr/>
              <p:nvPr/>
            </p:nvSpPr>
            <p:spPr>
              <a:xfrm flipV="1">
                <a:off x="2286000" y="0"/>
                <a:ext cx="2" cy="91443"/>
              </a:xfrm>
              <a:prstGeom prst="line">
                <a:avLst/>
              </a:prstGeom>
              <a:noFill/>
              <a:ln w="3175" cap="flat">
                <a:solidFill>
                  <a:srgbClr val="BEBEBE"/>
                </a:solidFill>
                <a:prstDash val="solid"/>
                <a:round/>
              </a:ln>
              <a:effectLst/>
            </p:spPr>
            <p:txBody>
              <a:bodyPr wrap="square" lIns="34289" tIns="34289" rIns="34289" bIns="34289" numCol="1" anchor="t">
                <a:noAutofit/>
              </a:bodyPr>
              <a:lstStyle/>
              <a:p>
                <a:pPr defTabSz="914377">
                  <a:defRPr sz="1200">
                    <a:solidFill>
                      <a:srgbClr val="000000"/>
                    </a:solidFill>
                    <a:latin typeface="IBM Plex Sans Regular"/>
                    <a:ea typeface="IBM Plex Sans Regular"/>
                    <a:cs typeface="IBM Plex Sans Regular"/>
                    <a:sym typeface="IBM Plex Sans Regular"/>
                  </a:defRPr>
                </a:pPr>
                <a:endParaRPr sz="1600"/>
              </a:p>
            </p:txBody>
          </p:sp>
          <p:sp>
            <p:nvSpPr>
              <p:cNvPr id="802" name="Straight Connector 85"/>
              <p:cNvSpPr/>
              <p:nvPr/>
            </p:nvSpPr>
            <p:spPr>
              <a:xfrm flipV="1">
                <a:off x="4114800" y="0"/>
                <a:ext cx="2" cy="91443"/>
              </a:xfrm>
              <a:prstGeom prst="line">
                <a:avLst/>
              </a:prstGeom>
              <a:noFill/>
              <a:ln w="3175" cap="flat">
                <a:solidFill>
                  <a:srgbClr val="BEBEBE"/>
                </a:solidFill>
                <a:prstDash val="solid"/>
                <a:round/>
              </a:ln>
              <a:effectLst/>
            </p:spPr>
            <p:txBody>
              <a:bodyPr wrap="square" lIns="34289" tIns="34289" rIns="34289" bIns="34289" numCol="1" anchor="t">
                <a:noAutofit/>
              </a:bodyPr>
              <a:lstStyle/>
              <a:p>
                <a:pPr defTabSz="914377">
                  <a:defRPr sz="1200">
                    <a:solidFill>
                      <a:srgbClr val="000000"/>
                    </a:solidFill>
                    <a:latin typeface="IBM Plex Sans Regular"/>
                    <a:ea typeface="IBM Plex Sans Regular"/>
                    <a:cs typeface="IBM Plex Sans Regular"/>
                    <a:sym typeface="IBM Plex Sans Regular"/>
                  </a:defRPr>
                </a:pPr>
                <a:endParaRPr sz="1600"/>
              </a:p>
            </p:txBody>
          </p:sp>
          <p:sp>
            <p:nvSpPr>
              <p:cNvPr id="803" name="Straight Connector 86"/>
              <p:cNvSpPr/>
              <p:nvPr/>
            </p:nvSpPr>
            <p:spPr>
              <a:xfrm flipV="1">
                <a:off x="4343400" y="0"/>
                <a:ext cx="2" cy="91443"/>
              </a:xfrm>
              <a:prstGeom prst="line">
                <a:avLst/>
              </a:prstGeom>
              <a:noFill/>
              <a:ln w="3175" cap="flat">
                <a:solidFill>
                  <a:srgbClr val="BEBEBE"/>
                </a:solidFill>
                <a:prstDash val="solid"/>
                <a:round/>
              </a:ln>
              <a:effectLst/>
            </p:spPr>
            <p:txBody>
              <a:bodyPr wrap="square" lIns="34289" tIns="34289" rIns="34289" bIns="34289" numCol="1" anchor="t">
                <a:noAutofit/>
              </a:bodyPr>
              <a:lstStyle/>
              <a:p>
                <a:pPr defTabSz="914377">
                  <a:defRPr sz="1200">
                    <a:solidFill>
                      <a:srgbClr val="000000"/>
                    </a:solidFill>
                    <a:latin typeface="IBM Plex Sans Regular"/>
                    <a:ea typeface="IBM Plex Sans Regular"/>
                    <a:cs typeface="IBM Plex Sans Regular"/>
                    <a:sym typeface="IBM Plex Sans Regular"/>
                  </a:defRPr>
                </a:pPr>
                <a:endParaRPr sz="1600"/>
              </a:p>
            </p:txBody>
          </p:sp>
          <p:sp>
            <p:nvSpPr>
              <p:cNvPr id="804" name="Straight Connector 87"/>
              <p:cNvSpPr/>
              <p:nvPr/>
            </p:nvSpPr>
            <p:spPr>
              <a:xfrm flipV="1">
                <a:off x="4572000" y="0"/>
                <a:ext cx="2" cy="91443"/>
              </a:xfrm>
              <a:prstGeom prst="line">
                <a:avLst/>
              </a:prstGeom>
              <a:noFill/>
              <a:ln w="3175" cap="flat">
                <a:solidFill>
                  <a:srgbClr val="BEBEBE"/>
                </a:solidFill>
                <a:prstDash val="solid"/>
                <a:round/>
              </a:ln>
              <a:effectLst/>
            </p:spPr>
            <p:txBody>
              <a:bodyPr wrap="square" lIns="34289" tIns="34289" rIns="34289" bIns="34289" numCol="1" anchor="t">
                <a:noAutofit/>
              </a:bodyPr>
              <a:lstStyle/>
              <a:p>
                <a:pPr defTabSz="914377">
                  <a:defRPr sz="1200">
                    <a:solidFill>
                      <a:srgbClr val="000000"/>
                    </a:solidFill>
                    <a:latin typeface="IBM Plex Sans Regular"/>
                    <a:ea typeface="IBM Plex Sans Regular"/>
                    <a:cs typeface="IBM Plex Sans Regular"/>
                    <a:sym typeface="IBM Plex Sans Regular"/>
                  </a:defRPr>
                </a:pPr>
                <a:endParaRPr sz="1600"/>
              </a:p>
            </p:txBody>
          </p:sp>
          <p:sp>
            <p:nvSpPr>
              <p:cNvPr id="805" name="Straight Connector 88"/>
              <p:cNvSpPr/>
              <p:nvPr/>
            </p:nvSpPr>
            <p:spPr>
              <a:xfrm flipV="1">
                <a:off x="6400800" y="0"/>
                <a:ext cx="2" cy="91443"/>
              </a:xfrm>
              <a:prstGeom prst="line">
                <a:avLst/>
              </a:prstGeom>
              <a:noFill/>
              <a:ln w="3175" cap="flat">
                <a:solidFill>
                  <a:srgbClr val="BEBEBE"/>
                </a:solidFill>
                <a:prstDash val="solid"/>
                <a:round/>
              </a:ln>
              <a:effectLst/>
            </p:spPr>
            <p:txBody>
              <a:bodyPr wrap="square" lIns="34289" tIns="34289" rIns="34289" bIns="34289" numCol="1" anchor="t">
                <a:noAutofit/>
              </a:bodyPr>
              <a:lstStyle/>
              <a:p>
                <a:pPr defTabSz="914377">
                  <a:defRPr sz="1200">
                    <a:solidFill>
                      <a:srgbClr val="000000"/>
                    </a:solidFill>
                    <a:latin typeface="IBM Plex Sans Regular"/>
                    <a:ea typeface="IBM Plex Sans Regular"/>
                    <a:cs typeface="IBM Plex Sans Regular"/>
                    <a:sym typeface="IBM Plex Sans Regular"/>
                  </a:defRPr>
                </a:pPr>
                <a:endParaRPr sz="1600"/>
              </a:p>
            </p:txBody>
          </p:sp>
          <p:sp>
            <p:nvSpPr>
              <p:cNvPr id="806" name="Straight Connector 89"/>
              <p:cNvSpPr/>
              <p:nvPr/>
            </p:nvSpPr>
            <p:spPr>
              <a:xfrm flipV="1">
                <a:off x="6629401" y="0"/>
                <a:ext cx="2" cy="91443"/>
              </a:xfrm>
              <a:prstGeom prst="line">
                <a:avLst/>
              </a:prstGeom>
              <a:noFill/>
              <a:ln w="3175" cap="flat">
                <a:solidFill>
                  <a:srgbClr val="BEBEBE"/>
                </a:solidFill>
                <a:prstDash val="solid"/>
                <a:round/>
              </a:ln>
              <a:effectLst/>
            </p:spPr>
            <p:txBody>
              <a:bodyPr wrap="square" lIns="34289" tIns="34289" rIns="34289" bIns="34289" numCol="1" anchor="t">
                <a:noAutofit/>
              </a:bodyPr>
              <a:lstStyle/>
              <a:p>
                <a:pPr defTabSz="914377">
                  <a:defRPr sz="1200">
                    <a:solidFill>
                      <a:srgbClr val="000000"/>
                    </a:solidFill>
                    <a:latin typeface="IBM Plex Sans Regular"/>
                    <a:ea typeface="IBM Plex Sans Regular"/>
                    <a:cs typeface="IBM Plex Sans Regular"/>
                    <a:sym typeface="IBM Plex Sans Regular"/>
                  </a:defRPr>
                </a:pPr>
                <a:endParaRPr sz="1600"/>
              </a:p>
            </p:txBody>
          </p:sp>
          <p:sp>
            <p:nvSpPr>
              <p:cNvPr id="807" name="Straight Connector 90"/>
              <p:cNvSpPr/>
              <p:nvPr/>
            </p:nvSpPr>
            <p:spPr>
              <a:xfrm flipV="1">
                <a:off x="6858001" y="0"/>
                <a:ext cx="2" cy="91443"/>
              </a:xfrm>
              <a:prstGeom prst="line">
                <a:avLst/>
              </a:prstGeom>
              <a:noFill/>
              <a:ln w="3175" cap="flat">
                <a:solidFill>
                  <a:srgbClr val="BEBEBE"/>
                </a:solidFill>
                <a:prstDash val="solid"/>
                <a:round/>
              </a:ln>
              <a:effectLst/>
            </p:spPr>
            <p:txBody>
              <a:bodyPr wrap="square" lIns="34289" tIns="34289" rIns="34289" bIns="34289" numCol="1" anchor="t">
                <a:noAutofit/>
              </a:bodyPr>
              <a:lstStyle/>
              <a:p>
                <a:pPr defTabSz="914377">
                  <a:defRPr sz="1200">
                    <a:solidFill>
                      <a:srgbClr val="000000"/>
                    </a:solidFill>
                    <a:latin typeface="IBM Plex Sans Regular"/>
                    <a:ea typeface="IBM Plex Sans Regular"/>
                    <a:cs typeface="IBM Plex Sans Regular"/>
                    <a:sym typeface="IBM Plex Sans Regular"/>
                  </a:defRPr>
                </a:pPr>
                <a:endParaRPr sz="1600"/>
              </a:p>
            </p:txBody>
          </p:sp>
          <p:sp>
            <p:nvSpPr>
              <p:cNvPr id="808" name="Straight Connector 91"/>
              <p:cNvSpPr/>
              <p:nvPr/>
            </p:nvSpPr>
            <p:spPr>
              <a:xfrm flipV="1">
                <a:off x="8686734" y="0"/>
                <a:ext cx="1" cy="91443"/>
              </a:xfrm>
              <a:prstGeom prst="line">
                <a:avLst/>
              </a:prstGeom>
              <a:noFill/>
              <a:ln w="3175" cap="flat">
                <a:solidFill>
                  <a:srgbClr val="BEBEBE"/>
                </a:solidFill>
                <a:prstDash val="solid"/>
                <a:round/>
              </a:ln>
              <a:effectLst/>
            </p:spPr>
            <p:txBody>
              <a:bodyPr wrap="square" lIns="34289" tIns="34289" rIns="34289" bIns="34289" numCol="1" anchor="t">
                <a:noAutofit/>
              </a:bodyPr>
              <a:lstStyle/>
              <a:p>
                <a:pPr defTabSz="914377">
                  <a:defRPr sz="1200">
                    <a:solidFill>
                      <a:srgbClr val="000000"/>
                    </a:solidFill>
                    <a:latin typeface="IBM Plex Sans Regular"/>
                    <a:ea typeface="IBM Plex Sans Regular"/>
                    <a:cs typeface="IBM Plex Sans Regular"/>
                    <a:sym typeface="IBM Plex Sans Regular"/>
                  </a:defRPr>
                </a:pPr>
                <a:endParaRPr sz="1600"/>
              </a:p>
            </p:txBody>
          </p:sp>
        </p:grpSp>
        <p:grpSp>
          <p:nvGrpSpPr>
            <p:cNvPr id="819" name="Group 61"/>
            <p:cNvGrpSpPr/>
            <p:nvPr/>
          </p:nvGrpSpPr>
          <p:grpSpPr>
            <a:xfrm>
              <a:off x="0" y="347598"/>
              <a:ext cx="91442" cy="4664460"/>
              <a:chOff x="0" y="0"/>
              <a:chExt cx="91441" cy="4664458"/>
            </a:xfrm>
          </p:grpSpPr>
          <p:sp>
            <p:nvSpPr>
              <p:cNvPr id="810" name="Straight Connector 72"/>
              <p:cNvSpPr/>
              <p:nvPr/>
            </p:nvSpPr>
            <p:spPr>
              <a:xfrm flipH="1">
                <a:off x="0" y="416051"/>
                <a:ext cx="91443" cy="1"/>
              </a:xfrm>
              <a:prstGeom prst="line">
                <a:avLst/>
              </a:prstGeom>
              <a:noFill/>
              <a:ln w="3175" cap="flat">
                <a:solidFill>
                  <a:srgbClr val="BEBEBE"/>
                </a:solidFill>
                <a:prstDash val="solid"/>
                <a:round/>
              </a:ln>
              <a:effectLst/>
            </p:spPr>
            <p:txBody>
              <a:bodyPr wrap="square" lIns="34289" tIns="34289" rIns="34289" bIns="34289" numCol="1" anchor="t">
                <a:noAutofit/>
              </a:bodyPr>
              <a:lstStyle/>
              <a:p>
                <a:pPr defTabSz="914377">
                  <a:defRPr sz="1200">
                    <a:solidFill>
                      <a:srgbClr val="000000"/>
                    </a:solidFill>
                    <a:latin typeface="IBM Plex Sans Regular"/>
                    <a:ea typeface="IBM Plex Sans Regular"/>
                    <a:cs typeface="IBM Plex Sans Regular"/>
                    <a:sym typeface="IBM Plex Sans Regular"/>
                  </a:defRPr>
                </a:pPr>
                <a:endParaRPr sz="1600"/>
              </a:p>
            </p:txBody>
          </p:sp>
          <p:sp>
            <p:nvSpPr>
              <p:cNvPr id="811" name="Straight Connector 73"/>
              <p:cNvSpPr/>
              <p:nvPr/>
            </p:nvSpPr>
            <p:spPr>
              <a:xfrm flipH="1">
                <a:off x="0" y="1051559"/>
                <a:ext cx="91443" cy="2"/>
              </a:xfrm>
              <a:prstGeom prst="line">
                <a:avLst/>
              </a:prstGeom>
              <a:noFill/>
              <a:ln w="3175" cap="flat">
                <a:solidFill>
                  <a:srgbClr val="BEBEBE"/>
                </a:solidFill>
                <a:prstDash val="solid"/>
                <a:round/>
              </a:ln>
              <a:effectLst/>
            </p:spPr>
            <p:txBody>
              <a:bodyPr wrap="square" lIns="34289" tIns="34289" rIns="34289" bIns="34289" numCol="1" anchor="t">
                <a:noAutofit/>
              </a:bodyPr>
              <a:lstStyle/>
              <a:p>
                <a:pPr defTabSz="914377">
                  <a:defRPr sz="1200">
                    <a:solidFill>
                      <a:srgbClr val="000000"/>
                    </a:solidFill>
                    <a:latin typeface="IBM Plex Sans Regular"/>
                    <a:ea typeface="IBM Plex Sans Regular"/>
                    <a:cs typeface="IBM Plex Sans Regular"/>
                    <a:sym typeface="IBM Plex Sans Regular"/>
                  </a:defRPr>
                </a:pPr>
                <a:endParaRPr sz="1600"/>
              </a:p>
            </p:txBody>
          </p:sp>
          <p:sp>
            <p:nvSpPr>
              <p:cNvPr id="812" name="Straight Connector 74"/>
              <p:cNvSpPr/>
              <p:nvPr/>
            </p:nvSpPr>
            <p:spPr>
              <a:xfrm flipH="1">
                <a:off x="0" y="1691639"/>
                <a:ext cx="91443" cy="2"/>
              </a:xfrm>
              <a:prstGeom prst="line">
                <a:avLst/>
              </a:prstGeom>
              <a:noFill/>
              <a:ln w="3175" cap="flat">
                <a:solidFill>
                  <a:srgbClr val="BEBEBE"/>
                </a:solidFill>
                <a:prstDash val="solid"/>
                <a:round/>
              </a:ln>
              <a:effectLst/>
            </p:spPr>
            <p:txBody>
              <a:bodyPr wrap="square" lIns="34289" tIns="34289" rIns="34289" bIns="34289" numCol="1" anchor="t">
                <a:noAutofit/>
              </a:bodyPr>
              <a:lstStyle/>
              <a:p>
                <a:pPr defTabSz="914377">
                  <a:defRPr sz="1200">
                    <a:solidFill>
                      <a:srgbClr val="000000"/>
                    </a:solidFill>
                    <a:latin typeface="IBM Plex Sans Regular"/>
                    <a:ea typeface="IBM Plex Sans Regular"/>
                    <a:cs typeface="IBM Plex Sans Regular"/>
                    <a:sym typeface="IBM Plex Sans Regular"/>
                  </a:defRPr>
                </a:pPr>
                <a:endParaRPr sz="1600"/>
              </a:p>
            </p:txBody>
          </p:sp>
          <p:sp>
            <p:nvSpPr>
              <p:cNvPr id="813" name="Straight Connector 75"/>
              <p:cNvSpPr/>
              <p:nvPr/>
            </p:nvSpPr>
            <p:spPr>
              <a:xfrm flipH="1">
                <a:off x="0" y="2333245"/>
                <a:ext cx="91443" cy="2"/>
              </a:xfrm>
              <a:prstGeom prst="line">
                <a:avLst/>
              </a:prstGeom>
              <a:noFill/>
              <a:ln w="3175" cap="flat">
                <a:solidFill>
                  <a:srgbClr val="BEBEBE"/>
                </a:solidFill>
                <a:prstDash val="solid"/>
                <a:round/>
              </a:ln>
              <a:effectLst/>
            </p:spPr>
            <p:txBody>
              <a:bodyPr wrap="square" lIns="34289" tIns="34289" rIns="34289" bIns="34289" numCol="1" anchor="t">
                <a:noAutofit/>
              </a:bodyPr>
              <a:lstStyle/>
              <a:p>
                <a:pPr defTabSz="914377">
                  <a:defRPr sz="1200">
                    <a:solidFill>
                      <a:srgbClr val="000000"/>
                    </a:solidFill>
                    <a:latin typeface="IBM Plex Sans Regular"/>
                    <a:ea typeface="IBM Plex Sans Regular"/>
                    <a:cs typeface="IBM Plex Sans Regular"/>
                    <a:sym typeface="IBM Plex Sans Regular"/>
                  </a:defRPr>
                </a:pPr>
                <a:endParaRPr sz="1600"/>
              </a:p>
            </p:txBody>
          </p:sp>
          <p:sp>
            <p:nvSpPr>
              <p:cNvPr id="814" name="Straight Connector 76"/>
              <p:cNvSpPr/>
              <p:nvPr/>
            </p:nvSpPr>
            <p:spPr>
              <a:xfrm flipH="1">
                <a:off x="0" y="2971801"/>
                <a:ext cx="91443" cy="1"/>
              </a:xfrm>
              <a:prstGeom prst="line">
                <a:avLst/>
              </a:prstGeom>
              <a:noFill/>
              <a:ln w="3175" cap="flat">
                <a:solidFill>
                  <a:srgbClr val="BEBEBE"/>
                </a:solidFill>
                <a:prstDash val="solid"/>
                <a:round/>
              </a:ln>
              <a:effectLst/>
            </p:spPr>
            <p:txBody>
              <a:bodyPr wrap="square" lIns="34289" tIns="34289" rIns="34289" bIns="34289" numCol="1" anchor="t">
                <a:noAutofit/>
              </a:bodyPr>
              <a:lstStyle/>
              <a:p>
                <a:pPr defTabSz="914377">
                  <a:defRPr sz="1200">
                    <a:solidFill>
                      <a:srgbClr val="000000"/>
                    </a:solidFill>
                    <a:latin typeface="IBM Plex Sans Regular"/>
                    <a:ea typeface="IBM Plex Sans Regular"/>
                    <a:cs typeface="IBM Plex Sans Regular"/>
                    <a:sym typeface="IBM Plex Sans Regular"/>
                  </a:defRPr>
                </a:pPr>
                <a:endParaRPr sz="1600"/>
              </a:p>
            </p:txBody>
          </p:sp>
          <p:sp>
            <p:nvSpPr>
              <p:cNvPr id="815" name="Straight Connector 77"/>
              <p:cNvSpPr/>
              <p:nvPr/>
            </p:nvSpPr>
            <p:spPr>
              <a:xfrm flipH="1">
                <a:off x="0" y="3611880"/>
                <a:ext cx="91443" cy="2"/>
              </a:xfrm>
              <a:prstGeom prst="line">
                <a:avLst/>
              </a:prstGeom>
              <a:noFill/>
              <a:ln w="3175" cap="flat">
                <a:solidFill>
                  <a:srgbClr val="BEBEBE"/>
                </a:solidFill>
                <a:prstDash val="solid"/>
                <a:round/>
              </a:ln>
              <a:effectLst/>
            </p:spPr>
            <p:txBody>
              <a:bodyPr wrap="square" lIns="34289" tIns="34289" rIns="34289" bIns="34289" numCol="1" anchor="t">
                <a:noAutofit/>
              </a:bodyPr>
              <a:lstStyle/>
              <a:p>
                <a:pPr defTabSz="914377">
                  <a:defRPr sz="1200">
                    <a:solidFill>
                      <a:srgbClr val="000000"/>
                    </a:solidFill>
                    <a:latin typeface="IBM Plex Sans Regular"/>
                    <a:ea typeface="IBM Plex Sans Regular"/>
                    <a:cs typeface="IBM Plex Sans Regular"/>
                    <a:sym typeface="IBM Plex Sans Regular"/>
                  </a:defRPr>
                </a:pPr>
                <a:endParaRPr sz="1600"/>
              </a:p>
            </p:txBody>
          </p:sp>
          <p:sp>
            <p:nvSpPr>
              <p:cNvPr id="816" name="Straight Connector 78"/>
              <p:cNvSpPr/>
              <p:nvPr/>
            </p:nvSpPr>
            <p:spPr>
              <a:xfrm flipH="1">
                <a:off x="0" y="4256533"/>
                <a:ext cx="91443" cy="2"/>
              </a:xfrm>
              <a:prstGeom prst="line">
                <a:avLst/>
              </a:prstGeom>
              <a:noFill/>
              <a:ln w="3175" cap="flat">
                <a:solidFill>
                  <a:srgbClr val="BEBEBE"/>
                </a:solidFill>
                <a:prstDash val="solid"/>
                <a:round/>
              </a:ln>
              <a:effectLst/>
            </p:spPr>
            <p:txBody>
              <a:bodyPr wrap="square" lIns="34289" tIns="34289" rIns="34289" bIns="34289" numCol="1" anchor="t">
                <a:noAutofit/>
              </a:bodyPr>
              <a:lstStyle/>
              <a:p>
                <a:pPr defTabSz="914377">
                  <a:defRPr sz="1200">
                    <a:solidFill>
                      <a:srgbClr val="000000"/>
                    </a:solidFill>
                    <a:latin typeface="IBM Plex Sans Regular"/>
                    <a:ea typeface="IBM Plex Sans Regular"/>
                    <a:cs typeface="IBM Plex Sans Regular"/>
                    <a:sym typeface="IBM Plex Sans Regular"/>
                  </a:defRPr>
                </a:pPr>
                <a:endParaRPr sz="1600"/>
              </a:p>
            </p:txBody>
          </p:sp>
          <p:sp>
            <p:nvSpPr>
              <p:cNvPr id="817" name="Straight Connector 79"/>
              <p:cNvSpPr/>
              <p:nvPr/>
            </p:nvSpPr>
            <p:spPr>
              <a:xfrm flipH="1" flipV="1">
                <a:off x="0" y="-1"/>
                <a:ext cx="91443" cy="1"/>
              </a:xfrm>
              <a:prstGeom prst="line">
                <a:avLst/>
              </a:prstGeom>
              <a:noFill/>
              <a:ln w="3175" cap="flat">
                <a:solidFill>
                  <a:srgbClr val="BEBEBE"/>
                </a:solidFill>
                <a:prstDash val="solid"/>
                <a:round/>
              </a:ln>
              <a:effectLst/>
            </p:spPr>
            <p:txBody>
              <a:bodyPr wrap="square" lIns="34289" tIns="34289" rIns="34289" bIns="34289" numCol="1" anchor="t">
                <a:noAutofit/>
              </a:bodyPr>
              <a:lstStyle/>
              <a:p>
                <a:pPr defTabSz="914377">
                  <a:defRPr sz="1200">
                    <a:solidFill>
                      <a:srgbClr val="000000"/>
                    </a:solidFill>
                    <a:latin typeface="IBM Plex Sans Regular"/>
                    <a:ea typeface="IBM Plex Sans Regular"/>
                    <a:cs typeface="IBM Plex Sans Regular"/>
                    <a:sym typeface="IBM Plex Sans Regular"/>
                  </a:defRPr>
                </a:pPr>
                <a:endParaRPr sz="1600"/>
              </a:p>
            </p:txBody>
          </p:sp>
          <p:sp>
            <p:nvSpPr>
              <p:cNvPr id="818" name="Straight Connector 80"/>
              <p:cNvSpPr/>
              <p:nvPr/>
            </p:nvSpPr>
            <p:spPr>
              <a:xfrm flipH="1">
                <a:off x="0" y="4664457"/>
                <a:ext cx="91443" cy="1"/>
              </a:xfrm>
              <a:prstGeom prst="line">
                <a:avLst/>
              </a:prstGeom>
              <a:noFill/>
              <a:ln w="3175" cap="flat">
                <a:solidFill>
                  <a:srgbClr val="BEBEBE"/>
                </a:solidFill>
                <a:prstDash val="solid"/>
                <a:round/>
              </a:ln>
              <a:effectLst/>
            </p:spPr>
            <p:txBody>
              <a:bodyPr wrap="square" lIns="34289" tIns="34289" rIns="34289" bIns="34289" numCol="1" anchor="t">
                <a:noAutofit/>
              </a:bodyPr>
              <a:lstStyle/>
              <a:p>
                <a:pPr defTabSz="914377">
                  <a:defRPr sz="1200">
                    <a:solidFill>
                      <a:srgbClr val="000000"/>
                    </a:solidFill>
                    <a:latin typeface="IBM Plex Sans Regular"/>
                    <a:ea typeface="IBM Plex Sans Regular"/>
                    <a:cs typeface="IBM Plex Sans Regular"/>
                    <a:sym typeface="IBM Plex Sans Regular"/>
                  </a:defRPr>
                </a:pPr>
                <a:endParaRPr sz="1600"/>
              </a:p>
            </p:txBody>
          </p:sp>
        </p:grpSp>
        <p:grpSp>
          <p:nvGrpSpPr>
            <p:cNvPr id="829" name="Group 62"/>
            <p:cNvGrpSpPr/>
            <p:nvPr/>
          </p:nvGrpSpPr>
          <p:grpSpPr>
            <a:xfrm>
              <a:off x="9272782" y="347598"/>
              <a:ext cx="91443" cy="4663445"/>
              <a:chOff x="0" y="0"/>
              <a:chExt cx="91441" cy="4663444"/>
            </a:xfrm>
          </p:grpSpPr>
          <p:sp>
            <p:nvSpPr>
              <p:cNvPr id="820" name="Straight Connector 63"/>
              <p:cNvSpPr/>
              <p:nvPr/>
            </p:nvSpPr>
            <p:spPr>
              <a:xfrm flipH="1">
                <a:off x="0" y="416052"/>
                <a:ext cx="91443" cy="2"/>
              </a:xfrm>
              <a:prstGeom prst="line">
                <a:avLst/>
              </a:prstGeom>
              <a:noFill/>
              <a:ln w="3175" cap="flat">
                <a:solidFill>
                  <a:srgbClr val="BEBEBE"/>
                </a:solidFill>
                <a:prstDash val="solid"/>
                <a:round/>
              </a:ln>
              <a:effectLst/>
            </p:spPr>
            <p:txBody>
              <a:bodyPr wrap="square" lIns="34289" tIns="34289" rIns="34289" bIns="34289" numCol="1" anchor="t">
                <a:noAutofit/>
              </a:bodyPr>
              <a:lstStyle/>
              <a:p>
                <a:pPr defTabSz="914377">
                  <a:defRPr sz="1200">
                    <a:solidFill>
                      <a:srgbClr val="000000"/>
                    </a:solidFill>
                    <a:latin typeface="IBM Plex Sans Regular"/>
                    <a:ea typeface="IBM Plex Sans Regular"/>
                    <a:cs typeface="IBM Plex Sans Regular"/>
                    <a:sym typeface="IBM Plex Sans Regular"/>
                  </a:defRPr>
                </a:pPr>
                <a:endParaRPr sz="1600"/>
              </a:p>
            </p:txBody>
          </p:sp>
          <p:sp>
            <p:nvSpPr>
              <p:cNvPr id="821" name="Straight Connector 64"/>
              <p:cNvSpPr/>
              <p:nvPr/>
            </p:nvSpPr>
            <p:spPr>
              <a:xfrm flipH="1">
                <a:off x="0" y="1051560"/>
                <a:ext cx="91443" cy="2"/>
              </a:xfrm>
              <a:prstGeom prst="line">
                <a:avLst/>
              </a:prstGeom>
              <a:noFill/>
              <a:ln w="3175" cap="flat">
                <a:solidFill>
                  <a:srgbClr val="BEBEBE"/>
                </a:solidFill>
                <a:prstDash val="solid"/>
                <a:round/>
              </a:ln>
              <a:effectLst/>
            </p:spPr>
            <p:txBody>
              <a:bodyPr wrap="square" lIns="34289" tIns="34289" rIns="34289" bIns="34289" numCol="1" anchor="t">
                <a:noAutofit/>
              </a:bodyPr>
              <a:lstStyle/>
              <a:p>
                <a:pPr defTabSz="914377">
                  <a:defRPr sz="1200">
                    <a:solidFill>
                      <a:srgbClr val="000000"/>
                    </a:solidFill>
                    <a:latin typeface="IBM Plex Sans Regular"/>
                    <a:ea typeface="IBM Plex Sans Regular"/>
                    <a:cs typeface="IBM Plex Sans Regular"/>
                    <a:sym typeface="IBM Plex Sans Regular"/>
                  </a:defRPr>
                </a:pPr>
                <a:endParaRPr sz="1600"/>
              </a:p>
            </p:txBody>
          </p:sp>
          <p:sp>
            <p:nvSpPr>
              <p:cNvPr id="822" name="Straight Connector 65"/>
              <p:cNvSpPr/>
              <p:nvPr/>
            </p:nvSpPr>
            <p:spPr>
              <a:xfrm flipH="1">
                <a:off x="0" y="1691641"/>
                <a:ext cx="91443" cy="2"/>
              </a:xfrm>
              <a:prstGeom prst="line">
                <a:avLst/>
              </a:prstGeom>
              <a:noFill/>
              <a:ln w="3175" cap="flat">
                <a:solidFill>
                  <a:srgbClr val="BEBEBE"/>
                </a:solidFill>
                <a:prstDash val="solid"/>
                <a:round/>
              </a:ln>
              <a:effectLst/>
            </p:spPr>
            <p:txBody>
              <a:bodyPr wrap="square" lIns="34289" tIns="34289" rIns="34289" bIns="34289" numCol="1" anchor="t">
                <a:noAutofit/>
              </a:bodyPr>
              <a:lstStyle/>
              <a:p>
                <a:pPr defTabSz="914377">
                  <a:defRPr sz="1200">
                    <a:solidFill>
                      <a:srgbClr val="000000"/>
                    </a:solidFill>
                    <a:latin typeface="IBM Plex Sans Regular"/>
                    <a:ea typeface="IBM Plex Sans Regular"/>
                    <a:cs typeface="IBM Plex Sans Regular"/>
                    <a:sym typeface="IBM Plex Sans Regular"/>
                  </a:defRPr>
                </a:pPr>
                <a:endParaRPr sz="1600"/>
              </a:p>
            </p:txBody>
          </p:sp>
          <p:sp>
            <p:nvSpPr>
              <p:cNvPr id="823" name="Straight Connector 66"/>
              <p:cNvSpPr/>
              <p:nvPr/>
            </p:nvSpPr>
            <p:spPr>
              <a:xfrm flipH="1">
                <a:off x="0" y="2331722"/>
                <a:ext cx="91443" cy="1"/>
              </a:xfrm>
              <a:prstGeom prst="line">
                <a:avLst/>
              </a:prstGeom>
              <a:noFill/>
              <a:ln w="3175" cap="flat">
                <a:solidFill>
                  <a:srgbClr val="BEBEBE"/>
                </a:solidFill>
                <a:prstDash val="solid"/>
                <a:round/>
              </a:ln>
              <a:effectLst/>
            </p:spPr>
            <p:txBody>
              <a:bodyPr wrap="square" lIns="34289" tIns="34289" rIns="34289" bIns="34289" numCol="1" anchor="t">
                <a:noAutofit/>
              </a:bodyPr>
              <a:lstStyle/>
              <a:p>
                <a:pPr defTabSz="914377">
                  <a:defRPr sz="1200">
                    <a:solidFill>
                      <a:srgbClr val="000000"/>
                    </a:solidFill>
                    <a:latin typeface="IBM Plex Sans Regular"/>
                    <a:ea typeface="IBM Plex Sans Regular"/>
                    <a:cs typeface="IBM Plex Sans Regular"/>
                    <a:sym typeface="IBM Plex Sans Regular"/>
                  </a:defRPr>
                </a:pPr>
                <a:endParaRPr sz="1600"/>
              </a:p>
            </p:txBody>
          </p:sp>
          <p:sp>
            <p:nvSpPr>
              <p:cNvPr id="824" name="Straight Connector 67"/>
              <p:cNvSpPr/>
              <p:nvPr/>
            </p:nvSpPr>
            <p:spPr>
              <a:xfrm flipH="1">
                <a:off x="0" y="2971802"/>
                <a:ext cx="91443" cy="1"/>
              </a:xfrm>
              <a:prstGeom prst="line">
                <a:avLst/>
              </a:prstGeom>
              <a:noFill/>
              <a:ln w="3175" cap="flat">
                <a:solidFill>
                  <a:srgbClr val="BEBEBE"/>
                </a:solidFill>
                <a:prstDash val="solid"/>
                <a:round/>
              </a:ln>
              <a:effectLst/>
            </p:spPr>
            <p:txBody>
              <a:bodyPr wrap="square" lIns="34289" tIns="34289" rIns="34289" bIns="34289" numCol="1" anchor="t">
                <a:noAutofit/>
              </a:bodyPr>
              <a:lstStyle/>
              <a:p>
                <a:pPr defTabSz="914377">
                  <a:defRPr sz="1200">
                    <a:solidFill>
                      <a:srgbClr val="000000"/>
                    </a:solidFill>
                    <a:latin typeface="IBM Plex Sans Regular"/>
                    <a:ea typeface="IBM Plex Sans Regular"/>
                    <a:cs typeface="IBM Plex Sans Regular"/>
                    <a:sym typeface="IBM Plex Sans Regular"/>
                  </a:defRPr>
                </a:pPr>
                <a:endParaRPr sz="1600"/>
              </a:p>
            </p:txBody>
          </p:sp>
          <p:sp>
            <p:nvSpPr>
              <p:cNvPr id="825" name="Straight Connector 68"/>
              <p:cNvSpPr/>
              <p:nvPr/>
            </p:nvSpPr>
            <p:spPr>
              <a:xfrm flipH="1">
                <a:off x="0" y="3611882"/>
                <a:ext cx="91443" cy="2"/>
              </a:xfrm>
              <a:prstGeom prst="line">
                <a:avLst/>
              </a:prstGeom>
              <a:noFill/>
              <a:ln w="3175" cap="flat">
                <a:solidFill>
                  <a:srgbClr val="BEBEBE"/>
                </a:solidFill>
                <a:prstDash val="solid"/>
                <a:round/>
              </a:ln>
              <a:effectLst/>
            </p:spPr>
            <p:txBody>
              <a:bodyPr wrap="square" lIns="34289" tIns="34289" rIns="34289" bIns="34289" numCol="1" anchor="t">
                <a:noAutofit/>
              </a:bodyPr>
              <a:lstStyle/>
              <a:p>
                <a:pPr defTabSz="914377">
                  <a:defRPr sz="1200">
                    <a:solidFill>
                      <a:srgbClr val="000000"/>
                    </a:solidFill>
                    <a:latin typeface="IBM Plex Sans Regular"/>
                    <a:ea typeface="IBM Plex Sans Regular"/>
                    <a:cs typeface="IBM Plex Sans Regular"/>
                    <a:sym typeface="IBM Plex Sans Regular"/>
                  </a:defRPr>
                </a:pPr>
                <a:endParaRPr sz="1600"/>
              </a:p>
            </p:txBody>
          </p:sp>
          <p:sp>
            <p:nvSpPr>
              <p:cNvPr id="826" name="Straight Connector 69"/>
              <p:cNvSpPr/>
              <p:nvPr/>
            </p:nvSpPr>
            <p:spPr>
              <a:xfrm flipH="1">
                <a:off x="0" y="4256535"/>
                <a:ext cx="91443" cy="2"/>
              </a:xfrm>
              <a:prstGeom prst="line">
                <a:avLst/>
              </a:prstGeom>
              <a:noFill/>
              <a:ln w="3175" cap="flat">
                <a:solidFill>
                  <a:srgbClr val="BEBEBE"/>
                </a:solidFill>
                <a:prstDash val="solid"/>
                <a:round/>
              </a:ln>
              <a:effectLst/>
            </p:spPr>
            <p:txBody>
              <a:bodyPr wrap="square" lIns="34289" tIns="34289" rIns="34289" bIns="34289" numCol="1" anchor="t">
                <a:noAutofit/>
              </a:bodyPr>
              <a:lstStyle/>
              <a:p>
                <a:pPr defTabSz="914377">
                  <a:defRPr sz="1200">
                    <a:solidFill>
                      <a:srgbClr val="000000"/>
                    </a:solidFill>
                    <a:latin typeface="IBM Plex Sans Regular"/>
                    <a:ea typeface="IBM Plex Sans Regular"/>
                    <a:cs typeface="IBM Plex Sans Regular"/>
                    <a:sym typeface="IBM Plex Sans Regular"/>
                  </a:defRPr>
                </a:pPr>
                <a:endParaRPr sz="1600"/>
              </a:p>
            </p:txBody>
          </p:sp>
          <p:sp>
            <p:nvSpPr>
              <p:cNvPr id="827" name="Straight Connector 70"/>
              <p:cNvSpPr/>
              <p:nvPr/>
            </p:nvSpPr>
            <p:spPr>
              <a:xfrm flipH="1" flipV="1">
                <a:off x="0" y="0"/>
                <a:ext cx="91443" cy="2"/>
              </a:xfrm>
              <a:prstGeom prst="line">
                <a:avLst/>
              </a:prstGeom>
              <a:noFill/>
              <a:ln w="3175" cap="flat">
                <a:solidFill>
                  <a:srgbClr val="BEBEBE"/>
                </a:solidFill>
                <a:prstDash val="solid"/>
                <a:round/>
              </a:ln>
              <a:effectLst/>
            </p:spPr>
            <p:txBody>
              <a:bodyPr wrap="square" lIns="34289" tIns="34289" rIns="34289" bIns="34289" numCol="1" anchor="t">
                <a:noAutofit/>
              </a:bodyPr>
              <a:lstStyle/>
              <a:p>
                <a:pPr defTabSz="914377">
                  <a:defRPr sz="1200">
                    <a:solidFill>
                      <a:srgbClr val="000000"/>
                    </a:solidFill>
                    <a:latin typeface="IBM Plex Sans Regular"/>
                    <a:ea typeface="IBM Plex Sans Regular"/>
                    <a:cs typeface="IBM Plex Sans Regular"/>
                    <a:sym typeface="IBM Plex Sans Regular"/>
                  </a:defRPr>
                </a:pPr>
                <a:endParaRPr sz="1600"/>
              </a:p>
            </p:txBody>
          </p:sp>
          <p:sp>
            <p:nvSpPr>
              <p:cNvPr id="828" name="Straight Connector 71"/>
              <p:cNvSpPr/>
              <p:nvPr/>
            </p:nvSpPr>
            <p:spPr>
              <a:xfrm flipH="1">
                <a:off x="0" y="4663444"/>
                <a:ext cx="91443" cy="1"/>
              </a:xfrm>
              <a:prstGeom prst="line">
                <a:avLst/>
              </a:prstGeom>
              <a:noFill/>
              <a:ln w="3175" cap="flat">
                <a:solidFill>
                  <a:srgbClr val="BEBEBE"/>
                </a:solidFill>
                <a:prstDash val="solid"/>
                <a:round/>
              </a:ln>
              <a:effectLst/>
            </p:spPr>
            <p:txBody>
              <a:bodyPr wrap="square" lIns="34289" tIns="34289" rIns="34289" bIns="34289" numCol="1" anchor="t">
                <a:noAutofit/>
              </a:bodyPr>
              <a:lstStyle/>
              <a:p>
                <a:pPr defTabSz="914377">
                  <a:defRPr sz="1200">
                    <a:solidFill>
                      <a:srgbClr val="000000"/>
                    </a:solidFill>
                    <a:latin typeface="IBM Plex Sans Regular"/>
                    <a:ea typeface="IBM Plex Sans Regular"/>
                    <a:cs typeface="IBM Plex Sans Regular"/>
                    <a:sym typeface="IBM Plex Sans Regular"/>
                  </a:defRPr>
                </a:pPr>
                <a:endParaRPr sz="1600"/>
              </a:p>
            </p:txBody>
          </p:sp>
        </p:grpSp>
      </p:grpSp>
      <p:sp>
        <p:nvSpPr>
          <p:cNvPr id="831" name="Title Text"/>
          <p:cNvSpPr txBox="1">
            <a:spLocks noGrp="1"/>
          </p:cNvSpPr>
          <p:nvPr>
            <p:ph type="title"/>
          </p:nvPr>
        </p:nvSpPr>
        <p:spPr>
          <a:xfrm>
            <a:off x="280415" y="268225"/>
            <a:ext cx="5522979" cy="1072897"/>
          </a:xfrm>
          <a:prstGeom prst="rect">
            <a:avLst/>
          </a:prstGeom>
          <a:solidFill>
            <a:srgbClr val="F4F4F4"/>
          </a:solidFill>
        </p:spPr>
        <p:txBody>
          <a:bodyPr lIns="150876" tIns="150876" rIns="150876" bIns="150876">
            <a:normAutofit/>
          </a:bodyPr>
          <a:lstStyle>
            <a:lvl1pPr defTabSz="1219139">
              <a:defRPr sz="3200">
                <a:latin typeface="+mn-lt"/>
                <a:ea typeface="+mn-ea"/>
                <a:cs typeface="+mn-cs"/>
                <a:sym typeface="IBM Plex Sans"/>
              </a:defRPr>
            </a:lvl1pPr>
          </a:lstStyle>
          <a:p>
            <a:r>
              <a:t>Title Text</a:t>
            </a:r>
          </a:p>
        </p:txBody>
      </p:sp>
      <p:sp>
        <p:nvSpPr>
          <p:cNvPr id="832" name="Body Level One…"/>
          <p:cNvSpPr txBox="1">
            <a:spLocks noGrp="1"/>
          </p:cNvSpPr>
          <p:nvPr>
            <p:ph type="body" sz="half" idx="1"/>
          </p:nvPr>
        </p:nvSpPr>
        <p:spPr>
          <a:xfrm>
            <a:off x="280415" y="1621536"/>
            <a:ext cx="5522979" cy="4372864"/>
          </a:xfrm>
          <a:prstGeom prst="rect">
            <a:avLst/>
          </a:prstGeom>
        </p:spPr>
        <p:txBody>
          <a:bodyPr>
            <a:normAutofit/>
          </a:bodyPr>
          <a:lstStyle>
            <a:lvl1pPr defTabSz="1219139">
              <a:spcBef>
                <a:spcPts val="1333"/>
              </a:spcBef>
              <a:defRPr sz="3200">
                <a:solidFill>
                  <a:srgbClr val="FFFFFF"/>
                </a:solidFill>
                <a:latin typeface="+mn-lt"/>
                <a:ea typeface="+mn-ea"/>
                <a:cs typeface="+mn-cs"/>
                <a:sym typeface="IBM Plex Sans"/>
              </a:defRPr>
            </a:lvl1pPr>
            <a:lvl2pPr marL="407736" indent="-411798" defTabSz="1219139">
              <a:spcBef>
                <a:spcPts val="1333"/>
              </a:spcBef>
              <a:defRPr sz="3200">
                <a:solidFill>
                  <a:srgbClr val="FFFFFF"/>
                </a:solidFill>
                <a:latin typeface="+mn-lt"/>
                <a:ea typeface="+mn-ea"/>
                <a:cs typeface="+mn-cs"/>
                <a:sym typeface="IBM Plex Sans"/>
              </a:defRPr>
            </a:lvl2pPr>
            <a:lvl3pPr marL="712525" indent="-411796" defTabSz="1219139">
              <a:spcBef>
                <a:spcPts val="1333"/>
              </a:spcBef>
              <a:defRPr sz="3200">
                <a:solidFill>
                  <a:srgbClr val="FFFFFF"/>
                </a:solidFill>
                <a:latin typeface="+mn-lt"/>
                <a:ea typeface="+mn-ea"/>
                <a:cs typeface="+mn-cs"/>
                <a:sym typeface="IBM Plex Sans"/>
              </a:defRPr>
            </a:lvl3pPr>
            <a:lvl4pPr marL="1220504" indent="-411796" defTabSz="1219139">
              <a:spcBef>
                <a:spcPts val="1333"/>
              </a:spcBef>
              <a:defRPr sz="3200">
                <a:solidFill>
                  <a:srgbClr val="FFFFFF"/>
                </a:solidFill>
                <a:latin typeface="+mn-lt"/>
                <a:ea typeface="+mn-ea"/>
                <a:cs typeface="+mn-cs"/>
                <a:sym typeface="IBM Plex Sans"/>
              </a:defRPr>
            </a:lvl4pPr>
            <a:lvl5pPr marL="1530939" indent="-411796" defTabSz="1219139">
              <a:spcBef>
                <a:spcPts val="1333"/>
              </a:spcBef>
              <a:defRPr sz="3200">
                <a:solidFill>
                  <a:srgbClr val="FFFFFF"/>
                </a:solidFill>
                <a:latin typeface="+mn-lt"/>
                <a:ea typeface="+mn-ea"/>
                <a:cs typeface="+mn-cs"/>
                <a:sym typeface="IBM Plex Sans"/>
              </a:defRPr>
            </a:lvl5pPr>
          </a:lstStyle>
          <a:p>
            <a:r>
              <a:t>Body Level One</a:t>
            </a:r>
          </a:p>
          <a:p>
            <a:pPr lvl="1"/>
            <a:r>
              <a:t>Body Level Two</a:t>
            </a:r>
          </a:p>
          <a:p>
            <a:pPr lvl="2"/>
            <a:r>
              <a:t>Body Level Three</a:t>
            </a:r>
          </a:p>
          <a:p>
            <a:pPr lvl="3"/>
            <a:r>
              <a:t>Body Level Four</a:t>
            </a:r>
          </a:p>
          <a:p>
            <a:pPr lvl="4"/>
            <a:r>
              <a:t>Body Level Five</a:t>
            </a:r>
          </a:p>
        </p:txBody>
      </p:sp>
      <p:sp>
        <p:nvSpPr>
          <p:cNvPr id="833" name="Text Placeholder"/>
          <p:cNvSpPr>
            <a:spLocks noGrp="1"/>
          </p:cNvSpPr>
          <p:nvPr>
            <p:ph type="body" sz="half" idx="21"/>
          </p:nvPr>
        </p:nvSpPr>
        <p:spPr>
          <a:xfrm>
            <a:off x="6388608" y="1658111"/>
            <a:ext cx="5498593" cy="4336291"/>
          </a:xfrm>
          <a:prstGeom prst="rect">
            <a:avLst/>
          </a:prstGeom>
        </p:spPr>
        <p:txBody>
          <a:bodyPr>
            <a:normAutofit/>
          </a:bodyPr>
          <a:lstStyle>
            <a:lvl1pPr defTabSz="1219139">
              <a:spcBef>
                <a:spcPts val="1333"/>
              </a:spcBef>
              <a:defRPr sz="1200">
                <a:solidFill>
                  <a:srgbClr val="FFFFFF"/>
                </a:solidFill>
                <a:latin typeface="+mn-lt"/>
                <a:ea typeface="+mn-ea"/>
                <a:cs typeface="+mn-cs"/>
                <a:sym typeface="IBM Plex Sans"/>
              </a:defRPr>
            </a:lvl1pPr>
          </a:lstStyle>
          <a:p>
            <a:pPr defTabSz="914377">
              <a:spcBef>
                <a:spcPts val="1000"/>
              </a:spcBef>
              <a:defRPr sz="1200">
                <a:solidFill>
                  <a:srgbClr val="FFFFFF"/>
                </a:solidFill>
                <a:latin typeface="+mn-lt"/>
                <a:ea typeface="+mn-ea"/>
                <a:cs typeface="+mn-cs"/>
                <a:sym typeface="IBM Plex Sans"/>
              </a:defRPr>
            </a:pPr>
            <a:endParaRPr/>
          </a:p>
        </p:txBody>
      </p:sp>
      <p:sp>
        <p:nvSpPr>
          <p:cNvPr id="834" name="Slide Number"/>
          <p:cNvSpPr txBox="1">
            <a:spLocks noGrp="1"/>
          </p:cNvSpPr>
          <p:nvPr>
            <p:ph type="sldNum" sz="quarter" idx="2"/>
          </p:nvPr>
        </p:nvSpPr>
        <p:spPr>
          <a:xfrm>
            <a:off x="11752462" y="6433438"/>
            <a:ext cx="134652" cy="123111"/>
          </a:xfrm>
          <a:prstGeom prst="rect">
            <a:avLst/>
          </a:prstGeom>
        </p:spPr>
        <p:txBody>
          <a:bodyPr/>
          <a:lstStyle>
            <a:lvl1pPr defTabSz="914597"/>
          </a:lstStyle>
          <a:p>
            <a:fld id="{86CB4B4D-7CA3-9044-876B-883B54F8677D}" type="slidenum">
              <a:rPr/>
              <a:t>‹#›</a:t>
            </a:fld>
            <a:endParaRPr/>
          </a:p>
        </p:txBody>
      </p:sp>
    </p:spTree>
    <p:extLst>
      <p:ext uri="{BB962C8B-B14F-4D97-AF65-F5344CB8AC3E}">
        <p14:creationId xmlns:p14="http://schemas.microsoft.com/office/powerpoint/2010/main" val="3386341031"/>
      </p:ext>
    </p:extLst>
  </p:cSld>
  <p:clrMapOvr>
    <a:masterClrMapping/>
  </p:clrMapOvr>
  <p:transition spd="med"/>
</p:sldLayout>
</file>

<file path=ppt/slideLayouts/slideLayout182.xml><?xml version="1.0" encoding="utf-8"?>
<p:sldLayout xmlns:a="http://schemas.openxmlformats.org/drawingml/2006/main" xmlns:r="http://schemas.openxmlformats.org/officeDocument/2006/relationships" xmlns:p="http://schemas.openxmlformats.org/presentationml/2006/main" showMasterSp="0" type="tx">
  <p:cSld name="title, text (split background) copy">
    <p:spTree>
      <p:nvGrpSpPr>
        <p:cNvPr id="1" name=""/>
        <p:cNvGrpSpPr/>
        <p:nvPr/>
      </p:nvGrpSpPr>
      <p:grpSpPr>
        <a:xfrm>
          <a:off x="0" y="0"/>
          <a:ext cx="0" cy="0"/>
          <a:chOff x="0" y="0"/>
          <a:chExt cx="0" cy="0"/>
        </a:xfrm>
      </p:grpSpPr>
      <p:grpSp>
        <p:nvGrpSpPr>
          <p:cNvPr id="940" name="Group 2"/>
          <p:cNvGrpSpPr/>
          <p:nvPr/>
        </p:nvGrpSpPr>
        <p:grpSpPr>
          <a:xfrm>
            <a:off x="-146308" y="-146475"/>
            <a:ext cx="12485629" cy="7152643"/>
            <a:chOff x="0" y="0"/>
            <a:chExt cx="9364220" cy="5364480"/>
          </a:xfrm>
        </p:grpSpPr>
        <p:grpSp>
          <p:nvGrpSpPr>
            <p:cNvPr id="907" name="Group 59"/>
            <p:cNvGrpSpPr/>
            <p:nvPr/>
          </p:nvGrpSpPr>
          <p:grpSpPr>
            <a:xfrm>
              <a:off x="338965" y="0"/>
              <a:ext cx="8686732" cy="91441"/>
              <a:chOff x="0" y="0"/>
              <a:chExt cx="8686732" cy="91439"/>
            </a:xfrm>
          </p:grpSpPr>
          <p:sp>
            <p:nvSpPr>
              <p:cNvPr id="896" name="Straight Connector 92"/>
              <p:cNvSpPr/>
              <p:nvPr/>
            </p:nvSpPr>
            <p:spPr>
              <a:xfrm flipV="1">
                <a:off x="-1" y="0"/>
                <a:ext cx="2"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897" name="Straight Connector 93"/>
              <p:cNvSpPr/>
              <p:nvPr/>
            </p:nvSpPr>
            <p:spPr>
              <a:xfrm flipV="1">
                <a:off x="1828800"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898" name="Straight Connector 94"/>
              <p:cNvSpPr/>
              <p:nvPr/>
            </p:nvSpPr>
            <p:spPr>
              <a:xfrm flipV="1">
                <a:off x="2057400"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899" name="Straight Connector 95"/>
              <p:cNvSpPr/>
              <p:nvPr/>
            </p:nvSpPr>
            <p:spPr>
              <a:xfrm flipV="1">
                <a:off x="2286000"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900" name="Straight Connector 96"/>
              <p:cNvSpPr/>
              <p:nvPr/>
            </p:nvSpPr>
            <p:spPr>
              <a:xfrm flipV="1">
                <a:off x="4114799"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901" name="Straight Connector 97"/>
              <p:cNvSpPr/>
              <p:nvPr/>
            </p:nvSpPr>
            <p:spPr>
              <a:xfrm flipV="1">
                <a:off x="4343399"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902" name="Straight Connector 98"/>
              <p:cNvSpPr/>
              <p:nvPr/>
            </p:nvSpPr>
            <p:spPr>
              <a:xfrm flipV="1">
                <a:off x="4571999"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903" name="Straight Connector 99"/>
              <p:cNvSpPr/>
              <p:nvPr/>
            </p:nvSpPr>
            <p:spPr>
              <a:xfrm flipV="1">
                <a:off x="6400799"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904" name="Straight Connector 100"/>
              <p:cNvSpPr/>
              <p:nvPr/>
            </p:nvSpPr>
            <p:spPr>
              <a:xfrm flipV="1">
                <a:off x="6629400"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905" name="Straight Connector 101"/>
              <p:cNvSpPr/>
              <p:nvPr/>
            </p:nvSpPr>
            <p:spPr>
              <a:xfrm flipV="1">
                <a:off x="6858000"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906" name="Straight Connector 102"/>
              <p:cNvSpPr/>
              <p:nvPr/>
            </p:nvSpPr>
            <p:spPr>
              <a:xfrm flipV="1">
                <a:off x="8686732"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grpSp>
        <p:grpSp>
          <p:nvGrpSpPr>
            <p:cNvPr id="919" name="Group 60"/>
            <p:cNvGrpSpPr/>
            <p:nvPr/>
          </p:nvGrpSpPr>
          <p:grpSpPr>
            <a:xfrm>
              <a:off x="338965" y="5273040"/>
              <a:ext cx="8686732" cy="91441"/>
              <a:chOff x="0" y="0"/>
              <a:chExt cx="8686732" cy="91439"/>
            </a:xfrm>
          </p:grpSpPr>
          <p:sp>
            <p:nvSpPr>
              <p:cNvPr id="908" name="Straight Connector 81"/>
              <p:cNvSpPr/>
              <p:nvPr/>
            </p:nvSpPr>
            <p:spPr>
              <a:xfrm flipV="1">
                <a:off x="-1" y="0"/>
                <a:ext cx="2"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909" name="Straight Connector 82"/>
              <p:cNvSpPr/>
              <p:nvPr/>
            </p:nvSpPr>
            <p:spPr>
              <a:xfrm flipV="1">
                <a:off x="1828800"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910" name="Straight Connector 83"/>
              <p:cNvSpPr/>
              <p:nvPr/>
            </p:nvSpPr>
            <p:spPr>
              <a:xfrm flipV="1">
                <a:off x="2057400"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911" name="Straight Connector 84"/>
              <p:cNvSpPr/>
              <p:nvPr/>
            </p:nvSpPr>
            <p:spPr>
              <a:xfrm flipV="1">
                <a:off x="2286000"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912" name="Straight Connector 85"/>
              <p:cNvSpPr/>
              <p:nvPr/>
            </p:nvSpPr>
            <p:spPr>
              <a:xfrm flipV="1">
                <a:off x="4114799"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913" name="Straight Connector 86"/>
              <p:cNvSpPr/>
              <p:nvPr/>
            </p:nvSpPr>
            <p:spPr>
              <a:xfrm flipV="1">
                <a:off x="4343399"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914" name="Straight Connector 87"/>
              <p:cNvSpPr/>
              <p:nvPr/>
            </p:nvSpPr>
            <p:spPr>
              <a:xfrm flipV="1">
                <a:off x="4571999"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915" name="Straight Connector 88"/>
              <p:cNvSpPr/>
              <p:nvPr/>
            </p:nvSpPr>
            <p:spPr>
              <a:xfrm flipV="1">
                <a:off x="6400799"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916" name="Straight Connector 89"/>
              <p:cNvSpPr/>
              <p:nvPr/>
            </p:nvSpPr>
            <p:spPr>
              <a:xfrm flipV="1">
                <a:off x="6629400"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917" name="Straight Connector 90"/>
              <p:cNvSpPr/>
              <p:nvPr/>
            </p:nvSpPr>
            <p:spPr>
              <a:xfrm flipV="1">
                <a:off x="6858000"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918" name="Straight Connector 91"/>
              <p:cNvSpPr/>
              <p:nvPr/>
            </p:nvSpPr>
            <p:spPr>
              <a:xfrm flipV="1">
                <a:off x="8686732"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grpSp>
        <p:grpSp>
          <p:nvGrpSpPr>
            <p:cNvPr id="929" name="Group 61"/>
            <p:cNvGrpSpPr/>
            <p:nvPr/>
          </p:nvGrpSpPr>
          <p:grpSpPr>
            <a:xfrm>
              <a:off x="0" y="338074"/>
              <a:ext cx="91441" cy="4686681"/>
              <a:chOff x="0" y="0"/>
              <a:chExt cx="91439" cy="4686681"/>
            </a:xfrm>
          </p:grpSpPr>
          <p:sp>
            <p:nvSpPr>
              <p:cNvPr id="920" name="Straight Connector 72"/>
              <p:cNvSpPr/>
              <p:nvPr/>
            </p:nvSpPr>
            <p:spPr>
              <a:xfrm flipH="1">
                <a:off x="0" y="425576"/>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921" name="Straight Connector 73"/>
              <p:cNvSpPr/>
              <p:nvPr/>
            </p:nvSpPr>
            <p:spPr>
              <a:xfrm flipH="1">
                <a:off x="0" y="1061084"/>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922" name="Straight Connector 74"/>
              <p:cNvSpPr/>
              <p:nvPr/>
            </p:nvSpPr>
            <p:spPr>
              <a:xfrm flipH="1">
                <a:off x="0" y="1701164"/>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923" name="Straight Connector 75"/>
              <p:cNvSpPr/>
              <p:nvPr/>
            </p:nvSpPr>
            <p:spPr>
              <a:xfrm flipH="1">
                <a:off x="0" y="2342770"/>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924" name="Straight Connector 76"/>
              <p:cNvSpPr/>
              <p:nvPr/>
            </p:nvSpPr>
            <p:spPr>
              <a:xfrm flipH="1">
                <a:off x="0" y="2981325"/>
                <a:ext cx="91441" cy="0"/>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925" name="Straight Connector 77"/>
              <p:cNvSpPr/>
              <p:nvPr/>
            </p:nvSpPr>
            <p:spPr>
              <a:xfrm flipH="1">
                <a:off x="0" y="3621404"/>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926" name="Straight Connector 78"/>
              <p:cNvSpPr/>
              <p:nvPr/>
            </p:nvSpPr>
            <p:spPr>
              <a:xfrm flipH="1">
                <a:off x="0" y="4269232"/>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927" name="Straight Connector 79"/>
              <p:cNvSpPr/>
              <p:nvPr/>
            </p:nvSpPr>
            <p:spPr>
              <a:xfrm flipH="1" flipV="1">
                <a:off x="0" y="-1"/>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928" name="Straight Connector 80"/>
              <p:cNvSpPr/>
              <p:nvPr/>
            </p:nvSpPr>
            <p:spPr>
              <a:xfrm flipH="1">
                <a:off x="0" y="4686680"/>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grpSp>
        <p:grpSp>
          <p:nvGrpSpPr>
            <p:cNvPr id="939" name="Group 62"/>
            <p:cNvGrpSpPr/>
            <p:nvPr/>
          </p:nvGrpSpPr>
          <p:grpSpPr>
            <a:xfrm>
              <a:off x="9272780" y="338073"/>
              <a:ext cx="91441" cy="4685667"/>
              <a:chOff x="0" y="0"/>
              <a:chExt cx="91439" cy="4685665"/>
            </a:xfrm>
          </p:grpSpPr>
          <p:sp>
            <p:nvSpPr>
              <p:cNvPr id="930" name="Straight Connector 63"/>
              <p:cNvSpPr/>
              <p:nvPr/>
            </p:nvSpPr>
            <p:spPr>
              <a:xfrm flipH="1">
                <a:off x="0" y="425577"/>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931" name="Straight Connector 64"/>
              <p:cNvSpPr/>
              <p:nvPr/>
            </p:nvSpPr>
            <p:spPr>
              <a:xfrm flipH="1">
                <a:off x="0" y="1061085"/>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932" name="Straight Connector 65"/>
              <p:cNvSpPr/>
              <p:nvPr/>
            </p:nvSpPr>
            <p:spPr>
              <a:xfrm flipH="1">
                <a:off x="0" y="1701165"/>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933" name="Straight Connector 66"/>
              <p:cNvSpPr/>
              <p:nvPr/>
            </p:nvSpPr>
            <p:spPr>
              <a:xfrm flipH="1">
                <a:off x="0" y="2341245"/>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934" name="Straight Connector 67"/>
              <p:cNvSpPr/>
              <p:nvPr/>
            </p:nvSpPr>
            <p:spPr>
              <a:xfrm flipH="1">
                <a:off x="0" y="2981325"/>
                <a:ext cx="91441" cy="0"/>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935" name="Straight Connector 68"/>
              <p:cNvSpPr/>
              <p:nvPr/>
            </p:nvSpPr>
            <p:spPr>
              <a:xfrm flipH="1">
                <a:off x="0" y="3621404"/>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936" name="Straight Connector 69"/>
              <p:cNvSpPr/>
              <p:nvPr/>
            </p:nvSpPr>
            <p:spPr>
              <a:xfrm flipH="1">
                <a:off x="0" y="4269232"/>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937" name="Straight Connector 70"/>
              <p:cNvSpPr/>
              <p:nvPr/>
            </p:nvSpPr>
            <p:spPr>
              <a:xfrm flipH="1" flipV="1">
                <a:off x="0" y="0"/>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938" name="Straight Connector 71"/>
              <p:cNvSpPr/>
              <p:nvPr/>
            </p:nvSpPr>
            <p:spPr>
              <a:xfrm flipH="1">
                <a:off x="0" y="4685665"/>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grpSp>
      </p:grpSp>
      <p:sp>
        <p:nvSpPr>
          <p:cNvPr id="941" name="Title Text"/>
          <p:cNvSpPr txBox="1">
            <a:spLocks noGrp="1"/>
          </p:cNvSpPr>
          <p:nvPr>
            <p:ph type="title"/>
          </p:nvPr>
        </p:nvSpPr>
        <p:spPr>
          <a:xfrm>
            <a:off x="280418" y="268225"/>
            <a:ext cx="5522885" cy="5726177"/>
          </a:xfrm>
          <a:prstGeom prst="rect">
            <a:avLst/>
          </a:prstGeom>
        </p:spPr>
        <p:txBody>
          <a:bodyPr>
            <a:normAutofit/>
          </a:bodyPr>
          <a:lstStyle>
            <a:lvl1pPr>
              <a:defRPr sz="3200">
                <a:latin typeface="+mj-lt"/>
                <a:ea typeface="+mj-ea"/>
                <a:cs typeface="+mj-cs"/>
                <a:sym typeface="IBM Plex Sans Light"/>
              </a:defRPr>
            </a:lvl1pPr>
          </a:lstStyle>
          <a:p>
            <a:r>
              <a:t>Title Text</a:t>
            </a:r>
          </a:p>
        </p:txBody>
      </p:sp>
      <p:sp>
        <p:nvSpPr>
          <p:cNvPr id="942" name="Black rectangle"/>
          <p:cNvSpPr/>
          <p:nvPr/>
        </p:nvSpPr>
        <p:spPr>
          <a:xfrm>
            <a:off x="3783384" y="0"/>
            <a:ext cx="8408616" cy="6858000"/>
          </a:xfrm>
          <a:prstGeom prst="rect">
            <a:avLst/>
          </a:prstGeom>
          <a:solidFill>
            <a:srgbClr val="F4F4F4"/>
          </a:solidFill>
          <a:ln w="12700">
            <a:miter lim="400000"/>
          </a:ln>
        </p:spPr>
        <p:txBody>
          <a:bodyPr tIns="121919" bIns="121919" anchor="ctr"/>
          <a:lstStyle/>
          <a:p>
            <a:pPr algn="ctr">
              <a:defRPr sz="1200">
                <a:solidFill>
                  <a:srgbClr val="000000"/>
                </a:solidFill>
              </a:defRPr>
            </a:pPr>
            <a:endParaRPr sz="1600"/>
          </a:p>
        </p:txBody>
      </p:sp>
      <p:sp>
        <p:nvSpPr>
          <p:cNvPr id="943" name="Body Level One…"/>
          <p:cNvSpPr txBox="1">
            <a:spLocks noGrp="1"/>
          </p:cNvSpPr>
          <p:nvPr>
            <p:ph type="body" sz="half" idx="1"/>
          </p:nvPr>
        </p:nvSpPr>
        <p:spPr>
          <a:xfrm>
            <a:off x="4136015" y="268225"/>
            <a:ext cx="5498593" cy="5726177"/>
          </a:xfrm>
          <a:prstGeom prst="rect">
            <a:avLst/>
          </a:prstGeom>
        </p:spPr>
        <p:txBody>
          <a:bodyPr>
            <a:normAutofit/>
          </a:bodyPr>
          <a:lstStyle/>
          <a:p>
            <a:r>
              <a:t>Body Level One</a:t>
            </a:r>
          </a:p>
          <a:p>
            <a:pPr lvl="1"/>
            <a:r>
              <a:t>Body Level Two</a:t>
            </a:r>
          </a:p>
          <a:p>
            <a:pPr lvl="2"/>
            <a:r>
              <a:t>Body Level Three</a:t>
            </a:r>
          </a:p>
          <a:p>
            <a:pPr lvl="3"/>
            <a:r>
              <a:t>Body Level Four</a:t>
            </a:r>
          </a:p>
          <a:p>
            <a:pPr lvl="4"/>
            <a:r>
              <a:t>Body Level Five</a:t>
            </a:r>
          </a:p>
        </p:txBody>
      </p:sp>
      <p:sp>
        <p:nvSpPr>
          <p:cNvPr id="944"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extLst>
      <p:ext uri="{BB962C8B-B14F-4D97-AF65-F5344CB8AC3E}">
        <p14:creationId xmlns:p14="http://schemas.microsoft.com/office/powerpoint/2010/main" val="3701821776"/>
      </p:ext>
    </p:extLst>
  </p:cSld>
  <p:clrMapOvr>
    <a:masterClrMapping/>
  </p:clrMapOvr>
  <p:transition spd="med"/>
</p:sldLayout>
</file>

<file path=ppt/slideLayouts/slideLayout183.xml><?xml version="1.0" encoding="utf-8"?>
<p:sldLayout xmlns:a="http://schemas.openxmlformats.org/drawingml/2006/main" xmlns:r="http://schemas.openxmlformats.org/officeDocument/2006/relationships" xmlns:p="http://schemas.openxmlformats.org/presentationml/2006/main" type="tx">
  <p:cSld name="1_title, text (two columns, different text sizes)">
    <p:spTree>
      <p:nvGrpSpPr>
        <p:cNvPr id="1" name=""/>
        <p:cNvGrpSpPr/>
        <p:nvPr/>
      </p:nvGrpSpPr>
      <p:grpSpPr>
        <a:xfrm>
          <a:off x="0" y="0"/>
          <a:ext cx="0" cy="0"/>
          <a:chOff x="0" y="0"/>
          <a:chExt cx="0" cy="0"/>
        </a:xfrm>
      </p:grpSpPr>
      <p:sp>
        <p:nvSpPr>
          <p:cNvPr id="1005" name="Title Text"/>
          <p:cNvSpPr txBox="1">
            <a:spLocks noGrp="1"/>
          </p:cNvSpPr>
          <p:nvPr>
            <p:ph type="title"/>
          </p:nvPr>
        </p:nvSpPr>
        <p:spPr>
          <a:xfrm>
            <a:off x="280415" y="169334"/>
            <a:ext cx="5522979" cy="1072897"/>
          </a:xfrm>
          <a:prstGeom prst="rect">
            <a:avLst/>
          </a:prstGeom>
        </p:spPr>
        <p:txBody>
          <a:bodyPr>
            <a:normAutofit/>
          </a:bodyPr>
          <a:lstStyle>
            <a:lvl1pPr>
              <a:defRPr sz="3200">
                <a:latin typeface="+mj-lt"/>
                <a:ea typeface="+mj-ea"/>
                <a:cs typeface="+mj-cs"/>
                <a:sym typeface="IBM Plex Sans Light"/>
              </a:defRPr>
            </a:lvl1pPr>
          </a:lstStyle>
          <a:p>
            <a:r>
              <a:t>Title Text</a:t>
            </a:r>
          </a:p>
        </p:txBody>
      </p:sp>
      <p:sp>
        <p:nvSpPr>
          <p:cNvPr id="1006" name="Body Level One…"/>
          <p:cNvSpPr txBox="1">
            <a:spLocks noGrp="1"/>
          </p:cNvSpPr>
          <p:nvPr>
            <p:ph type="body" sz="half" idx="1"/>
          </p:nvPr>
        </p:nvSpPr>
        <p:spPr>
          <a:xfrm>
            <a:off x="280415" y="1574800"/>
            <a:ext cx="5522979" cy="4372864"/>
          </a:xfrm>
          <a:prstGeom prst="rect">
            <a:avLst/>
          </a:prstGeom>
        </p:spPr>
        <p:txBody>
          <a:bodyPr/>
          <a:lstStyle>
            <a:lvl1pPr>
              <a:defRPr sz="3200"/>
            </a:lvl1pPr>
            <a:lvl2pPr marL="394055" indent="-397101">
              <a:defRPr sz="3200"/>
            </a:lvl2pPr>
            <a:lvl3pPr marL="622654" indent="-397101">
              <a:defRPr sz="3200"/>
            </a:lvl3pPr>
            <a:lvl4pPr marL="1003648" indent="-397101">
              <a:defRPr sz="3200"/>
            </a:lvl4pPr>
            <a:lvl5pPr marL="1236478" indent="-397101">
              <a:defRPr sz="3200"/>
            </a:lvl5pPr>
          </a:lstStyle>
          <a:p>
            <a:r>
              <a:t>Body Level One</a:t>
            </a:r>
          </a:p>
          <a:p>
            <a:pPr lvl="1"/>
            <a:r>
              <a:t>Body Level Two</a:t>
            </a:r>
          </a:p>
          <a:p>
            <a:pPr lvl="2"/>
            <a:r>
              <a:t>Body Level Three</a:t>
            </a:r>
          </a:p>
          <a:p>
            <a:pPr lvl="3"/>
            <a:r>
              <a:t>Body Level Four</a:t>
            </a:r>
          </a:p>
          <a:p>
            <a:pPr lvl="4"/>
            <a:r>
              <a:t>Body Level Five</a:t>
            </a:r>
          </a:p>
        </p:txBody>
      </p:sp>
      <p:sp>
        <p:nvSpPr>
          <p:cNvPr id="1007" name="Text Placeholder"/>
          <p:cNvSpPr>
            <a:spLocks noGrp="1"/>
          </p:cNvSpPr>
          <p:nvPr>
            <p:ph type="body" sz="half" idx="21"/>
          </p:nvPr>
        </p:nvSpPr>
        <p:spPr>
          <a:xfrm>
            <a:off x="6388608" y="1658112"/>
            <a:ext cx="5498593" cy="4336289"/>
          </a:xfrm>
          <a:prstGeom prst="rect">
            <a:avLst/>
          </a:prstGeom>
        </p:spPr>
        <p:txBody>
          <a:bodyPr>
            <a:normAutofit/>
          </a:bodyPr>
          <a:lstStyle/>
          <a:p>
            <a:endParaRPr/>
          </a:p>
        </p:txBody>
      </p:sp>
      <p:sp>
        <p:nvSpPr>
          <p:cNvPr id="1008"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extLst>
      <p:ext uri="{BB962C8B-B14F-4D97-AF65-F5344CB8AC3E}">
        <p14:creationId xmlns:p14="http://schemas.microsoft.com/office/powerpoint/2010/main" val="4267595226"/>
      </p:ext>
    </p:extLst>
  </p:cSld>
  <p:clrMapOvr>
    <a:masterClrMapping/>
  </p:clrMapOvr>
  <p:transition spd="med"/>
</p:sldLayout>
</file>

<file path=ppt/slideLayouts/slideLayout184.xml><?xml version="1.0" encoding="utf-8"?>
<p:sldLayout xmlns:a="http://schemas.openxmlformats.org/drawingml/2006/main" xmlns:r="http://schemas.openxmlformats.org/officeDocument/2006/relationships" xmlns:p="http://schemas.openxmlformats.org/presentationml/2006/main" showMasterSp="0" type="tx">
  <p:cSld name="title, text (four columns)">
    <p:spTree>
      <p:nvGrpSpPr>
        <p:cNvPr id="1" name=""/>
        <p:cNvGrpSpPr/>
        <p:nvPr/>
      </p:nvGrpSpPr>
      <p:grpSpPr>
        <a:xfrm>
          <a:off x="0" y="0"/>
          <a:ext cx="0" cy="0"/>
          <a:chOff x="0" y="0"/>
          <a:chExt cx="0" cy="0"/>
        </a:xfrm>
      </p:grpSpPr>
      <p:grpSp>
        <p:nvGrpSpPr>
          <p:cNvPr id="1114" name="Group 2"/>
          <p:cNvGrpSpPr/>
          <p:nvPr/>
        </p:nvGrpSpPr>
        <p:grpSpPr>
          <a:xfrm>
            <a:off x="-146308" y="-146475"/>
            <a:ext cx="12485629" cy="7152643"/>
            <a:chOff x="0" y="0"/>
            <a:chExt cx="9364220" cy="5364480"/>
          </a:xfrm>
        </p:grpSpPr>
        <p:grpSp>
          <p:nvGrpSpPr>
            <p:cNvPr id="1081" name="Group 59"/>
            <p:cNvGrpSpPr/>
            <p:nvPr/>
          </p:nvGrpSpPr>
          <p:grpSpPr>
            <a:xfrm>
              <a:off x="338965" y="0"/>
              <a:ext cx="8686732" cy="91441"/>
              <a:chOff x="0" y="0"/>
              <a:chExt cx="8686732" cy="91440"/>
            </a:xfrm>
          </p:grpSpPr>
          <p:sp>
            <p:nvSpPr>
              <p:cNvPr id="1070" name="Straight Connector 92"/>
              <p:cNvSpPr/>
              <p:nvPr/>
            </p:nvSpPr>
            <p:spPr>
              <a:xfrm flipV="1">
                <a:off x="-1" y="0"/>
                <a:ext cx="2"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1071" name="Straight Connector 93"/>
              <p:cNvSpPr/>
              <p:nvPr/>
            </p:nvSpPr>
            <p:spPr>
              <a:xfrm flipV="1">
                <a:off x="1828800"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1072" name="Straight Connector 94"/>
              <p:cNvSpPr/>
              <p:nvPr/>
            </p:nvSpPr>
            <p:spPr>
              <a:xfrm flipV="1">
                <a:off x="2057400"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1073" name="Straight Connector 95"/>
              <p:cNvSpPr/>
              <p:nvPr/>
            </p:nvSpPr>
            <p:spPr>
              <a:xfrm flipV="1">
                <a:off x="2286000"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1074" name="Straight Connector 96"/>
              <p:cNvSpPr/>
              <p:nvPr/>
            </p:nvSpPr>
            <p:spPr>
              <a:xfrm flipV="1">
                <a:off x="4114799"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1075" name="Straight Connector 97"/>
              <p:cNvSpPr/>
              <p:nvPr/>
            </p:nvSpPr>
            <p:spPr>
              <a:xfrm flipV="1">
                <a:off x="4343399"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1076" name="Straight Connector 98"/>
              <p:cNvSpPr/>
              <p:nvPr/>
            </p:nvSpPr>
            <p:spPr>
              <a:xfrm flipV="1">
                <a:off x="4571999"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1077" name="Straight Connector 99"/>
              <p:cNvSpPr/>
              <p:nvPr/>
            </p:nvSpPr>
            <p:spPr>
              <a:xfrm flipV="1">
                <a:off x="6400799"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1078" name="Straight Connector 100"/>
              <p:cNvSpPr/>
              <p:nvPr/>
            </p:nvSpPr>
            <p:spPr>
              <a:xfrm flipV="1">
                <a:off x="6629400"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1079" name="Straight Connector 101"/>
              <p:cNvSpPr/>
              <p:nvPr/>
            </p:nvSpPr>
            <p:spPr>
              <a:xfrm flipV="1">
                <a:off x="6858000"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1080" name="Straight Connector 102"/>
              <p:cNvSpPr/>
              <p:nvPr/>
            </p:nvSpPr>
            <p:spPr>
              <a:xfrm flipV="1">
                <a:off x="8686732"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grpSp>
        <p:grpSp>
          <p:nvGrpSpPr>
            <p:cNvPr id="1093" name="Group 60"/>
            <p:cNvGrpSpPr/>
            <p:nvPr/>
          </p:nvGrpSpPr>
          <p:grpSpPr>
            <a:xfrm>
              <a:off x="338965" y="5273040"/>
              <a:ext cx="8686732" cy="91441"/>
              <a:chOff x="0" y="0"/>
              <a:chExt cx="8686732" cy="91440"/>
            </a:xfrm>
          </p:grpSpPr>
          <p:sp>
            <p:nvSpPr>
              <p:cNvPr id="1082" name="Straight Connector 81"/>
              <p:cNvSpPr/>
              <p:nvPr/>
            </p:nvSpPr>
            <p:spPr>
              <a:xfrm flipV="1">
                <a:off x="-1" y="0"/>
                <a:ext cx="2"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1083" name="Straight Connector 82"/>
              <p:cNvSpPr/>
              <p:nvPr/>
            </p:nvSpPr>
            <p:spPr>
              <a:xfrm flipV="1">
                <a:off x="1828800"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1084" name="Straight Connector 83"/>
              <p:cNvSpPr/>
              <p:nvPr/>
            </p:nvSpPr>
            <p:spPr>
              <a:xfrm flipV="1">
                <a:off x="2057400"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1085" name="Straight Connector 84"/>
              <p:cNvSpPr/>
              <p:nvPr/>
            </p:nvSpPr>
            <p:spPr>
              <a:xfrm flipV="1">
                <a:off x="2286000"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1086" name="Straight Connector 85"/>
              <p:cNvSpPr/>
              <p:nvPr/>
            </p:nvSpPr>
            <p:spPr>
              <a:xfrm flipV="1">
                <a:off x="4114799"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1087" name="Straight Connector 86"/>
              <p:cNvSpPr/>
              <p:nvPr/>
            </p:nvSpPr>
            <p:spPr>
              <a:xfrm flipV="1">
                <a:off x="4343399"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1088" name="Straight Connector 87"/>
              <p:cNvSpPr/>
              <p:nvPr/>
            </p:nvSpPr>
            <p:spPr>
              <a:xfrm flipV="1">
                <a:off x="4571999"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1089" name="Straight Connector 88"/>
              <p:cNvSpPr/>
              <p:nvPr/>
            </p:nvSpPr>
            <p:spPr>
              <a:xfrm flipV="1">
                <a:off x="6400799"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1090" name="Straight Connector 89"/>
              <p:cNvSpPr/>
              <p:nvPr/>
            </p:nvSpPr>
            <p:spPr>
              <a:xfrm flipV="1">
                <a:off x="6629400"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1091" name="Straight Connector 90"/>
              <p:cNvSpPr/>
              <p:nvPr/>
            </p:nvSpPr>
            <p:spPr>
              <a:xfrm flipV="1">
                <a:off x="6858000"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1092" name="Straight Connector 91"/>
              <p:cNvSpPr/>
              <p:nvPr/>
            </p:nvSpPr>
            <p:spPr>
              <a:xfrm flipV="1">
                <a:off x="8686732"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grpSp>
        <p:grpSp>
          <p:nvGrpSpPr>
            <p:cNvPr id="1103" name="Group 61"/>
            <p:cNvGrpSpPr/>
            <p:nvPr/>
          </p:nvGrpSpPr>
          <p:grpSpPr>
            <a:xfrm>
              <a:off x="0" y="338074"/>
              <a:ext cx="91441" cy="4686681"/>
              <a:chOff x="0" y="0"/>
              <a:chExt cx="91440" cy="4686681"/>
            </a:xfrm>
          </p:grpSpPr>
          <p:sp>
            <p:nvSpPr>
              <p:cNvPr id="1094" name="Straight Connector 72"/>
              <p:cNvSpPr/>
              <p:nvPr/>
            </p:nvSpPr>
            <p:spPr>
              <a:xfrm flipH="1">
                <a:off x="0" y="425576"/>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1095" name="Straight Connector 73"/>
              <p:cNvSpPr/>
              <p:nvPr/>
            </p:nvSpPr>
            <p:spPr>
              <a:xfrm flipH="1">
                <a:off x="0" y="1061084"/>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1096" name="Straight Connector 74"/>
              <p:cNvSpPr/>
              <p:nvPr/>
            </p:nvSpPr>
            <p:spPr>
              <a:xfrm flipH="1">
                <a:off x="0" y="1701164"/>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1097" name="Straight Connector 75"/>
              <p:cNvSpPr/>
              <p:nvPr/>
            </p:nvSpPr>
            <p:spPr>
              <a:xfrm flipH="1">
                <a:off x="0" y="2342770"/>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1098" name="Straight Connector 76"/>
              <p:cNvSpPr/>
              <p:nvPr/>
            </p:nvSpPr>
            <p:spPr>
              <a:xfrm flipH="1">
                <a:off x="0" y="2981325"/>
                <a:ext cx="91441" cy="0"/>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1099" name="Straight Connector 77"/>
              <p:cNvSpPr/>
              <p:nvPr/>
            </p:nvSpPr>
            <p:spPr>
              <a:xfrm flipH="1">
                <a:off x="0" y="3621404"/>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1100" name="Straight Connector 78"/>
              <p:cNvSpPr/>
              <p:nvPr/>
            </p:nvSpPr>
            <p:spPr>
              <a:xfrm flipH="1">
                <a:off x="0" y="4269232"/>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1101" name="Straight Connector 79"/>
              <p:cNvSpPr/>
              <p:nvPr/>
            </p:nvSpPr>
            <p:spPr>
              <a:xfrm flipH="1" flipV="1">
                <a:off x="0" y="-1"/>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1102" name="Straight Connector 80"/>
              <p:cNvSpPr/>
              <p:nvPr/>
            </p:nvSpPr>
            <p:spPr>
              <a:xfrm flipH="1">
                <a:off x="0" y="4686680"/>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grpSp>
        <p:grpSp>
          <p:nvGrpSpPr>
            <p:cNvPr id="1113" name="Group 62"/>
            <p:cNvGrpSpPr/>
            <p:nvPr/>
          </p:nvGrpSpPr>
          <p:grpSpPr>
            <a:xfrm>
              <a:off x="9272780" y="338073"/>
              <a:ext cx="91441" cy="4685667"/>
              <a:chOff x="0" y="0"/>
              <a:chExt cx="91440" cy="4685665"/>
            </a:xfrm>
          </p:grpSpPr>
          <p:sp>
            <p:nvSpPr>
              <p:cNvPr id="1104" name="Straight Connector 63"/>
              <p:cNvSpPr/>
              <p:nvPr/>
            </p:nvSpPr>
            <p:spPr>
              <a:xfrm flipH="1">
                <a:off x="0" y="425577"/>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1105" name="Straight Connector 64"/>
              <p:cNvSpPr/>
              <p:nvPr/>
            </p:nvSpPr>
            <p:spPr>
              <a:xfrm flipH="1">
                <a:off x="0" y="1061085"/>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1106" name="Straight Connector 65"/>
              <p:cNvSpPr/>
              <p:nvPr/>
            </p:nvSpPr>
            <p:spPr>
              <a:xfrm flipH="1">
                <a:off x="0" y="1701165"/>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1107" name="Straight Connector 66"/>
              <p:cNvSpPr/>
              <p:nvPr/>
            </p:nvSpPr>
            <p:spPr>
              <a:xfrm flipH="1">
                <a:off x="0" y="2341245"/>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1108" name="Straight Connector 67"/>
              <p:cNvSpPr/>
              <p:nvPr/>
            </p:nvSpPr>
            <p:spPr>
              <a:xfrm flipH="1">
                <a:off x="0" y="2981325"/>
                <a:ext cx="91441" cy="0"/>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1109" name="Straight Connector 68"/>
              <p:cNvSpPr/>
              <p:nvPr/>
            </p:nvSpPr>
            <p:spPr>
              <a:xfrm flipH="1">
                <a:off x="0" y="3621404"/>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1110" name="Straight Connector 69"/>
              <p:cNvSpPr/>
              <p:nvPr/>
            </p:nvSpPr>
            <p:spPr>
              <a:xfrm flipH="1">
                <a:off x="0" y="4269232"/>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1111" name="Straight Connector 70"/>
              <p:cNvSpPr/>
              <p:nvPr/>
            </p:nvSpPr>
            <p:spPr>
              <a:xfrm flipH="1" flipV="1">
                <a:off x="0" y="0"/>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1112" name="Straight Connector 71"/>
              <p:cNvSpPr/>
              <p:nvPr/>
            </p:nvSpPr>
            <p:spPr>
              <a:xfrm flipH="1">
                <a:off x="0" y="4685665"/>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sz="2400"/>
              </a:p>
            </p:txBody>
          </p:sp>
        </p:grpSp>
      </p:grpSp>
      <p:sp>
        <p:nvSpPr>
          <p:cNvPr id="1115" name="Title Text"/>
          <p:cNvSpPr txBox="1">
            <a:spLocks noGrp="1"/>
          </p:cNvSpPr>
          <p:nvPr>
            <p:ph type="title"/>
          </p:nvPr>
        </p:nvSpPr>
        <p:spPr>
          <a:xfrm>
            <a:off x="280415" y="268225"/>
            <a:ext cx="5522979" cy="1072897"/>
          </a:xfrm>
          <a:prstGeom prst="rect">
            <a:avLst/>
          </a:prstGeom>
        </p:spPr>
        <p:txBody>
          <a:bodyPr>
            <a:normAutofit/>
          </a:bodyPr>
          <a:lstStyle>
            <a:lvl1pPr>
              <a:defRPr sz="3200">
                <a:latin typeface="+mj-lt"/>
                <a:ea typeface="+mj-ea"/>
                <a:cs typeface="+mj-cs"/>
                <a:sym typeface="IBM Plex Sans Light"/>
              </a:defRPr>
            </a:lvl1pPr>
          </a:lstStyle>
          <a:p>
            <a:r>
              <a:t>Title Text</a:t>
            </a:r>
          </a:p>
        </p:txBody>
      </p:sp>
      <p:sp>
        <p:nvSpPr>
          <p:cNvPr id="1116" name="Body Level One…"/>
          <p:cNvSpPr txBox="1">
            <a:spLocks noGrp="1"/>
          </p:cNvSpPr>
          <p:nvPr>
            <p:ph type="body" sz="quarter" idx="1"/>
          </p:nvPr>
        </p:nvSpPr>
        <p:spPr>
          <a:xfrm>
            <a:off x="292609" y="1658112"/>
            <a:ext cx="2450593" cy="4336289"/>
          </a:xfrm>
          <a:prstGeom prst="rect">
            <a:avLst/>
          </a:prstGeom>
        </p:spPr>
        <p:txBody>
          <a:bodyPr>
            <a:normAutofit/>
          </a:bodyPr>
          <a:lstStyle/>
          <a:p>
            <a:r>
              <a:t>Body Level One</a:t>
            </a:r>
          </a:p>
          <a:p>
            <a:pPr lvl="1"/>
            <a:r>
              <a:t>Body Level Two</a:t>
            </a:r>
          </a:p>
          <a:p>
            <a:pPr lvl="2"/>
            <a:r>
              <a:t>Body Level Three</a:t>
            </a:r>
          </a:p>
          <a:p>
            <a:pPr lvl="3"/>
            <a:r>
              <a:t>Body Level Four</a:t>
            </a:r>
          </a:p>
          <a:p>
            <a:pPr lvl="4"/>
            <a:r>
              <a:t>Body Level Five</a:t>
            </a:r>
          </a:p>
        </p:txBody>
      </p:sp>
      <p:sp>
        <p:nvSpPr>
          <p:cNvPr id="1117" name="Text Placeholder 2"/>
          <p:cNvSpPr>
            <a:spLocks noGrp="1"/>
          </p:cNvSpPr>
          <p:nvPr>
            <p:ph type="body" sz="quarter" idx="21"/>
          </p:nvPr>
        </p:nvSpPr>
        <p:spPr>
          <a:xfrm>
            <a:off x="3340608" y="1658112"/>
            <a:ext cx="2450593" cy="4336289"/>
          </a:xfrm>
          <a:prstGeom prst="rect">
            <a:avLst/>
          </a:prstGeom>
        </p:spPr>
        <p:txBody>
          <a:bodyPr>
            <a:normAutofit/>
          </a:bodyPr>
          <a:lstStyle/>
          <a:p>
            <a:endParaRPr/>
          </a:p>
        </p:txBody>
      </p:sp>
      <p:sp>
        <p:nvSpPr>
          <p:cNvPr id="1118" name="Text Placeholder 3"/>
          <p:cNvSpPr>
            <a:spLocks noGrp="1"/>
          </p:cNvSpPr>
          <p:nvPr>
            <p:ph type="body" sz="quarter" idx="22"/>
          </p:nvPr>
        </p:nvSpPr>
        <p:spPr>
          <a:xfrm>
            <a:off x="6388608" y="1658112"/>
            <a:ext cx="2450593" cy="4336289"/>
          </a:xfrm>
          <a:prstGeom prst="rect">
            <a:avLst/>
          </a:prstGeom>
        </p:spPr>
        <p:txBody>
          <a:bodyPr>
            <a:normAutofit/>
          </a:bodyPr>
          <a:lstStyle/>
          <a:p>
            <a:endParaRPr/>
          </a:p>
        </p:txBody>
      </p:sp>
      <p:sp>
        <p:nvSpPr>
          <p:cNvPr id="1119" name="Text Placeholder 4"/>
          <p:cNvSpPr>
            <a:spLocks noGrp="1"/>
          </p:cNvSpPr>
          <p:nvPr>
            <p:ph type="body" sz="quarter" idx="23"/>
          </p:nvPr>
        </p:nvSpPr>
        <p:spPr>
          <a:xfrm>
            <a:off x="9436609" y="1658112"/>
            <a:ext cx="2450593" cy="4336289"/>
          </a:xfrm>
          <a:prstGeom prst="rect">
            <a:avLst/>
          </a:prstGeom>
        </p:spPr>
        <p:txBody>
          <a:bodyPr>
            <a:normAutofit/>
          </a:bodyPr>
          <a:lstStyle/>
          <a:p>
            <a:endParaRPr/>
          </a:p>
        </p:txBody>
      </p:sp>
      <p:sp>
        <p:nvSpPr>
          <p:cNvPr id="1120"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extLst>
      <p:ext uri="{BB962C8B-B14F-4D97-AF65-F5344CB8AC3E}">
        <p14:creationId xmlns:p14="http://schemas.microsoft.com/office/powerpoint/2010/main" val="2620889511"/>
      </p:ext>
    </p:extLst>
  </p:cSld>
  <p:clrMapOvr>
    <a:masterClrMapping/>
  </p:clrMapOvr>
  <p:transition spd="med"/>
</p:sldLayout>
</file>

<file path=ppt/slideLayouts/slideLayout185.xml><?xml version="1.0" encoding="utf-8"?>
<p:sldLayout xmlns:a="http://schemas.openxmlformats.org/drawingml/2006/main" xmlns:r="http://schemas.openxmlformats.org/officeDocument/2006/relationships" xmlns:p="http://schemas.openxmlformats.org/presentationml/2006/main" showMasterSp="0" type="tx">
  <p:cSld name="Blank, Roadmap, horizontal">
    <p:spTree>
      <p:nvGrpSpPr>
        <p:cNvPr id="1" name=""/>
        <p:cNvGrpSpPr/>
        <p:nvPr/>
      </p:nvGrpSpPr>
      <p:grpSpPr>
        <a:xfrm>
          <a:off x="0" y="0"/>
          <a:ext cx="0" cy="0"/>
          <a:chOff x="0" y="0"/>
          <a:chExt cx="0" cy="0"/>
        </a:xfrm>
      </p:grpSpPr>
      <p:grpSp>
        <p:nvGrpSpPr>
          <p:cNvPr id="1171" name="Group 58"/>
          <p:cNvGrpSpPr/>
          <p:nvPr/>
        </p:nvGrpSpPr>
        <p:grpSpPr>
          <a:xfrm>
            <a:off x="-146308" y="-146475"/>
            <a:ext cx="12485629" cy="7152643"/>
            <a:chOff x="0" y="0"/>
            <a:chExt cx="9364220" cy="5364480"/>
          </a:xfrm>
        </p:grpSpPr>
        <p:grpSp>
          <p:nvGrpSpPr>
            <p:cNvPr id="1138" name="Group 59"/>
            <p:cNvGrpSpPr/>
            <p:nvPr/>
          </p:nvGrpSpPr>
          <p:grpSpPr>
            <a:xfrm>
              <a:off x="338965" y="0"/>
              <a:ext cx="8686732" cy="91441"/>
              <a:chOff x="0" y="0"/>
              <a:chExt cx="8686732" cy="91439"/>
            </a:xfrm>
          </p:grpSpPr>
          <p:sp>
            <p:nvSpPr>
              <p:cNvPr id="1127" name="Straight Connector 92"/>
              <p:cNvSpPr/>
              <p:nvPr/>
            </p:nvSpPr>
            <p:spPr>
              <a:xfrm flipV="1">
                <a:off x="-1" y="0"/>
                <a:ext cx="2"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a:defRPr>
                    <a:solidFill>
                      <a:srgbClr val="000000"/>
                    </a:solidFill>
                    <a:latin typeface="IBM Plex Sans Regular"/>
                    <a:ea typeface="IBM Plex Sans Regular"/>
                    <a:cs typeface="IBM Plex Sans Regular"/>
                    <a:sym typeface="IBM Plex Sans Regular"/>
                  </a:defRPr>
                </a:pPr>
                <a:endParaRPr sz="2400"/>
              </a:p>
            </p:txBody>
          </p:sp>
          <p:sp>
            <p:nvSpPr>
              <p:cNvPr id="1128" name="Straight Connector 93"/>
              <p:cNvSpPr/>
              <p:nvPr/>
            </p:nvSpPr>
            <p:spPr>
              <a:xfrm flipV="1">
                <a:off x="1828800"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a:defRPr>
                    <a:solidFill>
                      <a:srgbClr val="000000"/>
                    </a:solidFill>
                    <a:latin typeface="IBM Plex Sans Regular"/>
                    <a:ea typeface="IBM Plex Sans Regular"/>
                    <a:cs typeface="IBM Plex Sans Regular"/>
                    <a:sym typeface="IBM Plex Sans Regular"/>
                  </a:defRPr>
                </a:pPr>
                <a:endParaRPr sz="2400"/>
              </a:p>
            </p:txBody>
          </p:sp>
          <p:sp>
            <p:nvSpPr>
              <p:cNvPr id="1129" name="Straight Connector 94"/>
              <p:cNvSpPr/>
              <p:nvPr/>
            </p:nvSpPr>
            <p:spPr>
              <a:xfrm flipV="1">
                <a:off x="2057400"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a:defRPr>
                    <a:solidFill>
                      <a:srgbClr val="000000"/>
                    </a:solidFill>
                    <a:latin typeface="IBM Plex Sans Regular"/>
                    <a:ea typeface="IBM Plex Sans Regular"/>
                    <a:cs typeface="IBM Plex Sans Regular"/>
                    <a:sym typeface="IBM Plex Sans Regular"/>
                  </a:defRPr>
                </a:pPr>
                <a:endParaRPr sz="2400"/>
              </a:p>
            </p:txBody>
          </p:sp>
          <p:sp>
            <p:nvSpPr>
              <p:cNvPr id="1130" name="Straight Connector 95"/>
              <p:cNvSpPr/>
              <p:nvPr/>
            </p:nvSpPr>
            <p:spPr>
              <a:xfrm flipV="1">
                <a:off x="2286000"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a:defRPr>
                    <a:solidFill>
                      <a:srgbClr val="000000"/>
                    </a:solidFill>
                    <a:latin typeface="IBM Plex Sans Regular"/>
                    <a:ea typeface="IBM Plex Sans Regular"/>
                    <a:cs typeface="IBM Plex Sans Regular"/>
                    <a:sym typeface="IBM Plex Sans Regular"/>
                  </a:defRPr>
                </a:pPr>
                <a:endParaRPr sz="2400"/>
              </a:p>
            </p:txBody>
          </p:sp>
          <p:sp>
            <p:nvSpPr>
              <p:cNvPr id="1131" name="Straight Connector 96"/>
              <p:cNvSpPr/>
              <p:nvPr/>
            </p:nvSpPr>
            <p:spPr>
              <a:xfrm flipV="1">
                <a:off x="4114799"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a:defRPr>
                    <a:solidFill>
                      <a:srgbClr val="000000"/>
                    </a:solidFill>
                    <a:latin typeface="IBM Plex Sans Regular"/>
                    <a:ea typeface="IBM Plex Sans Regular"/>
                    <a:cs typeface="IBM Plex Sans Regular"/>
                    <a:sym typeface="IBM Plex Sans Regular"/>
                  </a:defRPr>
                </a:pPr>
                <a:endParaRPr sz="2400"/>
              </a:p>
            </p:txBody>
          </p:sp>
          <p:sp>
            <p:nvSpPr>
              <p:cNvPr id="1132" name="Straight Connector 97"/>
              <p:cNvSpPr/>
              <p:nvPr/>
            </p:nvSpPr>
            <p:spPr>
              <a:xfrm flipV="1">
                <a:off x="4343399"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a:defRPr>
                    <a:solidFill>
                      <a:srgbClr val="000000"/>
                    </a:solidFill>
                    <a:latin typeface="IBM Plex Sans Regular"/>
                    <a:ea typeface="IBM Plex Sans Regular"/>
                    <a:cs typeface="IBM Plex Sans Regular"/>
                    <a:sym typeface="IBM Plex Sans Regular"/>
                  </a:defRPr>
                </a:pPr>
                <a:endParaRPr sz="2400"/>
              </a:p>
            </p:txBody>
          </p:sp>
          <p:sp>
            <p:nvSpPr>
              <p:cNvPr id="1133" name="Straight Connector 98"/>
              <p:cNvSpPr/>
              <p:nvPr/>
            </p:nvSpPr>
            <p:spPr>
              <a:xfrm flipV="1">
                <a:off x="4571999"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a:defRPr>
                    <a:solidFill>
                      <a:srgbClr val="000000"/>
                    </a:solidFill>
                    <a:latin typeface="IBM Plex Sans Regular"/>
                    <a:ea typeface="IBM Plex Sans Regular"/>
                    <a:cs typeface="IBM Plex Sans Regular"/>
                    <a:sym typeface="IBM Plex Sans Regular"/>
                  </a:defRPr>
                </a:pPr>
                <a:endParaRPr sz="2400"/>
              </a:p>
            </p:txBody>
          </p:sp>
          <p:sp>
            <p:nvSpPr>
              <p:cNvPr id="1134" name="Straight Connector 99"/>
              <p:cNvSpPr/>
              <p:nvPr/>
            </p:nvSpPr>
            <p:spPr>
              <a:xfrm flipV="1">
                <a:off x="6400799"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a:defRPr>
                    <a:solidFill>
                      <a:srgbClr val="000000"/>
                    </a:solidFill>
                    <a:latin typeface="IBM Plex Sans Regular"/>
                    <a:ea typeface="IBM Plex Sans Regular"/>
                    <a:cs typeface="IBM Plex Sans Regular"/>
                    <a:sym typeface="IBM Plex Sans Regular"/>
                  </a:defRPr>
                </a:pPr>
                <a:endParaRPr sz="2400"/>
              </a:p>
            </p:txBody>
          </p:sp>
          <p:sp>
            <p:nvSpPr>
              <p:cNvPr id="1135" name="Straight Connector 100"/>
              <p:cNvSpPr/>
              <p:nvPr/>
            </p:nvSpPr>
            <p:spPr>
              <a:xfrm flipV="1">
                <a:off x="6629400"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a:defRPr>
                    <a:solidFill>
                      <a:srgbClr val="000000"/>
                    </a:solidFill>
                    <a:latin typeface="IBM Plex Sans Regular"/>
                    <a:ea typeface="IBM Plex Sans Regular"/>
                    <a:cs typeface="IBM Plex Sans Regular"/>
                    <a:sym typeface="IBM Plex Sans Regular"/>
                  </a:defRPr>
                </a:pPr>
                <a:endParaRPr sz="2400"/>
              </a:p>
            </p:txBody>
          </p:sp>
          <p:sp>
            <p:nvSpPr>
              <p:cNvPr id="1136" name="Straight Connector 101"/>
              <p:cNvSpPr/>
              <p:nvPr/>
            </p:nvSpPr>
            <p:spPr>
              <a:xfrm flipV="1">
                <a:off x="6858000"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a:defRPr>
                    <a:solidFill>
                      <a:srgbClr val="000000"/>
                    </a:solidFill>
                    <a:latin typeface="IBM Plex Sans Regular"/>
                    <a:ea typeface="IBM Plex Sans Regular"/>
                    <a:cs typeface="IBM Plex Sans Regular"/>
                    <a:sym typeface="IBM Plex Sans Regular"/>
                  </a:defRPr>
                </a:pPr>
                <a:endParaRPr sz="2400"/>
              </a:p>
            </p:txBody>
          </p:sp>
          <p:sp>
            <p:nvSpPr>
              <p:cNvPr id="1137" name="Straight Connector 102"/>
              <p:cNvSpPr/>
              <p:nvPr/>
            </p:nvSpPr>
            <p:spPr>
              <a:xfrm flipV="1">
                <a:off x="8686732"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a:defRPr>
                    <a:solidFill>
                      <a:srgbClr val="000000"/>
                    </a:solidFill>
                    <a:latin typeface="IBM Plex Sans Regular"/>
                    <a:ea typeface="IBM Plex Sans Regular"/>
                    <a:cs typeface="IBM Plex Sans Regular"/>
                    <a:sym typeface="IBM Plex Sans Regular"/>
                  </a:defRPr>
                </a:pPr>
                <a:endParaRPr sz="2400"/>
              </a:p>
            </p:txBody>
          </p:sp>
        </p:grpSp>
        <p:grpSp>
          <p:nvGrpSpPr>
            <p:cNvPr id="1150" name="Group 60"/>
            <p:cNvGrpSpPr/>
            <p:nvPr/>
          </p:nvGrpSpPr>
          <p:grpSpPr>
            <a:xfrm>
              <a:off x="338965" y="5273040"/>
              <a:ext cx="8686732" cy="91441"/>
              <a:chOff x="0" y="0"/>
              <a:chExt cx="8686732" cy="91439"/>
            </a:xfrm>
          </p:grpSpPr>
          <p:sp>
            <p:nvSpPr>
              <p:cNvPr id="1139" name="Straight Connector 81"/>
              <p:cNvSpPr/>
              <p:nvPr/>
            </p:nvSpPr>
            <p:spPr>
              <a:xfrm flipV="1">
                <a:off x="-1" y="0"/>
                <a:ext cx="2"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a:defRPr>
                    <a:solidFill>
                      <a:srgbClr val="000000"/>
                    </a:solidFill>
                    <a:latin typeface="IBM Plex Sans Regular"/>
                    <a:ea typeface="IBM Plex Sans Regular"/>
                    <a:cs typeface="IBM Plex Sans Regular"/>
                    <a:sym typeface="IBM Plex Sans Regular"/>
                  </a:defRPr>
                </a:pPr>
                <a:endParaRPr sz="2400"/>
              </a:p>
            </p:txBody>
          </p:sp>
          <p:sp>
            <p:nvSpPr>
              <p:cNvPr id="1140" name="Straight Connector 82"/>
              <p:cNvSpPr/>
              <p:nvPr/>
            </p:nvSpPr>
            <p:spPr>
              <a:xfrm flipV="1">
                <a:off x="1828800"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a:defRPr>
                    <a:solidFill>
                      <a:srgbClr val="000000"/>
                    </a:solidFill>
                    <a:latin typeface="IBM Plex Sans Regular"/>
                    <a:ea typeface="IBM Plex Sans Regular"/>
                    <a:cs typeface="IBM Plex Sans Regular"/>
                    <a:sym typeface="IBM Plex Sans Regular"/>
                  </a:defRPr>
                </a:pPr>
                <a:endParaRPr sz="2400"/>
              </a:p>
            </p:txBody>
          </p:sp>
          <p:sp>
            <p:nvSpPr>
              <p:cNvPr id="1141" name="Straight Connector 83"/>
              <p:cNvSpPr/>
              <p:nvPr/>
            </p:nvSpPr>
            <p:spPr>
              <a:xfrm flipV="1">
                <a:off x="2057400"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a:defRPr>
                    <a:solidFill>
                      <a:srgbClr val="000000"/>
                    </a:solidFill>
                    <a:latin typeface="IBM Plex Sans Regular"/>
                    <a:ea typeface="IBM Plex Sans Regular"/>
                    <a:cs typeface="IBM Plex Sans Regular"/>
                    <a:sym typeface="IBM Plex Sans Regular"/>
                  </a:defRPr>
                </a:pPr>
                <a:endParaRPr sz="2400"/>
              </a:p>
            </p:txBody>
          </p:sp>
          <p:sp>
            <p:nvSpPr>
              <p:cNvPr id="1142" name="Straight Connector 84"/>
              <p:cNvSpPr/>
              <p:nvPr/>
            </p:nvSpPr>
            <p:spPr>
              <a:xfrm flipV="1">
                <a:off x="2286000"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a:defRPr>
                    <a:solidFill>
                      <a:srgbClr val="000000"/>
                    </a:solidFill>
                    <a:latin typeface="IBM Plex Sans Regular"/>
                    <a:ea typeface="IBM Plex Sans Regular"/>
                    <a:cs typeface="IBM Plex Sans Regular"/>
                    <a:sym typeface="IBM Plex Sans Regular"/>
                  </a:defRPr>
                </a:pPr>
                <a:endParaRPr sz="2400"/>
              </a:p>
            </p:txBody>
          </p:sp>
          <p:sp>
            <p:nvSpPr>
              <p:cNvPr id="1143" name="Straight Connector 85"/>
              <p:cNvSpPr/>
              <p:nvPr/>
            </p:nvSpPr>
            <p:spPr>
              <a:xfrm flipV="1">
                <a:off x="4114799"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a:defRPr>
                    <a:solidFill>
                      <a:srgbClr val="000000"/>
                    </a:solidFill>
                    <a:latin typeface="IBM Plex Sans Regular"/>
                    <a:ea typeface="IBM Plex Sans Regular"/>
                    <a:cs typeface="IBM Plex Sans Regular"/>
                    <a:sym typeface="IBM Plex Sans Regular"/>
                  </a:defRPr>
                </a:pPr>
                <a:endParaRPr sz="2400"/>
              </a:p>
            </p:txBody>
          </p:sp>
          <p:sp>
            <p:nvSpPr>
              <p:cNvPr id="1144" name="Straight Connector 86"/>
              <p:cNvSpPr/>
              <p:nvPr/>
            </p:nvSpPr>
            <p:spPr>
              <a:xfrm flipV="1">
                <a:off x="4343399"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a:defRPr>
                    <a:solidFill>
                      <a:srgbClr val="000000"/>
                    </a:solidFill>
                    <a:latin typeface="IBM Plex Sans Regular"/>
                    <a:ea typeface="IBM Plex Sans Regular"/>
                    <a:cs typeface="IBM Plex Sans Regular"/>
                    <a:sym typeface="IBM Plex Sans Regular"/>
                  </a:defRPr>
                </a:pPr>
                <a:endParaRPr sz="2400"/>
              </a:p>
            </p:txBody>
          </p:sp>
          <p:sp>
            <p:nvSpPr>
              <p:cNvPr id="1145" name="Straight Connector 87"/>
              <p:cNvSpPr/>
              <p:nvPr/>
            </p:nvSpPr>
            <p:spPr>
              <a:xfrm flipV="1">
                <a:off x="4571999"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a:defRPr>
                    <a:solidFill>
                      <a:srgbClr val="000000"/>
                    </a:solidFill>
                    <a:latin typeface="IBM Plex Sans Regular"/>
                    <a:ea typeface="IBM Plex Sans Regular"/>
                    <a:cs typeface="IBM Plex Sans Regular"/>
                    <a:sym typeface="IBM Plex Sans Regular"/>
                  </a:defRPr>
                </a:pPr>
                <a:endParaRPr sz="2400"/>
              </a:p>
            </p:txBody>
          </p:sp>
          <p:sp>
            <p:nvSpPr>
              <p:cNvPr id="1146" name="Straight Connector 88"/>
              <p:cNvSpPr/>
              <p:nvPr/>
            </p:nvSpPr>
            <p:spPr>
              <a:xfrm flipV="1">
                <a:off x="6400799"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a:defRPr>
                    <a:solidFill>
                      <a:srgbClr val="000000"/>
                    </a:solidFill>
                    <a:latin typeface="IBM Plex Sans Regular"/>
                    <a:ea typeface="IBM Plex Sans Regular"/>
                    <a:cs typeface="IBM Plex Sans Regular"/>
                    <a:sym typeface="IBM Plex Sans Regular"/>
                  </a:defRPr>
                </a:pPr>
                <a:endParaRPr sz="2400"/>
              </a:p>
            </p:txBody>
          </p:sp>
          <p:sp>
            <p:nvSpPr>
              <p:cNvPr id="1147" name="Straight Connector 89"/>
              <p:cNvSpPr/>
              <p:nvPr/>
            </p:nvSpPr>
            <p:spPr>
              <a:xfrm flipV="1">
                <a:off x="6629400"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a:defRPr>
                    <a:solidFill>
                      <a:srgbClr val="000000"/>
                    </a:solidFill>
                    <a:latin typeface="IBM Plex Sans Regular"/>
                    <a:ea typeface="IBM Plex Sans Regular"/>
                    <a:cs typeface="IBM Plex Sans Regular"/>
                    <a:sym typeface="IBM Plex Sans Regular"/>
                  </a:defRPr>
                </a:pPr>
                <a:endParaRPr sz="2400"/>
              </a:p>
            </p:txBody>
          </p:sp>
          <p:sp>
            <p:nvSpPr>
              <p:cNvPr id="1148" name="Straight Connector 90"/>
              <p:cNvSpPr/>
              <p:nvPr/>
            </p:nvSpPr>
            <p:spPr>
              <a:xfrm flipV="1">
                <a:off x="6858000"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a:defRPr>
                    <a:solidFill>
                      <a:srgbClr val="000000"/>
                    </a:solidFill>
                    <a:latin typeface="IBM Plex Sans Regular"/>
                    <a:ea typeface="IBM Plex Sans Regular"/>
                    <a:cs typeface="IBM Plex Sans Regular"/>
                    <a:sym typeface="IBM Plex Sans Regular"/>
                  </a:defRPr>
                </a:pPr>
                <a:endParaRPr sz="2400"/>
              </a:p>
            </p:txBody>
          </p:sp>
          <p:sp>
            <p:nvSpPr>
              <p:cNvPr id="1149" name="Straight Connector 91"/>
              <p:cNvSpPr/>
              <p:nvPr/>
            </p:nvSpPr>
            <p:spPr>
              <a:xfrm flipV="1">
                <a:off x="8686732"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a:defRPr>
                    <a:solidFill>
                      <a:srgbClr val="000000"/>
                    </a:solidFill>
                    <a:latin typeface="IBM Plex Sans Regular"/>
                    <a:ea typeface="IBM Plex Sans Regular"/>
                    <a:cs typeface="IBM Plex Sans Regular"/>
                    <a:sym typeface="IBM Plex Sans Regular"/>
                  </a:defRPr>
                </a:pPr>
                <a:endParaRPr sz="2400"/>
              </a:p>
            </p:txBody>
          </p:sp>
        </p:grpSp>
        <p:grpSp>
          <p:nvGrpSpPr>
            <p:cNvPr id="1160" name="Group 61"/>
            <p:cNvGrpSpPr/>
            <p:nvPr/>
          </p:nvGrpSpPr>
          <p:grpSpPr>
            <a:xfrm>
              <a:off x="0" y="347599"/>
              <a:ext cx="91441" cy="4664456"/>
              <a:chOff x="0" y="0"/>
              <a:chExt cx="91439" cy="4664456"/>
            </a:xfrm>
          </p:grpSpPr>
          <p:sp>
            <p:nvSpPr>
              <p:cNvPr id="1151" name="Straight Connector 72"/>
              <p:cNvSpPr/>
              <p:nvPr/>
            </p:nvSpPr>
            <p:spPr>
              <a:xfrm flipH="1">
                <a:off x="0" y="416051"/>
                <a:ext cx="91441" cy="1"/>
              </a:xfrm>
              <a:prstGeom prst="line">
                <a:avLst/>
              </a:prstGeom>
              <a:noFill/>
              <a:ln w="9525" cap="flat">
                <a:solidFill>
                  <a:srgbClr val="BEBEBE"/>
                </a:solidFill>
                <a:prstDash val="solid"/>
                <a:round/>
              </a:ln>
              <a:effectLst/>
            </p:spPr>
            <p:txBody>
              <a:bodyPr wrap="square" lIns="45719" tIns="45719" rIns="45719" bIns="45719" numCol="1" anchor="t">
                <a:noAutofit/>
              </a:bodyPr>
              <a:lstStyle/>
              <a:p>
                <a:pPr>
                  <a:defRPr>
                    <a:solidFill>
                      <a:srgbClr val="000000"/>
                    </a:solidFill>
                    <a:latin typeface="IBM Plex Sans Regular"/>
                    <a:ea typeface="IBM Plex Sans Regular"/>
                    <a:cs typeface="IBM Plex Sans Regular"/>
                    <a:sym typeface="IBM Plex Sans Regular"/>
                  </a:defRPr>
                </a:pPr>
                <a:endParaRPr sz="2400"/>
              </a:p>
            </p:txBody>
          </p:sp>
          <p:sp>
            <p:nvSpPr>
              <p:cNvPr id="1152" name="Straight Connector 73"/>
              <p:cNvSpPr/>
              <p:nvPr/>
            </p:nvSpPr>
            <p:spPr>
              <a:xfrm flipH="1">
                <a:off x="0" y="1051559"/>
                <a:ext cx="91441" cy="1"/>
              </a:xfrm>
              <a:prstGeom prst="line">
                <a:avLst/>
              </a:prstGeom>
              <a:noFill/>
              <a:ln w="9525" cap="flat">
                <a:solidFill>
                  <a:srgbClr val="BEBEBE"/>
                </a:solidFill>
                <a:prstDash val="solid"/>
                <a:round/>
              </a:ln>
              <a:effectLst/>
            </p:spPr>
            <p:txBody>
              <a:bodyPr wrap="square" lIns="45719" tIns="45719" rIns="45719" bIns="45719" numCol="1" anchor="t">
                <a:noAutofit/>
              </a:bodyPr>
              <a:lstStyle/>
              <a:p>
                <a:pPr>
                  <a:defRPr>
                    <a:solidFill>
                      <a:srgbClr val="000000"/>
                    </a:solidFill>
                    <a:latin typeface="IBM Plex Sans Regular"/>
                    <a:ea typeface="IBM Plex Sans Regular"/>
                    <a:cs typeface="IBM Plex Sans Regular"/>
                    <a:sym typeface="IBM Plex Sans Regular"/>
                  </a:defRPr>
                </a:pPr>
                <a:endParaRPr sz="2400"/>
              </a:p>
            </p:txBody>
          </p:sp>
          <p:sp>
            <p:nvSpPr>
              <p:cNvPr id="1153" name="Straight Connector 74"/>
              <p:cNvSpPr/>
              <p:nvPr/>
            </p:nvSpPr>
            <p:spPr>
              <a:xfrm flipH="1">
                <a:off x="0" y="1691639"/>
                <a:ext cx="91441" cy="1"/>
              </a:xfrm>
              <a:prstGeom prst="line">
                <a:avLst/>
              </a:prstGeom>
              <a:noFill/>
              <a:ln w="9525" cap="flat">
                <a:solidFill>
                  <a:srgbClr val="BEBEBE"/>
                </a:solidFill>
                <a:prstDash val="solid"/>
                <a:round/>
              </a:ln>
              <a:effectLst/>
            </p:spPr>
            <p:txBody>
              <a:bodyPr wrap="square" lIns="45719" tIns="45719" rIns="45719" bIns="45719" numCol="1" anchor="t">
                <a:noAutofit/>
              </a:bodyPr>
              <a:lstStyle/>
              <a:p>
                <a:pPr>
                  <a:defRPr>
                    <a:solidFill>
                      <a:srgbClr val="000000"/>
                    </a:solidFill>
                    <a:latin typeface="IBM Plex Sans Regular"/>
                    <a:ea typeface="IBM Plex Sans Regular"/>
                    <a:cs typeface="IBM Plex Sans Regular"/>
                    <a:sym typeface="IBM Plex Sans Regular"/>
                  </a:defRPr>
                </a:pPr>
                <a:endParaRPr sz="2400"/>
              </a:p>
            </p:txBody>
          </p:sp>
          <p:sp>
            <p:nvSpPr>
              <p:cNvPr id="1154" name="Straight Connector 75"/>
              <p:cNvSpPr/>
              <p:nvPr/>
            </p:nvSpPr>
            <p:spPr>
              <a:xfrm flipH="1">
                <a:off x="0" y="2333245"/>
                <a:ext cx="91441" cy="1"/>
              </a:xfrm>
              <a:prstGeom prst="line">
                <a:avLst/>
              </a:prstGeom>
              <a:noFill/>
              <a:ln w="9525" cap="flat">
                <a:solidFill>
                  <a:srgbClr val="BEBEBE"/>
                </a:solidFill>
                <a:prstDash val="solid"/>
                <a:round/>
              </a:ln>
              <a:effectLst/>
            </p:spPr>
            <p:txBody>
              <a:bodyPr wrap="square" lIns="45719" tIns="45719" rIns="45719" bIns="45719" numCol="1" anchor="t">
                <a:noAutofit/>
              </a:bodyPr>
              <a:lstStyle/>
              <a:p>
                <a:pPr>
                  <a:defRPr>
                    <a:solidFill>
                      <a:srgbClr val="000000"/>
                    </a:solidFill>
                    <a:latin typeface="IBM Plex Sans Regular"/>
                    <a:ea typeface="IBM Plex Sans Regular"/>
                    <a:cs typeface="IBM Plex Sans Regular"/>
                    <a:sym typeface="IBM Plex Sans Regular"/>
                  </a:defRPr>
                </a:pPr>
                <a:endParaRPr sz="2400"/>
              </a:p>
            </p:txBody>
          </p:sp>
          <p:sp>
            <p:nvSpPr>
              <p:cNvPr id="1155" name="Straight Connector 76"/>
              <p:cNvSpPr/>
              <p:nvPr/>
            </p:nvSpPr>
            <p:spPr>
              <a:xfrm flipH="1">
                <a:off x="0" y="2971800"/>
                <a:ext cx="91441" cy="0"/>
              </a:xfrm>
              <a:prstGeom prst="line">
                <a:avLst/>
              </a:prstGeom>
              <a:noFill/>
              <a:ln w="9525" cap="flat">
                <a:solidFill>
                  <a:srgbClr val="BEBEBE"/>
                </a:solidFill>
                <a:prstDash val="solid"/>
                <a:round/>
              </a:ln>
              <a:effectLst/>
            </p:spPr>
            <p:txBody>
              <a:bodyPr wrap="square" lIns="45719" tIns="45719" rIns="45719" bIns="45719" numCol="1" anchor="t">
                <a:noAutofit/>
              </a:bodyPr>
              <a:lstStyle/>
              <a:p>
                <a:pPr>
                  <a:defRPr>
                    <a:solidFill>
                      <a:srgbClr val="000000"/>
                    </a:solidFill>
                    <a:latin typeface="IBM Plex Sans Regular"/>
                    <a:ea typeface="IBM Plex Sans Regular"/>
                    <a:cs typeface="IBM Plex Sans Regular"/>
                    <a:sym typeface="IBM Plex Sans Regular"/>
                  </a:defRPr>
                </a:pPr>
                <a:endParaRPr sz="2400"/>
              </a:p>
            </p:txBody>
          </p:sp>
          <p:sp>
            <p:nvSpPr>
              <p:cNvPr id="1156" name="Straight Connector 77"/>
              <p:cNvSpPr/>
              <p:nvPr/>
            </p:nvSpPr>
            <p:spPr>
              <a:xfrm flipH="1">
                <a:off x="0" y="3611879"/>
                <a:ext cx="91441" cy="1"/>
              </a:xfrm>
              <a:prstGeom prst="line">
                <a:avLst/>
              </a:prstGeom>
              <a:noFill/>
              <a:ln w="9525" cap="flat">
                <a:solidFill>
                  <a:srgbClr val="BEBEBE"/>
                </a:solidFill>
                <a:prstDash val="solid"/>
                <a:round/>
              </a:ln>
              <a:effectLst/>
            </p:spPr>
            <p:txBody>
              <a:bodyPr wrap="square" lIns="45719" tIns="45719" rIns="45719" bIns="45719" numCol="1" anchor="t">
                <a:noAutofit/>
              </a:bodyPr>
              <a:lstStyle/>
              <a:p>
                <a:pPr>
                  <a:defRPr>
                    <a:solidFill>
                      <a:srgbClr val="000000"/>
                    </a:solidFill>
                    <a:latin typeface="IBM Plex Sans Regular"/>
                    <a:ea typeface="IBM Plex Sans Regular"/>
                    <a:cs typeface="IBM Plex Sans Regular"/>
                    <a:sym typeface="IBM Plex Sans Regular"/>
                  </a:defRPr>
                </a:pPr>
                <a:endParaRPr sz="2400"/>
              </a:p>
            </p:txBody>
          </p:sp>
          <p:sp>
            <p:nvSpPr>
              <p:cNvPr id="1157" name="Straight Connector 78"/>
              <p:cNvSpPr/>
              <p:nvPr/>
            </p:nvSpPr>
            <p:spPr>
              <a:xfrm flipH="1">
                <a:off x="0" y="4256532"/>
                <a:ext cx="91441" cy="1"/>
              </a:xfrm>
              <a:prstGeom prst="line">
                <a:avLst/>
              </a:prstGeom>
              <a:noFill/>
              <a:ln w="9525" cap="flat">
                <a:solidFill>
                  <a:srgbClr val="BEBEBE"/>
                </a:solidFill>
                <a:prstDash val="solid"/>
                <a:round/>
              </a:ln>
              <a:effectLst/>
            </p:spPr>
            <p:txBody>
              <a:bodyPr wrap="square" lIns="45719" tIns="45719" rIns="45719" bIns="45719" numCol="1" anchor="t">
                <a:noAutofit/>
              </a:bodyPr>
              <a:lstStyle/>
              <a:p>
                <a:pPr>
                  <a:defRPr>
                    <a:solidFill>
                      <a:srgbClr val="000000"/>
                    </a:solidFill>
                    <a:latin typeface="IBM Plex Sans Regular"/>
                    <a:ea typeface="IBM Plex Sans Regular"/>
                    <a:cs typeface="IBM Plex Sans Regular"/>
                    <a:sym typeface="IBM Plex Sans Regular"/>
                  </a:defRPr>
                </a:pPr>
                <a:endParaRPr sz="2400"/>
              </a:p>
            </p:txBody>
          </p:sp>
          <p:sp>
            <p:nvSpPr>
              <p:cNvPr id="1158" name="Straight Connector 79"/>
              <p:cNvSpPr/>
              <p:nvPr/>
            </p:nvSpPr>
            <p:spPr>
              <a:xfrm flipH="1" flipV="1">
                <a:off x="0" y="-1"/>
                <a:ext cx="91441" cy="1"/>
              </a:xfrm>
              <a:prstGeom prst="line">
                <a:avLst/>
              </a:prstGeom>
              <a:noFill/>
              <a:ln w="9525" cap="flat">
                <a:solidFill>
                  <a:srgbClr val="BEBEBE"/>
                </a:solidFill>
                <a:prstDash val="solid"/>
                <a:round/>
              </a:ln>
              <a:effectLst/>
            </p:spPr>
            <p:txBody>
              <a:bodyPr wrap="square" lIns="45719" tIns="45719" rIns="45719" bIns="45719" numCol="1" anchor="t">
                <a:noAutofit/>
              </a:bodyPr>
              <a:lstStyle/>
              <a:p>
                <a:pPr>
                  <a:defRPr>
                    <a:solidFill>
                      <a:srgbClr val="000000"/>
                    </a:solidFill>
                    <a:latin typeface="IBM Plex Sans Regular"/>
                    <a:ea typeface="IBM Plex Sans Regular"/>
                    <a:cs typeface="IBM Plex Sans Regular"/>
                    <a:sym typeface="IBM Plex Sans Regular"/>
                  </a:defRPr>
                </a:pPr>
                <a:endParaRPr sz="2400"/>
              </a:p>
            </p:txBody>
          </p:sp>
          <p:sp>
            <p:nvSpPr>
              <p:cNvPr id="1159" name="Straight Connector 80"/>
              <p:cNvSpPr/>
              <p:nvPr/>
            </p:nvSpPr>
            <p:spPr>
              <a:xfrm flipH="1">
                <a:off x="0" y="4664455"/>
                <a:ext cx="91441" cy="1"/>
              </a:xfrm>
              <a:prstGeom prst="line">
                <a:avLst/>
              </a:prstGeom>
              <a:noFill/>
              <a:ln w="9525" cap="flat">
                <a:solidFill>
                  <a:srgbClr val="BEBEBE"/>
                </a:solidFill>
                <a:prstDash val="solid"/>
                <a:round/>
              </a:ln>
              <a:effectLst/>
            </p:spPr>
            <p:txBody>
              <a:bodyPr wrap="square" lIns="45719" tIns="45719" rIns="45719" bIns="45719" numCol="1" anchor="t">
                <a:noAutofit/>
              </a:bodyPr>
              <a:lstStyle/>
              <a:p>
                <a:pPr>
                  <a:defRPr>
                    <a:solidFill>
                      <a:srgbClr val="000000"/>
                    </a:solidFill>
                    <a:latin typeface="IBM Plex Sans Regular"/>
                    <a:ea typeface="IBM Plex Sans Regular"/>
                    <a:cs typeface="IBM Plex Sans Regular"/>
                    <a:sym typeface="IBM Plex Sans Regular"/>
                  </a:defRPr>
                </a:pPr>
                <a:endParaRPr sz="2400"/>
              </a:p>
            </p:txBody>
          </p:sp>
        </p:grpSp>
        <p:grpSp>
          <p:nvGrpSpPr>
            <p:cNvPr id="1170" name="Group 62"/>
            <p:cNvGrpSpPr/>
            <p:nvPr/>
          </p:nvGrpSpPr>
          <p:grpSpPr>
            <a:xfrm>
              <a:off x="9272780" y="347598"/>
              <a:ext cx="91441" cy="4663442"/>
              <a:chOff x="0" y="0"/>
              <a:chExt cx="91439" cy="4663440"/>
            </a:xfrm>
          </p:grpSpPr>
          <p:sp>
            <p:nvSpPr>
              <p:cNvPr id="1161" name="Straight Connector 63"/>
              <p:cNvSpPr/>
              <p:nvPr/>
            </p:nvSpPr>
            <p:spPr>
              <a:xfrm flipH="1">
                <a:off x="0" y="416052"/>
                <a:ext cx="91441" cy="1"/>
              </a:xfrm>
              <a:prstGeom prst="line">
                <a:avLst/>
              </a:prstGeom>
              <a:noFill/>
              <a:ln w="9525" cap="flat">
                <a:solidFill>
                  <a:srgbClr val="BEBEBE"/>
                </a:solidFill>
                <a:prstDash val="solid"/>
                <a:round/>
              </a:ln>
              <a:effectLst/>
            </p:spPr>
            <p:txBody>
              <a:bodyPr wrap="square" lIns="45719" tIns="45719" rIns="45719" bIns="45719" numCol="1" anchor="t">
                <a:noAutofit/>
              </a:bodyPr>
              <a:lstStyle/>
              <a:p>
                <a:pPr>
                  <a:defRPr>
                    <a:solidFill>
                      <a:srgbClr val="000000"/>
                    </a:solidFill>
                    <a:latin typeface="IBM Plex Sans Regular"/>
                    <a:ea typeface="IBM Plex Sans Regular"/>
                    <a:cs typeface="IBM Plex Sans Regular"/>
                    <a:sym typeface="IBM Plex Sans Regular"/>
                  </a:defRPr>
                </a:pPr>
                <a:endParaRPr sz="2400"/>
              </a:p>
            </p:txBody>
          </p:sp>
          <p:sp>
            <p:nvSpPr>
              <p:cNvPr id="1162" name="Straight Connector 64"/>
              <p:cNvSpPr/>
              <p:nvPr/>
            </p:nvSpPr>
            <p:spPr>
              <a:xfrm flipH="1">
                <a:off x="0" y="1051560"/>
                <a:ext cx="91441" cy="1"/>
              </a:xfrm>
              <a:prstGeom prst="line">
                <a:avLst/>
              </a:prstGeom>
              <a:noFill/>
              <a:ln w="9525" cap="flat">
                <a:solidFill>
                  <a:srgbClr val="BEBEBE"/>
                </a:solidFill>
                <a:prstDash val="solid"/>
                <a:round/>
              </a:ln>
              <a:effectLst/>
            </p:spPr>
            <p:txBody>
              <a:bodyPr wrap="square" lIns="45719" tIns="45719" rIns="45719" bIns="45719" numCol="1" anchor="t">
                <a:noAutofit/>
              </a:bodyPr>
              <a:lstStyle/>
              <a:p>
                <a:pPr>
                  <a:defRPr>
                    <a:solidFill>
                      <a:srgbClr val="000000"/>
                    </a:solidFill>
                    <a:latin typeface="IBM Plex Sans Regular"/>
                    <a:ea typeface="IBM Plex Sans Regular"/>
                    <a:cs typeface="IBM Plex Sans Regular"/>
                    <a:sym typeface="IBM Plex Sans Regular"/>
                  </a:defRPr>
                </a:pPr>
                <a:endParaRPr sz="2400"/>
              </a:p>
            </p:txBody>
          </p:sp>
          <p:sp>
            <p:nvSpPr>
              <p:cNvPr id="1163" name="Straight Connector 65"/>
              <p:cNvSpPr/>
              <p:nvPr/>
            </p:nvSpPr>
            <p:spPr>
              <a:xfrm flipH="1">
                <a:off x="0" y="1691640"/>
                <a:ext cx="91441" cy="1"/>
              </a:xfrm>
              <a:prstGeom prst="line">
                <a:avLst/>
              </a:prstGeom>
              <a:noFill/>
              <a:ln w="9525" cap="flat">
                <a:solidFill>
                  <a:srgbClr val="BEBEBE"/>
                </a:solidFill>
                <a:prstDash val="solid"/>
                <a:round/>
              </a:ln>
              <a:effectLst/>
            </p:spPr>
            <p:txBody>
              <a:bodyPr wrap="square" lIns="45719" tIns="45719" rIns="45719" bIns="45719" numCol="1" anchor="t">
                <a:noAutofit/>
              </a:bodyPr>
              <a:lstStyle/>
              <a:p>
                <a:pPr>
                  <a:defRPr>
                    <a:solidFill>
                      <a:srgbClr val="000000"/>
                    </a:solidFill>
                    <a:latin typeface="IBM Plex Sans Regular"/>
                    <a:ea typeface="IBM Plex Sans Regular"/>
                    <a:cs typeface="IBM Plex Sans Regular"/>
                    <a:sym typeface="IBM Plex Sans Regular"/>
                  </a:defRPr>
                </a:pPr>
                <a:endParaRPr sz="2400"/>
              </a:p>
            </p:txBody>
          </p:sp>
          <p:sp>
            <p:nvSpPr>
              <p:cNvPr id="1164" name="Straight Connector 66"/>
              <p:cNvSpPr/>
              <p:nvPr/>
            </p:nvSpPr>
            <p:spPr>
              <a:xfrm flipH="1">
                <a:off x="0" y="2331720"/>
                <a:ext cx="91441" cy="1"/>
              </a:xfrm>
              <a:prstGeom prst="line">
                <a:avLst/>
              </a:prstGeom>
              <a:noFill/>
              <a:ln w="9525" cap="flat">
                <a:solidFill>
                  <a:srgbClr val="BEBEBE"/>
                </a:solidFill>
                <a:prstDash val="solid"/>
                <a:round/>
              </a:ln>
              <a:effectLst/>
            </p:spPr>
            <p:txBody>
              <a:bodyPr wrap="square" lIns="45719" tIns="45719" rIns="45719" bIns="45719" numCol="1" anchor="t">
                <a:noAutofit/>
              </a:bodyPr>
              <a:lstStyle/>
              <a:p>
                <a:pPr>
                  <a:defRPr>
                    <a:solidFill>
                      <a:srgbClr val="000000"/>
                    </a:solidFill>
                    <a:latin typeface="IBM Plex Sans Regular"/>
                    <a:ea typeface="IBM Plex Sans Regular"/>
                    <a:cs typeface="IBM Plex Sans Regular"/>
                    <a:sym typeface="IBM Plex Sans Regular"/>
                  </a:defRPr>
                </a:pPr>
                <a:endParaRPr sz="2400"/>
              </a:p>
            </p:txBody>
          </p:sp>
          <p:sp>
            <p:nvSpPr>
              <p:cNvPr id="1165" name="Straight Connector 67"/>
              <p:cNvSpPr/>
              <p:nvPr/>
            </p:nvSpPr>
            <p:spPr>
              <a:xfrm flipH="1">
                <a:off x="0" y="2971800"/>
                <a:ext cx="91441" cy="0"/>
              </a:xfrm>
              <a:prstGeom prst="line">
                <a:avLst/>
              </a:prstGeom>
              <a:noFill/>
              <a:ln w="9525" cap="flat">
                <a:solidFill>
                  <a:srgbClr val="BEBEBE"/>
                </a:solidFill>
                <a:prstDash val="solid"/>
                <a:round/>
              </a:ln>
              <a:effectLst/>
            </p:spPr>
            <p:txBody>
              <a:bodyPr wrap="square" lIns="45719" tIns="45719" rIns="45719" bIns="45719" numCol="1" anchor="t">
                <a:noAutofit/>
              </a:bodyPr>
              <a:lstStyle/>
              <a:p>
                <a:pPr>
                  <a:defRPr>
                    <a:solidFill>
                      <a:srgbClr val="000000"/>
                    </a:solidFill>
                    <a:latin typeface="IBM Plex Sans Regular"/>
                    <a:ea typeface="IBM Plex Sans Regular"/>
                    <a:cs typeface="IBM Plex Sans Regular"/>
                    <a:sym typeface="IBM Plex Sans Regular"/>
                  </a:defRPr>
                </a:pPr>
                <a:endParaRPr sz="2400"/>
              </a:p>
            </p:txBody>
          </p:sp>
          <p:sp>
            <p:nvSpPr>
              <p:cNvPr id="1166" name="Straight Connector 68"/>
              <p:cNvSpPr/>
              <p:nvPr/>
            </p:nvSpPr>
            <p:spPr>
              <a:xfrm flipH="1">
                <a:off x="0" y="3611879"/>
                <a:ext cx="91441" cy="1"/>
              </a:xfrm>
              <a:prstGeom prst="line">
                <a:avLst/>
              </a:prstGeom>
              <a:noFill/>
              <a:ln w="9525" cap="flat">
                <a:solidFill>
                  <a:srgbClr val="BEBEBE"/>
                </a:solidFill>
                <a:prstDash val="solid"/>
                <a:round/>
              </a:ln>
              <a:effectLst/>
            </p:spPr>
            <p:txBody>
              <a:bodyPr wrap="square" lIns="45719" tIns="45719" rIns="45719" bIns="45719" numCol="1" anchor="t">
                <a:noAutofit/>
              </a:bodyPr>
              <a:lstStyle/>
              <a:p>
                <a:pPr>
                  <a:defRPr>
                    <a:solidFill>
                      <a:srgbClr val="000000"/>
                    </a:solidFill>
                    <a:latin typeface="IBM Plex Sans Regular"/>
                    <a:ea typeface="IBM Plex Sans Regular"/>
                    <a:cs typeface="IBM Plex Sans Regular"/>
                    <a:sym typeface="IBM Plex Sans Regular"/>
                  </a:defRPr>
                </a:pPr>
                <a:endParaRPr sz="2400"/>
              </a:p>
            </p:txBody>
          </p:sp>
          <p:sp>
            <p:nvSpPr>
              <p:cNvPr id="1167" name="Straight Connector 69"/>
              <p:cNvSpPr/>
              <p:nvPr/>
            </p:nvSpPr>
            <p:spPr>
              <a:xfrm flipH="1">
                <a:off x="0" y="4256532"/>
                <a:ext cx="91441" cy="1"/>
              </a:xfrm>
              <a:prstGeom prst="line">
                <a:avLst/>
              </a:prstGeom>
              <a:noFill/>
              <a:ln w="9525" cap="flat">
                <a:solidFill>
                  <a:srgbClr val="BEBEBE"/>
                </a:solidFill>
                <a:prstDash val="solid"/>
                <a:round/>
              </a:ln>
              <a:effectLst/>
            </p:spPr>
            <p:txBody>
              <a:bodyPr wrap="square" lIns="45719" tIns="45719" rIns="45719" bIns="45719" numCol="1" anchor="t">
                <a:noAutofit/>
              </a:bodyPr>
              <a:lstStyle/>
              <a:p>
                <a:pPr>
                  <a:defRPr>
                    <a:solidFill>
                      <a:srgbClr val="000000"/>
                    </a:solidFill>
                    <a:latin typeface="IBM Plex Sans Regular"/>
                    <a:ea typeface="IBM Plex Sans Regular"/>
                    <a:cs typeface="IBM Plex Sans Regular"/>
                    <a:sym typeface="IBM Plex Sans Regular"/>
                  </a:defRPr>
                </a:pPr>
                <a:endParaRPr sz="2400"/>
              </a:p>
            </p:txBody>
          </p:sp>
          <p:sp>
            <p:nvSpPr>
              <p:cNvPr id="1168" name="Straight Connector 70"/>
              <p:cNvSpPr/>
              <p:nvPr/>
            </p:nvSpPr>
            <p:spPr>
              <a:xfrm flipH="1" flipV="1">
                <a:off x="0" y="0"/>
                <a:ext cx="91441" cy="1"/>
              </a:xfrm>
              <a:prstGeom prst="line">
                <a:avLst/>
              </a:prstGeom>
              <a:noFill/>
              <a:ln w="9525" cap="flat">
                <a:solidFill>
                  <a:srgbClr val="BEBEBE"/>
                </a:solidFill>
                <a:prstDash val="solid"/>
                <a:round/>
              </a:ln>
              <a:effectLst/>
            </p:spPr>
            <p:txBody>
              <a:bodyPr wrap="square" lIns="45719" tIns="45719" rIns="45719" bIns="45719" numCol="1" anchor="t">
                <a:noAutofit/>
              </a:bodyPr>
              <a:lstStyle/>
              <a:p>
                <a:pPr>
                  <a:defRPr>
                    <a:solidFill>
                      <a:srgbClr val="000000"/>
                    </a:solidFill>
                    <a:latin typeface="IBM Plex Sans Regular"/>
                    <a:ea typeface="IBM Plex Sans Regular"/>
                    <a:cs typeface="IBM Plex Sans Regular"/>
                    <a:sym typeface="IBM Plex Sans Regular"/>
                  </a:defRPr>
                </a:pPr>
                <a:endParaRPr sz="2400"/>
              </a:p>
            </p:txBody>
          </p:sp>
          <p:sp>
            <p:nvSpPr>
              <p:cNvPr id="1169" name="Straight Connector 71"/>
              <p:cNvSpPr/>
              <p:nvPr/>
            </p:nvSpPr>
            <p:spPr>
              <a:xfrm flipH="1">
                <a:off x="0" y="4663440"/>
                <a:ext cx="91441" cy="1"/>
              </a:xfrm>
              <a:prstGeom prst="line">
                <a:avLst/>
              </a:prstGeom>
              <a:noFill/>
              <a:ln w="9525" cap="flat">
                <a:solidFill>
                  <a:srgbClr val="BEBEBE"/>
                </a:solidFill>
                <a:prstDash val="solid"/>
                <a:round/>
              </a:ln>
              <a:effectLst/>
            </p:spPr>
            <p:txBody>
              <a:bodyPr wrap="square" lIns="45719" tIns="45719" rIns="45719" bIns="45719" numCol="1" anchor="t">
                <a:noAutofit/>
              </a:bodyPr>
              <a:lstStyle/>
              <a:p>
                <a:pPr>
                  <a:defRPr>
                    <a:solidFill>
                      <a:srgbClr val="000000"/>
                    </a:solidFill>
                    <a:latin typeface="IBM Plex Sans Regular"/>
                    <a:ea typeface="IBM Plex Sans Regular"/>
                    <a:cs typeface="IBM Plex Sans Regular"/>
                    <a:sym typeface="IBM Plex Sans Regular"/>
                  </a:defRPr>
                </a:pPr>
                <a:endParaRPr sz="2400"/>
              </a:p>
            </p:txBody>
          </p:sp>
        </p:grpSp>
      </p:grpSp>
      <p:sp>
        <p:nvSpPr>
          <p:cNvPr id="1172" name="Title Text"/>
          <p:cNvSpPr txBox="1">
            <a:spLocks noGrp="1"/>
          </p:cNvSpPr>
          <p:nvPr>
            <p:ph type="title"/>
          </p:nvPr>
        </p:nvSpPr>
        <p:spPr>
          <a:xfrm>
            <a:off x="328081" y="324499"/>
            <a:ext cx="9120720" cy="547568"/>
          </a:xfrm>
          <a:prstGeom prst="rect">
            <a:avLst/>
          </a:prstGeom>
        </p:spPr>
        <p:txBody>
          <a:bodyPr>
            <a:normAutofit/>
          </a:bodyPr>
          <a:lstStyle>
            <a:lvl1pPr>
              <a:defRPr sz="3333" b="1">
                <a:solidFill>
                  <a:srgbClr val="1062FE"/>
                </a:solidFill>
                <a:latin typeface="IBM Plex Mono"/>
                <a:ea typeface="IBM Plex Mono"/>
                <a:cs typeface="IBM Plex Mono"/>
                <a:sym typeface="IBM Plex Mono"/>
              </a:defRPr>
            </a:lvl1pPr>
          </a:lstStyle>
          <a:p>
            <a:r>
              <a:t>Title Text</a:t>
            </a:r>
          </a:p>
        </p:txBody>
      </p:sp>
      <p:sp>
        <p:nvSpPr>
          <p:cNvPr id="1173" name="Body Level One…"/>
          <p:cNvSpPr txBox="1">
            <a:spLocks noGrp="1"/>
          </p:cNvSpPr>
          <p:nvPr>
            <p:ph type="body" sz="quarter" idx="1"/>
          </p:nvPr>
        </p:nvSpPr>
        <p:spPr>
          <a:xfrm>
            <a:off x="328085" y="872067"/>
            <a:ext cx="9120716" cy="349252"/>
          </a:xfrm>
          <a:prstGeom prst="rect">
            <a:avLst/>
          </a:prstGeom>
        </p:spPr>
        <p:txBody>
          <a:bodyPr>
            <a:normAutofit/>
          </a:bodyPr>
          <a:lstStyle>
            <a:lvl1pPr>
              <a:defRPr>
                <a:latin typeface="IBM Plex Mono"/>
                <a:ea typeface="IBM Plex Mono"/>
                <a:cs typeface="IBM Plex Mono"/>
                <a:sym typeface="IBM Plex Mono"/>
              </a:defRPr>
            </a:lvl1pPr>
            <a:lvl2pPr>
              <a:defRPr>
                <a:latin typeface="IBM Plex Mono"/>
                <a:ea typeface="IBM Plex Mono"/>
                <a:cs typeface="IBM Plex Mono"/>
                <a:sym typeface="IBM Plex Mono"/>
              </a:defRPr>
            </a:lvl2pPr>
            <a:lvl3pPr>
              <a:defRPr>
                <a:latin typeface="IBM Plex Mono"/>
                <a:ea typeface="IBM Plex Mono"/>
                <a:cs typeface="IBM Plex Mono"/>
                <a:sym typeface="IBM Plex Mono"/>
              </a:defRPr>
            </a:lvl3pPr>
            <a:lvl4pPr>
              <a:defRPr>
                <a:latin typeface="IBM Plex Mono"/>
                <a:ea typeface="IBM Plex Mono"/>
                <a:cs typeface="IBM Plex Mono"/>
                <a:sym typeface="IBM Plex Mono"/>
              </a:defRPr>
            </a:lvl4pPr>
            <a:lvl5pPr>
              <a:defRPr>
                <a:latin typeface="IBM Plex Mono"/>
                <a:ea typeface="IBM Plex Mono"/>
                <a:cs typeface="IBM Plex Mono"/>
                <a:sym typeface="IBM Plex Mono"/>
              </a:defRPr>
            </a:lvl5pPr>
          </a:lstStyle>
          <a:p>
            <a:r>
              <a:t>Body Level One</a:t>
            </a:r>
          </a:p>
          <a:p>
            <a:pPr lvl="1"/>
            <a:r>
              <a:t>Body Level Two</a:t>
            </a:r>
          </a:p>
          <a:p>
            <a:pPr lvl="2"/>
            <a:r>
              <a:t>Body Level Three</a:t>
            </a:r>
          </a:p>
          <a:p>
            <a:pPr lvl="3"/>
            <a:r>
              <a:t>Body Level Four</a:t>
            </a:r>
          </a:p>
          <a:p>
            <a:pPr lvl="4"/>
            <a:r>
              <a:t>Body Level Five</a:t>
            </a:r>
          </a:p>
        </p:txBody>
      </p:sp>
      <p:sp>
        <p:nvSpPr>
          <p:cNvPr id="1174" name="Slide Number"/>
          <p:cNvSpPr txBox="1">
            <a:spLocks noGrp="1"/>
          </p:cNvSpPr>
          <p:nvPr>
            <p:ph type="sldNum" sz="quarter" idx="2"/>
          </p:nvPr>
        </p:nvSpPr>
        <p:spPr>
          <a:xfrm>
            <a:off x="11745954" y="6392670"/>
            <a:ext cx="155492" cy="143565"/>
          </a:xfrm>
          <a:prstGeom prst="rect">
            <a:avLst/>
          </a:prstGeom>
        </p:spPr>
        <p:txBody>
          <a:bodyPr/>
          <a:lstStyle>
            <a:lvl1pPr algn="ctr">
              <a:defRPr sz="933">
                <a:solidFill>
                  <a:srgbClr val="FFFFFF"/>
                </a:solidFill>
                <a:latin typeface="+mj-lt"/>
                <a:ea typeface="+mj-ea"/>
                <a:cs typeface="+mj-cs"/>
                <a:sym typeface="IBM Plex Sans Light"/>
              </a:defRPr>
            </a:lvl1pPr>
          </a:lstStyle>
          <a:p>
            <a:fld id="{86CB4B4D-7CA3-9044-876B-883B54F8677D}" type="slidenum">
              <a:rPr/>
              <a:t>‹#›</a:t>
            </a:fld>
            <a:endParaRPr/>
          </a:p>
        </p:txBody>
      </p:sp>
      <p:sp>
        <p:nvSpPr>
          <p:cNvPr id="1175" name="Text Placeholder 4"/>
          <p:cNvSpPr>
            <a:spLocks noGrp="1"/>
          </p:cNvSpPr>
          <p:nvPr>
            <p:ph type="body" sz="quarter" idx="21"/>
          </p:nvPr>
        </p:nvSpPr>
        <p:spPr>
          <a:xfrm>
            <a:off x="328084" y="2884685"/>
            <a:ext cx="2415115" cy="3092783"/>
          </a:xfrm>
          <a:prstGeom prst="rect">
            <a:avLst/>
          </a:prstGeom>
        </p:spPr>
        <p:txBody>
          <a:bodyPr>
            <a:normAutofit/>
          </a:bodyPr>
          <a:lstStyle/>
          <a:p>
            <a:pPr>
              <a:defRPr sz="1200">
                <a:solidFill>
                  <a:srgbClr val="FFFFFF"/>
                </a:solidFill>
                <a:latin typeface="+mn-lt"/>
                <a:ea typeface="+mn-ea"/>
                <a:cs typeface="+mn-cs"/>
                <a:sym typeface="IBM Plex Sans"/>
              </a:defRPr>
            </a:pPr>
            <a:endParaRPr/>
          </a:p>
        </p:txBody>
      </p:sp>
      <p:sp>
        <p:nvSpPr>
          <p:cNvPr id="1176" name="Text Placeholder 4"/>
          <p:cNvSpPr>
            <a:spLocks noGrp="1"/>
          </p:cNvSpPr>
          <p:nvPr>
            <p:ph type="body" sz="quarter" idx="22"/>
          </p:nvPr>
        </p:nvSpPr>
        <p:spPr>
          <a:xfrm>
            <a:off x="4888441" y="2893151"/>
            <a:ext cx="2415116" cy="3092783"/>
          </a:xfrm>
          <a:prstGeom prst="rect">
            <a:avLst/>
          </a:prstGeom>
        </p:spPr>
        <p:txBody>
          <a:bodyPr>
            <a:normAutofit/>
          </a:bodyPr>
          <a:lstStyle/>
          <a:p>
            <a:pPr>
              <a:defRPr sz="1200">
                <a:solidFill>
                  <a:srgbClr val="FFFFFF"/>
                </a:solidFill>
                <a:latin typeface="+mn-lt"/>
                <a:ea typeface="+mn-ea"/>
                <a:cs typeface="+mn-cs"/>
                <a:sym typeface="IBM Plex Sans"/>
              </a:defRPr>
            </a:pPr>
            <a:endParaRPr/>
          </a:p>
        </p:txBody>
      </p:sp>
      <p:sp>
        <p:nvSpPr>
          <p:cNvPr id="1177" name="Text Placeholder 4"/>
          <p:cNvSpPr>
            <a:spLocks noGrp="1"/>
          </p:cNvSpPr>
          <p:nvPr>
            <p:ph type="body" sz="quarter" idx="23"/>
          </p:nvPr>
        </p:nvSpPr>
        <p:spPr>
          <a:xfrm>
            <a:off x="9448800" y="2893151"/>
            <a:ext cx="2415115" cy="3092783"/>
          </a:xfrm>
          <a:prstGeom prst="rect">
            <a:avLst/>
          </a:prstGeom>
        </p:spPr>
        <p:txBody>
          <a:bodyPr>
            <a:normAutofit/>
          </a:bodyPr>
          <a:lstStyle/>
          <a:p>
            <a:pPr>
              <a:defRPr sz="1200">
                <a:solidFill>
                  <a:srgbClr val="FFFFFF"/>
                </a:solidFill>
                <a:latin typeface="+mn-lt"/>
                <a:ea typeface="+mn-ea"/>
                <a:cs typeface="+mn-cs"/>
                <a:sym typeface="IBM Plex Sans"/>
              </a:defRPr>
            </a:pPr>
            <a:endParaRPr/>
          </a:p>
        </p:txBody>
      </p:sp>
    </p:spTree>
    <p:extLst>
      <p:ext uri="{BB962C8B-B14F-4D97-AF65-F5344CB8AC3E}">
        <p14:creationId xmlns:p14="http://schemas.microsoft.com/office/powerpoint/2010/main" val="3350251479"/>
      </p:ext>
    </p:extLst>
  </p:cSld>
  <p:clrMapOvr>
    <a:masterClrMapping/>
  </p:clrMapOvr>
  <p:transition spd="med"/>
</p:sldLayout>
</file>

<file path=ppt/slideLayouts/slideLayout186.xml><?xml version="1.0" encoding="utf-8"?>
<p:sldLayout xmlns:a="http://schemas.openxmlformats.org/drawingml/2006/main" xmlns:r="http://schemas.openxmlformats.org/officeDocument/2006/relationships" xmlns:p="http://schemas.openxmlformats.org/presentationml/2006/main" showMasterSp="0" type="tx">
  <p:cSld name="1_Title and Content">
    <p:spTree>
      <p:nvGrpSpPr>
        <p:cNvPr id="1" name=""/>
        <p:cNvGrpSpPr/>
        <p:nvPr/>
      </p:nvGrpSpPr>
      <p:grpSpPr>
        <a:xfrm>
          <a:off x="0" y="0"/>
          <a:ext cx="0" cy="0"/>
          <a:chOff x="0" y="0"/>
          <a:chExt cx="0" cy="0"/>
        </a:xfrm>
      </p:grpSpPr>
      <p:sp>
        <p:nvSpPr>
          <p:cNvPr id="1291" name="Title Text"/>
          <p:cNvSpPr txBox="1">
            <a:spLocks noGrp="1"/>
          </p:cNvSpPr>
          <p:nvPr>
            <p:ph type="title"/>
          </p:nvPr>
        </p:nvSpPr>
        <p:spPr>
          <a:xfrm>
            <a:off x="304800" y="268225"/>
            <a:ext cx="11582400" cy="495316"/>
          </a:xfrm>
          <a:prstGeom prst="rect">
            <a:avLst/>
          </a:prstGeom>
        </p:spPr>
        <p:txBody>
          <a:bodyPr>
            <a:normAutofit/>
          </a:bodyPr>
          <a:lstStyle>
            <a:lvl1pPr defTabSz="609434">
              <a:defRPr sz="3200">
                <a:latin typeface="Arial"/>
                <a:ea typeface="Arial"/>
                <a:cs typeface="Arial"/>
                <a:sym typeface="Arial"/>
              </a:defRPr>
            </a:lvl1pPr>
          </a:lstStyle>
          <a:p>
            <a:r>
              <a:t>Title Text</a:t>
            </a:r>
          </a:p>
        </p:txBody>
      </p:sp>
      <p:sp>
        <p:nvSpPr>
          <p:cNvPr id="1292" name="Body Level One…"/>
          <p:cNvSpPr txBox="1">
            <a:spLocks noGrp="1"/>
          </p:cNvSpPr>
          <p:nvPr>
            <p:ph type="body" idx="1"/>
          </p:nvPr>
        </p:nvSpPr>
        <p:spPr>
          <a:xfrm>
            <a:off x="304800" y="937779"/>
            <a:ext cx="11582400" cy="5318584"/>
          </a:xfrm>
          <a:prstGeom prst="rect">
            <a:avLst/>
          </a:prstGeom>
        </p:spPr>
        <p:txBody>
          <a:bodyPr>
            <a:normAutofit/>
          </a:bodyPr>
          <a:lstStyle>
            <a:lvl1pPr defTabSz="609434">
              <a:defRPr>
                <a:latin typeface="Arial"/>
                <a:ea typeface="Arial"/>
                <a:cs typeface="Arial"/>
                <a:sym typeface="Arial"/>
              </a:defRPr>
            </a:lvl1pPr>
            <a:lvl2pPr marL="230654" indent="-230654" defTabSz="609434">
              <a:defRPr>
                <a:latin typeface="Arial"/>
                <a:ea typeface="Arial"/>
                <a:cs typeface="Arial"/>
                <a:sym typeface="Arial"/>
              </a:defRPr>
            </a:lvl2pPr>
            <a:lvl3pPr marL="529020" indent="-230652" defTabSz="609434">
              <a:defRPr>
                <a:latin typeface="Arial"/>
                <a:ea typeface="Arial"/>
                <a:cs typeface="Arial"/>
                <a:sym typeface="Arial"/>
              </a:defRPr>
            </a:lvl3pPr>
            <a:lvl4pPr marL="833738" indent="-224302" defTabSz="609434">
              <a:defRPr>
                <a:latin typeface="Arial"/>
                <a:ea typeface="Arial"/>
                <a:cs typeface="Arial"/>
                <a:sym typeface="Arial"/>
              </a:defRPr>
            </a:lvl4pPr>
            <a:lvl5pPr marL="1070740" indent="-230654" defTabSz="609434">
              <a:defRPr>
                <a:latin typeface="Arial"/>
                <a:ea typeface="Arial"/>
                <a:cs typeface="Arial"/>
                <a:sym typeface="Arial"/>
              </a:defRPr>
            </a:lvl5pPr>
          </a:lstStyle>
          <a:p>
            <a:r>
              <a:t>Body Level One</a:t>
            </a:r>
          </a:p>
          <a:p>
            <a:pPr lvl="1"/>
            <a:r>
              <a:t>Body Level Two</a:t>
            </a:r>
          </a:p>
          <a:p>
            <a:pPr lvl="2"/>
            <a:r>
              <a:t>Body Level Three</a:t>
            </a:r>
          </a:p>
          <a:p>
            <a:pPr lvl="3"/>
            <a:r>
              <a:t>Body Level Four</a:t>
            </a:r>
          </a:p>
          <a:p>
            <a:pPr lvl="4"/>
            <a:r>
              <a:t>Body Level Five</a:t>
            </a:r>
          </a:p>
        </p:txBody>
      </p:sp>
      <p:sp>
        <p:nvSpPr>
          <p:cNvPr id="1293" name="Slide Number"/>
          <p:cNvSpPr txBox="1">
            <a:spLocks noGrp="1"/>
          </p:cNvSpPr>
          <p:nvPr>
            <p:ph type="sldNum" sz="quarter" idx="2"/>
          </p:nvPr>
        </p:nvSpPr>
        <p:spPr>
          <a:xfrm>
            <a:off x="11762167" y="6465191"/>
            <a:ext cx="125034" cy="123111"/>
          </a:xfrm>
          <a:prstGeom prst="rect">
            <a:avLst/>
          </a:prstGeom>
        </p:spPr>
        <p:txBody>
          <a:bodyPr/>
          <a:lstStyle>
            <a:lvl1pPr defTabSz="914620">
              <a:defRPr>
                <a:latin typeface="Arial"/>
                <a:ea typeface="Arial"/>
                <a:cs typeface="Arial"/>
                <a:sym typeface="Arial"/>
              </a:defRPr>
            </a:lvl1pPr>
          </a:lstStyle>
          <a:p>
            <a:fld id="{86CB4B4D-7CA3-9044-876B-883B54F8677D}" type="slidenum">
              <a:rPr/>
              <a:t>‹#›</a:t>
            </a:fld>
            <a:endParaRPr/>
          </a:p>
        </p:txBody>
      </p:sp>
    </p:spTree>
    <p:extLst>
      <p:ext uri="{BB962C8B-B14F-4D97-AF65-F5344CB8AC3E}">
        <p14:creationId xmlns:p14="http://schemas.microsoft.com/office/powerpoint/2010/main" val="1246754484"/>
      </p:ext>
    </p:extLst>
  </p:cSld>
  <p:clrMapOvr>
    <a:masterClrMapping/>
  </p:clrMapOvr>
  <p:transition spd="med"/>
</p:sldLayout>
</file>

<file path=ppt/slideLayouts/slideLayout187.xml><?xml version="1.0" encoding="utf-8"?>
<p:sldLayout xmlns:a="http://schemas.openxmlformats.org/drawingml/2006/main" xmlns:r="http://schemas.openxmlformats.org/officeDocument/2006/relationships" xmlns:p="http://schemas.openxmlformats.org/presentationml/2006/main" showMasterSp="0" type="tx">
  <p:cSld name="1_title, text (1/4), blank (3/4)">
    <p:bg>
      <p:bgPr>
        <a:solidFill>
          <a:srgbClr val="F4F4F4"/>
        </a:solidFill>
        <a:effectLst/>
      </p:bgPr>
    </p:bg>
    <p:spTree>
      <p:nvGrpSpPr>
        <p:cNvPr id="1" name=""/>
        <p:cNvGrpSpPr/>
        <p:nvPr/>
      </p:nvGrpSpPr>
      <p:grpSpPr>
        <a:xfrm>
          <a:off x="0" y="0"/>
          <a:ext cx="0" cy="0"/>
          <a:chOff x="0" y="0"/>
          <a:chExt cx="0" cy="0"/>
        </a:xfrm>
      </p:grpSpPr>
      <p:grpSp>
        <p:nvGrpSpPr>
          <p:cNvPr id="1344" name="Group 1"/>
          <p:cNvGrpSpPr/>
          <p:nvPr/>
        </p:nvGrpSpPr>
        <p:grpSpPr>
          <a:xfrm>
            <a:off x="-146309" y="-146477"/>
            <a:ext cx="12485640" cy="7152652"/>
            <a:chOff x="0" y="0"/>
            <a:chExt cx="9364228" cy="5364489"/>
          </a:xfrm>
        </p:grpSpPr>
        <p:grpSp>
          <p:nvGrpSpPr>
            <p:cNvPr id="1311" name="Group 59"/>
            <p:cNvGrpSpPr/>
            <p:nvPr/>
          </p:nvGrpSpPr>
          <p:grpSpPr>
            <a:xfrm>
              <a:off x="338963" y="-1"/>
              <a:ext cx="8686742" cy="91445"/>
              <a:chOff x="0" y="0"/>
              <a:chExt cx="8686741" cy="91444"/>
            </a:xfrm>
          </p:grpSpPr>
          <p:sp>
            <p:nvSpPr>
              <p:cNvPr id="1300" name="Straight Connector 92"/>
              <p:cNvSpPr/>
              <p:nvPr/>
            </p:nvSpPr>
            <p:spPr>
              <a:xfrm flipV="1">
                <a:off x="-1" y="0"/>
                <a:ext cx="4" cy="91445"/>
              </a:xfrm>
              <a:prstGeom prst="line">
                <a:avLst/>
              </a:prstGeom>
              <a:noFill/>
              <a:ln w="9525" cap="flat">
                <a:solidFill>
                  <a:srgbClr val="BEBEBE"/>
                </a:solidFill>
                <a:prstDash val="solid"/>
                <a:round/>
              </a:ln>
              <a:effectLst/>
            </p:spPr>
            <p:txBody>
              <a:bodyPr wrap="square" lIns="45718" tIns="45718" rIns="45718" bIns="45718" numCol="1" anchor="t">
                <a:noAutofit/>
              </a:bodyPr>
              <a:lstStyle/>
              <a:p>
                <a:pPr defTabSz="914620">
                  <a:defRPr>
                    <a:solidFill>
                      <a:srgbClr val="000000"/>
                    </a:solidFill>
                    <a:latin typeface="+mn-lt"/>
                    <a:ea typeface="+mn-ea"/>
                    <a:cs typeface="+mn-cs"/>
                    <a:sym typeface="IBM Plex Sans"/>
                  </a:defRPr>
                </a:pPr>
                <a:endParaRPr sz="2400"/>
              </a:p>
            </p:txBody>
          </p:sp>
          <p:sp>
            <p:nvSpPr>
              <p:cNvPr id="1301" name="Straight Connector 93"/>
              <p:cNvSpPr/>
              <p:nvPr/>
            </p:nvSpPr>
            <p:spPr>
              <a:xfrm flipV="1">
                <a:off x="1828801" y="0"/>
                <a:ext cx="3" cy="91445"/>
              </a:xfrm>
              <a:prstGeom prst="line">
                <a:avLst/>
              </a:prstGeom>
              <a:noFill/>
              <a:ln w="9525" cap="flat">
                <a:solidFill>
                  <a:srgbClr val="BEBEBE"/>
                </a:solidFill>
                <a:prstDash val="solid"/>
                <a:round/>
              </a:ln>
              <a:effectLst/>
            </p:spPr>
            <p:txBody>
              <a:bodyPr wrap="square" lIns="45718" tIns="45718" rIns="45718" bIns="45718" numCol="1" anchor="t">
                <a:noAutofit/>
              </a:bodyPr>
              <a:lstStyle/>
              <a:p>
                <a:pPr defTabSz="914620">
                  <a:defRPr>
                    <a:solidFill>
                      <a:srgbClr val="000000"/>
                    </a:solidFill>
                    <a:latin typeface="+mn-lt"/>
                    <a:ea typeface="+mn-ea"/>
                    <a:cs typeface="+mn-cs"/>
                    <a:sym typeface="IBM Plex Sans"/>
                  </a:defRPr>
                </a:pPr>
                <a:endParaRPr sz="2400"/>
              </a:p>
            </p:txBody>
          </p:sp>
          <p:sp>
            <p:nvSpPr>
              <p:cNvPr id="1302" name="Straight Connector 94"/>
              <p:cNvSpPr/>
              <p:nvPr/>
            </p:nvSpPr>
            <p:spPr>
              <a:xfrm flipV="1">
                <a:off x="2057401" y="0"/>
                <a:ext cx="3" cy="91445"/>
              </a:xfrm>
              <a:prstGeom prst="line">
                <a:avLst/>
              </a:prstGeom>
              <a:noFill/>
              <a:ln w="9525" cap="flat">
                <a:solidFill>
                  <a:srgbClr val="BEBEBE"/>
                </a:solidFill>
                <a:prstDash val="solid"/>
                <a:round/>
              </a:ln>
              <a:effectLst/>
            </p:spPr>
            <p:txBody>
              <a:bodyPr wrap="square" lIns="45718" tIns="45718" rIns="45718" bIns="45718" numCol="1" anchor="t">
                <a:noAutofit/>
              </a:bodyPr>
              <a:lstStyle/>
              <a:p>
                <a:pPr defTabSz="914620">
                  <a:defRPr>
                    <a:solidFill>
                      <a:srgbClr val="000000"/>
                    </a:solidFill>
                    <a:latin typeface="+mn-lt"/>
                    <a:ea typeface="+mn-ea"/>
                    <a:cs typeface="+mn-cs"/>
                    <a:sym typeface="IBM Plex Sans"/>
                  </a:defRPr>
                </a:pPr>
                <a:endParaRPr sz="2400"/>
              </a:p>
            </p:txBody>
          </p:sp>
          <p:sp>
            <p:nvSpPr>
              <p:cNvPr id="1303" name="Straight Connector 95"/>
              <p:cNvSpPr/>
              <p:nvPr/>
            </p:nvSpPr>
            <p:spPr>
              <a:xfrm flipV="1">
                <a:off x="2286001" y="0"/>
                <a:ext cx="3" cy="91445"/>
              </a:xfrm>
              <a:prstGeom prst="line">
                <a:avLst/>
              </a:prstGeom>
              <a:noFill/>
              <a:ln w="9525" cap="flat">
                <a:solidFill>
                  <a:srgbClr val="BEBEBE"/>
                </a:solidFill>
                <a:prstDash val="solid"/>
                <a:round/>
              </a:ln>
              <a:effectLst/>
            </p:spPr>
            <p:txBody>
              <a:bodyPr wrap="square" lIns="45718" tIns="45718" rIns="45718" bIns="45718" numCol="1" anchor="t">
                <a:noAutofit/>
              </a:bodyPr>
              <a:lstStyle/>
              <a:p>
                <a:pPr defTabSz="914620">
                  <a:defRPr>
                    <a:solidFill>
                      <a:srgbClr val="000000"/>
                    </a:solidFill>
                    <a:latin typeface="+mn-lt"/>
                    <a:ea typeface="+mn-ea"/>
                    <a:cs typeface="+mn-cs"/>
                    <a:sym typeface="IBM Plex Sans"/>
                  </a:defRPr>
                </a:pPr>
                <a:endParaRPr sz="2400"/>
              </a:p>
            </p:txBody>
          </p:sp>
          <p:sp>
            <p:nvSpPr>
              <p:cNvPr id="1304" name="Straight Connector 96"/>
              <p:cNvSpPr/>
              <p:nvPr/>
            </p:nvSpPr>
            <p:spPr>
              <a:xfrm flipV="1">
                <a:off x="4114802" y="0"/>
                <a:ext cx="3" cy="91445"/>
              </a:xfrm>
              <a:prstGeom prst="line">
                <a:avLst/>
              </a:prstGeom>
              <a:noFill/>
              <a:ln w="9525" cap="flat">
                <a:solidFill>
                  <a:srgbClr val="BEBEBE"/>
                </a:solidFill>
                <a:prstDash val="solid"/>
                <a:round/>
              </a:ln>
              <a:effectLst/>
            </p:spPr>
            <p:txBody>
              <a:bodyPr wrap="square" lIns="45718" tIns="45718" rIns="45718" bIns="45718" numCol="1" anchor="t">
                <a:noAutofit/>
              </a:bodyPr>
              <a:lstStyle/>
              <a:p>
                <a:pPr defTabSz="914620">
                  <a:defRPr>
                    <a:solidFill>
                      <a:srgbClr val="000000"/>
                    </a:solidFill>
                    <a:latin typeface="+mn-lt"/>
                    <a:ea typeface="+mn-ea"/>
                    <a:cs typeface="+mn-cs"/>
                    <a:sym typeface="IBM Plex Sans"/>
                  </a:defRPr>
                </a:pPr>
                <a:endParaRPr sz="2400"/>
              </a:p>
            </p:txBody>
          </p:sp>
          <p:sp>
            <p:nvSpPr>
              <p:cNvPr id="1305" name="Straight Connector 97"/>
              <p:cNvSpPr/>
              <p:nvPr/>
            </p:nvSpPr>
            <p:spPr>
              <a:xfrm flipV="1">
                <a:off x="4343402" y="0"/>
                <a:ext cx="3" cy="91445"/>
              </a:xfrm>
              <a:prstGeom prst="line">
                <a:avLst/>
              </a:prstGeom>
              <a:noFill/>
              <a:ln w="9525" cap="flat">
                <a:solidFill>
                  <a:srgbClr val="BEBEBE"/>
                </a:solidFill>
                <a:prstDash val="solid"/>
                <a:round/>
              </a:ln>
              <a:effectLst/>
            </p:spPr>
            <p:txBody>
              <a:bodyPr wrap="square" lIns="45718" tIns="45718" rIns="45718" bIns="45718" numCol="1" anchor="t">
                <a:noAutofit/>
              </a:bodyPr>
              <a:lstStyle/>
              <a:p>
                <a:pPr defTabSz="914620">
                  <a:defRPr>
                    <a:solidFill>
                      <a:srgbClr val="000000"/>
                    </a:solidFill>
                    <a:latin typeface="+mn-lt"/>
                    <a:ea typeface="+mn-ea"/>
                    <a:cs typeface="+mn-cs"/>
                    <a:sym typeface="IBM Plex Sans"/>
                  </a:defRPr>
                </a:pPr>
                <a:endParaRPr sz="2400"/>
              </a:p>
            </p:txBody>
          </p:sp>
          <p:sp>
            <p:nvSpPr>
              <p:cNvPr id="1306" name="Straight Connector 98"/>
              <p:cNvSpPr/>
              <p:nvPr/>
            </p:nvSpPr>
            <p:spPr>
              <a:xfrm flipV="1">
                <a:off x="4572002" y="0"/>
                <a:ext cx="3" cy="91445"/>
              </a:xfrm>
              <a:prstGeom prst="line">
                <a:avLst/>
              </a:prstGeom>
              <a:noFill/>
              <a:ln w="9525" cap="flat">
                <a:solidFill>
                  <a:srgbClr val="BEBEBE"/>
                </a:solidFill>
                <a:prstDash val="solid"/>
                <a:round/>
              </a:ln>
              <a:effectLst/>
            </p:spPr>
            <p:txBody>
              <a:bodyPr wrap="square" lIns="45718" tIns="45718" rIns="45718" bIns="45718" numCol="1" anchor="t">
                <a:noAutofit/>
              </a:bodyPr>
              <a:lstStyle/>
              <a:p>
                <a:pPr defTabSz="914620">
                  <a:defRPr>
                    <a:solidFill>
                      <a:srgbClr val="000000"/>
                    </a:solidFill>
                    <a:latin typeface="+mn-lt"/>
                    <a:ea typeface="+mn-ea"/>
                    <a:cs typeface="+mn-cs"/>
                    <a:sym typeface="IBM Plex Sans"/>
                  </a:defRPr>
                </a:pPr>
                <a:endParaRPr sz="2400"/>
              </a:p>
            </p:txBody>
          </p:sp>
          <p:sp>
            <p:nvSpPr>
              <p:cNvPr id="1307" name="Straight Connector 99"/>
              <p:cNvSpPr/>
              <p:nvPr/>
            </p:nvSpPr>
            <p:spPr>
              <a:xfrm flipV="1">
                <a:off x="6400803" y="0"/>
                <a:ext cx="3" cy="91445"/>
              </a:xfrm>
              <a:prstGeom prst="line">
                <a:avLst/>
              </a:prstGeom>
              <a:noFill/>
              <a:ln w="9525" cap="flat">
                <a:solidFill>
                  <a:srgbClr val="BEBEBE"/>
                </a:solidFill>
                <a:prstDash val="solid"/>
                <a:round/>
              </a:ln>
              <a:effectLst/>
            </p:spPr>
            <p:txBody>
              <a:bodyPr wrap="square" lIns="45718" tIns="45718" rIns="45718" bIns="45718" numCol="1" anchor="t">
                <a:noAutofit/>
              </a:bodyPr>
              <a:lstStyle/>
              <a:p>
                <a:pPr defTabSz="914620">
                  <a:defRPr>
                    <a:solidFill>
                      <a:srgbClr val="000000"/>
                    </a:solidFill>
                    <a:latin typeface="+mn-lt"/>
                    <a:ea typeface="+mn-ea"/>
                    <a:cs typeface="+mn-cs"/>
                    <a:sym typeface="IBM Plex Sans"/>
                  </a:defRPr>
                </a:pPr>
                <a:endParaRPr sz="2400"/>
              </a:p>
            </p:txBody>
          </p:sp>
          <p:sp>
            <p:nvSpPr>
              <p:cNvPr id="1308" name="Straight Connector 100"/>
              <p:cNvSpPr/>
              <p:nvPr/>
            </p:nvSpPr>
            <p:spPr>
              <a:xfrm flipV="1">
                <a:off x="6629404" y="0"/>
                <a:ext cx="3" cy="91445"/>
              </a:xfrm>
              <a:prstGeom prst="line">
                <a:avLst/>
              </a:prstGeom>
              <a:noFill/>
              <a:ln w="9525" cap="flat">
                <a:solidFill>
                  <a:srgbClr val="BEBEBE"/>
                </a:solidFill>
                <a:prstDash val="solid"/>
                <a:round/>
              </a:ln>
              <a:effectLst/>
            </p:spPr>
            <p:txBody>
              <a:bodyPr wrap="square" lIns="45718" tIns="45718" rIns="45718" bIns="45718" numCol="1" anchor="t">
                <a:noAutofit/>
              </a:bodyPr>
              <a:lstStyle/>
              <a:p>
                <a:pPr defTabSz="914620">
                  <a:defRPr>
                    <a:solidFill>
                      <a:srgbClr val="000000"/>
                    </a:solidFill>
                    <a:latin typeface="+mn-lt"/>
                    <a:ea typeface="+mn-ea"/>
                    <a:cs typeface="+mn-cs"/>
                    <a:sym typeface="IBM Plex Sans"/>
                  </a:defRPr>
                </a:pPr>
                <a:endParaRPr sz="2400"/>
              </a:p>
            </p:txBody>
          </p:sp>
          <p:sp>
            <p:nvSpPr>
              <p:cNvPr id="1309" name="Straight Connector 101"/>
              <p:cNvSpPr/>
              <p:nvPr/>
            </p:nvSpPr>
            <p:spPr>
              <a:xfrm flipV="1">
                <a:off x="6858004" y="0"/>
                <a:ext cx="3" cy="91445"/>
              </a:xfrm>
              <a:prstGeom prst="line">
                <a:avLst/>
              </a:prstGeom>
              <a:noFill/>
              <a:ln w="9525" cap="flat">
                <a:solidFill>
                  <a:srgbClr val="BEBEBE"/>
                </a:solidFill>
                <a:prstDash val="solid"/>
                <a:round/>
              </a:ln>
              <a:effectLst/>
            </p:spPr>
            <p:txBody>
              <a:bodyPr wrap="square" lIns="45718" tIns="45718" rIns="45718" bIns="45718" numCol="1" anchor="t">
                <a:noAutofit/>
              </a:bodyPr>
              <a:lstStyle/>
              <a:p>
                <a:pPr defTabSz="914620">
                  <a:defRPr>
                    <a:solidFill>
                      <a:srgbClr val="000000"/>
                    </a:solidFill>
                    <a:latin typeface="+mn-lt"/>
                    <a:ea typeface="+mn-ea"/>
                    <a:cs typeface="+mn-cs"/>
                    <a:sym typeface="IBM Plex Sans"/>
                  </a:defRPr>
                </a:pPr>
                <a:endParaRPr sz="2400"/>
              </a:p>
            </p:txBody>
          </p:sp>
          <p:sp>
            <p:nvSpPr>
              <p:cNvPr id="1310" name="Straight Connector 102"/>
              <p:cNvSpPr/>
              <p:nvPr/>
            </p:nvSpPr>
            <p:spPr>
              <a:xfrm flipV="1">
                <a:off x="8686738" y="0"/>
                <a:ext cx="3" cy="91445"/>
              </a:xfrm>
              <a:prstGeom prst="line">
                <a:avLst/>
              </a:prstGeom>
              <a:noFill/>
              <a:ln w="9525" cap="flat">
                <a:solidFill>
                  <a:srgbClr val="BEBEBE"/>
                </a:solidFill>
                <a:prstDash val="solid"/>
                <a:round/>
              </a:ln>
              <a:effectLst/>
            </p:spPr>
            <p:txBody>
              <a:bodyPr wrap="square" lIns="45718" tIns="45718" rIns="45718" bIns="45718" numCol="1" anchor="t">
                <a:noAutofit/>
              </a:bodyPr>
              <a:lstStyle/>
              <a:p>
                <a:pPr defTabSz="914620">
                  <a:defRPr>
                    <a:solidFill>
                      <a:srgbClr val="000000"/>
                    </a:solidFill>
                    <a:latin typeface="+mn-lt"/>
                    <a:ea typeface="+mn-ea"/>
                    <a:cs typeface="+mn-cs"/>
                    <a:sym typeface="IBM Plex Sans"/>
                  </a:defRPr>
                </a:pPr>
                <a:endParaRPr sz="2400"/>
              </a:p>
            </p:txBody>
          </p:sp>
        </p:grpSp>
        <p:grpSp>
          <p:nvGrpSpPr>
            <p:cNvPr id="1323" name="Group 60"/>
            <p:cNvGrpSpPr/>
            <p:nvPr/>
          </p:nvGrpSpPr>
          <p:grpSpPr>
            <a:xfrm>
              <a:off x="338963" y="5273044"/>
              <a:ext cx="8686742" cy="91445"/>
              <a:chOff x="0" y="0"/>
              <a:chExt cx="8686741" cy="91444"/>
            </a:xfrm>
          </p:grpSpPr>
          <p:sp>
            <p:nvSpPr>
              <p:cNvPr id="1312" name="Straight Connector 81"/>
              <p:cNvSpPr/>
              <p:nvPr/>
            </p:nvSpPr>
            <p:spPr>
              <a:xfrm flipV="1">
                <a:off x="-1" y="0"/>
                <a:ext cx="4" cy="91445"/>
              </a:xfrm>
              <a:prstGeom prst="line">
                <a:avLst/>
              </a:prstGeom>
              <a:noFill/>
              <a:ln w="9525" cap="flat">
                <a:solidFill>
                  <a:srgbClr val="BEBEBE"/>
                </a:solidFill>
                <a:prstDash val="solid"/>
                <a:round/>
              </a:ln>
              <a:effectLst/>
            </p:spPr>
            <p:txBody>
              <a:bodyPr wrap="square" lIns="45718" tIns="45718" rIns="45718" bIns="45718" numCol="1" anchor="t">
                <a:noAutofit/>
              </a:bodyPr>
              <a:lstStyle/>
              <a:p>
                <a:pPr defTabSz="914620">
                  <a:defRPr>
                    <a:solidFill>
                      <a:srgbClr val="000000"/>
                    </a:solidFill>
                    <a:latin typeface="+mn-lt"/>
                    <a:ea typeface="+mn-ea"/>
                    <a:cs typeface="+mn-cs"/>
                    <a:sym typeface="IBM Plex Sans"/>
                  </a:defRPr>
                </a:pPr>
                <a:endParaRPr sz="2400"/>
              </a:p>
            </p:txBody>
          </p:sp>
          <p:sp>
            <p:nvSpPr>
              <p:cNvPr id="1313" name="Straight Connector 82"/>
              <p:cNvSpPr/>
              <p:nvPr/>
            </p:nvSpPr>
            <p:spPr>
              <a:xfrm flipV="1">
                <a:off x="1828801" y="0"/>
                <a:ext cx="3" cy="91445"/>
              </a:xfrm>
              <a:prstGeom prst="line">
                <a:avLst/>
              </a:prstGeom>
              <a:noFill/>
              <a:ln w="9525" cap="flat">
                <a:solidFill>
                  <a:srgbClr val="BEBEBE"/>
                </a:solidFill>
                <a:prstDash val="solid"/>
                <a:round/>
              </a:ln>
              <a:effectLst/>
            </p:spPr>
            <p:txBody>
              <a:bodyPr wrap="square" lIns="45718" tIns="45718" rIns="45718" bIns="45718" numCol="1" anchor="t">
                <a:noAutofit/>
              </a:bodyPr>
              <a:lstStyle/>
              <a:p>
                <a:pPr defTabSz="914620">
                  <a:defRPr>
                    <a:solidFill>
                      <a:srgbClr val="000000"/>
                    </a:solidFill>
                    <a:latin typeface="+mn-lt"/>
                    <a:ea typeface="+mn-ea"/>
                    <a:cs typeface="+mn-cs"/>
                    <a:sym typeface="IBM Plex Sans"/>
                  </a:defRPr>
                </a:pPr>
                <a:endParaRPr sz="2400"/>
              </a:p>
            </p:txBody>
          </p:sp>
          <p:sp>
            <p:nvSpPr>
              <p:cNvPr id="1314" name="Straight Connector 83"/>
              <p:cNvSpPr/>
              <p:nvPr/>
            </p:nvSpPr>
            <p:spPr>
              <a:xfrm flipV="1">
                <a:off x="2057401" y="0"/>
                <a:ext cx="3" cy="91445"/>
              </a:xfrm>
              <a:prstGeom prst="line">
                <a:avLst/>
              </a:prstGeom>
              <a:noFill/>
              <a:ln w="9525" cap="flat">
                <a:solidFill>
                  <a:srgbClr val="BEBEBE"/>
                </a:solidFill>
                <a:prstDash val="solid"/>
                <a:round/>
              </a:ln>
              <a:effectLst/>
            </p:spPr>
            <p:txBody>
              <a:bodyPr wrap="square" lIns="45718" tIns="45718" rIns="45718" bIns="45718" numCol="1" anchor="t">
                <a:noAutofit/>
              </a:bodyPr>
              <a:lstStyle/>
              <a:p>
                <a:pPr defTabSz="914620">
                  <a:defRPr>
                    <a:solidFill>
                      <a:srgbClr val="000000"/>
                    </a:solidFill>
                    <a:latin typeface="+mn-lt"/>
                    <a:ea typeface="+mn-ea"/>
                    <a:cs typeface="+mn-cs"/>
                    <a:sym typeface="IBM Plex Sans"/>
                  </a:defRPr>
                </a:pPr>
                <a:endParaRPr sz="2400"/>
              </a:p>
            </p:txBody>
          </p:sp>
          <p:sp>
            <p:nvSpPr>
              <p:cNvPr id="1315" name="Straight Connector 84"/>
              <p:cNvSpPr/>
              <p:nvPr/>
            </p:nvSpPr>
            <p:spPr>
              <a:xfrm flipV="1">
                <a:off x="2286001" y="0"/>
                <a:ext cx="3" cy="91445"/>
              </a:xfrm>
              <a:prstGeom prst="line">
                <a:avLst/>
              </a:prstGeom>
              <a:noFill/>
              <a:ln w="9525" cap="flat">
                <a:solidFill>
                  <a:srgbClr val="BEBEBE"/>
                </a:solidFill>
                <a:prstDash val="solid"/>
                <a:round/>
              </a:ln>
              <a:effectLst/>
            </p:spPr>
            <p:txBody>
              <a:bodyPr wrap="square" lIns="45718" tIns="45718" rIns="45718" bIns="45718" numCol="1" anchor="t">
                <a:noAutofit/>
              </a:bodyPr>
              <a:lstStyle/>
              <a:p>
                <a:pPr defTabSz="914620">
                  <a:defRPr>
                    <a:solidFill>
                      <a:srgbClr val="000000"/>
                    </a:solidFill>
                    <a:latin typeface="+mn-lt"/>
                    <a:ea typeface="+mn-ea"/>
                    <a:cs typeface="+mn-cs"/>
                    <a:sym typeface="IBM Plex Sans"/>
                  </a:defRPr>
                </a:pPr>
                <a:endParaRPr sz="2400"/>
              </a:p>
            </p:txBody>
          </p:sp>
          <p:sp>
            <p:nvSpPr>
              <p:cNvPr id="1316" name="Straight Connector 85"/>
              <p:cNvSpPr/>
              <p:nvPr/>
            </p:nvSpPr>
            <p:spPr>
              <a:xfrm flipV="1">
                <a:off x="4114802" y="0"/>
                <a:ext cx="3" cy="91445"/>
              </a:xfrm>
              <a:prstGeom prst="line">
                <a:avLst/>
              </a:prstGeom>
              <a:noFill/>
              <a:ln w="9525" cap="flat">
                <a:solidFill>
                  <a:srgbClr val="BEBEBE"/>
                </a:solidFill>
                <a:prstDash val="solid"/>
                <a:round/>
              </a:ln>
              <a:effectLst/>
            </p:spPr>
            <p:txBody>
              <a:bodyPr wrap="square" lIns="45718" tIns="45718" rIns="45718" bIns="45718" numCol="1" anchor="t">
                <a:noAutofit/>
              </a:bodyPr>
              <a:lstStyle/>
              <a:p>
                <a:pPr defTabSz="914620">
                  <a:defRPr>
                    <a:solidFill>
                      <a:srgbClr val="000000"/>
                    </a:solidFill>
                    <a:latin typeface="+mn-lt"/>
                    <a:ea typeface="+mn-ea"/>
                    <a:cs typeface="+mn-cs"/>
                    <a:sym typeface="IBM Plex Sans"/>
                  </a:defRPr>
                </a:pPr>
                <a:endParaRPr sz="2400"/>
              </a:p>
            </p:txBody>
          </p:sp>
          <p:sp>
            <p:nvSpPr>
              <p:cNvPr id="1317" name="Straight Connector 86"/>
              <p:cNvSpPr/>
              <p:nvPr/>
            </p:nvSpPr>
            <p:spPr>
              <a:xfrm flipV="1">
                <a:off x="4343402" y="0"/>
                <a:ext cx="3" cy="91445"/>
              </a:xfrm>
              <a:prstGeom prst="line">
                <a:avLst/>
              </a:prstGeom>
              <a:noFill/>
              <a:ln w="9525" cap="flat">
                <a:solidFill>
                  <a:srgbClr val="BEBEBE"/>
                </a:solidFill>
                <a:prstDash val="solid"/>
                <a:round/>
              </a:ln>
              <a:effectLst/>
            </p:spPr>
            <p:txBody>
              <a:bodyPr wrap="square" lIns="45718" tIns="45718" rIns="45718" bIns="45718" numCol="1" anchor="t">
                <a:noAutofit/>
              </a:bodyPr>
              <a:lstStyle/>
              <a:p>
                <a:pPr defTabSz="914620">
                  <a:defRPr>
                    <a:solidFill>
                      <a:srgbClr val="000000"/>
                    </a:solidFill>
                    <a:latin typeface="+mn-lt"/>
                    <a:ea typeface="+mn-ea"/>
                    <a:cs typeface="+mn-cs"/>
                    <a:sym typeface="IBM Plex Sans"/>
                  </a:defRPr>
                </a:pPr>
                <a:endParaRPr sz="2400"/>
              </a:p>
            </p:txBody>
          </p:sp>
          <p:sp>
            <p:nvSpPr>
              <p:cNvPr id="1318" name="Straight Connector 87"/>
              <p:cNvSpPr/>
              <p:nvPr/>
            </p:nvSpPr>
            <p:spPr>
              <a:xfrm flipV="1">
                <a:off x="4572002" y="0"/>
                <a:ext cx="3" cy="91445"/>
              </a:xfrm>
              <a:prstGeom prst="line">
                <a:avLst/>
              </a:prstGeom>
              <a:noFill/>
              <a:ln w="9525" cap="flat">
                <a:solidFill>
                  <a:srgbClr val="BEBEBE"/>
                </a:solidFill>
                <a:prstDash val="solid"/>
                <a:round/>
              </a:ln>
              <a:effectLst/>
            </p:spPr>
            <p:txBody>
              <a:bodyPr wrap="square" lIns="45718" tIns="45718" rIns="45718" bIns="45718" numCol="1" anchor="t">
                <a:noAutofit/>
              </a:bodyPr>
              <a:lstStyle/>
              <a:p>
                <a:pPr defTabSz="914620">
                  <a:defRPr>
                    <a:solidFill>
                      <a:srgbClr val="000000"/>
                    </a:solidFill>
                    <a:latin typeface="+mn-lt"/>
                    <a:ea typeface="+mn-ea"/>
                    <a:cs typeface="+mn-cs"/>
                    <a:sym typeface="IBM Plex Sans"/>
                  </a:defRPr>
                </a:pPr>
                <a:endParaRPr sz="2400"/>
              </a:p>
            </p:txBody>
          </p:sp>
          <p:sp>
            <p:nvSpPr>
              <p:cNvPr id="1319" name="Straight Connector 88"/>
              <p:cNvSpPr/>
              <p:nvPr/>
            </p:nvSpPr>
            <p:spPr>
              <a:xfrm flipV="1">
                <a:off x="6400803" y="0"/>
                <a:ext cx="3" cy="91445"/>
              </a:xfrm>
              <a:prstGeom prst="line">
                <a:avLst/>
              </a:prstGeom>
              <a:noFill/>
              <a:ln w="9525" cap="flat">
                <a:solidFill>
                  <a:srgbClr val="BEBEBE"/>
                </a:solidFill>
                <a:prstDash val="solid"/>
                <a:round/>
              </a:ln>
              <a:effectLst/>
            </p:spPr>
            <p:txBody>
              <a:bodyPr wrap="square" lIns="45718" tIns="45718" rIns="45718" bIns="45718" numCol="1" anchor="t">
                <a:noAutofit/>
              </a:bodyPr>
              <a:lstStyle/>
              <a:p>
                <a:pPr defTabSz="914620">
                  <a:defRPr>
                    <a:solidFill>
                      <a:srgbClr val="000000"/>
                    </a:solidFill>
                    <a:latin typeface="+mn-lt"/>
                    <a:ea typeface="+mn-ea"/>
                    <a:cs typeface="+mn-cs"/>
                    <a:sym typeface="IBM Plex Sans"/>
                  </a:defRPr>
                </a:pPr>
                <a:endParaRPr sz="2400"/>
              </a:p>
            </p:txBody>
          </p:sp>
          <p:sp>
            <p:nvSpPr>
              <p:cNvPr id="1320" name="Straight Connector 89"/>
              <p:cNvSpPr/>
              <p:nvPr/>
            </p:nvSpPr>
            <p:spPr>
              <a:xfrm flipV="1">
                <a:off x="6629404" y="0"/>
                <a:ext cx="3" cy="91445"/>
              </a:xfrm>
              <a:prstGeom prst="line">
                <a:avLst/>
              </a:prstGeom>
              <a:noFill/>
              <a:ln w="9525" cap="flat">
                <a:solidFill>
                  <a:srgbClr val="BEBEBE"/>
                </a:solidFill>
                <a:prstDash val="solid"/>
                <a:round/>
              </a:ln>
              <a:effectLst/>
            </p:spPr>
            <p:txBody>
              <a:bodyPr wrap="square" lIns="45718" tIns="45718" rIns="45718" bIns="45718" numCol="1" anchor="t">
                <a:noAutofit/>
              </a:bodyPr>
              <a:lstStyle/>
              <a:p>
                <a:pPr defTabSz="914620">
                  <a:defRPr>
                    <a:solidFill>
                      <a:srgbClr val="000000"/>
                    </a:solidFill>
                    <a:latin typeface="+mn-lt"/>
                    <a:ea typeface="+mn-ea"/>
                    <a:cs typeface="+mn-cs"/>
                    <a:sym typeface="IBM Plex Sans"/>
                  </a:defRPr>
                </a:pPr>
                <a:endParaRPr sz="2400"/>
              </a:p>
            </p:txBody>
          </p:sp>
          <p:sp>
            <p:nvSpPr>
              <p:cNvPr id="1321" name="Straight Connector 90"/>
              <p:cNvSpPr/>
              <p:nvPr/>
            </p:nvSpPr>
            <p:spPr>
              <a:xfrm flipV="1">
                <a:off x="6858004" y="0"/>
                <a:ext cx="3" cy="91445"/>
              </a:xfrm>
              <a:prstGeom prst="line">
                <a:avLst/>
              </a:prstGeom>
              <a:noFill/>
              <a:ln w="9525" cap="flat">
                <a:solidFill>
                  <a:srgbClr val="BEBEBE"/>
                </a:solidFill>
                <a:prstDash val="solid"/>
                <a:round/>
              </a:ln>
              <a:effectLst/>
            </p:spPr>
            <p:txBody>
              <a:bodyPr wrap="square" lIns="45718" tIns="45718" rIns="45718" bIns="45718" numCol="1" anchor="t">
                <a:noAutofit/>
              </a:bodyPr>
              <a:lstStyle/>
              <a:p>
                <a:pPr defTabSz="914620">
                  <a:defRPr>
                    <a:solidFill>
                      <a:srgbClr val="000000"/>
                    </a:solidFill>
                    <a:latin typeface="+mn-lt"/>
                    <a:ea typeface="+mn-ea"/>
                    <a:cs typeface="+mn-cs"/>
                    <a:sym typeface="IBM Plex Sans"/>
                  </a:defRPr>
                </a:pPr>
                <a:endParaRPr sz="2400"/>
              </a:p>
            </p:txBody>
          </p:sp>
          <p:sp>
            <p:nvSpPr>
              <p:cNvPr id="1322" name="Straight Connector 91"/>
              <p:cNvSpPr/>
              <p:nvPr/>
            </p:nvSpPr>
            <p:spPr>
              <a:xfrm flipV="1">
                <a:off x="8686738" y="0"/>
                <a:ext cx="3" cy="91445"/>
              </a:xfrm>
              <a:prstGeom prst="line">
                <a:avLst/>
              </a:prstGeom>
              <a:noFill/>
              <a:ln w="9525" cap="flat">
                <a:solidFill>
                  <a:srgbClr val="BEBEBE"/>
                </a:solidFill>
                <a:prstDash val="solid"/>
                <a:round/>
              </a:ln>
              <a:effectLst/>
            </p:spPr>
            <p:txBody>
              <a:bodyPr wrap="square" lIns="45718" tIns="45718" rIns="45718" bIns="45718" numCol="1" anchor="t">
                <a:noAutofit/>
              </a:bodyPr>
              <a:lstStyle/>
              <a:p>
                <a:pPr defTabSz="914620">
                  <a:defRPr>
                    <a:solidFill>
                      <a:srgbClr val="000000"/>
                    </a:solidFill>
                    <a:latin typeface="+mn-lt"/>
                    <a:ea typeface="+mn-ea"/>
                    <a:cs typeface="+mn-cs"/>
                    <a:sym typeface="IBM Plex Sans"/>
                  </a:defRPr>
                </a:pPr>
                <a:endParaRPr sz="2400"/>
              </a:p>
            </p:txBody>
          </p:sp>
        </p:grpSp>
        <p:grpSp>
          <p:nvGrpSpPr>
            <p:cNvPr id="1333" name="Group 61"/>
            <p:cNvGrpSpPr/>
            <p:nvPr/>
          </p:nvGrpSpPr>
          <p:grpSpPr>
            <a:xfrm>
              <a:off x="-1" y="347596"/>
              <a:ext cx="91445" cy="4664466"/>
              <a:chOff x="0" y="0"/>
              <a:chExt cx="91444" cy="4664464"/>
            </a:xfrm>
          </p:grpSpPr>
          <p:sp>
            <p:nvSpPr>
              <p:cNvPr id="1324" name="Straight Connector 72"/>
              <p:cNvSpPr/>
              <p:nvPr/>
            </p:nvSpPr>
            <p:spPr>
              <a:xfrm flipH="1">
                <a:off x="0" y="416051"/>
                <a:ext cx="91445" cy="3"/>
              </a:xfrm>
              <a:prstGeom prst="line">
                <a:avLst/>
              </a:prstGeom>
              <a:noFill/>
              <a:ln w="9525" cap="flat">
                <a:solidFill>
                  <a:srgbClr val="BEBEBE"/>
                </a:solidFill>
                <a:prstDash val="solid"/>
                <a:round/>
              </a:ln>
              <a:effectLst/>
            </p:spPr>
            <p:txBody>
              <a:bodyPr wrap="square" lIns="45718" tIns="45718" rIns="45718" bIns="45718" numCol="1" anchor="t">
                <a:noAutofit/>
              </a:bodyPr>
              <a:lstStyle/>
              <a:p>
                <a:pPr defTabSz="914620">
                  <a:defRPr>
                    <a:solidFill>
                      <a:srgbClr val="000000"/>
                    </a:solidFill>
                    <a:latin typeface="+mn-lt"/>
                    <a:ea typeface="+mn-ea"/>
                    <a:cs typeface="+mn-cs"/>
                    <a:sym typeface="IBM Plex Sans"/>
                  </a:defRPr>
                </a:pPr>
                <a:endParaRPr sz="2400"/>
              </a:p>
            </p:txBody>
          </p:sp>
          <p:sp>
            <p:nvSpPr>
              <p:cNvPr id="1325" name="Straight Connector 73"/>
              <p:cNvSpPr/>
              <p:nvPr/>
            </p:nvSpPr>
            <p:spPr>
              <a:xfrm flipH="1">
                <a:off x="0" y="1051560"/>
                <a:ext cx="91445" cy="3"/>
              </a:xfrm>
              <a:prstGeom prst="line">
                <a:avLst/>
              </a:prstGeom>
              <a:noFill/>
              <a:ln w="9525" cap="flat">
                <a:solidFill>
                  <a:srgbClr val="BEBEBE"/>
                </a:solidFill>
                <a:prstDash val="solid"/>
                <a:round/>
              </a:ln>
              <a:effectLst/>
            </p:spPr>
            <p:txBody>
              <a:bodyPr wrap="square" lIns="45718" tIns="45718" rIns="45718" bIns="45718" numCol="1" anchor="t">
                <a:noAutofit/>
              </a:bodyPr>
              <a:lstStyle/>
              <a:p>
                <a:pPr defTabSz="914620">
                  <a:defRPr>
                    <a:solidFill>
                      <a:srgbClr val="000000"/>
                    </a:solidFill>
                    <a:latin typeface="+mn-lt"/>
                    <a:ea typeface="+mn-ea"/>
                    <a:cs typeface="+mn-cs"/>
                    <a:sym typeface="IBM Plex Sans"/>
                  </a:defRPr>
                </a:pPr>
                <a:endParaRPr sz="2400"/>
              </a:p>
            </p:txBody>
          </p:sp>
          <p:sp>
            <p:nvSpPr>
              <p:cNvPr id="1326" name="Straight Connector 74"/>
              <p:cNvSpPr/>
              <p:nvPr/>
            </p:nvSpPr>
            <p:spPr>
              <a:xfrm flipH="1">
                <a:off x="0" y="1691640"/>
                <a:ext cx="91445" cy="3"/>
              </a:xfrm>
              <a:prstGeom prst="line">
                <a:avLst/>
              </a:prstGeom>
              <a:noFill/>
              <a:ln w="9525" cap="flat">
                <a:solidFill>
                  <a:srgbClr val="BEBEBE"/>
                </a:solidFill>
                <a:prstDash val="solid"/>
                <a:round/>
              </a:ln>
              <a:effectLst/>
            </p:spPr>
            <p:txBody>
              <a:bodyPr wrap="square" lIns="45718" tIns="45718" rIns="45718" bIns="45718" numCol="1" anchor="t">
                <a:noAutofit/>
              </a:bodyPr>
              <a:lstStyle/>
              <a:p>
                <a:pPr defTabSz="914620">
                  <a:defRPr>
                    <a:solidFill>
                      <a:srgbClr val="000000"/>
                    </a:solidFill>
                    <a:latin typeface="+mn-lt"/>
                    <a:ea typeface="+mn-ea"/>
                    <a:cs typeface="+mn-cs"/>
                    <a:sym typeface="IBM Plex Sans"/>
                  </a:defRPr>
                </a:pPr>
                <a:endParaRPr sz="2400"/>
              </a:p>
            </p:txBody>
          </p:sp>
          <p:sp>
            <p:nvSpPr>
              <p:cNvPr id="1327" name="Straight Connector 75"/>
              <p:cNvSpPr/>
              <p:nvPr/>
            </p:nvSpPr>
            <p:spPr>
              <a:xfrm flipH="1">
                <a:off x="0" y="2333248"/>
                <a:ext cx="91445" cy="3"/>
              </a:xfrm>
              <a:prstGeom prst="line">
                <a:avLst/>
              </a:prstGeom>
              <a:noFill/>
              <a:ln w="9525" cap="flat">
                <a:solidFill>
                  <a:srgbClr val="BEBEBE"/>
                </a:solidFill>
                <a:prstDash val="solid"/>
                <a:round/>
              </a:ln>
              <a:effectLst/>
            </p:spPr>
            <p:txBody>
              <a:bodyPr wrap="square" lIns="45718" tIns="45718" rIns="45718" bIns="45718" numCol="1" anchor="t">
                <a:noAutofit/>
              </a:bodyPr>
              <a:lstStyle/>
              <a:p>
                <a:pPr defTabSz="914620">
                  <a:defRPr>
                    <a:solidFill>
                      <a:srgbClr val="000000"/>
                    </a:solidFill>
                    <a:latin typeface="+mn-lt"/>
                    <a:ea typeface="+mn-ea"/>
                    <a:cs typeface="+mn-cs"/>
                    <a:sym typeface="IBM Plex Sans"/>
                  </a:defRPr>
                </a:pPr>
                <a:endParaRPr sz="2400"/>
              </a:p>
            </p:txBody>
          </p:sp>
          <p:sp>
            <p:nvSpPr>
              <p:cNvPr id="1328" name="Straight Connector 76"/>
              <p:cNvSpPr/>
              <p:nvPr/>
            </p:nvSpPr>
            <p:spPr>
              <a:xfrm flipH="1">
                <a:off x="0" y="2971804"/>
                <a:ext cx="91445" cy="2"/>
              </a:xfrm>
              <a:prstGeom prst="line">
                <a:avLst/>
              </a:prstGeom>
              <a:noFill/>
              <a:ln w="9525" cap="flat">
                <a:solidFill>
                  <a:srgbClr val="BEBEBE"/>
                </a:solidFill>
                <a:prstDash val="solid"/>
                <a:round/>
              </a:ln>
              <a:effectLst/>
            </p:spPr>
            <p:txBody>
              <a:bodyPr wrap="square" lIns="45718" tIns="45718" rIns="45718" bIns="45718" numCol="1" anchor="t">
                <a:noAutofit/>
              </a:bodyPr>
              <a:lstStyle/>
              <a:p>
                <a:pPr defTabSz="914620">
                  <a:defRPr>
                    <a:solidFill>
                      <a:srgbClr val="000000"/>
                    </a:solidFill>
                    <a:latin typeface="+mn-lt"/>
                    <a:ea typeface="+mn-ea"/>
                    <a:cs typeface="+mn-cs"/>
                    <a:sym typeface="IBM Plex Sans"/>
                  </a:defRPr>
                </a:pPr>
                <a:endParaRPr sz="2400"/>
              </a:p>
            </p:txBody>
          </p:sp>
          <p:sp>
            <p:nvSpPr>
              <p:cNvPr id="1329" name="Straight Connector 77"/>
              <p:cNvSpPr/>
              <p:nvPr/>
            </p:nvSpPr>
            <p:spPr>
              <a:xfrm flipH="1">
                <a:off x="0" y="3611883"/>
                <a:ext cx="91445" cy="3"/>
              </a:xfrm>
              <a:prstGeom prst="line">
                <a:avLst/>
              </a:prstGeom>
              <a:noFill/>
              <a:ln w="9525" cap="flat">
                <a:solidFill>
                  <a:srgbClr val="BEBEBE"/>
                </a:solidFill>
                <a:prstDash val="solid"/>
                <a:round/>
              </a:ln>
              <a:effectLst/>
            </p:spPr>
            <p:txBody>
              <a:bodyPr wrap="square" lIns="45718" tIns="45718" rIns="45718" bIns="45718" numCol="1" anchor="t">
                <a:noAutofit/>
              </a:bodyPr>
              <a:lstStyle/>
              <a:p>
                <a:pPr defTabSz="914620">
                  <a:defRPr>
                    <a:solidFill>
                      <a:srgbClr val="000000"/>
                    </a:solidFill>
                    <a:latin typeface="+mn-lt"/>
                    <a:ea typeface="+mn-ea"/>
                    <a:cs typeface="+mn-cs"/>
                    <a:sym typeface="IBM Plex Sans"/>
                  </a:defRPr>
                </a:pPr>
                <a:endParaRPr sz="2400"/>
              </a:p>
            </p:txBody>
          </p:sp>
          <p:sp>
            <p:nvSpPr>
              <p:cNvPr id="1330" name="Straight Connector 78"/>
              <p:cNvSpPr/>
              <p:nvPr/>
            </p:nvSpPr>
            <p:spPr>
              <a:xfrm flipH="1">
                <a:off x="0" y="4256537"/>
                <a:ext cx="91445" cy="3"/>
              </a:xfrm>
              <a:prstGeom prst="line">
                <a:avLst/>
              </a:prstGeom>
              <a:noFill/>
              <a:ln w="9525" cap="flat">
                <a:solidFill>
                  <a:srgbClr val="BEBEBE"/>
                </a:solidFill>
                <a:prstDash val="solid"/>
                <a:round/>
              </a:ln>
              <a:effectLst/>
            </p:spPr>
            <p:txBody>
              <a:bodyPr wrap="square" lIns="45718" tIns="45718" rIns="45718" bIns="45718" numCol="1" anchor="t">
                <a:noAutofit/>
              </a:bodyPr>
              <a:lstStyle/>
              <a:p>
                <a:pPr defTabSz="914620">
                  <a:defRPr>
                    <a:solidFill>
                      <a:srgbClr val="000000"/>
                    </a:solidFill>
                    <a:latin typeface="+mn-lt"/>
                    <a:ea typeface="+mn-ea"/>
                    <a:cs typeface="+mn-cs"/>
                    <a:sym typeface="IBM Plex Sans"/>
                  </a:defRPr>
                </a:pPr>
                <a:endParaRPr sz="2400"/>
              </a:p>
            </p:txBody>
          </p:sp>
          <p:sp>
            <p:nvSpPr>
              <p:cNvPr id="1331" name="Straight Connector 79"/>
              <p:cNvSpPr/>
              <p:nvPr/>
            </p:nvSpPr>
            <p:spPr>
              <a:xfrm flipH="1" flipV="1">
                <a:off x="0" y="-1"/>
                <a:ext cx="91445" cy="3"/>
              </a:xfrm>
              <a:prstGeom prst="line">
                <a:avLst/>
              </a:prstGeom>
              <a:noFill/>
              <a:ln w="9525" cap="flat">
                <a:solidFill>
                  <a:srgbClr val="BEBEBE"/>
                </a:solidFill>
                <a:prstDash val="solid"/>
                <a:round/>
              </a:ln>
              <a:effectLst/>
            </p:spPr>
            <p:txBody>
              <a:bodyPr wrap="square" lIns="45718" tIns="45718" rIns="45718" bIns="45718" numCol="1" anchor="t">
                <a:noAutofit/>
              </a:bodyPr>
              <a:lstStyle/>
              <a:p>
                <a:pPr defTabSz="914620">
                  <a:defRPr>
                    <a:solidFill>
                      <a:srgbClr val="000000"/>
                    </a:solidFill>
                    <a:latin typeface="+mn-lt"/>
                    <a:ea typeface="+mn-ea"/>
                    <a:cs typeface="+mn-cs"/>
                    <a:sym typeface="IBM Plex Sans"/>
                  </a:defRPr>
                </a:pPr>
                <a:endParaRPr sz="2400"/>
              </a:p>
            </p:txBody>
          </p:sp>
          <p:sp>
            <p:nvSpPr>
              <p:cNvPr id="1332" name="Straight Connector 80"/>
              <p:cNvSpPr/>
              <p:nvPr/>
            </p:nvSpPr>
            <p:spPr>
              <a:xfrm flipH="1">
                <a:off x="0" y="4664461"/>
                <a:ext cx="91445" cy="3"/>
              </a:xfrm>
              <a:prstGeom prst="line">
                <a:avLst/>
              </a:prstGeom>
              <a:noFill/>
              <a:ln w="9525" cap="flat">
                <a:solidFill>
                  <a:srgbClr val="BEBEBE"/>
                </a:solidFill>
                <a:prstDash val="solid"/>
                <a:round/>
              </a:ln>
              <a:effectLst/>
            </p:spPr>
            <p:txBody>
              <a:bodyPr wrap="square" lIns="45718" tIns="45718" rIns="45718" bIns="45718" numCol="1" anchor="t">
                <a:noAutofit/>
              </a:bodyPr>
              <a:lstStyle/>
              <a:p>
                <a:pPr defTabSz="914620">
                  <a:defRPr>
                    <a:solidFill>
                      <a:srgbClr val="000000"/>
                    </a:solidFill>
                    <a:latin typeface="+mn-lt"/>
                    <a:ea typeface="+mn-ea"/>
                    <a:cs typeface="+mn-cs"/>
                    <a:sym typeface="IBM Plex Sans"/>
                  </a:defRPr>
                </a:pPr>
                <a:endParaRPr sz="2400"/>
              </a:p>
            </p:txBody>
          </p:sp>
        </p:grpSp>
        <p:grpSp>
          <p:nvGrpSpPr>
            <p:cNvPr id="1343" name="Group 62"/>
            <p:cNvGrpSpPr/>
            <p:nvPr/>
          </p:nvGrpSpPr>
          <p:grpSpPr>
            <a:xfrm>
              <a:off x="9272784" y="347598"/>
              <a:ext cx="91445" cy="4663448"/>
              <a:chOff x="0" y="0"/>
              <a:chExt cx="91444" cy="4663447"/>
            </a:xfrm>
          </p:grpSpPr>
          <p:sp>
            <p:nvSpPr>
              <p:cNvPr id="1334" name="Straight Connector 63"/>
              <p:cNvSpPr/>
              <p:nvPr/>
            </p:nvSpPr>
            <p:spPr>
              <a:xfrm flipH="1">
                <a:off x="0" y="416052"/>
                <a:ext cx="91445" cy="3"/>
              </a:xfrm>
              <a:prstGeom prst="line">
                <a:avLst/>
              </a:prstGeom>
              <a:noFill/>
              <a:ln w="9525" cap="flat">
                <a:solidFill>
                  <a:srgbClr val="BEBEBE"/>
                </a:solidFill>
                <a:prstDash val="solid"/>
                <a:round/>
              </a:ln>
              <a:effectLst/>
            </p:spPr>
            <p:txBody>
              <a:bodyPr wrap="square" lIns="45718" tIns="45718" rIns="45718" bIns="45718" numCol="1" anchor="t">
                <a:noAutofit/>
              </a:bodyPr>
              <a:lstStyle/>
              <a:p>
                <a:pPr defTabSz="914620">
                  <a:defRPr>
                    <a:solidFill>
                      <a:srgbClr val="000000"/>
                    </a:solidFill>
                    <a:latin typeface="+mn-lt"/>
                    <a:ea typeface="+mn-ea"/>
                    <a:cs typeface="+mn-cs"/>
                    <a:sym typeface="IBM Plex Sans"/>
                  </a:defRPr>
                </a:pPr>
                <a:endParaRPr sz="2400"/>
              </a:p>
            </p:txBody>
          </p:sp>
          <p:sp>
            <p:nvSpPr>
              <p:cNvPr id="1335" name="Straight Connector 64"/>
              <p:cNvSpPr/>
              <p:nvPr/>
            </p:nvSpPr>
            <p:spPr>
              <a:xfrm flipH="1">
                <a:off x="0" y="1051560"/>
                <a:ext cx="91445" cy="3"/>
              </a:xfrm>
              <a:prstGeom prst="line">
                <a:avLst/>
              </a:prstGeom>
              <a:noFill/>
              <a:ln w="9525" cap="flat">
                <a:solidFill>
                  <a:srgbClr val="BEBEBE"/>
                </a:solidFill>
                <a:prstDash val="solid"/>
                <a:round/>
              </a:ln>
              <a:effectLst/>
            </p:spPr>
            <p:txBody>
              <a:bodyPr wrap="square" lIns="45718" tIns="45718" rIns="45718" bIns="45718" numCol="1" anchor="t">
                <a:noAutofit/>
              </a:bodyPr>
              <a:lstStyle/>
              <a:p>
                <a:pPr defTabSz="914620">
                  <a:defRPr>
                    <a:solidFill>
                      <a:srgbClr val="000000"/>
                    </a:solidFill>
                    <a:latin typeface="+mn-lt"/>
                    <a:ea typeface="+mn-ea"/>
                    <a:cs typeface="+mn-cs"/>
                    <a:sym typeface="IBM Plex Sans"/>
                  </a:defRPr>
                </a:pPr>
                <a:endParaRPr sz="2400"/>
              </a:p>
            </p:txBody>
          </p:sp>
          <p:sp>
            <p:nvSpPr>
              <p:cNvPr id="1336" name="Straight Connector 65"/>
              <p:cNvSpPr/>
              <p:nvPr/>
            </p:nvSpPr>
            <p:spPr>
              <a:xfrm flipH="1">
                <a:off x="0" y="1691642"/>
                <a:ext cx="91445" cy="3"/>
              </a:xfrm>
              <a:prstGeom prst="line">
                <a:avLst/>
              </a:prstGeom>
              <a:noFill/>
              <a:ln w="9525" cap="flat">
                <a:solidFill>
                  <a:srgbClr val="BEBEBE"/>
                </a:solidFill>
                <a:prstDash val="solid"/>
                <a:round/>
              </a:ln>
              <a:effectLst/>
            </p:spPr>
            <p:txBody>
              <a:bodyPr wrap="square" lIns="45718" tIns="45718" rIns="45718" bIns="45718" numCol="1" anchor="t">
                <a:noAutofit/>
              </a:bodyPr>
              <a:lstStyle/>
              <a:p>
                <a:pPr defTabSz="914620">
                  <a:defRPr>
                    <a:solidFill>
                      <a:srgbClr val="000000"/>
                    </a:solidFill>
                    <a:latin typeface="+mn-lt"/>
                    <a:ea typeface="+mn-ea"/>
                    <a:cs typeface="+mn-cs"/>
                    <a:sym typeface="IBM Plex Sans"/>
                  </a:defRPr>
                </a:pPr>
                <a:endParaRPr sz="2400"/>
              </a:p>
            </p:txBody>
          </p:sp>
          <p:sp>
            <p:nvSpPr>
              <p:cNvPr id="1337" name="Straight Connector 66"/>
              <p:cNvSpPr/>
              <p:nvPr/>
            </p:nvSpPr>
            <p:spPr>
              <a:xfrm flipH="1">
                <a:off x="0" y="2331722"/>
                <a:ext cx="91445" cy="3"/>
              </a:xfrm>
              <a:prstGeom prst="line">
                <a:avLst/>
              </a:prstGeom>
              <a:noFill/>
              <a:ln w="9525" cap="flat">
                <a:solidFill>
                  <a:srgbClr val="BEBEBE"/>
                </a:solidFill>
                <a:prstDash val="solid"/>
                <a:round/>
              </a:ln>
              <a:effectLst/>
            </p:spPr>
            <p:txBody>
              <a:bodyPr wrap="square" lIns="45718" tIns="45718" rIns="45718" bIns="45718" numCol="1" anchor="t">
                <a:noAutofit/>
              </a:bodyPr>
              <a:lstStyle/>
              <a:p>
                <a:pPr defTabSz="914620">
                  <a:defRPr>
                    <a:solidFill>
                      <a:srgbClr val="000000"/>
                    </a:solidFill>
                    <a:latin typeface="+mn-lt"/>
                    <a:ea typeface="+mn-ea"/>
                    <a:cs typeface="+mn-cs"/>
                    <a:sym typeface="IBM Plex Sans"/>
                  </a:defRPr>
                </a:pPr>
                <a:endParaRPr sz="2400"/>
              </a:p>
            </p:txBody>
          </p:sp>
          <p:sp>
            <p:nvSpPr>
              <p:cNvPr id="1338" name="Straight Connector 67"/>
              <p:cNvSpPr/>
              <p:nvPr/>
            </p:nvSpPr>
            <p:spPr>
              <a:xfrm flipH="1">
                <a:off x="0" y="2971803"/>
                <a:ext cx="91445" cy="2"/>
              </a:xfrm>
              <a:prstGeom prst="line">
                <a:avLst/>
              </a:prstGeom>
              <a:noFill/>
              <a:ln w="9525" cap="flat">
                <a:solidFill>
                  <a:srgbClr val="BEBEBE"/>
                </a:solidFill>
                <a:prstDash val="solid"/>
                <a:round/>
              </a:ln>
              <a:effectLst/>
            </p:spPr>
            <p:txBody>
              <a:bodyPr wrap="square" lIns="45718" tIns="45718" rIns="45718" bIns="45718" numCol="1" anchor="t">
                <a:noAutofit/>
              </a:bodyPr>
              <a:lstStyle/>
              <a:p>
                <a:pPr defTabSz="914620">
                  <a:defRPr>
                    <a:solidFill>
                      <a:srgbClr val="000000"/>
                    </a:solidFill>
                    <a:latin typeface="+mn-lt"/>
                    <a:ea typeface="+mn-ea"/>
                    <a:cs typeface="+mn-cs"/>
                    <a:sym typeface="IBM Plex Sans"/>
                  </a:defRPr>
                </a:pPr>
                <a:endParaRPr sz="2400"/>
              </a:p>
            </p:txBody>
          </p:sp>
          <p:sp>
            <p:nvSpPr>
              <p:cNvPr id="1339" name="Straight Connector 68"/>
              <p:cNvSpPr/>
              <p:nvPr/>
            </p:nvSpPr>
            <p:spPr>
              <a:xfrm flipH="1">
                <a:off x="0" y="3611883"/>
                <a:ext cx="91445" cy="3"/>
              </a:xfrm>
              <a:prstGeom prst="line">
                <a:avLst/>
              </a:prstGeom>
              <a:noFill/>
              <a:ln w="9525" cap="flat">
                <a:solidFill>
                  <a:srgbClr val="BEBEBE"/>
                </a:solidFill>
                <a:prstDash val="solid"/>
                <a:round/>
              </a:ln>
              <a:effectLst/>
            </p:spPr>
            <p:txBody>
              <a:bodyPr wrap="square" lIns="45718" tIns="45718" rIns="45718" bIns="45718" numCol="1" anchor="t">
                <a:noAutofit/>
              </a:bodyPr>
              <a:lstStyle/>
              <a:p>
                <a:pPr defTabSz="914620">
                  <a:defRPr>
                    <a:solidFill>
                      <a:srgbClr val="000000"/>
                    </a:solidFill>
                    <a:latin typeface="+mn-lt"/>
                    <a:ea typeface="+mn-ea"/>
                    <a:cs typeface="+mn-cs"/>
                    <a:sym typeface="IBM Plex Sans"/>
                  </a:defRPr>
                </a:pPr>
                <a:endParaRPr sz="2400"/>
              </a:p>
            </p:txBody>
          </p:sp>
          <p:sp>
            <p:nvSpPr>
              <p:cNvPr id="1340" name="Straight Connector 69"/>
              <p:cNvSpPr/>
              <p:nvPr/>
            </p:nvSpPr>
            <p:spPr>
              <a:xfrm flipH="1">
                <a:off x="0" y="4256537"/>
                <a:ext cx="91445" cy="3"/>
              </a:xfrm>
              <a:prstGeom prst="line">
                <a:avLst/>
              </a:prstGeom>
              <a:noFill/>
              <a:ln w="9525" cap="flat">
                <a:solidFill>
                  <a:srgbClr val="BEBEBE"/>
                </a:solidFill>
                <a:prstDash val="solid"/>
                <a:round/>
              </a:ln>
              <a:effectLst/>
            </p:spPr>
            <p:txBody>
              <a:bodyPr wrap="square" lIns="45718" tIns="45718" rIns="45718" bIns="45718" numCol="1" anchor="t">
                <a:noAutofit/>
              </a:bodyPr>
              <a:lstStyle/>
              <a:p>
                <a:pPr defTabSz="914620">
                  <a:defRPr>
                    <a:solidFill>
                      <a:srgbClr val="000000"/>
                    </a:solidFill>
                    <a:latin typeface="+mn-lt"/>
                    <a:ea typeface="+mn-ea"/>
                    <a:cs typeface="+mn-cs"/>
                    <a:sym typeface="IBM Plex Sans"/>
                  </a:defRPr>
                </a:pPr>
                <a:endParaRPr sz="2400"/>
              </a:p>
            </p:txBody>
          </p:sp>
          <p:sp>
            <p:nvSpPr>
              <p:cNvPr id="1341" name="Straight Connector 70"/>
              <p:cNvSpPr/>
              <p:nvPr/>
            </p:nvSpPr>
            <p:spPr>
              <a:xfrm flipH="1" flipV="1">
                <a:off x="0" y="0"/>
                <a:ext cx="91445" cy="3"/>
              </a:xfrm>
              <a:prstGeom prst="line">
                <a:avLst/>
              </a:prstGeom>
              <a:noFill/>
              <a:ln w="9525" cap="flat">
                <a:solidFill>
                  <a:srgbClr val="BEBEBE"/>
                </a:solidFill>
                <a:prstDash val="solid"/>
                <a:round/>
              </a:ln>
              <a:effectLst/>
            </p:spPr>
            <p:txBody>
              <a:bodyPr wrap="square" lIns="45718" tIns="45718" rIns="45718" bIns="45718" numCol="1" anchor="t">
                <a:noAutofit/>
              </a:bodyPr>
              <a:lstStyle/>
              <a:p>
                <a:pPr defTabSz="914620">
                  <a:defRPr>
                    <a:solidFill>
                      <a:srgbClr val="000000"/>
                    </a:solidFill>
                    <a:latin typeface="+mn-lt"/>
                    <a:ea typeface="+mn-ea"/>
                    <a:cs typeface="+mn-cs"/>
                    <a:sym typeface="IBM Plex Sans"/>
                  </a:defRPr>
                </a:pPr>
                <a:endParaRPr sz="2400"/>
              </a:p>
            </p:txBody>
          </p:sp>
          <p:sp>
            <p:nvSpPr>
              <p:cNvPr id="1342" name="Straight Connector 71"/>
              <p:cNvSpPr/>
              <p:nvPr/>
            </p:nvSpPr>
            <p:spPr>
              <a:xfrm flipH="1">
                <a:off x="0" y="4663445"/>
                <a:ext cx="91445" cy="3"/>
              </a:xfrm>
              <a:prstGeom prst="line">
                <a:avLst/>
              </a:prstGeom>
              <a:noFill/>
              <a:ln w="9525" cap="flat">
                <a:solidFill>
                  <a:srgbClr val="BEBEBE"/>
                </a:solidFill>
                <a:prstDash val="solid"/>
                <a:round/>
              </a:ln>
              <a:effectLst/>
            </p:spPr>
            <p:txBody>
              <a:bodyPr wrap="square" lIns="45718" tIns="45718" rIns="45718" bIns="45718" numCol="1" anchor="t">
                <a:noAutofit/>
              </a:bodyPr>
              <a:lstStyle/>
              <a:p>
                <a:pPr defTabSz="914620">
                  <a:defRPr>
                    <a:solidFill>
                      <a:srgbClr val="000000"/>
                    </a:solidFill>
                    <a:latin typeface="+mn-lt"/>
                    <a:ea typeface="+mn-ea"/>
                    <a:cs typeface="+mn-cs"/>
                    <a:sym typeface="IBM Plex Sans"/>
                  </a:defRPr>
                </a:pPr>
                <a:endParaRPr sz="2400"/>
              </a:p>
            </p:txBody>
          </p:sp>
        </p:grpSp>
      </p:grpSp>
      <p:sp>
        <p:nvSpPr>
          <p:cNvPr id="1345" name="Title Text"/>
          <p:cNvSpPr txBox="1">
            <a:spLocks noGrp="1"/>
          </p:cNvSpPr>
          <p:nvPr>
            <p:ph type="title"/>
          </p:nvPr>
        </p:nvSpPr>
        <p:spPr>
          <a:xfrm>
            <a:off x="280415" y="268225"/>
            <a:ext cx="5522979" cy="1072897"/>
          </a:xfrm>
          <a:prstGeom prst="rect">
            <a:avLst/>
          </a:prstGeom>
        </p:spPr>
        <p:txBody>
          <a:bodyPr>
            <a:normAutofit/>
          </a:bodyPr>
          <a:lstStyle>
            <a:lvl1pPr>
              <a:defRPr sz="3200">
                <a:latin typeface="+mn-lt"/>
                <a:ea typeface="+mn-ea"/>
                <a:cs typeface="+mn-cs"/>
                <a:sym typeface="IBM Plex Sans"/>
              </a:defRPr>
            </a:lvl1pPr>
          </a:lstStyle>
          <a:p>
            <a:r>
              <a:t>Title Text</a:t>
            </a:r>
          </a:p>
        </p:txBody>
      </p:sp>
      <p:sp>
        <p:nvSpPr>
          <p:cNvPr id="1346" name="Body Level One…"/>
          <p:cNvSpPr txBox="1">
            <a:spLocks noGrp="1"/>
          </p:cNvSpPr>
          <p:nvPr>
            <p:ph type="body" sz="quarter" idx="1"/>
          </p:nvPr>
        </p:nvSpPr>
        <p:spPr>
          <a:xfrm>
            <a:off x="292609" y="1658112"/>
            <a:ext cx="2450593" cy="4336289"/>
          </a:xfrm>
          <a:prstGeom prst="rect">
            <a:avLst/>
          </a:prstGeom>
        </p:spPr>
        <p:txBody>
          <a:bodyPr>
            <a:normAutofit/>
          </a:bodyPr>
          <a:lstStyle>
            <a:lvl1pPr>
              <a:defRPr>
                <a:latin typeface="+mn-lt"/>
                <a:ea typeface="+mn-ea"/>
                <a:cs typeface="+mn-cs"/>
                <a:sym typeface="IBM Plex Sans"/>
              </a:defRPr>
            </a:lvl1pPr>
            <a:lvl2pPr marL="228596">
              <a:defRPr>
                <a:latin typeface="+mn-lt"/>
                <a:ea typeface="+mn-ea"/>
                <a:cs typeface="+mn-cs"/>
                <a:sym typeface="IBM Plex Sans"/>
              </a:defRPr>
            </a:lvl2pPr>
            <a:lvl3pPr marL="457193">
              <a:defRPr>
                <a:latin typeface="+mn-lt"/>
                <a:ea typeface="+mn-ea"/>
                <a:cs typeface="+mn-cs"/>
                <a:sym typeface="IBM Plex Sans"/>
              </a:defRPr>
            </a:lvl3pPr>
            <a:lvl4pPr marL="838187">
              <a:defRPr>
                <a:latin typeface="+mn-lt"/>
                <a:ea typeface="+mn-ea"/>
                <a:cs typeface="+mn-cs"/>
                <a:sym typeface="IBM Plex Sans"/>
              </a:defRPr>
            </a:lvl4pPr>
            <a:lvl5pPr marL="1071019">
              <a:defRPr>
                <a:latin typeface="+mn-lt"/>
                <a:ea typeface="+mn-ea"/>
                <a:cs typeface="+mn-cs"/>
                <a:sym typeface="IBM Plex Sans"/>
              </a:defRPr>
            </a:lvl5pPr>
          </a:lstStyle>
          <a:p>
            <a:r>
              <a:t>Body Level One</a:t>
            </a:r>
          </a:p>
          <a:p>
            <a:pPr lvl="1"/>
            <a:r>
              <a:t>Body Level Two</a:t>
            </a:r>
          </a:p>
          <a:p>
            <a:pPr lvl="2"/>
            <a:r>
              <a:t>Body Level Three</a:t>
            </a:r>
          </a:p>
          <a:p>
            <a:pPr lvl="3"/>
            <a:r>
              <a:t>Body Level Four</a:t>
            </a:r>
          </a:p>
          <a:p>
            <a:pPr lvl="4"/>
            <a:r>
              <a:t>Body Level Five</a:t>
            </a:r>
          </a:p>
        </p:txBody>
      </p:sp>
      <p:sp>
        <p:nvSpPr>
          <p:cNvPr id="1347" name="Slide Number"/>
          <p:cNvSpPr txBox="1">
            <a:spLocks noGrp="1"/>
          </p:cNvSpPr>
          <p:nvPr>
            <p:ph type="sldNum" sz="quarter" idx="2"/>
          </p:nvPr>
        </p:nvSpPr>
        <p:spPr>
          <a:xfrm>
            <a:off x="11752460" y="6433437"/>
            <a:ext cx="134652" cy="123111"/>
          </a:xfrm>
          <a:prstGeom prst="rect">
            <a:avLst/>
          </a:prstGeom>
        </p:spPr>
        <p:txBody>
          <a:bodyPr/>
          <a:lstStyle>
            <a:lvl1pPr defTabSz="914620"/>
          </a:lstStyle>
          <a:p>
            <a:fld id="{86CB4B4D-7CA3-9044-876B-883B54F8677D}" type="slidenum">
              <a:rPr/>
              <a:t>‹#›</a:t>
            </a:fld>
            <a:endParaRPr/>
          </a:p>
        </p:txBody>
      </p:sp>
    </p:spTree>
    <p:extLst>
      <p:ext uri="{BB962C8B-B14F-4D97-AF65-F5344CB8AC3E}">
        <p14:creationId xmlns:p14="http://schemas.microsoft.com/office/powerpoint/2010/main" val="724143588"/>
      </p:ext>
    </p:extLst>
  </p:cSld>
  <p:clrMapOvr>
    <a:masterClrMapping/>
  </p:clrMapOvr>
  <p:transition spd="med"/>
</p:sldLayout>
</file>

<file path=ppt/slideLayouts/slideLayout188.xml><?xml version="1.0" encoding="utf-8"?>
<p:sldLayout xmlns:a="http://schemas.openxmlformats.org/drawingml/2006/main" xmlns:r="http://schemas.openxmlformats.org/officeDocument/2006/relationships" xmlns:p="http://schemas.openxmlformats.org/presentationml/2006/main" showMasterSp="0" type="tx">
  <p:cSld name="1_title, text (two columns)">
    <p:bg>
      <p:bgPr>
        <a:solidFill>
          <a:srgbClr val="000000"/>
        </a:solidFill>
        <a:effectLst/>
      </p:bgPr>
    </p:bg>
    <p:spTree>
      <p:nvGrpSpPr>
        <p:cNvPr id="1" name=""/>
        <p:cNvGrpSpPr/>
        <p:nvPr/>
      </p:nvGrpSpPr>
      <p:grpSpPr>
        <a:xfrm>
          <a:off x="0" y="0"/>
          <a:ext cx="0" cy="0"/>
          <a:chOff x="0" y="0"/>
          <a:chExt cx="0" cy="0"/>
        </a:xfrm>
      </p:grpSpPr>
      <p:grpSp>
        <p:nvGrpSpPr>
          <p:cNvPr id="1398" name="Group 1"/>
          <p:cNvGrpSpPr/>
          <p:nvPr/>
        </p:nvGrpSpPr>
        <p:grpSpPr>
          <a:xfrm>
            <a:off x="-146312" y="-146479"/>
            <a:ext cx="12485647" cy="7152657"/>
            <a:chOff x="0" y="-1"/>
            <a:chExt cx="9364232" cy="5364491"/>
          </a:xfrm>
        </p:grpSpPr>
        <p:grpSp>
          <p:nvGrpSpPr>
            <p:cNvPr id="1365" name="Group 59"/>
            <p:cNvGrpSpPr/>
            <p:nvPr/>
          </p:nvGrpSpPr>
          <p:grpSpPr>
            <a:xfrm>
              <a:off x="338962" y="-2"/>
              <a:ext cx="8686746" cy="91447"/>
              <a:chOff x="-1" y="0"/>
              <a:chExt cx="8686744" cy="91445"/>
            </a:xfrm>
          </p:grpSpPr>
          <p:sp>
            <p:nvSpPr>
              <p:cNvPr id="1354" name="Straight Connector 92"/>
              <p:cNvSpPr/>
              <p:nvPr/>
            </p:nvSpPr>
            <p:spPr>
              <a:xfrm flipV="1">
                <a:off x="-2" y="0"/>
                <a:ext cx="5" cy="91446"/>
              </a:xfrm>
              <a:prstGeom prst="line">
                <a:avLst/>
              </a:prstGeom>
              <a:noFill/>
              <a:ln w="9525" cap="flat">
                <a:solidFill>
                  <a:srgbClr val="BEBEBE"/>
                </a:solidFill>
                <a:prstDash val="solid"/>
                <a:round/>
              </a:ln>
              <a:effectLst/>
            </p:spPr>
            <p:txBody>
              <a:bodyPr wrap="square" lIns="45718" tIns="45718" rIns="45718" bIns="45718" numCol="1" anchor="t">
                <a:noAutofit/>
              </a:bodyPr>
              <a:lstStyle/>
              <a:p>
                <a:pPr defTabSz="914620">
                  <a:defRPr>
                    <a:solidFill>
                      <a:srgbClr val="000000"/>
                    </a:solidFill>
                    <a:latin typeface="+mn-lt"/>
                    <a:ea typeface="+mn-ea"/>
                    <a:cs typeface="+mn-cs"/>
                    <a:sym typeface="IBM Plex Sans"/>
                  </a:defRPr>
                </a:pPr>
                <a:endParaRPr sz="2400"/>
              </a:p>
            </p:txBody>
          </p:sp>
          <p:sp>
            <p:nvSpPr>
              <p:cNvPr id="1355" name="Straight Connector 93"/>
              <p:cNvSpPr/>
              <p:nvPr/>
            </p:nvSpPr>
            <p:spPr>
              <a:xfrm flipV="1">
                <a:off x="1828801" y="0"/>
                <a:ext cx="4" cy="91446"/>
              </a:xfrm>
              <a:prstGeom prst="line">
                <a:avLst/>
              </a:prstGeom>
              <a:noFill/>
              <a:ln w="9525" cap="flat">
                <a:solidFill>
                  <a:srgbClr val="BEBEBE"/>
                </a:solidFill>
                <a:prstDash val="solid"/>
                <a:round/>
              </a:ln>
              <a:effectLst/>
            </p:spPr>
            <p:txBody>
              <a:bodyPr wrap="square" lIns="45718" tIns="45718" rIns="45718" bIns="45718" numCol="1" anchor="t">
                <a:noAutofit/>
              </a:bodyPr>
              <a:lstStyle/>
              <a:p>
                <a:pPr defTabSz="914620">
                  <a:defRPr>
                    <a:solidFill>
                      <a:srgbClr val="000000"/>
                    </a:solidFill>
                    <a:latin typeface="+mn-lt"/>
                    <a:ea typeface="+mn-ea"/>
                    <a:cs typeface="+mn-cs"/>
                    <a:sym typeface="IBM Plex Sans"/>
                  </a:defRPr>
                </a:pPr>
                <a:endParaRPr sz="2400"/>
              </a:p>
            </p:txBody>
          </p:sp>
          <p:sp>
            <p:nvSpPr>
              <p:cNvPr id="1356" name="Straight Connector 94"/>
              <p:cNvSpPr/>
              <p:nvPr/>
            </p:nvSpPr>
            <p:spPr>
              <a:xfrm flipV="1">
                <a:off x="2057401" y="0"/>
                <a:ext cx="4" cy="91446"/>
              </a:xfrm>
              <a:prstGeom prst="line">
                <a:avLst/>
              </a:prstGeom>
              <a:noFill/>
              <a:ln w="9525" cap="flat">
                <a:solidFill>
                  <a:srgbClr val="BEBEBE"/>
                </a:solidFill>
                <a:prstDash val="solid"/>
                <a:round/>
              </a:ln>
              <a:effectLst/>
            </p:spPr>
            <p:txBody>
              <a:bodyPr wrap="square" lIns="45718" tIns="45718" rIns="45718" bIns="45718" numCol="1" anchor="t">
                <a:noAutofit/>
              </a:bodyPr>
              <a:lstStyle/>
              <a:p>
                <a:pPr defTabSz="914620">
                  <a:defRPr>
                    <a:solidFill>
                      <a:srgbClr val="000000"/>
                    </a:solidFill>
                    <a:latin typeface="+mn-lt"/>
                    <a:ea typeface="+mn-ea"/>
                    <a:cs typeface="+mn-cs"/>
                    <a:sym typeface="IBM Plex Sans"/>
                  </a:defRPr>
                </a:pPr>
                <a:endParaRPr sz="2400"/>
              </a:p>
            </p:txBody>
          </p:sp>
          <p:sp>
            <p:nvSpPr>
              <p:cNvPr id="1357" name="Straight Connector 95"/>
              <p:cNvSpPr/>
              <p:nvPr/>
            </p:nvSpPr>
            <p:spPr>
              <a:xfrm flipV="1">
                <a:off x="2286001" y="0"/>
                <a:ext cx="4" cy="91446"/>
              </a:xfrm>
              <a:prstGeom prst="line">
                <a:avLst/>
              </a:prstGeom>
              <a:noFill/>
              <a:ln w="9525" cap="flat">
                <a:solidFill>
                  <a:srgbClr val="BEBEBE"/>
                </a:solidFill>
                <a:prstDash val="solid"/>
                <a:round/>
              </a:ln>
              <a:effectLst/>
            </p:spPr>
            <p:txBody>
              <a:bodyPr wrap="square" lIns="45718" tIns="45718" rIns="45718" bIns="45718" numCol="1" anchor="t">
                <a:noAutofit/>
              </a:bodyPr>
              <a:lstStyle/>
              <a:p>
                <a:pPr defTabSz="914620">
                  <a:defRPr>
                    <a:solidFill>
                      <a:srgbClr val="000000"/>
                    </a:solidFill>
                    <a:latin typeface="+mn-lt"/>
                    <a:ea typeface="+mn-ea"/>
                    <a:cs typeface="+mn-cs"/>
                    <a:sym typeface="IBM Plex Sans"/>
                  </a:defRPr>
                </a:pPr>
                <a:endParaRPr sz="2400"/>
              </a:p>
            </p:txBody>
          </p:sp>
          <p:sp>
            <p:nvSpPr>
              <p:cNvPr id="1358" name="Straight Connector 96"/>
              <p:cNvSpPr/>
              <p:nvPr/>
            </p:nvSpPr>
            <p:spPr>
              <a:xfrm flipV="1">
                <a:off x="4114802" y="0"/>
                <a:ext cx="4" cy="91446"/>
              </a:xfrm>
              <a:prstGeom prst="line">
                <a:avLst/>
              </a:prstGeom>
              <a:noFill/>
              <a:ln w="9525" cap="flat">
                <a:solidFill>
                  <a:srgbClr val="BEBEBE"/>
                </a:solidFill>
                <a:prstDash val="solid"/>
                <a:round/>
              </a:ln>
              <a:effectLst/>
            </p:spPr>
            <p:txBody>
              <a:bodyPr wrap="square" lIns="45718" tIns="45718" rIns="45718" bIns="45718" numCol="1" anchor="t">
                <a:noAutofit/>
              </a:bodyPr>
              <a:lstStyle/>
              <a:p>
                <a:pPr defTabSz="914620">
                  <a:defRPr>
                    <a:solidFill>
                      <a:srgbClr val="000000"/>
                    </a:solidFill>
                    <a:latin typeface="+mn-lt"/>
                    <a:ea typeface="+mn-ea"/>
                    <a:cs typeface="+mn-cs"/>
                    <a:sym typeface="IBM Plex Sans"/>
                  </a:defRPr>
                </a:pPr>
                <a:endParaRPr sz="2400"/>
              </a:p>
            </p:txBody>
          </p:sp>
          <p:sp>
            <p:nvSpPr>
              <p:cNvPr id="1359" name="Straight Connector 97"/>
              <p:cNvSpPr/>
              <p:nvPr/>
            </p:nvSpPr>
            <p:spPr>
              <a:xfrm flipV="1">
                <a:off x="4343403" y="0"/>
                <a:ext cx="4" cy="91446"/>
              </a:xfrm>
              <a:prstGeom prst="line">
                <a:avLst/>
              </a:prstGeom>
              <a:noFill/>
              <a:ln w="9525" cap="flat">
                <a:solidFill>
                  <a:srgbClr val="BEBEBE"/>
                </a:solidFill>
                <a:prstDash val="solid"/>
                <a:round/>
              </a:ln>
              <a:effectLst/>
            </p:spPr>
            <p:txBody>
              <a:bodyPr wrap="square" lIns="45718" tIns="45718" rIns="45718" bIns="45718" numCol="1" anchor="t">
                <a:noAutofit/>
              </a:bodyPr>
              <a:lstStyle/>
              <a:p>
                <a:pPr defTabSz="914620">
                  <a:defRPr>
                    <a:solidFill>
                      <a:srgbClr val="000000"/>
                    </a:solidFill>
                    <a:latin typeface="+mn-lt"/>
                    <a:ea typeface="+mn-ea"/>
                    <a:cs typeface="+mn-cs"/>
                    <a:sym typeface="IBM Plex Sans"/>
                  </a:defRPr>
                </a:pPr>
                <a:endParaRPr sz="2400"/>
              </a:p>
            </p:txBody>
          </p:sp>
          <p:sp>
            <p:nvSpPr>
              <p:cNvPr id="1360" name="Straight Connector 98"/>
              <p:cNvSpPr/>
              <p:nvPr/>
            </p:nvSpPr>
            <p:spPr>
              <a:xfrm flipV="1">
                <a:off x="4572003" y="0"/>
                <a:ext cx="4" cy="91446"/>
              </a:xfrm>
              <a:prstGeom prst="line">
                <a:avLst/>
              </a:prstGeom>
              <a:noFill/>
              <a:ln w="9525" cap="flat">
                <a:solidFill>
                  <a:srgbClr val="BEBEBE"/>
                </a:solidFill>
                <a:prstDash val="solid"/>
                <a:round/>
              </a:ln>
              <a:effectLst/>
            </p:spPr>
            <p:txBody>
              <a:bodyPr wrap="square" lIns="45718" tIns="45718" rIns="45718" bIns="45718" numCol="1" anchor="t">
                <a:noAutofit/>
              </a:bodyPr>
              <a:lstStyle/>
              <a:p>
                <a:pPr defTabSz="914620">
                  <a:defRPr>
                    <a:solidFill>
                      <a:srgbClr val="000000"/>
                    </a:solidFill>
                    <a:latin typeface="+mn-lt"/>
                    <a:ea typeface="+mn-ea"/>
                    <a:cs typeface="+mn-cs"/>
                    <a:sym typeface="IBM Plex Sans"/>
                  </a:defRPr>
                </a:pPr>
                <a:endParaRPr sz="2400"/>
              </a:p>
            </p:txBody>
          </p:sp>
          <p:sp>
            <p:nvSpPr>
              <p:cNvPr id="1361" name="Straight Connector 99"/>
              <p:cNvSpPr/>
              <p:nvPr/>
            </p:nvSpPr>
            <p:spPr>
              <a:xfrm flipV="1">
                <a:off x="6400804" y="0"/>
                <a:ext cx="4" cy="91446"/>
              </a:xfrm>
              <a:prstGeom prst="line">
                <a:avLst/>
              </a:prstGeom>
              <a:noFill/>
              <a:ln w="9525" cap="flat">
                <a:solidFill>
                  <a:srgbClr val="BEBEBE"/>
                </a:solidFill>
                <a:prstDash val="solid"/>
                <a:round/>
              </a:ln>
              <a:effectLst/>
            </p:spPr>
            <p:txBody>
              <a:bodyPr wrap="square" lIns="45718" tIns="45718" rIns="45718" bIns="45718" numCol="1" anchor="t">
                <a:noAutofit/>
              </a:bodyPr>
              <a:lstStyle/>
              <a:p>
                <a:pPr defTabSz="914620">
                  <a:defRPr>
                    <a:solidFill>
                      <a:srgbClr val="000000"/>
                    </a:solidFill>
                    <a:latin typeface="+mn-lt"/>
                    <a:ea typeface="+mn-ea"/>
                    <a:cs typeface="+mn-cs"/>
                    <a:sym typeface="IBM Plex Sans"/>
                  </a:defRPr>
                </a:pPr>
                <a:endParaRPr sz="2400"/>
              </a:p>
            </p:txBody>
          </p:sp>
          <p:sp>
            <p:nvSpPr>
              <p:cNvPr id="1362" name="Straight Connector 100"/>
              <p:cNvSpPr/>
              <p:nvPr/>
            </p:nvSpPr>
            <p:spPr>
              <a:xfrm flipV="1">
                <a:off x="6629405" y="0"/>
                <a:ext cx="4" cy="91446"/>
              </a:xfrm>
              <a:prstGeom prst="line">
                <a:avLst/>
              </a:prstGeom>
              <a:noFill/>
              <a:ln w="9525" cap="flat">
                <a:solidFill>
                  <a:srgbClr val="BEBEBE"/>
                </a:solidFill>
                <a:prstDash val="solid"/>
                <a:round/>
              </a:ln>
              <a:effectLst/>
            </p:spPr>
            <p:txBody>
              <a:bodyPr wrap="square" lIns="45718" tIns="45718" rIns="45718" bIns="45718" numCol="1" anchor="t">
                <a:noAutofit/>
              </a:bodyPr>
              <a:lstStyle/>
              <a:p>
                <a:pPr defTabSz="914620">
                  <a:defRPr>
                    <a:solidFill>
                      <a:srgbClr val="000000"/>
                    </a:solidFill>
                    <a:latin typeface="+mn-lt"/>
                    <a:ea typeface="+mn-ea"/>
                    <a:cs typeface="+mn-cs"/>
                    <a:sym typeface="IBM Plex Sans"/>
                  </a:defRPr>
                </a:pPr>
                <a:endParaRPr sz="2400"/>
              </a:p>
            </p:txBody>
          </p:sp>
          <p:sp>
            <p:nvSpPr>
              <p:cNvPr id="1363" name="Straight Connector 101"/>
              <p:cNvSpPr/>
              <p:nvPr/>
            </p:nvSpPr>
            <p:spPr>
              <a:xfrm flipV="1">
                <a:off x="6858005" y="0"/>
                <a:ext cx="4" cy="91446"/>
              </a:xfrm>
              <a:prstGeom prst="line">
                <a:avLst/>
              </a:prstGeom>
              <a:noFill/>
              <a:ln w="9525" cap="flat">
                <a:solidFill>
                  <a:srgbClr val="BEBEBE"/>
                </a:solidFill>
                <a:prstDash val="solid"/>
                <a:round/>
              </a:ln>
              <a:effectLst/>
            </p:spPr>
            <p:txBody>
              <a:bodyPr wrap="square" lIns="45718" tIns="45718" rIns="45718" bIns="45718" numCol="1" anchor="t">
                <a:noAutofit/>
              </a:bodyPr>
              <a:lstStyle/>
              <a:p>
                <a:pPr defTabSz="914620">
                  <a:defRPr>
                    <a:solidFill>
                      <a:srgbClr val="000000"/>
                    </a:solidFill>
                    <a:latin typeface="+mn-lt"/>
                    <a:ea typeface="+mn-ea"/>
                    <a:cs typeface="+mn-cs"/>
                    <a:sym typeface="IBM Plex Sans"/>
                  </a:defRPr>
                </a:pPr>
                <a:endParaRPr sz="2400"/>
              </a:p>
            </p:txBody>
          </p:sp>
          <p:sp>
            <p:nvSpPr>
              <p:cNvPr id="1364" name="Straight Connector 102"/>
              <p:cNvSpPr/>
              <p:nvPr/>
            </p:nvSpPr>
            <p:spPr>
              <a:xfrm flipV="1">
                <a:off x="8686740" y="0"/>
                <a:ext cx="4" cy="91446"/>
              </a:xfrm>
              <a:prstGeom prst="line">
                <a:avLst/>
              </a:prstGeom>
              <a:noFill/>
              <a:ln w="9525" cap="flat">
                <a:solidFill>
                  <a:srgbClr val="BEBEBE"/>
                </a:solidFill>
                <a:prstDash val="solid"/>
                <a:round/>
              </a:ln>
              <a:effectLst/>
            </p:spPr>
            <p:txBody>
              <a:bodyPr wrap="square" lIns="45718" tIns="45718" rIns="45718" bIns="45718" numCol="1" anchor="t">
                <a:noAutofit/>
              </a:bodyPr>
              <a:lstStyle/>
              <a:p>
                <a:pPr defTabSz="914620">
                  <a:defRPr>
                    <a:solidFill>
                      <a:srgbClr val="000000"/>
                    </a:solidFill>
                    <a:latin typeface="+mn-lt"/>
                    <a:ea typeface="+mn-ea"/>
                    <a:cs typeface="+mn-cs"/>
                    <a:sym typeface="IBM Plex Sans"/>
                  </a:defRPr>
                </a:pPr>
                <a:endParaRPr sz="2400"/>
              </a:p>
            </p:txBody>
          </p:sp>
        </p:grpSp>
        <p:grpSp>
          <p:nvGrpSpPr>
            <p:cNvPr id="1377" name="Group 60"/>
            <p:cNvGrpSpPr/>
            <p:nvPr/>
          </p:nvGrpSpPr>
          <p:grpSpPr>
            <a:xfrm>
              <a:off x="338962" y="5273044"/>
              <a:ext cx="8686746" cy="91447"/>
              <a:chOff x="-1" y="0"/>
              <a:chExt cx="8686744" cy="91445"/>
            </a:xfrm>
          </p:grpSpPr>
          <p:sp>
            <p:nvSpPr>
              <p:cNvPr id="1366" name="Straight Connector 81"/>
              <p:cNvSpPr/>
              <p:nvPr/>
            </p:nvSpPr>
            <p:spPr>
              <a:xfrm flipV="1">
                <a:off x="-2" y="0"/>
                <a:ext cx="5" cy="91446"/>
              </a:xfrm>
              <a:prstGeom prst="line">
                <a:avLst/>
              </a:prstGeom>
              <a:noFill/>
              <a:ln w="9525" cap="flat">
                <a:solidFill>
                  <a:srgbClr val="BEBEBE"/>
                </a:solidFill>
                <a:prstDash val="solid"/>
                <a:round/>
              </a:ln>
              <a:effectLst/>
            </p:spPr>
            <p:txBody>
              <a:bodyPr wrap="square" lIns="45718" tIns="45718" rIns="45718" bIns="45718" numCol="1" anchor="t">
                <a:noAutofit/>
              </a:bodyPr>
              <a:lstStyle/>
              <a:p>
                <a:pPr defTabSz="914620">
                  <a:defRPr>
                    <a:solidFill>
                      <a:srgbClr val="000000"/>
                    </a:solidFill>
                    <a:latin typeface="+mn-lt"/>
                    <a:ea typeface="+mn-ea"/>
                    <a:cs typeface="+mn-cs"/>
                    <a:sym typeface="IBM Plex Sans"/>
                  </a:defRPr>
                </a:pPr>
                <a:endParaRPr sz="2400"/>
              </a:p>
            </p:txBody>
          </p:sp>
          <p:sp>
            <p:nvSpPr>
              <p:cNvPr id="1367" name="Straight Connector 82"/>
              <p:cNvSpPr/>
              <p:nvPr/>
            </p:nvSpPr>
            <p:spPr>
              <a:xfrm flipV="1">
                <a:off x="1828801" y="0"/>
                <a:ext cx="4" cy="91446"/>
              </a:xfrm>
              <a:prstGeom prst="line">
                <a:avLst/>
              </a:prstGeom>
              <a:noFill/>
              <a:ln w="9525" cap="flat">
                <a:solidFill>
                  <a:srgbClr val="BEBEBE"/>
                </a:solidFill>
                <a:prstDash val="solid"/>
                <a:round/>
              </a:ln>
              <a:effectLst/>
            </p:spPr>
            <p:txBody>
              <a:bodyPr wrap="square" lIns="45718" tIns="45718" rIns="45718" bIns="45718" numCol="1" anchor="t">
                <a:noAutofit/>
              </a:bodyPr>
              <a:lstStyle/>
              <a:p>
                <a:pPr defTabSz="914620">
                  <a:defRPr>
                    <a:solidFill>
                      <a:srgbClr val="000000"/>
                    </a:solidFill>
                    <a:latin typeface="+mn-lt"/>
                    <a:ea typeface="+mn-ea"/>
                    <a:cs typeface="+mn-cs"/>
                    <a:sym typeface="IBM Plex Sans"/>
                  </a:defRPr>
                </a:pPr>
                <a:endParaRPr sz="2400"/>
              </a:p>
            </p:txBody>
          </p:sp>
          <p:sp>
            <p:nvSpPr>
              <p:cNvPr id="1368" name="Straight Connector 83"/>
              <p:cNvSpPr/>
              <p:nvPr/>
            </p:nvSpPr>
            <p:spPr>
              <a:xfrm flipV="1">
                <a:off x="2057401" y="0"/>
                <a:ext cx="4" cy="91446"/>
              </a:xfrm>
              <a:prstGeom prst="line">
                <a:avLst/>
              </a:prstGeom>
              <a:noFill/>
              <a:ln w="9525" cap="flat">
                <a:solidFill>
                  <a:srgbClr val="BEBEBE"/>
                </a:solidFill>
                <a:prstDash val="solid"/>
                <a:round/>
              </a:ln>
              <a:effectLst/>
            </p:spPr>
            <p:txBody>
              <a:bodyPr wrap="square" lIns="45718" tIns="45718" rIns="45718" bIns="45718" numCol="1" anchor="t">
                <a:noAutofit/>
              </a:bodyPr>
              <a:lstStyle/>
              <a:p>
                <a:pPr defTabSz="914620">
                  <a:defRPr>
                    <a:solidFill>
                      <a:srgbClr val="000000"/>
                    </a:solidFill>
                    <a:latin typeface="+mn-lt"/>
                    <a:ea typeface="+mn-ea"/>
                    <a:cs typeface="+mn-cs"/>
                    <a:sym typeface="IBM Plex Sans"/>
                  </a:defRPr>
                </a:pPr>
                <a:endParaRPr sz="2400"/>
              </a:p>
            </p:txBody>
          </p:sp>
          <p:sp>
            <p:nvSpPr>
              <p:cNvPr id="1369" name="Straight Connector 84"/>
              <p:cNvSpPr/>
              <p:nvPr/>
            </p:nvSpPr>
            <p:spPr>
              <a:xfrm flipV="1">
                <a:off x="2286001" y="0"/>
                <a:ext cx="4" cy="91446"/>
              </a:xfrm>
              <a:prstGeom prst="line">
                <a:avLst/>
              </a:prstGeom>
              <a:noFill/>
              <a:ln w="9525" cap="flat">
                <a:solidFill>
                  <a:srgbClr val="BEBEBE"/>
                </a:solidFill>
                <a:prstDash val="solid"/>
                <a:round/>
              </a:ln>
              <a:effectLst/>
            </p:spPr>
            <p:txBody>
              <a:bodyPr wrap="square" lIns="45718" tIns="45718" rIns="45718" bIns="45718" numCol="1" anchor="t">
                <a:noAutofit/>
              </a:bodyPr>
              <a:lstStyle/>
              <a:p>
                <a:pPr defTabSz="914620">
                  <a:defRPr>
                    <a:solidFill>
                      <a:srgbClr val="000000"/>
                    </a:solidFill>
                    <a:latin typeface="+mn-lt"/>
                    <a:ea typeface="+mn-ea"/>
                    <a:cs typeface="+mn-cs"/>
                    <a:sym typeface="IBM Plex Sans"/>
                  </a:defRPr>
                </a:pPr>
                <a:endParaRPr sz="2400"/>
              </a:p>
            </p:txBody>
          </p:sp>
          <p:sp>
            <p:nvSpPr>
              <p:cNvPr id="1370" name="Straight Connector 85"/>
              <p:cNvSpPr/>
              <p:nvPr/>
            </p:nvSpPr>
            <p:spPr>
              <a:xfrm flipV="1">
                <a:off x="4114802" y="0"/>
                <a:ext cx="4" cy="91446"/>
              </a:xfrm>
              <a:prstGeom prst="line">
                <a:avLst/>
              </a:prstGeom>
              <a:noFill/>
              <a:ln w="9525" cap="flat">
                <a:solidFill>
                  <a:srgbClr val="BEBEBE"/>
                </a:solidFill>
                <a:prstDash val="solid"/>
                <a:round/>
              </a:ln>
              <a:effectLst/>
            </p:spPr>
            <p:txBody>
              <a:bodyPr wrap="square" lIns="45718" tIns="45718" rIns="45718" bIns="45718" numCol="1" anchor="t">
                <a:noAutofit/>
              </a:bodyPr>
              <a:lstStyle/>
              <a:p>
                <a:pPr defTabSz="914620">
                  <a:defRPr>
                    <a:solidFill>
                      <a:srgbClr val="000000"/>
                    </a:solidFill>
                    <a:latin typeface="+mn-lt"/>
                    <a:ea typeface="+mn-ea"/>
                    <a:cs typeface="+mn-cs"/>
                    <a:sym typeface="IBM Plex Sans"/>
                  </a:defRPr>
                </a:pPr>
                <a:endParaRPr sz="2400"/>
              </a:p>
            </p:txBody>
          </p:sp>
          <p:sp>
            <p:nvSpPr>
              <p:cNvPr id="1371" name="Straight Connector 86"/>
              <p:cNvSpPr/>
              <p:nvPr/>
            </p:nvSpPr>
            <p:spPr>
              <a:xfrm flipV="1">
                <a:off x="4343403" y="0"/>
                <a:ext cx="4" cy="91446"/>
              </a:xfrm>
              <a:prstGeom prst="line">
                <a:avLst/>
              </a:prstGeom>
              <a:noFill/>
              <a:ln w="9525" cap="flat">
                <a:solidFill>
                  <a:srgbClr val="BEBEBE"/>
                </a:solidFill>
                <a:prstDash val="solid"/>
                <a:round/>
              </a:ln>
              <a:effectLst/>
            </p:spPr>
            <p:txBody>
              <a:bodyPr wrap="square" lIns="45718" tIns="45718" rIns="45718" bIns="45718" numCol="1" anchor="t">
                <a:noAutofit/>
              </a:bodyPr>
              <a:lstStyle/>
              <a:p>
                <a:pPr defTabSz="914620">
                  <a:defRPr>
                    <a:solidFill>
                      <a:srgbClr val="000000"/>
                    </a:solidFill>
                    <a:latin typeface="+mn-lt"/>
                    <a:ea typeface="+mn-ea"/>
                    <a:cs typeface="+mn-cs"/>
                    <a:sym typeface="IBM Plex Sans"/>
                  </a:defRPr>
                </a:pPr>
                <a:endParaRPr sz="2400"/>
              </a:p>
            </p:txBody>
          </p:sp>
          <p:sp>
            <p:nvSpPr>
              <p:cNvPr id="1372" name="Straight Connector 87"/>
              <p:cNvSpPr/>
              <p:nvPr/>
            </p:nvSpPr>
            <p:spPr>
              <a:xfrm flipV="1">
                <a:off x="4572003" y="0"/>
                <a:ext cx="4" cy="91446"/>
              </a:xfrm>
              <a:prstGeom prst="line">
                <a:avLst/>
              </a:prstGeom>
              <a:noFill/>
              <a:ln w="9525" cap="flat">
                <a:solidFill>
                  <a:srgbClr val="BEBEBE"/>
                </a:solidFill>
                <a:prstDash val="solid"/>
                <a:round/>
              </a:ln>
              <a:effectLst/>
            </p:spPr>
            <p:txBody>
              <a:bodyPr wrap="square" lIns="45718" tIns="45718" rIns="45718" bIns="45718" numCol="1" anchor="t">
                <a:noAutofit/>
              </a:bodyPr>
              <a:lstStyle/>
              <a:p>
                <a:pPr defTabSz="914620">
                  <a:defRPr>
                    <a:solidFill>
                      <a:srgbClr val="000000"/>
                    </a:solidFill>
                    <a:latin typeface="+mn-lt"/>
                    <a:ea typeface="+mn-ea"/>
                    <a:cs typeface="+mn-cs"/>
                    <a:sym typeface="IBM Plex Sans"/>
                  </a:defRPr>
                </a:pPr>
                <a:endParaRPr sz="2400"/>
              </a:p>
            </p:txBody>
          </p:sp>
          <p:sp>
            <p:nvSpPr>
              <p:cNvPr id="1373" name="Straight Connector 88"/>
              <p:cNvSpPr/>
              <p:nvPr/>
            </p:nvSpPr>
            <p:spPr>
              <a:xfrm flipV="1">
                <a:off x="6400804" y="0"/>
                <a:ext cx="4" cy="91446"/>
              </a:xfrm>
              <a:prstGeom prst="line">
                <a:avLst/>
              </a:prstGeom>
              <a:noFill/>
              <a:ln w="9525" cap="flat">
                <a:solidFill>
                  <a:srgbClr val="BEBEBE"/>
                </a:solidFill>
                <a:prstDash val="solid"/>
                <a:round/>
              </a:ln>
              <a:effectLst/>
            </p:spPr>
            <p:txBody>
              <a:bodyPr wrap="square" lIns="45718" tIns="45718" rIns="45718" bIns="45718" numCol="1" anchor="t">
                <a:noAutofit/>
              </a:bodyPr>
              <a:lstStyle/>
              <a:p>
                <a:pPr defTabSz="914620">
                  <a:defRPr>
                    <a:solidFill>
                      <a:srgbClr val="000000"/>
                    </a:solidFill>
                    <a:latin typeface="+mn-lt"/>
                    <a:ea typeface="+mn-ea"/>
                    <a:cs typeface="+mn-cs"/>
                    <a:sym typeface="IBM Plex Sans"/>
                  </a:defRPr>
                </a:pPr>
                <a:endParaRPr sz="2400"/>
              </a:p>
            </p:txBody>
          </p:sp>
          <p:sp>
            <p:nvSpPr>
              <p:cNvPr id="1374" name="Straight Connector 89"/>
              <p:cNvSpPr/>
              <p:nvPr/>
            </p:nvSpPr>
            <p:spPr>
              <a:xfrm flipV="1">
                <a:off x="6629405" y="0"/>
                <a:ext cx="4" cy="91446"/>
              </a:xfrm>
              <a:prstGeom prst="line">
                <a:avLst/>
              </a:prstGeom>
              <a:noFill/>
              <a:ln w="9525" cap="flat">
                <a:solidFill>
                  <a:srgbClr val="BEBEBE"/>
                </a:solidFill>
                <a:prstDash val="solid"/>
                <a:round/>
              </a:ln>
              <a:effectLst/>
            </p:spPr>
            <p:txBody>
              <a:bodyPr wrap="square" lIns="45718" tIns="45718" rIns="45718" bIns="45718" numCol="1" anchor="t">
                <a:noAutofit/>
              </a:bodyPr>
              <a:lstStyle/>
              <a:p>
                <a:pPr defTabSz="914620">
                  <a:defRPr>
                    <a:solidFill>
                      <a:srgbClr val="000000"/>
                    </a:solidFill>
                    <a:latin typeface="+mn-lt"/>
                    <a:ea typeface="+mn-ea"/>
                    <a:cs typeface="+mn-cs"/>
                    <a:sym typeface="IBM Plex Sans"/>
                  </a:defRPr>
                </a:pPr>
                <a:endParaRPr sz="2400"/>
              </a:p>
            </p:txBody>
          </p:sp>
          <p:sp>
            <p:nvSpPr>
              <p:cNvPr id="1375" name="Straight Connector 90"/>
              <p:cNvSpPr/>
              <p:nvPr/>
            </p:nvSpPr>
            <p:spPr>
              <a:xfrm flipV="1">
                <a:off x="6858005" y="0"/>
                <a:ext cx="4" cy="91446"/>
              </a:xfrm>
              <a:prstGeom prst="line">
                <a:avLst/>
              </a:prstGeom>
              <a:noFill/>
              <a:ln w="9525" cap="flat">
                <a:solidFill>
                  <a:srgbClr val="BEBEBE"/>
                </a:solidFill>
                <a:prstDash val="solid"/>
                <a:round/>
              </a:ln>
              <a:effectLst/>
            </p:spPr>
            <p:txBody>
              <a:bodyPr wrap="square" lIns="45718" tIns="45718" rIns="45718" bIns="45718" numCol="1" anchor="t">
                <a:noAutofit/>
              </a:bodyPr>
              <a:lstStyle/>
              <a:p>
                <a:pPr defTabSz="914620">
                  <a:defRPr>
                    <a:solidFill>
                      <a:srgbClr val="000000"/>
                    </a:solidFill>
                    <a:latin typeface="+mn-lt"/>
                    <a:ea typeface="+mn-ea"/>
                    <a:cs typeface="+mn-cs"/>
                    <a:sym typeface="IBM Plex Sans"/>
                  </a:defRPr>
                </a:pPr>
                <a:endParaRPr sz="2400"/>
              </a:p>
            </p:txBody>
          </p:sp>
          <p:sp>
            <p:nvSpPr>
              <p:cNvPr id="1376" name="Straight Connector 91"/>
              <p:cNvSpPr/>
              <p:nvPr/>
            </p:nvSpPr>
            <p:spPr>
              <a:xfrm flipV="1">
                <a:off x="8686740" y="0"/>
                <a:ext cx="4" cy="91446"/>
              </a:xfrm>
              <a:prstGeom prst="line">
                <a:avLst/>
              </a:prstGeom>
              <a:noFill/>
              <a:ln w="9525" cap="flat">
                <a:solidFill>
                  <a:srgbClr val="BEBEBE"/>
                </a:solidFill>
                <a:prstDash val="solid"/>
                <a:round/>
              </a:ln>
              <a:effectLst/>
            </p:spPr>
            <p:txBody>
              <a:bodyPr wrap="square" lIns="45718" tIns="45718" rIns="45718" bIns="45718" numCol="1" anchor="t">
                <a:noAutofit/>
              </a:bodyPr>
              <a:lstStyle/>
              <a:p>
                <a:pPr defTabSz="914620">
                  <a:defRPr>
                    <a:solidFill>
                      <a:srgbClr val="000000"/>
                    </a:solidFill>
                    <a:latin typeface="+mn-lt"/>
                    <a:ea typeface="+mn-ea"/>
                    <a:cs typeface="+mn-cs"/>
                    <a:sym typeface="IBM Plex Sans"/>
                  </a:defRPr>
                </a:pPr>
                <a:endParaRPr sz="2400"/>
              </a:p>
            </p:txBody>
          </p:sp>
        </p:grpSp>
        <p:grpSp>
          <p:nvGrpSpPr>
            <p:cNvPr id="1387" name="Group 61"/>
            <p:cNvGrpSpPr/>
            <p:nvPr/>
          </p:nvGrpSpPr>
          <p:grpSpPr>
            <a:xfrm>
              <a:off x="-1" y="347594"/>
              <a:ext cx="91447" cy="4664468"/>
              <a:chOff x="0" y="-1"/>
              <a:chExt cx="91445" cy="4664467"/>
            </a:xfrm>
          </p:grpSpPr>
          <p:sp>
            <p:nvSpPr>
              <p:cNvPr id="1378" name="Straight Connector 72"/>
              <p:cNvSpPr/>
              <p:nvPr/>
            </p:nvSpPr>
            <p:spPr>
              <a:xfrm flipH="1">
                <a:off x="0" y="416051"/>
                <a:ext cx="91447" cy="4"/>
              </a:xfrm>
              <a:prstGeom prst="line">
                <a:avLst/>
              </a:prstGeom>
              <a:noFill/>
              <a:ln w="9525" cap="flat">
                <a:solidFill>
                  <a:srgbClr val="BEBEBE"/>
                </a:solidFill>
                <a:prstDash val="solid"/>
                <a:round/>
              </a:ln>
              <a:effectLst/>
            </p:spPr>
            <p:txBody>
              <a:bodyPr wrap="square" lIns="45718" tIns="45718" rIns="45718" bIns="45718" numCol="1" anchor="t">
                <a:noAutofit/>
              </a:bodyPr>
              <a:lstStyle/>
              <a:p>
                <a:pPr defTabSz="914620">
                  <a:defRPr>
                    <a:solidFill>
                      <a:srgbClr val="000000"/>
                    </a:solidFill>
                    <a:latin typeface="+mn-lt"/>
                    <a:ea typeface="+mn-ea"/>
                    <a:cs typeface="+mn-cs"/>
                    <a:sym typeface="IBM Plex Sans"/>
                  </a:defRPr>
                </a:pPr>
                <a:endParaRPr sz="2400"/>
              </a:p>
            </p:txBody>
          </p:sp>
          <p:sp>
            <p:nvSpPr>
              <p:cNvPr id="1379" name="Straight Connector 73"/>
              <p:cNvSpPr/>
              <p:nvPr/>
            </p:nvSpPr>
            <p:spPr>
              <a:xfrm flipH="1">
                <a:off x="0" y="1051560"/>
                <a:ext cx="91447" cy="4"/>
              </a:xfrm>
              <a:prstGeom prst="line">
                <a:avLst/>
              </a:prstGeom>
              <a:noFill/>
              <a:ln w="9525" cap="flat">
                <a:solidFill>
                  <a:srgbClr val="BEBEBE"/>
                </a:solidFill>
                <a:prstDash val="solid"/>
                <a:round/>
              </a:ln>
              <a:effectLst/>
            </p:spPr>
            <p:txBody>
              <a:bodyPr wrap="square" lIns="45718" tIns="45718" rIns="45718" bIns="45718" numCol="1" anchor="t">
                <a:noAutofit/>
              </a:bodyPr>
              <a:lstStyle/>
              <a:p>
                <a:pPr defTabSz="914620">
                  <a:defRPr>
                    <a:solidFill>
                      <a:srgbClr val="000000"/>
                    </a:solidFill>
                    <a:latin typeface="+mn-lt"/>
                    <a:ea typeface="+mn-ea"/>
                    <a:cs typeface="+mn-cs"/>
                    <a:sym typeface="IBM Plex Sans"/>
                  </a:defRPr>
                </a:pPr>
                <a:endParaRPr sz="2400"/>
              </a:p>
            </p:txBody>
          </p:sp>
          <p:sp>
            <p:nvSpPr>
              <p:cNvPr id="1380" name="Straight Connector 74"/>
              <p:cNvSpPr/>
              <p:nvPr/>
            </p:nvSpPr>
            <p:spPr>
              <a:xfrm flipH="1">
                <a:off x="0" y="1691640"/>
                <a:ext cx="91447" cy="4"/>
              </a:xfrm>
              <a:prstGeom prst="line">
                <a:avLst/>
              </a:prstGeom>
              <a:noFill/>
              <a:ln w="9525" cap="flat">
                <a:solidFill>
                  <a:srgbClr val="BEBEBE"/>
                </a:solidFill>
                <a:prstDash val="solid"/>
                <a:round/>
              </a:ln>
              <a:effectLst/>
            </p:spPr>
            <p:txBody>
              <a:bodyPr wrap="square" lIns="45718" tIns="45718" rIns="45718" bIns="45718" numCol="1" anchor="t">
                <a:noAutofit/>
              </a:bodyPr>
              <a:lstStyle/>
              <a:p>
                <a:pPr defTabSz="914620">
                  <a:defRPr>
                    <a:solidFill>
                      <a:srgbClr val="000000"/>
                    </a:solidFill>
                    <a:latin typeface="+mn-lt"/>
                    <a:ea typeface="+mn-ea"/>
                    <a:cs typeface="+mn-cs"/>
                    <a:sym typeface="IBM Plex Sans"/>
                  </a:defRPr>
                </a:pPr>
                <a:endParaRPr sz="2400"/>
              </a:p>
            </p:txBody>
          </p:sp>
          <p:sp>
            <p:nvSpPr>
              <p:cNvPr id="1381" name="Straight Connector 75"/>
              <p:cNvSpPr/>
              <p:nvPr/>
            </p:nvSpPr>
            <p:spPr>
              <a:xfrm flipH="1">
                <a:off x="0" y="2333249"/>
                <a:ext cx="91447" cy="4"/>
              </a:xfrm>
              <a:prstGeom prst="line">
                <a:avLst/>
              </a:prstGeom>
              <a:noFill/>
              <a:ln w="9525" cap="flat">
                <a:solidFill>
                  <a:srgbClr val="BEBEBE"/>
                </a:solidFill>
                <a:prstDash val="solid"/>
                <a:round/>
              </a:ln>
              <a:effectLst/>
            </p:spPr>
            <p:txBody>
              <a:bodyPr wrap="square" lIns="45718" tIns="45718" rIns="45718" bIns="45718" numCol="1" anchor="t">
                <a:noAutofit/>
              </a:bodyPr>
              <a:lstStyle/>
              <a:p>
                <a:pPr defTabSz="914620">
                  <a:defRPr>
                    <a:solidFill>
                      <a:srgbClr val="000000"/>
                    </a:solidFill>
                    <a:latin typeface="+mn-lt"/>
                    <a:ea typeface="+mn-ea"/>
                    <a:cs typeface="+mn-cs"/>
                    <a:sym typeface="IBM Plex Sans"/>
                  </a:defRPr>
                </a:pPr>
                <a:endParaRPr sz="2400"/>
              </a:p>
            </p:txBody>
          </p:sp>
          <p:sp>
            <p:nvSpPr>
              <p:cNvPr id="1382" name="Straight Connector 76"/>
              <p:cNvSpPr/>
              <p:nvPr/>
            </p:nvSpPr>
            <p:spPr>
              <a:xfrm flipH="1">
                <a:off x="0" y="2971805"/>
                <a:ext cx="91447" cy="3"/>
              </a:xfrm>
              <a:prstGeom prst="line">
                <a:avLst/>
              </a:prstGeom>
              <a:noFill/>
              <a:ln w="9525" cap="flat">
                <a:solidFill>
                  <a:srgbClr val="BEBEBE"/>
                </a:solidFill>
                <a:prstDash val="solid"/>
                <a:round/>
              </a:ln>
              <a:effectLst/>
            </p:spPr>
            <p:txBody>
              <a:bodyPr wrap="square" lIns="45718" tIns="45718" rIns="45718" bIns="45718" numCol="1" anchor="t">
                <a:noAutofit/>
              </a:bodyPr>
              <a:lstStyle/>
              <a:p>
                <a:pPr defTabSz="914620">
                  <a:defRPr>
                    <a:solidFill>
                      <a:srgbClr val="000000"/>
                    </a:solidFill>
                    <a:latin typeface="+mn-lt"/>
                    <a:ea typeface="+mn-ea"/>
                    <a:cs typeface="+mn-cs"/>
                    <a:sym typeface="IBM Plex Sans"/>
                  </a:defRPr>
                </a:pPr>
                <a:endParaRPr sz="2400"/>
              </a:p>
            </p:txBody>
          </p:sp>
          <p:sp>
            <p:nvSpPr>
              <p:cNvPr id="1383" name="Straight Connector 77"/>
              <p:cNvSpPr/>
              <p:nvPr/>
            </p:nvSpPr>
            <p:spPr>
              <a:xfrm flipH="1">
                <a:off x="0" y="3611884"/>
                <a:ext cx="91447" cy="4"/>
              </a:xfrm>
              <a:prstGeom prst="line">
                <a:avLst/>
              </a:prstGeom>
              <a:noFill/>
              <a:ln w="9525" cap="flat">
                <a:solidFill>
                  <a:srgbClr val="BEBEBE"/>
                </a:solidFill>
                <a:prstDash val="solid"/>
                <a:round/>
              </a:ln>
              <a:effectLst/>
            </p:spPr>
            <p:txBody>
              <a:bodyPr wrap="square" lIns="45718" tIns="45718" rIns="45718" bIns="45718" numCol="1" anchor="t">
                <a:noAutofit/>
              </a:bodyPr>
              <a:lstStyle/>
              <a:p>
                <a:pPr defTabSz="914620">
                  <a:defRPr>
                    <a:solidFill>
                      <a:srgbClr val="000000"/>
                    </a:solidFill>
                    <a:latin typeface="+mn-lt"/>
                    <a:ea typeface="+mn-ea"/>
                    <a:cs typeface="+mn-cs"/>
                    <a:sym typeface="IBM Plex Sans"/>
                  </a:defRPr>
                </a:pPr>
                <a:endParaRPr sz="2400"/>
              </a:p>
            </p:txBody>
          </p:sp>
          <p:sp>
            <p:nvSpPr>
              <p:cNvPr id="1384" name="Straight Connector 78"/>
              <p:cNvSpPr/>
              <p:nvPr/>
            </p:nvSpPr>
            <p:spPr>
              <a:xfrm flipH="1">
                <a:off x="0" y="4256539"/>
                <a:ext cx="91447" cy="4"/>
              </a:xfrm>
              <a:prstGeom prst="line">
                <a:avLst/>
              </a:prstGeom>
              <a:noFill/>
              <a:ln w="9525" cap="flat">
                <a:solidFill>
                  <a:srgbClr val="BEBEBE"/>
                </a:solidFill>
                <a:prstDash val="solid"/>
                <a:round/>
              </a:ln>
              <a:effectLst/>
            </p:spPr>
            <p:txBody>
              <a:bodyPr wrap="square" lIns="45718" tIns="45718" rIns="45718" bIns="45718" numCol="1" anchor="t">
                <a:noAutofit/>
              </a:bodyPr>
              <a:lstStyle/>
              <a:p>
                <a:pPr defTabSz="914620">
                  <a:defRPr>
                    <a:solidFill>
                      <a:srgbClr val="000000"/>
                    </a:solidFill>
                    <a:latin typeface="+mn-lt"/>
                    <a:ea typeface="+mn-ea"/>
                    <a:cs typeface="+mn-cs"/>
                    <a:sym typeface="IBM Plex Sans"/>
                  </a:defRPr>
                </a:pPr>
                <a:endParaRPr sz="2400"/>
              </a:p>
            </p:txBody>
          </p:sp>
          <p:sp>
            <p:nvSpPr>
              <p:cNvPr id="1385" name="Straight Connector 79"/>
              <p:cNvSpPr/>
              <p:nvPr/>
            </p:nvSpPr>
            <p:spPr>
              <a:xfrm flipH="1" flipV="1">
                <a:off x="0" y="-2"/>
                <a:ext cx="91447" cy="4"/>
              </a:xfrm>
              <a:prstGeom prst="line">
                <a:avLst/>
              </a:prstGeom>
              <a:noFill/>
              <a:ln w="9525" cap="flat">
                <a:solidFill>
                  <a:srgbClr val="BEBEBE"/>
                </a:solidFill>
                <a:prstDash val="solid"/>
                <a:round/>
              </a:ln>
              <a:effectLst/>
            </p:spPr>
            <p:txBody>
              <a:bodyPr wrap="square" lIns="45718" tIns="45718" rIns="45718" bIns="45718" numCol="1" anchor="t">
                <a:noAutofit/>
              </a:bodyPr>
              <a:lstStyle/>
              <a:p>
                <a:pPr defTabSz="914620">
                  <a:defRPr>
                    <a:solidFill>
                      <a:srgbClr val="000000"/>
                    </a:solidFill>
                    <a:latin typeface="+mn-lt"/>
                    <a:ea typeface="+mn-ea"/>
                    <a:cs typeface="+mn-cs"/>
                    <a:sym typeface="IBM Plex Sans"/>
                  </a:defRPr>
                </a:pPr>
                <a:endParaRPr sz="2400"/>
              </a:p>
            </p:txBody>
          </p:sp>
          <p:sp>
            <p:nvSpPr>
              <p:cNvPr id="1386" name="Straight Connector 80"/>
              <p:cNvSpPr/>
              <p:nvPr/>
            </p:nvSpPr>
            <p:spPr>
              <a:xfrm flipH="1">
                <a:off x="0" y="4664463"/>
                <a:ext cx="91447" cy="4"/>
              </a:xfrm>
              <a:prstGeom prst="line">
                <a:avLst/>
              </a:prstGeom>
              <a:noFill/>
              <a:ln w="9525" cap="flat">
                <a:solidFill>
                  <a:srgbClr val="BEBEBE"/>
                </a:solidFill>
                <a:prstDash val="solid"/>
                <a:round/>
              </a:ln>
              <a:effectLst/>
            </p:spPr>
            <p:txBody>
              <a:bodyPr wrap="square" lIns="45718" tIns="45718" rIns="45718" bIns="45718" numCol="1" anchor="t">
                <a:noAutofit/>
              </a:bodyPr>
              <a:lstStyle/>
              <a:p>
                <a:pPr defTabSz="914620">
                  <a:defRPr>
                    <a:solidFill>
                      <a:srgbClr val="000000"/>
                    </a:solidFill>
                    <a:latin typeface="+mn-lt"/>
                    <a:ea typeface="+mn-ea"/>
                    <a:cs typeface="+mn-cs"/>
                    <a:sym typeface="IBM Plex Sans"/>
                  </a:defRPr>
                </a:pPr>
                <a:endParaRPr sz="2400"/>
              </a:p>
            </p:txBody>
          </p:sp>
        </p:grpSp>
        <p:grpSp>
          <p:nvGrpSpPr>
            <p:cNvPr id="1397" name="Group 62"/>
            <p:cNvGrpSpPr/>
            <p:nvPr/>
          </p:nvGrpSpPr>
          <p:grpSpPr>
            <a:xfrm>
              <a:off x="9272785" y="347597"/>
              <a:ext cx="91447" cy="4663451"/>
              <a:chOff x="0" y="0"/>
              <a:chExt cx="91445" cy="4663449"/>
            </a:xfrm>
          </p:grpSpPr>
          <p:sp>
            <p:nvSpPr>
              <p:cNvPr id="1388" name="Straight Connector 63"/>
              <p:cNvSpPr/>
              <p:nvPr/>
            </p:nvSpPr>
            <p:spPr>
              <a:xfrm flipH="1">
                <a:off x="0" y="416052"/>
                <a:ext cx="91447" cy="4"/>
              </a:xfrm>
              <a:prstGeom prst="line">
                <a:avLst/>
              </a:prstGeom>
              <a:noFill/>
              <a:ln w="9525" cap="flat">
                <a:solidFill>
                  <a:srgbClr val="BEBEBE"/>
                </a:solidFill>
                <a:prstDash val="solid"/>
                <a:round/>
              </a:ln>
              <a:effectLst/>
            </p:spPr>
            <p:txBody>
              <a:bodyPr wrap="square" lIns="45718" tIns="45718" rIns="45718" bIns="45718" numCol="1" anchor="t">
                <a:noAutofit/>
              </a:bodyPr>
              <a:lstStyle/>
              <a:p>
                <a:pPr defTabSz="914620">
                  <a:defRPr>
                    <a:solidFill>
                      <a:srgbClr val="000000"/>
                    </a:solidFill>
                    <a:latin typeface="+mn-lt"/>
                    <a:ea typeface="+mn-ea"/>
                    <a:cs typeface="+mn-cs"/>
                    <a:sym typeface="IBM Plex Sans"/>
                  </a:defRPr>
                </a:pPr>
                <a:endParaRPr sz="2400"/>
              </a:p>
            </p:txBody>
          </p:sp>
          <p:sp>
            <p:nvSpPr>
              <p:cNvPr id="1389" name="Straight Connector 64"/>
              <p:cNvSpPr/>
              <p:nvPr/>
            </p:nvSpPr>
            <p:spPr>
              <a:xfrm flipH="1">
                <a:off x="0" y="1051560"/>
                <a:ext cx="91447" cy="4"/>
              </a:xfrm>
              <a:prstGeom prst="line">
                <a:avLst/>
              </a:prstGeom>
              <a:noFill/>
              <a:ln w="9525" cap="flat">
                <a:solidFill>
                  <a:srgbClr val="BEBEBE"/>
                </a:solidFill>
                <a:prstDash val="solid"/>
                <a:round/>
              </a:ln>
              <a:effectLst/>
            </p:spPr>
            <p:txBody>
              <a:bodyPr wrap="square" lIns="45718" tIns="45718" rIns="45718" bIns="45718" numCol="1" anchor="t">
                <a:noAutofit/>
              </a:bodyPr>
              <a:lstStyle/>
              <a:p>
                <a:pPr defTabSz="914620">
                  <a:defRPr>
                    <a:solidFill>
                      <a:srgbClr val="000000"/>
                    </a:solidFill>
                    <a:latin typeface="+mn-lt"/>
                    <a:ea typeface="+mn-ea"/>
                    <a:cs typeface="+mn-cs"/>
                    <a:sym typeface="IBM Plex Sans"/>
                  </a:defRPr>
                </a:pPr>
                <a:endParaRPr sz="2400"/>
              </a:p>
            </p:txBody>
          </p:sp>
          <p:sp>
            <p:nvSpPr>
              <p:cNvPr id="1390" name="Straight Connector 65"/>
              <p:cNvSpPr/>
              <p:nvPr/>
            </p:nvSpPr>
            <p:spPr>
              <a:xfrm flipH="1">
                <a:off x="0" y="1691642"/>
                <a:ext cx="91447" cy="4"/>
              </a:xfrm>
              <a:prstGeom prst="line">
                <a:avLst/>
              </a:prstGeom>
              <a:noFill/>
              <a:ln w="9525" cap="flat">
                <a:solidFill>
                  <a:srgbClr val="BEBEBE"/>
                </a:solidFill>
                <a:prstDash val="solid"/>
                <a:round/>
              </a:ln>
              <a:effectLst/>
            </p:spPr>
            <p:txBody>
              <a:bodyPr wrap="square" lIns="45718" tIns="45718" rIns="45718" bIns="45718" numCol="1" anchor="t">
                <a:noAutofit/>
              </a:bodyPr>
              <a:lstStyle/>
              <a:p>
                <a:pPr defTabSz="914620">
                  <a:defRPr>
                    <a:solidFill>
                      <a:srgbClr val="000000"/>
                    </a:solidFill>
                    <a:latin typeface="+mn-lt"/>
                    <a:ea typeface="+mn-ea"/>
                    <a:cs typeface="+mn-cs"/>
                    <a:sym typeface="IBM Plex Sans"/>
                  </a:defRPr>
                </a:pPr>
                <a:endParaRPr sz="2400"/>
              </a:p>
            </p:txBody>
          </p:sp>
          <p:sp>
            <p:nvSpPr>
              <p:cNvPr id="1391" name="Straight Connector 66"/>
              <p:cNvSpPr/>
              <p:nvPr/>
            </p:nvSpPr>
            <p:spPr>
              <a:xfrm flipH="1">
                <a:off x="0" y="2331722"/>
                <a:ext cx="91447" cy="4"/>
              </a:xfrm>
              <a:prstGeom prst="line">
                <a:avLst/>
              </a:prstGeom>
              <a:noFill/>
              <a:ln w="9525" cap="flat">
                <a:solidFill>
                  <a:srgbClr val="BEBEBE"/>
                </a:solidFill>
                <a:prstDash val="solid"/>
                <a:round/>
              </a:ln>
              <a:effectLst/>
            </p:spPr>
            <p:txBody>
              <a:bodyPr wrap="square" lIns="45718" tIns="45718" rIns="45718" bIns="45718" numCol="1" anchor="t">
                <a:noAutofit/>
              </a:bodyPr>
              <a:lstStyle/>
              <a:p>
                <a:pPr defTabSz="914620">
                  <a:defRPr>
                    <a:solidFill>
                      <a:srgbClr val="000000"/>
                    </a:solidFill>
                    <a:latin typeface="+mn-lt"/>
                    <a:ea typeface="+mn-ea"/>
                    <a:cs typeface="+mn-cs"/>
                    <a:sym typeface="IBM Plex Sans"/>
                  </a:defRPr>
                </a:pPr>
                <a:endParaRPr sz="2400"/>
              </a:p>
            </p:txBody>
          </p:sp>
          <p:sp>
            <p:nvSpPr>
              <p:cNvPr id="1392" name="Straight Connector 67"/>
              <p:cNvSpPr/>
              <p:nvPr/>
            </p:nvSpPr>
            <p:spPr>
              <a:xfrm flipH="1">
                <a:off x="0" y="2971803"/>
                <a:ext cx="91447" cy="3"/>
              </a:xfrm>
              <a:prstGeom prst="line">
                <a:avLst/>
              </a:prstGeom>
              <a:noFill/>
              <a:ln w="9525" cap="flat">
                <a:solidFill>
                  <a:srgbClr val="BEBEBE"/>
                </a:solidFill>
                <a:prstDash val="solid"/>
                <a:round/>
              </a:ln>
              <a:effectLst/>
            </p:spPr>
            <p:txBody>
              <a:bodyPr wrap="square" lIns="45718" tIns="45718" rIns="45718" bIns="45718" numCol="1" anchor="t">
                <a:noAutofit/>
              </a:bodyPr>
              <a:lstStyle/>
              <a:p>
                <a:pPr defTabSz="914620">
                  <a:defRPr>
                    <a:solidFill>
                      <a:srgbClr val="000000"/>
                    </a:solidFill>
                    <a:latin typeface="+mn-lt"/>
                    <a:ea typeface="+mn-ea"/>
                    <a:cs typeface="+mn-cs"/>
                    <a:sym typeface="IBM Plex Sans"/>
                  </a:defRPr>
                </a:pPr>
                <a:endParaRPr sz="2400"/>
              </a:p>
            </p:txBody>
          </p:sp>
          <p:sp>
            <p:nvSpPr>
              <p:cNvPr id="1393" name="Straight Connector 68"/>
              <p:cNvSpPr/>
              <p:nvPr/>
            </p:nvSpPr>
            <p:spPr>
              <a:xfrm flipH="1">
                <a:off x="0" y="3611883"/>
                <a:ext cx="91447" cy="4"/>
              </a:xfrm>
              <a:prstGeom prst="line">
                <a:avLst/>
              </a:prstGeom>
              <a:noFill/>
              <a:ln w="9525" cap="flat">
                <a:solidFill>
                  <a:srgbClr val="BEBEBE"/>
                </a:solidFill>
                <a:prstDash val="solid"/>
                <a:round/>
              </a:ln>
              <a:effectLst/>
            </p:spPr>
            <p:txBody>
              <a:bodyPr wrap="square" lIns="45718" tIns="45718" rIns="45718" bIns="45718" numCol="1" anchor="t">
                <a:noAutofit/>
              </a:bodyPr>
              <a:lstStyle/>
              <a:p>
                <a:pPr defTabSz="914620">
                  <a:defRPr>
                    <a:solidFill>
                      <a:srgbClr val="000000"/>
                    </a:solidFill>
                    <a:latin typeface="+mn-lt"/>
                    <a:ea typeface="+mn-ea"/>
                    <a:cs typeface="+mn-cs"/>
                    <a:sym typeface="IBM Plex Sans"/>
                  </a:defRPr>
                </a:pPr>
                <a:endParaRPr sz="2400"/>
              </a:p>
            </p:txBody>
          </p:sp>
          <p:sp>
            <p:nvSpPr>
              <p:cNvPr id="1394" name="Straight Connector 69"/>
              <p:cNvSpPr/>
              <p:nvPr/>
            </p:nvSpPr>
            <p:spPr>
              <a:xfrm flipH="1">
                <a:off x="0" y="4256537"/>
                <a:ext cx="91447" cy="4"/>
              </a:xfrm>
              <a:prstGeom prst="line">
                <a:avLst/>
              </a:prstGeom>
              <a:noFill/>
              <a:ln w="9525" cap="flat">
                <a:solidFill>
                  <a:srgbClr val="BEBEBE"/>
                </a:solidFill>
                <a:prstDash val="solid"/>
                <a:round/>
              </a:ln>
              <a:effectLst/>
            </p:spPr>
            <p:txBody>
              <a:bodyPr wrap="square" lIns="45718" tIns="45718" rIns="45718" bIns="45718" numCol="1" anchor="t">
                <a:noAutofit/>
              </a:bodyPr>
              <a:lstStyle/>
              <a:p>
                <a:pPr defTabSz="914620">
                  <a:defRPr>
                    <a:solidFill>
                      <a:srgbClr val="000000"/>
                    </a:solidFill>
                    <a:latin typeface="+mn-lt"/>
                    <a:ea typeface="+mn-ea"/>
                    <a:cs typeface="+mn-cs"/>
                    <a:sym typeface="IBM Plex Sans"/>
                  </a:defRPr>
                </a:pPr>
                <a:endParaRPr sz="2400"/>
              </a:p>
            </p:txBody>
          </p:sp>
          <p:sp>
            <p:nvSpPr>
              <p:cNvPr id="1395" name="Straight Connector 70"/>
              <p:cNvSpPr/>
              <p:nvPr/>
            </p:nvSpPr>
            <p:spPr>
              <a:xfrm flipH="1" flipV="1">
                <a:off x="0" y="-1"/>
                <a:ext cx="91447" cy="4"/>
              </a:xfrm>
              <a:prstGeom prst="line">
                <a:avLst/>
              </a:prstGeom>
              <a:noFill/>
              <a:ln w="9525" cap="flat">
                <a:solidFill>
                  <a:srgbClr val="BEBEBE"/>
                </a:solidFill>
                <a:prstDash val="solid"/>
                <a:round/>
              </a:ln>
              <a:effectLst/>
            </p:spPr>
            <p:txBody>
              <a:bodyPr wrap="square" lIns="45718" tIns="45718" rIns="45718" bIns="45718" numCol="1" anchor="t">
                <a:noAutofit/>
              </a:bodyPr>
              <a:lstStyle/>
              <a:p>
                <a:pPr defTabSz="914620">
                  <a:defRPr>
                    <a:solidFill>
                      <a:srgbClr val="000000"/>
                    </a:solidFill>
                    <a:latin typeface="+mn-lt"/>
                    <a:ea typeface="+mn-ea"/>
                    <a:cs typeface="+mn-cs"/>
                    <a:sym typeface="IBM Plex Sans"/>
                  </a:defRPr>
                </a:pPr>
                <a:endParaRPr sz="2400"/>
              </a:p>
            </p:txBody>
          </p:sp>
          <p:sp>
            <p:nvSpPr>
              <p:cNvPr id="1396" name="Straight Connector 71"/>
              <p:cNvSpPr/>
              <p:nvPr/>
            </p:nvSpPr>
            <p:spPr>
              <a:xfrm flipH="1">
                <a:off x="0" y="4663446"/>
                <a:ext cx="91447" cy="4"/>
              </a:xfrm>
              <a:prstGeom prst="line">
                <a:avLst/>
              </a:prstGeom>
              <a:noFill/>
              <a:ln w="9525" cap="flat">
                <a:solidFill>
                  <a:srgbClr val="BEBEBE"/>
                </a:solidFill>
                <a:prstDash val="solid"/>
                <a:round/>
              </a:ln>
              <a:effectLst/>
            </p:spPr>
            <p:txBody>
              <a:bodyPr wrap="square" lIns="45718" tIns="45718" rIns="45718" bIns="45718" numCol="1" anchor="t">
                <a:noAutofit/>
              </a:bodyPr>
              <a:lstStyle/>
              <a:p>
                <a:pPr defTabSz="914620">
                  <a:defRPr>
                    <a:solidFill>
                      <a:srgbClr val="000000"/>
                    </a:solidFill>
                    <a:latin typeface="+mn-lt"/>
                    <a:ea typeface="+mn-ea"/>
                    <a:cs typeface="+mn-cs"/>
                    <a:sym typeface="IBM Plex Sans"/>
                  </a:defRPr>
                </a:pPr>
                <a:endParaRPr sz="2400"/>
              </a:p>
            </p:txBody>
          </p:sp>
        </p:grpSp>
      </p:grpSp>
      <p:sp>
        <p:nvSpPr>
          <p:cNvPr id="1399" name="Title Text"/>
          <p:cNvSpPr txBox="1">
            <a:spLocks noGrp="1"/>
          </p:cNvSpPr>
          <p:nvPr>
            <p:ph type="title"/>
          </p:nvPr>
        </p:nvSpPr>
        <p:spPr>
          <a:xfrm>
            <a:off x="280415" y="268225"/>
            <a:ext cx="5522979" cy="1072897"/>
          </a:xfrm>
          <a:prstGeom prst="rect">
            <a:avLst/>
          </a:prstGeom>
        </p:spPr>
        <p:txBody>
          <a:bodyPr>
            <a:normAutofit/>
          </a:bodyPr>
          <a:lstStyle>
            <a:lvl1pPr>
              <a:defRPr sz="3200">
                <a:solidFill>
                  <a:srgbClr val="FFFFFF"/>
                </a:solidFill>
                <a:latin typeface="+mn-lt"/>
                <a:ea typeface="+mn-ea"/>
                <a:cs typeface="+mn-cs"/>
                <a:sym typeface="IBM Plex Sans"/>
              </a:defRPr>
            </a:lvl1pPr>
          </a:lstStyle>
          <a:p>
            <a:r>
              <a:t>Title Text</a:t>
            </a:r>
          </a:p>
        </p:txBody>
      </p:sp>
      <p:sp>
        <p:nvSpPr>
          <p:cNvPr id="1400" name="Body Level One…"/>
          <p:cNvSpPr txBox="1">
            <a:spLocks noGrp="1"/>
          </p:cNvSpPr>
          <p:nvPr>
            <p:ph type="body" sz="half" idx="1"/>
          </p:nvPr>
        </p:nvSpPr>
        <p:spPr>
          <a:xfrm>
            <a:off x="292608" y="1658112"/>
            <a:ext cx="5498595" cy="4336289"/>
          </a:xfrm>
          <a:prstGeom prst="rect">
            <a:avLst/>
          </a:prstGeom>
        </p:spPr>
        <p:txBody>
          <a:bodyPr>
            <a:normAutofit/>
          </a:bodyPr>
          <a:lstStyle>
            <a:lvl1pPr>
              <a:defRPr>
                <a:solidFill>
                  <a:srgbClr val="FFFFFF"/>
                </a:solidFill>
                <a:latin typeface="+mn-lt"/>
                <a:ea typeface="+mn-ea"/>
                <a:cs typeface="+mn-cs"/>
                <a:sym typeface="IBM Plex Sans"/>
              </a:defRPr>
            </a:lvl1pPr>
            <a:lvl2pPr marL="228596">
              <a:defRPr>
                <a:solidFill>
                  <a:srgbClr val="FFFFFF"/>
                </a:solidFill>
                <a:latin typeface="+mn-lt"/>
                <a:ea typeface="+mn-ea"/>
                <a:cs typeface="+mn-cs"/>
                <a:sym typeface="IBM Plex Sans"/>
              </a:defRPr>
            </a:lvl2pPr>
            <a:lvl3pPr marL="457193">
              <a:defRPr>
                <a:solidFill>
                  <a:srgbClr val="FFFFFF"/>
                </a:solidFill>
                <a:latin typeface="+mn-lt"/>
                <a:ea typeface="+mn-ea"/>
                <a:cs typeface="+mn-cs"/>
                <a:sym typeface="IBM Plex Sans"/>
              </a:defRPr>
            </a:lvl3pPr>
            <a:lvl4pPr marL="838187">
              <a:defRPr>
                <a:solidFill>
                  <a:srgbClr val="FFFFFF"/>
                </a:solidFill>
                <a:latin typeface="+mn-lt"/>
                <a:ea typeface="+mn-ea"/>
                <a:cs typeface="+mn-cs"/>
                <a:sym typeface="IBM Plex Sans"/>
              </a:defRPr>
            </a:lvl4pPr>
            <a:lvl5pPr marL="1071019">
              <a:defRPr>
                <a:solidFill>
                  <a:srgbClr val="FFFFFF"/>
                </a:solidFill>
                <a:latin typeface="+mn-lt"/>
                <a:ea typeface="+mn-ea"/>
                <a:cs typeface="+mn-cs"/>
                <a:sym typeface="IBM Plex Sans"/>
              </a:defRPr>
            </a:lvl5pPr>
          </a:lstStyle>
          <a:p>
            <a:r>
              <a:t>Body Level One</a:t>
            </a:r>
          </a:p>
          <a:p>
            <a:pPr lvl="1"/>
            <a:r>
              <a:t>Body Level Two</a:t>
            </a:r>
          </a:p>
          <a:p>
            <a:pPr lvl="2"/>
            <a:r>
              <a:t>Body Level Three</a:t>
            </a:r>
          </a:p>
          <a:p>
            <a:pPr lvl="3"/>
            <a:r>
              <a:t>Body Level Four</a:t>
            </a:r>
          </a:p>
          <a:p>
            <a:pPr lvl="4"/>
            <a:r>
              <a:t>Body Level Five</a:t>
            </a:r>
          </a:p>
        </p:txBody>
      </p:sp>
      <p:sp>
        <p:nvSpPr>
          <p:cNvPr id="1401" name="Text Placeholder"/>
          <p:cNvSpPr>
            <a:spLocks noGrp="1"/>
          </p:cNvSpPr>
          <p:nvPr>
            <p:ph type="body" sz="half" idx="21"/>
          </p:nvPr>
        </p:nvSpPr>
        <p:spPr>
          <a:xfrm>
            <a:off x="6388609" y="1658112"/>
            <a:ext cx="5498507" cy="4336289"/>
          </a:xfrm>
          <a:prstGeom prst="rect">
            <a:avLst/>
          </a:prstGeom>
        </p:spPr>
        <p:txBody>
          <a:bodyPr>
            <a:normAutofit/>
          </a:bodyPr>
          <a:lstStyle>
            <a:lvl1pPr marL="293069" indent="-293069" defTabSz="412738">
              <a:spcBef>
                <a:spcPts val="2933"/>
              </a:spcBef>
              <a:buSzPct val="75000"/>
              <a:buChar char="•"/>
              <a:defRPr sz="1800">
                <a:latin typeface="Helvetica Light"/>
                <a:sym typeface="Helvetica Light"/>
              </a:defRPr>
            </a:lvl1pPr>
          </a:lstStyle>
          <a:p>
            <a:pPr marL="219807" indent="-219807" defTabSz="309561">
              <a:spcBef>
                <a:spcPts val="2200"/>
              </a:spcBef>
              <a:buSzPct val="75000"/>
              <a:buChar char="•"/>
              <a:defRPr sz="1800">
                <a:latin typeface="Helvetica Light"/>
                <a:ea typeface="Helvetica Light"/>
                <a:cs typeface="Helvetica Light"/>
                <a:sym typeface="Helvetica Light"/>
              </a:defRPr>
            </a:pPr>
            <a:endParaRPr/>
          </a:p>
        </p:txBody>
      </p:sp>
      <p:sp>
        <p:nvSpPr>
          <p:cNvPr id="1402" name="Slide Number"/>
          <p:cNvSpPr txBox="1">
            <a:spLocks noGrp="1"/>
          </p:cNvSpPr>
          <p:nvPr>
            <p:ph type="sldNum" sz="quarter" idx="2"/>
          </p:nvPr>
        </p:nvSpPr>
        <p:spPr>
          <a:xfrm>
            <a:off x="11752460" y="6433437"/>
            <a:ext cx="134652" cy="123111"/>
          </a:xfrm>
          <a:prstGeom prst="rect">
            <a:avLst/>
          </a:prstGeom>
        </p:spPr>
        <p:txBody>
          <a:bodyPr/>
          <a:lstStyle>
            <a:lvl1pPr defTabSz="914620">
              <a:defRPr>
                <a:solidFill>
                  <a:srgbClr val="FFFFFF"/>
                </a:solidFill>
              </a:defRPr>
            </a:lvl1pPr>
          </a:lstStyle>
          <a:p>
            <a:fld id="{86CB4B4D-7CA3-9044-876B-883B54F8677D}" type="slidenum">
              <a:rPr/>
              <a:t>‹#›</a:t>
            </a:fld>
            <a:endParaRPr/>
          </a:p>
        </p:txBody>
      </p:sp>
    </p:spTree>
    <p:extLst>
      <p:ext uri="{BB962C8B-B14F-4D97-AF65-F5344CB8AC3E}">
        <p14:creationId xmlns:p14="http://schemas.microsoft.com/office/powerpoint/2010/main" val="1630217391"/>
      </p:ext>
    </p:extLst>
  </p:cSld>
  <p:clrMapOvr>
    <a:masterClrMapping/>
  </p:clrMapOvr>
  <p:transition spd="med"/>
</p:sldLayout>
</file>

<file path=ppt/slideLayouts/slideLayout189.xml><?xml version="1.0" encoding="utf-8"?>
<p:sldLayout xmlns:a="http://schemas.openxmlformats.org/drawingml/2006/main" xmlns:r="http://schemas.openxmlformats.org/officeDocument/2006/relationships" xmlns:p="http://schemas.openxmlformats.org/presentationml/2006/main" showMasterSp="0" type="tx">
  <p:cSld name="En blanco">
    <p:bg>
      <p:bgPr>
        <a:solidFill>
          <a:srgbClr val="000000"/>
        </a:solidFill>
        <a:effectLst/>
      </p:bgPr>
    </p:bg>
    <p:spTree>
      <p:nvGrpSpPr>
        <p:cNvPr id="1" name=""/>
        <p:cNvGrpSpPr/>
        <p:nvPr/>
      </p:nvGrpSpPr>
      <p:grpSpPr>
        <a:xfrm>
          <a:off x="0" y="0"/>
          <a:ext cx="0" cy="0"/>
          <a:chOff x="0" y="0"/>
          <a:chExt cx="0" cy="0"/>
        </a:xfrm>
      </p:grpSpPr>
      <p:grpSp>
        <p:nvGrpSpPr>
          <p:cNvPr id="1453" name="Group 58"/>
          <p:cNvGrpSpPr/>
          <p:nvPr/>
        </p:nvGrpSpPr>
        <p:grpSpPr>
          <a:xfrm>
            <a:off x="-146308" y="-146475"/>
            <a:ext cx="12485629" cy="7152643"/>
            <a:chOff x="0" y="0"/>
            <a:chExt cx="9364220" cy="5364480"/>
          </a:xfrm>
        </p:grpSpPr>
        <p:grpSp>
          <p:nvGrpSpPr>
            <p:cNvPr id="1420" name="Group 59"/>
            <p:cNvGrpSpPr/>
            <p:nvPr/>
          </p:nvGrpSpPr>
          <p:grpSpPr>
            <a:xfrm>
              <a:off x="338965" y="0"/>
              <a:ext cx="8686732" cy="91441"/>
              <a:chOff x="0" y="0"/>
              <a:chExt cx="8686732" cy="91440"/>
            </a:xfrm>
          </p:grpSpPr>
          <p:sp>
            <p:nvSpPr>
              <p:cNvPr id="1409" name="Straight Connector 92"/>
              <p:cNvSpPr/>
              <p:nvPr/>
            </p:nvSpPr>
            <p:spPr>
              <a:xfrm flipV="1">
                <a:off x="-1" y="0"/>
                <a:ext cx="2"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410" name="Straight Connector 93"/>
              <p:cNvSpPr/>
              <p:nvPr/>
            </p:nvSpPr>
            <p:spPr>
              <a:xfrm flipV="1">
                <a:off x="1828800"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411" name="Straight Connector 94"/>
              <p:cNvSpPr/>
              <p:nvPr/>
            </p:nvSpPr>
            <p:spPr>
              <a:xfrm flipV="1">
                <a:off x="2057400"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412" name="Straight Connector 95"/>
              <p:cNvSpPr/>
              <p:nvPr/>
            </p:nvSpPr>
            <p:spPr>
              <a:xfrm flipV="1">
                <a:off x="2286000"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413" name="Straight Connector 96"/>
              <p:cNvSpPr/>
              <p:nvPr/>
            </p:nvSpPr>
            <p:spPr>
              <a:xfrm flipV="1">
                <a:off x="4114799"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414" name="Straight Connector 97"/>
              <p:cNvSpPr/>
              <p:nvPr/>
            </p:nvSpPr>
            <p:spPr>
              <a:xfrm flipV="1">
                <a:off x="4343399"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415" name="Straight Connector 98"/>
              <p:cNvSpPr/>
              <p:nvPr/>
            </p:nvSpPr>
            <p:spPr>
              <a:xfrm flipV="1">
                <a:off x="4571999"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416" name="Straight Connector 99"/>
              <p:cNvSpPr/>
              <p:nvPr/>
            </p:nvSpPr>
            <p:spPr>
              <a:xfrm flipV="1">
                <a:off x="6400799"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417" name="Straight Connector 100"/>
              <p:cNvSpPr/>
              <p:nvPr/>
            </p:nvSpPr>
            <p:spPr>
              <a:xfrm flipV="1">
                <a:off x="6629400"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418" name="Straight Connector 101"/>
              <p:cNvSpPr/>
              <p:nvPr/>
            </p:nvSpPr>
            <p:spPr>
              <a:xfrm flipV="1">
                <a:off x="6858000"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419" name="Straight Connector 102"/>
              <p:cNvSpPr/>
              <p:nvPr/>
            </p:nvSpPr>
            <p:spPr>
              <a:xfrm flipV="1">
                <a:off x="8686732"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grpSp>
        <p:grpSp>
          <p:nvGrpSpPr>
            <p:cNvPr id="1432" name="Group 60"/>
            <p:cNvGrpSpPr/>
            <p:nvPr/>
          </p:nvGrpSpPr>
          <p:grpSpPr>
            <a:xfrm>
              <a:off x="338965" y="5273040"/>
              <a:ext cx="8686732" cy="91441"/>
              <a:chOff x="0" y="0"/>
              <a:chExt cx="8686732" cy="91440"/>
            </a:xfrm>
          </p:grpSpPr>
          <p:sp>
            <p:nvSpPr>
              <p:cNvPr id="1421" name="Straight Connector 81"/>
              <p:cNvSpPr/>
              <p:nvPr/>
            </p:nvSpPr>
            <p:spPr>
              <a:xfrm flipV="1">
                <a:off x="-1" y="0"/>
                <a:ext cx="2"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422" name="Straight Connector 82"/>
              <p:cNvSpPr/>
              <p:nvPr/>
            </p:nvSpPr>
            <p:spPr>
              <a:xfrm flipV="1">
                <a:off x="1828800"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423" name="Straight Connector 83"/>
              <p:cNvSpPr/>
              <p:nvPr/>
            </p:nvSpPr>
            <p:spPr>
              <a:xfrm flipV="1">
                <a:off x="2057400"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424" name="Straight Connector 84"/>
              <p:cNvSpPr/>
              <p:nvPr/>
            </p:nvSpPr>
            <p:spPr>
              <a:xfrm flipV="1">
                <a:off x="2286000"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425" name="Straight Connector 85"/>
              <p:cNvSpPr/>
              <p:nvPr/>
            </p:nvSpPr>
            <p:spPr>
              <a:xfrm flipV="1">
                <a:off x="4114799"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426" name="Straight Connector 86"/>
              <p:cNvSpPr/>
              <p:nvPr/>
            </p:nvSpPr>
            <p:spPr>
              <a:xfrm flipV="1">
                <a:off x="4343399"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427" name="Straight Connector 87"/>
              <p:cNvSpPr/>
              <p:nvPr/>
            </p:nvSpPr>
            <p:spPr>
              <a:xfrm flipV="1">
                <a:off x="4571999"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428" name="Straight Connector 88"/>
              <p:cNvSpPr/>
              <p:nvPr/>
            </p:nvSpPr>
            <p:spPr>
              <a:xfrm flipV="1">
                <a:off x="6400799"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429" name="Straight Connector 89"/>
              <p:cNvSpPr/>
              <p:nvPr/>
            </p:nvSpPr>
            <p:spPr>
              <a:xfrm flipV="1">
                <a:off x="6629400"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430" name="Straight Connector 90"/>
              <p:cNvSpPr/>
              <p:nvPr/>
            </p:nvSpPr>
            <p:spPr>
              <a:xfrm flipV="1">
                <a:off x="6858000"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431" name="Straight Connector 91"/>
              <p:cNvSpPr/>
              <p:nvPr/>
            </p:nvSpPr>
            <p:spPr>
              <a:xfrm flipV="1">
                <a:off x="8686732"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grpSp>
        <p:grpSp>
          <p:nvGrpSpPr>
            <p:cNvPr id="1442" name="Group 61"/>
            <p:cNvGrpSpPr/>
            <p:nvPr/>
          </p:nvGrpSpPr>
          <p:grpSpPr>
            <a:xfrm>
              <a:off x="0" y="347599"/>
              <a:ext cx="91441" cy="4664456"/>
              <a:chOff x="0" y="0"/>
              <a:chExt cx="91440" cy="4664456"/>
            </a:xfrm>
          </p:grpSpPr>
          <p:sp>
            <p:nvSpPr>
              <p:cNvPr id="1433" name="Straight Connector 72"/>
              <p:cNvSpPr/>
              <p:nvPr/>
            </p:nvSpPr>
            <p:spPr>
              <a:xfrm flipH="1">
                <a:off x="0" y="416051"/>
                <a:ext cx="91441" cy="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434" name="Straight Connector 73"/>
              <p:cNvSpPr/>
              <p:nvPr/>
            </p:nvSpPr>
            <p:spPr>
              <a:xfrm flipH="1">
                <a:off x="0" y="1051559"/>
                <a:ext cx="91441" cy="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435" name="Straight Connector 74"/>
              <p:cNvSpPr/>
              <p:nvPr/>
            </p:nvSpPr>
            <p:spPr>
              <a:xfrm flipH="1">
                <a:off x="0" y="1691639"/>
                <a:ext cx="91441" cy="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436" name="Straight Connector 75"/>
              <p:cNvSpPr/>
              <p:nvPr/>
            </p:nvSpPr>
            <p:spPr>
              <a:xfrm flipH="1">
                <a:off x="0" y="2333245"/>
                <a:ext cx="91441" cy="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437" name="Straight Connector 76"/>
              <p:cNvSpPr/>
              <p:nvPr/>
            </p:nvSpPr>
            <p:spPr>
              <a:xfrm flipH="1">
                <a:off x="0" y="2971800"/>
                <a:ext cx="91441" cy="0"/>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438" name="Straight Connector 77"/>
              <p:cNvSpPr/>
              <p:nvPr/>
            </p:nvSpPr>
            <p:spPr>
              <a:xfrm flipH="1">
                <a:off x="0" y="3611879"/>
                <a:ext cx="91441" cy="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439" name="Straight Connector 78"/>
              <p:cNvSpPr/>
              <p:nvPr/>
            </p:nvSpPr>
            <p:spPr>
              <a:xfrm flipH="1">
                <a:off x="0" y="4256532"/>
                <a:ext cx="91441" cy="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440" name="Straight Connector 79"/>
              <p:cNvSpPr/>
              <p:nvPr/>
            </p:nvSpPr>
            <p:spPr>
              <a:xfrm flipH="1" flipV="1">
                <a:off x="0" y="-1"/>
                <a:ext cx="91441" cy="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441" name="Straight Connector 80"/>
              <p:cNvSpPr/>
              <p:nvPr/>
            </p:nvSpPr>
            <p:spPr>
              <a:xfrm flipH="1">
                <a:off x="0" y="4664455"/>
                <a:ext cx="91441" cy="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grpSp>
        <p:grpSp>
          <p:nvGrpSpPr>
            <p:cNvPr id="1452" name="Group 62"/>
            <p:cNvGrpSpPr/>
            <p:nvPr/>
          </p:nvGrpSpPr>
          <p:grpSpPr>
            <a:xfrm>
              <a:off x="9272780" y="347598"/>
              <a:ext cx="91441" cy="4663442"/>
              <a:chOff x="0" y="0"/>
              <a:chExt cx="91440" cy="4663440"/>
            </a:xfrm>
          </p:grpSpPr>
          <p:sp>
            <p:nvSpPr>
              <p:cNvPr id="1443" name="Straight Connector 63"/>
              <p:cNvSpPr/>
              <p:nvPr/>
            </p:nvSpPr>
            <p:spPr>
              <a:xfrm flipH="1">
                <a:off x="0" y="416052"/>
                <a:ext cx="91441" cy="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444" name="Straight Connector 64"/>
              <p:cNvSpPr/>
              <p:nvPr/>
            </p:nvSpPr>
            <p:spPr>
              <a:xfrm flipH="1">
                <a:off x="0" y="1051560"/>
                <a:ext cx="91441" cy="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445" name="Straight Connector 65"/>
              <p:cNvSpPr/>
              <p:nvPr/>
            </p:nvSpPr>
            <p:spPr>
              <a:xfrm flipH="1">
                <a:off x="0" y="1691640"/>
                <a:ext cx="91441" cy="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446" name="Straight Connector 66"/>
              <p:cNvSpPr/>
              <p:nvPr/>
            </p:nvSpPr>
            <p:spPr>
              <a:xfrm flipH="1">
                <a:off x="0" y="2331720"/>
                <a:ext cx="91441" cy="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447" name="Straight Connector 67"/>
              <p:cNvSpPr/>
              <p:nvPr/>
            </p:nvSpPr>
            <p:spPr>
              <a:xfrm flipH="1">
                <a:off x="0" y="2971800"/>
                <a:ext cx="91441" cy="0"/>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448" name="Straight Connector 68"/>
              <p:cNvSpPr/>
              <p:nvPr/>
            </p:nvSpPr>
            <p:spPr>
              <a:xfrm flipH="1">
                <a:off x="0" y="3611879"/>
                <a:ext cx="91441" cy="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449" name="Straight Connector 69"/>
              <p:cNvSpPr/>
              <p:nvPr/>
            </p:nvSpPr>
            <p:spPr>
              <a:xfrm flipH="1">
                <a:off x="0" y="4256532"/>
                <a:ext cx="91441" cy="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450" name="Straight Connector 70"/>
              <p:cNvSpPr/>
              <p:nvPr/>
            </p:nvSpPr>
            <p:spPr>
              <a:xfrm flipH="1" flipV="1">
                <a:off x="0" y="0"/>
                <a:ext cx="91441" cy="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451" name="Straight Connector 71"/>
              <p:cNvSpPr/>
              <p:nvPr/>
            </p:nvSpPr>
            <p:spPr>
              <a:xfrm flipH="1">
                <a:off x="0" y="4663440"/>
                <a:ext cx="91441" cy="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grpSp>
      </p:grpSp>
      <p:sp>
        <p:nvSpPr>
          <p:cNvPr id="1454" name="Slide Number"/>
          <p:cNvSpPr txBox="1">
            <a:spLocks noGrp="1"/>
          </p:cNvSpPr>
          <p:nvPr>
            <p:ph type="sldNum" sz="quarter" idx="2"/>
          </p:nvPr>
        </p:nvSpPr>
        <p:spPr>
          <a:xfrm>
            <a:off x="11774900" y="6443665"/>
            <a:ext cx="112210" cy="102657"/>
          </a:xfrm>
          <a:prstGeom prst="rect">
            <a:avLst/>
          </a:prstGeom>
        </p:spPr>
        <p:txBody>
          <a:bodyPr/>
          <a:lstStyle>
            <a:lvl1pPr defTabSz="607282">
              <a:defRPr sz="667">
                <a:solidFill>
                  <a:srgbClr val="FFFFFF"/>
                </a:solidFill>
                <a:latin typeface="+mj-lt"/>
                <a:ea typeface="+mj-ea"/>
                <a:cs typeface="+mj-cs"/>
                <a:sym typeface="IBM Plex Sans Light"/>
              </a:defRPr>
            </a:lvl1pPr>
          </a:lstStyle>
          <a:p>
            <a:fld id="{86CB4B4D-7CA3-9044-876B-883B54F8677D}" type="slidenum">
              <a:rPr/>
              <a:t>‹#›</a:t>
            </a:fld>
            <a:endParaRPr/>
          </a:p>
        </p:txBody>
      </p:sp>
    </p:spTree>
    <p:extLst>
      <p:ext uri="{BB962C8B-B14F-4D97-AF65-F5344CB8AC3E}">
        <p14:creationId xmlns:p14="http://schemas.microsoft.com/office/powerpoint/2010/main" val="2082529072"/>
      </p:ext>
    </p:extLst>
  </p:cSld>
  <p:clrMapOvr>
    <a:masterClrMapping/>
  </p:clrMapOvr>
  <p:transition spd="med"/>
</p:sldLayout>
</file>

<file path=ppt/slideLayouts/slideLayout190.xml><?xml version="1.0" encoding="utf-8"?>
<p:sldLayout xmlns:a="http://schemas.openxmlformats.org/drawingml/2006/main" xmlns:r="http://schemas.openxmlformats.org/officeDocument/2006/relationships" xmlns:p="http://schemas.openxmlformats.org/presentationml/2006/main" showMasterSp="0" type="tx">
  <p:cSld name="3-1_Title and Content">
    <p:bg>
      <p:bgPr>
        <a:solidFill>
          <a:srgbClr val="000000"/>
        </a:solidFill>
        <a:effectLst/>
      </p:bgPr>
    </p:bg>
    <p:spTree>
      <p:nvGrpSpPr>
        <p:cNvPr id="1" name=""/>
        <p:cNvGrpSpPr/>
        <p:nvPr/>
      </p:nvGrpSpPr>
      <p:grpSpPr>
        <a:xfrm>
          <a:off x="0" y="0"/>
          <a:ext cx="0" cy="0"/>
          <a:chOff x="0" y="0"/>
          <a:chExt cx="0" cy="0"/>
        </a:xfrm>
      </p:grpSpPr>
      <p:grpSp>
        <p:nvGrpSpPr>
          <p:cNvPr id="1505" name="Group 58"/>
          <p:cNvGrpSpPr/>
          <p:nvPr/>
        </p:nvGrpSpPr>
        <p:grpSpPr>
          <a:xfrm>
            <a:off x="-146308" y="-146475"/>
            <a:ext cx="12485629" cy="7152643"/>
            <a:chOff x="0" y="0"/>
            <a:chExt cx="9364220" cy="5364480"/>
          </a:xfrm>
        </p:grpSpPr>
        <p:grpSp>
          <p:nvGrpSpPr>
            <p:cNvPr id="1472" name="Group 59"/>
            <p:cNvGrpSpPr/>
            <p:nvPr/>
          </p:nvGrpSpPr>
          <p:grpSpPr>
            <a:xfrm>
              <a:off x="338965" y="0"/>
              <a:ext cx="8686732" cy="91441"/>
              <a:chOff x="0" y="0"/>
              <a:chExt cx="8686732" cy="91440"/>
            </a:xfrm>
          </p:grpSpPr>
          <p:sp>
            <p:nvSpPr>
              <p:cNvPr id="1461" name="Straight Connector 92"/>
              <p:cNvSpPr/>
              <p:nvPr/>
            </p:nvSpPr>
            <p:spPr>
              <a:xfrm flipV="1">
                <a:off x="-1" y="0"/>
                <a:ext cx="2"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462" name="Straight Connector 93"/>
              <p:cNvSpPr/>
              <p:nvPr/>
            </p:nvSpPr>
            <p:spPr>
              <a:xfrm flipV="1">
                <a:off x="1828800"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463" name="Straight Connector 94"/>
              <p:cNvSpPr/>
              <p:nvPr/>
            </p:nvSpPr>
            <p:spPr>
              <a:xfrm flipV="1">
                <a:off x="2057400"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464" name="Straight Connector 95"/>
              <p:cNvSpPr/>
              <p:nvPr/>
            </p:nvSpPr>
            <p:spPr>
              <a:xfrm flipV="1">
                <a:off x="2286000"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465" name="Straight Connector 96"/>
              <p:cNvSpPr/>
              <p:nvPr/>
            </p:nvSpPr>
            <p:spPr>
              <a:xfrm flipV="1">
                <a:off x="4114799"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466" name="Straight Connector 97"/>
              <p:cNvSpPr/>
              <p:nvPr/>
            </p:nvSpPr>
            <p:spPr>
              <a:xfrm flipV="1">
                <a:off x="4343399"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467" name="Straight Connector 98"/>
              <p:cNvSpPr/>
              <p:nvPr/>
            </p:nvSpPr>
            <p:spPr>
              <a:xfrm flipV="1">
                <a:off x="4571999"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468" name="Straight Connector 99"/>
              <p:cNvSpPr/>
              <p:nvPr/>
            </p:nvSpPr>
            <p:spPr>
              <a:xfrm flipV="1">
                <a:off x="6400799"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469" name="Straight Connector 100"/>
              <p:cNvSpPr/>
              <p:nvPr/>
            </p:nvSpPr>
            <p:spPr>
              <a:xfrm flipV="1">
                <a:off x="6629400"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470" name="Straight Connector 101"/>
              <p:cNvSpPr/>
              <p:nvPr/>
            </p:nvSpPr>
            <p:spPr>
              <a:xfrm flipV="1">
                <a:off x="6858000"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471" name="Straight Connector 102"/>
              <p:cNvSpPr/>
              <p:nvPr/>
            </p:nvSpPr>
            <p:spPr>
              <a:xfrm flipV="1">
                <a:off x="8686732"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grpSp>
        <p:grpSp>
          <p:nvGrpSpPr>
            <p:cNvPr id="1484" name="Group 60"/>
            <p:cNvGrpSpPr/>
            <p:nvPr/>
          </p:nvGrpSpPr>
          <p:grpSpPr>
            <a:xfrm>
              <a:off x="338965" y="5273040"/>
              <a:ext cx="8686732" cy="91441"/>
              <a:chOff x="0" y="0"/>
              <a:chExt cx="8686732" cy="91440"/>
            </a:xfrm>
          </p:grpSpPr>
          <p:sp>
            <p:nvSpPr>
              <p:cNvPr id="1473" name="Straight Connector 81"/>
              <p:cNvSpPr/>
              <p:nvPr/>
            </p:nvSpPr>
            <p:spPr>
              <a:xfrm flipV="1">
                <a:off x="-1" y="0"/>
                <a:ext cx="2"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474" name="Straight Connector 82"/>
              <p:cNvSpPr/>
              <p:nvPr/>
            </p:nvSpPr>
            <p:spPr>
              <a:xfrm flipV="1">
                <a:off x="1828800"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475" name="Straight Connector 83"/>
              <p:cNvSpPr/>
              <p:nvPr/>
            </p:nvSpPr>
            <p:spPr>
              <a:xfrm flipV="1">
                <a:off x="2057400"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476" name="Straight Connector 84"/>
              <p:cNvSpPr/>
              <p:nvPr/>
            </p:nvSpPr>
            <p:spPr>
              <a:xfrm flipV="1">
                <a:off x="2286000"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477" name="Straight Connector 85"/>
              <p:cNvSpPr/>
              <p:nvPr/>
            </p:nvSpPr>
            <p:spPr>
              <a:xfrm flipV="1">
                <a:off x="4114799"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478" name="Straight Connector 86"/>
              <p:cNvSpPr/>
              <p:nvPr/>
            </p:nvSpPr>
            <p:spPr>
              <a:xfrm flipV="1">
                <a:off x="4343399"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479" name="Straight Connector 87"/>
              <p:cNvSpPr/>
              <p:nvPr/>
            </p:nvSpPr>
            <p:spPr>
              <a:xfrm flipV="1">
                <a:off x="4571999"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480" name="Straight Connector 88"/>
              <p:cNvSpPr/>
              <p:nvPr/>
            </p:nvSpPr>
            <p:spPr>
              <a:xfrm flipV="1">
                <a:off x="6400799"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481" name="Straight Connector 89"/>
              <p:cNvSpPr/>
              <p:nvPr/>
            </p:nvSpPr>
            <p:spPr>
              <a:xfrm flipV="1">
                <a:off x="6629400"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482" name="Straight Connector 90"/>
              <p:cNvSpPr/>
              <p:nvPr/>
            </p:nvSpPr>
            <p:spPr>
              <a:xfrm flipV="1">
                <a:off x="6858000"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483" name="Straight Connector 91"/>
              <p:cNvSpPr/>
              <p:nvPr/>
            </p:nvSpPr>
            <p:spPr>
              <a:xfrm flipV="1">
                <a:off x="8686732"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grpSp>
        <p:grpSp>
          <p:nvGrpSpPr>
            <p:cNvPr id="1494" name="Group 61"/>
            <p:cNvGrpSpPr/>
            <p:nvPr/>
          </p:nvGrpSpPr>
          <p:grpSpPr>
            <a:xfrm>
              <a:off x="0" y="347599"/>
              <a:ext cx="91441" cy="4664456"/>
              <a:chOff x="0" y="0"/>
              <a:chExt cx="91440" cy="4664456"/>
            </a:xfrm>
          </p:grpSpPr>
          <p:sp>
            <p:nvSpPr>
              <p:cNvPr id="1485" name="Straight Connector 72"/>
              <p:cNvSpPr/>
              <p:nvPr/>
            </p:nvSpPr>
            <p:spPr>
              <a:xfrm flipH="1">
                <a:off x="0" y="416051"/>
                <a:ext cx="91441" cy="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486" name="Straight Connector 73"/>
              <p:cNvSpPr/>
              <p:nvPr/>
            </p:nvSpPr>
            <p:spPr>
              <a:xfrm flipH="1">
                <a:off x="0" y="1051559"/>
                <a:ext cx="91441" cy="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487" name="Straight Connector 74"/>
              <p:cNvSpPr/>
              <p:nvPr/>
            </p:nvSpPr>
            <p:spPr>
              <a:xfrm flipH="1">
                <a:off x="0" y="1691639"/>
                <a:ext cx="91441" cy="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488" name="Straight Connector 75"/>
              <p:cNvSpPr/>
              <p:nvPr/>
            </p:nvSpPr>
            <p:spPr>
              <a:xfrm flipH="1">
                <a:off x="0" y="2333245"/>
                <a:ext cx="91441" cy="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489" name="Straight Connector 76"/>
              <p:cNvSpPr/>
              <p:nvPr/>
            </p:nvSpPr>
            <p:spPr>
              <a:xfrm flipH="1">
                <a:off x="0" y="2971800"/>
                <a:ext cx="91441" cy="0"/>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490" name="Straight Connector 77"/>
              <p:cNvSpPr/>
              <p:nvPr/>
            </p:nvSpPr>
            <p:spPr>
              <a:xfrm flipH="1">
                <a:off x="0" y="3611879"/>
                <a:ext cx="91441" cy="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491" name="Straight Connector 78"/>
              <p:cNvSpPr/>
              <p:nvPr/>
            </p:nvSpPr>
            <p:spPr>
              <a:xfrm flipH="1">
                <a:off x="0" y="4256532"/>
                <a:ext cx="91441" cy="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492" name="Straight Connector 79"/>
              <p:cNvSpPr/>
              <p:nvPr/>
            </p:nvSpPr>
            <p:spPr>
              <a:xfrm flipH="1" flipV="1">
                <a:off x="0" y="-1"/>
                <a:ext cx="91441" cy="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493" name="Straight Connector 80"/>
              <p:cNvSpPr/>
              <p:nvPr/>
            </p:nvSpPr>
            <p:spPr>
              <a:xfrm flipH="1">
                <a:off x="0" y="4664455"/>
                <a:ext cx="91441" cy="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grpSp>
        <p:grpSp>
          <p:nvGrpSpPr>
            <p:cNvPr id="1504" name="Group 62"/>
            <p:cNvGrpSpPr/>
            <p:nvPr/>
          </p:nvGrpSpPr>
          <p:grpSpPr>
            <a:xfrm>
              <a:off x="9272780" y="347598"/>
              <a:ext cx="91441" cy="4663442"/>
              <a:chOff x="0" y="0"/>
              <a:chExt cx="91440" cy="4663440"/>
            </a:xfrm>
          </p:grpSpPr>
          <p:sp>
            <p:nvSpPr>
              <p:cNvPr id="1495" name="Straight Connector 63"/>
              <p:cNvSpPr/>
              <p:nvPr/>
            </p:nvSpPr>
            <p:spPr>
              <a:xfrm flipH="1">
                <a:off x="0" y="416052"/>
                <a:ext cx="91441" cy="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496" name="Straight Connector 64"/>
              <p:cNvSpPr/>
              <p:nvPr/>
            </p:nvSpPr>
            <p:spPr>
              <a:xfrm flipH="1">
                <a:off x="0" y="1051560"/>
                <a:ext cx="91441" cy="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497" name="Straight Connector 65"/>
              <p:cNvSpPr/>
              <p:nvPr/>
            </p:nvSpPr>
            <p:spPr>
              <a:xfrm flipH="1">
                <a:off x="0" y="1691640"/>
                <a:ext cx="91441" cy="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498" name="Straight Connector 66"/>
              <p:cNvSpPr/>
              <p:nvPr/>
            </p:nvSpPr>
            <p:spPr>
              <a:xfrm flipH="1">
                <a:off x="0" y="2331720"/>
                <a:ext cx="91441" cy="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499" name="Straight Connector 67"/>
              <p:cNvSpPr/>
              <p:nvPr/>
            </p:nvSpPr>
            <p:spPr>
              <a:xfrm flipH="1">
                <a:off x="0" y="2971800"/>
                <a:ext cx="91441" cy="0"/>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500" name="Straight Connector 68"/>
              <p:cNvSpPr/>
              <p:nvPr/>
            </p:nvSpPr>
            <p:spPr>
              <a:xfrm flipH="1">
                <a:off x="0" y="3611879"/>
                <a:ext cx="91441" cy="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501" name="Straight Connector 69"/>
              <p:cNvSpPr/>
              <p:nvPr/>
            </p:nvSpPr>
            <p:spPr>
              <a:xfrm flipH="1">
                <a:off x="0" y="4256532"/>
                <a:ext cx="91441" cy="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502" name="Straight Connector 70"/>
              <p:cNvSpPr/>
              <p:nvPr/>
            </p:nvSpPr>
            <p:spPr>
              <a:xfrm flipH="1" flipV="1">
                <a:off x="0" y="0"/>
                <a:ext cx="91441" cy="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503" name="Straight Connector 71"/>
              <p:cNvSpPr/>
              <p:nvPr/>
            </p:nvSpPr>
            <p:spPr>
              <a:xfrm flipH="1">
                <a:off x="0" y="4663440"/>
                <a:ext cx="91441" cy="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grpSp>
      </p:grpSp>
      <p:sp>
        <p:nvSpPr>
          <p:cNvPr id="1506" name="Rectangle 5"/>
          <p:cNvSpPr/>
          <p:nvPr/>
        </p:nvSpPr>
        <p:spPr>
          <a:xfrm flipV="1">
            <a:off x="0" y="2"/>
            <a:ext cx="12192000" cy="1714501"/>
          </a:xfrm>
          <a:prstGeom prst="rect">
            <a:avLst/>
          </a:prstGeom>
          <a:solidFill>
            <a:srgbClr val="000000"/>
          </a:solidFill>
          <a:ln w="12700">
            <a:miter lim="400000"/>
          </a:ln>
        </p:spPr>
        <p:txBody>
          <a:bodyPr lIns="60959" rIns="60959" anchor="ctr"/>
          <a:lstStyle/>
          <a:p>
            <a:pPr algn="ctr" defTabSz="607282">
              <a:defRPr sz="800">
                <a:solidFill>
                  <a:srgbClr val="000000"/>
                </a:solidFill>
                <a:latin typeface="Arial"/>
                <a:ea typeface="Arial"/>
                <a:cs typeface="Arial"/>
                <a:sym typeface="Arial"/>
              </a:defRPr>
            </a:pPr>
            <a:endParaRPr sz="1067"/>
          </a:p>
        </p:txBody>
      </p:sp>
      <p:sp>
        <p:nvSpPr>
          <p:cNvPr id="1507" name="Body Level One…"/>
          <p:cNvSpPr txBox="1">
            <a:spLocks noGrp="1"/>
          </p:cNvSpPr>
          <p:nvPr>
            <p:ph type="body" sz="quarter" idx="1"/>
          </p:nvPr>
        </p:nvSpPr>
        <p:spPr>
          <a:xfrm>
            <a:off x="381000" y="220981"/>
            <a:ext cx="5486400" cy="228601"/>
          </a:xfrm>
          <a:prstGeom prst="rect">
            <a:avLst/>
          </a:prstGeom>
        </p:spPr>
        <p:txBody>
          <a:bodyPr>
            <a:normAutofit/>
          </a:bodyPr>
          <a:lstStyle>
            <a:lvl1pPr>
              <a:spcBef>
                <a:spcPts val="1333"/>
              </a:spcBef>
              <a:defRPr sz="1333">
                <a:solidFill>
                  <a:srgbClr val="767676"/>
                </a:solidFill>
                <a:latin typeface="+mn-lt"/>
                <a:ea typeface="+mn-ea"/>
                <a:cs typeface="+mn-cs"/>
                <a:sym typeface="IBM Plex Sans"/>
              </a:defRPr>
            </a:lvl1pPr>
            <a:lvl2pPr marL="228365" indent="-228365">
              <a:spcBef>
                <a:spcPts val="1333"/>
              </a:spcBef>
              <a:defRPr sz="1333">
                <a:solidFill>
                  <a:srgbClr val="767676"/>
                </a:solidFill>
                <a:latin typeface="+mn-lt"/>
                <a:ea typeface="+mn-ea"/>
                <a:cs typeface="+mn-cs"/>
                <a:sym typeface="IBM Plex Sans"/>
              </a:defRPr>
            </a:lvl2pPr>
            <a:lvl3pPr marL="456730" indent="-188191">
              <a:spcBef>
                <a:spcPts val="1333"/>
              </a:spcBef>
              <a:defRPr sz="1333">
                <a:solidFill>
                  <a:srgbClr val="767676"/>
                </a:solidFill>
                <a:latin typeface="+mn-lt"/>
                <a:ea typeface="+mn-ea"/>
                <a:cs typeface="+mn-cs"/>
                <a:sym typeface="IBM Plex Sans"/>
              </a:defRPr>
            </a:lvl3pPr>
            <a:lvl4pPr marL="837340" indent="-257967">
              <a:spcBef>
                <a:spcPts val="1333"/>
              </a:spcBef>
              <a:defRPr sz="1333">
                <a:solidFill>
                  <a:srgbClr val="767676"/>
                </a:solidFill>
                <a:latin typeface="+mn-lt"/>
                <a:ea typeface="+mn-ea"/>
                <a:cs typeface="+mn-cs"/>
                <a:sym typeface="IBM Plex Sans"/>
              </a:defRPr>
            </a:lvl4pPr>
            <a:lvl5pPr marL="1017236" indent="-175665">
              <a:spcBef>
                <a:spcPts val="1333"/>
              </a:spcBef>
              <a:defRPr sz="1333">
                <a:solidFill>
                  <a:srgbClr val="767676"/>
                </a:solidFill>
                <a:latin typeface="+mn-lt"/>
                <a:ea typeface="+mn-ea"/>
                <a:cs typeface="+mn-cs"/>
                <a:sym typeface="IBM Plex Sans"/>
              </a:defRPr>
            </a:lvl5pPr>
          </a:lstStyle>
          <a:p>
            <a:r>
              <a:t>Body Level One</a:t>
            </a:r>
          </a:p>
          <a:p>
            <a:pPr lvl="1"/>
            <a:r>
              <a:t>Body Level Two</a:t>
            </a:r>
          </a:p>
          <a:p>
            <a:pPr lvl="2"/>
            <a:r>
              <a:t>Body Level Three</a:t>
            </a:r>
          </a:p>
          <a:p>
            <a:pPr lvl="3"/>
            <a:r>
              <a:t>Body Level Four</a:t>
            </a:r>
          </a:p>
          <a:p>
            <a:pPr lvl="4"/>
            <a:r>
              <a:t>Body Level Five</a:t>
            </a:r>
          </a:p>
        </p:txBody>
      </p:sp>
      <p:sp>
        <p:nvSpPr>
          <p:cNvPr id="1508" name="Text Placeholder 23"/>
          <p:cNvSpPr>
            <a:spLocks noGrp="1"/>
          </p:cNvSpPr>
          <p:nvPr>
            <p:ph type="body" sz="quarter" idx="21" hasCustomPrompt="1"/>
          </p:nvPr>
        </p:nvSpPr>
        <p:spPr>
          <a:xfrm>
            <a:off x="379047" y="6118861"/>
            <a:ext cx="5486401" cy="381001"/>
          </a:xfrm>
          <a:prstGeom prst="rect">
            <a:avLst/>
          </a:prstGeom>
        </p:spPr>
        <p:txBody>
          <a:bodyPr anchor="b">
            <a:normAutofit/>
          </a:bodyPr>
          <a:lstStyle>
            <a:lvl1pPr>
              <a:spcBef>
                <a:spcPts val="1333"/>
              </a:spcBef>
              <a:defRPr sz="667">
                <a:solidFill>
                  <a:srgbClr val="000000">
                    <a:alpha val="70000"/>
                  </a:srgbClr>
                </a:solidFill>
                <a:latin typeface="+mn-lt"/>
                <a:ea typeface="+mn-ea"/>
                <a:cs typeface="+mn-cs"/>
                <a:sym typeface="IBM Plex Sans"/>
              </a:defRPr>
            </a:lvl1pPr>
          </a:lstStyle>
          <a:p>
            <a:r>
              <a:t>Source: Edit source here</a:t>
            </a:r>
          </a:p>
        </p:txBody>
      </p:sp>
      <p:sp>
        <p:nvSpPr>
          <p:cNvPr id="1509" name="Title Text"/>
          <p:cNvSpPr txBox="1">
            <a:spLocks noGrp="1"/>
          </p:cNvSpPr>
          <p:nvPr>
            <p:ph type="title"/>
          </p:nvPr>
        </p:nvSpPr>
        <p:spPr>
          <a:xfrm>
            <a:off x="381000" y="571501"/>
            <a:ext cx="11430000" cy="952501"/>
          </a:xfrm>
          <a:prstGeom prst="rect">
            <a:avLst/>
          </a:prstGeom>
        </p:spPr>
        <p:txBody>
          <a:bodyPr>
            <a:normAutofit/>
          </a:bodyPr>
          <a:lstStyle>
            <a:lvl1pPr>
              <a:defRPr sz="3067">
                <a:solidFill>
                  <a:srgbClr val="565656"/>
                </a:solidFill>
                <a:latin typeface="+mn-lt"/>
                <a:ea typeface="+mn-ea"/>
                <a:cs typeface="+mn-cs"/>
                <a:sym typeface="IBM Plex Sans"/>
              </a:defRPr>
            </a:lvl1pPr>
          </a:lstStyle>
          <a:p>
            <a:r>
              <a:t>Title Text</a:t>
            </a:r>
          </a:p>
        </p:txBody>
      </p:sp>
      <p:sp>
        <p:nvSpPr>
          <p:cNvPr id="1510" name="Slide Number"/>
          <p:cNvSpPr txBox="1">
            <a:spLocks noGrp="1"/>
          </p:cNvSpPr>
          <p:nvPr>
            <p:ph type="sldNum" sz="quarter" idx="2"/>
          </p:nvPr>
        </p:nvSpPr>
        <p:spPr>
          <a:xfrm>
            <a:off x="8393598" y="6187074"/>
            <a:ext cx="344002" cy="338552"/>
          </a:xfrm>
          <a:prstGeom prst="rect">
            <a:avLst/>
          </a:prstGeom>
        </p:spPr>
        <p:txBody>
          <a:bodyPr lIns="45719" tIns="45719" rIns="45719" bIns="45719"/>
          <a:lstStyle>
            <a:lvl1pPr defTabSz="607282">
              <a:defRPr sz="1600">
                <a:latin typeface="Arial"/>
                <a:ea typeface="Arial"/>
                <a:cs typeface="Arial"/>
                <a:sym typeface="Arial"/>
              </a:defRPr>
            </a:lvl1pPr>
          </a:lstStyle>
          <a:p>
            <a:fld id="{86CB4B4D-7CA3-9044-876B-883B54F8677D}" type="slidenum">
              <a:rPr/>
              <a:t>‹#›</a:t>
            </a:fld>
            <a:endParaRPr/>
          </a:p>
        </p:txBody>
      </p:sp>
    </p:spTree>
    <p:extLst>
      <p:ext uri="{BB962C8B-B14F-4D97-AF65-F5344CB8AC3E}">
        <p14:creationId xmlns:p14="http://schemas.microsoft.com/office/powerpoint/2010/main" val="4253810662"/>
      </p:ext>
    </p:extLst>
  </p:cSld>
  <p:clrMapOvr>
    <a:masterClrMapping/>
  </p:clrMapOvr>
  <p:transition spd="med"/>
</p:sldLayout>
</file>

<file path=ppt/slideLayouts/slideLayout191.xml><?xml version="1.0" encoding="utf-8"?>
<p:sldLayout xmlns:a="http://schemas.openxmlformats.org/drawingml/2006/main" xmlns:r="http://schemas.openxmlformats.org/officeDocument/2006/relationships" xmlns:p="http://schemas.openxmlformats.org/presentationml/2006/main" showMasterSp="0" type="tx">
  <p:cSld name="1_title, text (four columns)">
    <p:bg>
      <p:bgPr>
        <a:solidFill>
          <a:srgbClr val="000000"/>
        </a:solidFill>
        <a:effectLst/>
      </p:bgPr>
    </p:bg>
    <p:spTree>
      <p:nvGrpSpPr>
        <p:cNvPr id="1" name=""/>
        <p:cNvGrpSpPr/>
        <p:nvPr/>
      </p:nvGrpSpPr>
      <p:grpSpPr>
        <a:xfrm>
          <a:off x="0" y="0"/>
          <a:ext cx="0" cy="0"/>
          <a:chOff x="0" y="0"/>
          <a:chExt cx="0" cy="0"/>
        </a:xfrm>
      </p:grpSpPr>
      <p:grpSp>
        <p:nvGrpSpPr>
          <p:cNvPr id="1561" name="Group 1"/>
          <p:cNvGrpSpPr/>
          <p:nvPr/>
        </p:nvGrpSpPr>
        <p:grpSpPr>
          <a:xfrm>
            <a:off x="-146308" y="-146475"/>
            <a:ext cx="12485629" cy="7152643"/>
            <a:chOff x="0" y="0"/>
            <a:chExt cx="9364220" cy="5364480"/>
          </a:xfrm>
        </p:grpSpPr>
        <p:grpSp>
          <p:nvGrpSpPr>
            <p:cNvPr id="1528" name="Group 59"/>
            <p:cNvGrpSpPr/>
            <p:nvPr/>
          </p:nvGrpSpPr>
          <p:grpSpPr>
            <a:xfrm>
              <a:off x="338965" y="0"/>
              <a:ext cx="8686732" cy="91441"/>
              <a:chOff x="0" y="0"/>
              <a:chExt cx="8686732" cy="91440"/>
            </a:xfrm>
          </p:grpSpPr>
          <p:sp>
            <p:nvSpPr>
              <p:cNvPr id="1517" name="Straight Connector 92"/>
              <p:cNvSpPr/>
              <p:nvPr/>
            </p:nvSpPr>
            <p:spPr>
              <a:xfrm flipV="1">
                <a:off x="-1" y="0"/>
                <a:ext cx="2"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518" name="Straight Connector 93"/>
              <p:cNvSpPr/>
              <p:nvPr/>
            </p:nvSpPr>
            <p:spPr>
              <a:xfrm flipV="1">
                <a:off x="1828800"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519" name="Straight Connector 94"/>
              <p:cNvSpPr/>
              <p:nvPr/>
            </p:nvSpPr>
            <p:spPr>
              <a:xfrm flipV="1">
                <a:off x="2057400"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520" name="Straight Connector 95"/>
              <p:cNvSpPr/>
              <p:nvPr/>
            </p:nvSpPr>
            <p:spPr>
              <a:xfrm flipV="1">
                <a:off x="2286000"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521" name="Straight Connector 96"/>
              <p:cNvSpPr/>
              <p:nvPr/>
            </p:nvSpPr>
            <p:spPr>
              <a:xfrm flipV="1">
                <a:off x="4114799"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522" name="Straight Connector 97"/>
              <p:cNvSpPr/>
              <p:nvPr/>
            </p:nvSpPr>
            <p:spPr>
              <a:xfrm flipV="1">
                <a:off x="4343399"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523" name="Straight Connector 98"/>
              <p:cNvSpPr/>
              <p:nvPr/>
            </p:nvSpPr>
            <p:spPr>
              <a:xfrm flipV="1">
                <a:off x="4571999"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524" name="Straight Connector 99"/>
              <p:cNvSpPr/>
              <p:nvPr/>
            </p:nvSpPr>
            <p:spPr>
              <a:xfrm flipV="1">
                <a:off x="6400799"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525" name="Straight Connector 100"/>
              <p:cNvSpPr/>
              <p:nvPr/>
            </p:nvSpPr>
            <p:spPr>
              <a:xfrm flipV="1">
                <a:off x="6629400"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526" name="Straight Connector 101"/>
              <p:cNvSpPr/>
              <p:nvPr/>
            </p:nvSpPr>
            <p:spPr>
              <a:xfrm flipV="1">
                <a:off x="6858000"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527" name="Straight Connector 102"/>
              <p:cNvSpPr/>
              <p:nvPr/>
            </p:nvSpPr>
            <p:spPr>
              <a:xfrm flipV="1">
                <a:off x="8686732"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grpSp>
        <p:grpSp>
          <p:nvGrpSpPr>
            <p:cNvPr id="1540" name="Group 60"/>
            <p:cNvGrpSpPr/>
            <p:nvPr/>
          </p:nvGrpSpPr>
          <p:grpSpPr>
            <a:xfrm>
              <a:off x="338965" y="5273040"/>
              <a:ext cx="8686732" cy="91441"/>
              <a:chOff x="0" y="0"/>
              <a:chExt cx="8686732" cy="91440"/>
            </a:xfrm>
          </p:grpSpPr>
          <p:sp>
            <p:nvSpPr>
              <p:cNvPr id="1529" name="Straight Connector 81"/>
              <p:cNvSpPr/>
              <p:nvPr/>
            </p:nvSpPr>
            <p:spPr>
              <a:xfrm flipV="1">
                <a:off x="-1" y="0"/>
                <a:ext cx="2"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530" name="Straight Connector 82"/>
              <p:cNvSpPr/>
              <p:nvPr/>
            </p:nvSpPr>
            <p:spPr>
              <a:xfrm flipV="1">
                <a:off x="1828800"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531" name="Straight Connector 83"/>
              <p:cNvSpPr/>
              <p:nvPr/>
            </p:nvSpPr>
            <p:spPr>
              <a:xfrm flipV="1">
                <a:off x="2057400"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532" name="Straight Connector 84"/>
              <p:cNvSpPr/>
              <p:nvPr/>
            </p:nvSpPr>
            <p:spPr>
              <a:xfrm flipV="1">
                <a:off x="2286000"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533" name="Straight Connector 85"/>
              <p:cNvSpPr/>
              <p:nvPr/>
            </p:nvSpPr>
            <p:spPr>
              <a:xfrm flipV="1">
                <a:off x="4114799"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534" name="Straight Connector 86"/>
              <p:cNvSpPr/>
              <p:nvPr/>
            </p:nvSpPr>
            <p:spPr>
              <a:xfrm flipV="1">
                <a:off x="4343399"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535" name="Straight Connector 87"/>
              <p:cNvSpPr/>
              <p:nvPr/>
            </p:nvSpPr>
            <p:spPr>
              <a:xfrm flipV="1">
                <a:off x="4571999"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536" name="Straight Connector 88"/>
              <p:cNvSpPr/>
              <p:nvPr/>
            </p:nvSpPr>
            <p:spPr>
              <a:xfrm flipV="1">
                <a:off x="6400799"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537" name="Straight Connector 89"/>
              <p:cNvSpPr/>
              <p:nvPr/>
            </p:nvSpPr>
            <p:spPr>
              <a:xfrm flipV="1">
                <a:off x="6629400"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538" name="Straight Connector 90"/>
              <p:cNvSpPr/>
              <p:nvPr/>
            </p:nvSpPr>
            <p:spPr>
              <a:xfrm flipV="1">
                <a:off x="6858000"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539" name="Straight Connector 91"/>
              <p:cNvSpPr/>
              <p:nvPr/>
            </p:nvSpPr>
            <p:spPr>
              <a:xfrm flipV="1">
                <a:off x="8686732"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grpSp>
        <p:grpSp>
          <p:nvGrpSpPr>
            <p:cNvPr id="1550" name="Group 61"/>
            <p:cNvGrpSpPr/>
            <p:nvPr/>
          </p:nvGrpSpPr>
          <p:grpSpPr>
            <a:xfrm>
              <a:off x="0" y="347599"/>
              <a:ext cx="91441" cy="4664456"/>
              <a:chOff x="0" y="0"/>
              <a:chExt cx="91440" cy="4664456"/>
            </a:xfrm>
          </p:grpSpPr>
          <p:sp>
            <p:nvSpPr>
              <p:cNvPr id="1541" name="Straight Connector 72"/>
              <p:cNvSpPr/>
              <p:nvPr/>
            </p:nvSpPr>
            <p:spPr>
              <a:xfrm flipH="1">
                <a:off x="0" y="416051"/>
                <a:ext cx="91441" cy="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542" name="Straight Connector 73"/>
              <p:cNvSpPr/>
              <p:nvPr/>
            </p:nvSpPr>
            <p:spPr>
              <a:xfrm flipH="1">
                <a:off x="0" y="1051559"/>
                <a:ext cx="91441" cy="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543" name="Straight Connector 74"/>
              <p:cNvSpPr/>
              <p:nvPr/>
            </p:nvSpPr>
            <p:spPr>
              <a:xfrm flipH="1">
                <a:off x="0" y="1691639"/>
                <a:ext cx="91441" cy="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544" name="Straight Connector 75"/>
              <p:cNvSpPr/>
              <p:nvPr/>
            </p:nvSpPr>
            <p:spPr>
              <a:xfrm flipH="1">
                <a:off x="0" y="2333245"/>
                <a:ext cx="91441" cy="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545" name="Straight Connector 76"/>
              <p:cNvSpPr/>
              <p:nvPr/>
            </p:nvSpPr>
            <p:spPr>
              <a:xfrm flipH="1">
                <a:off x="0" y="2971800"/>
                <a:ext cx="91441" cy="0"/>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546" name="Straight Connector 77"/>
              <p:cNvSpPr/>
              <p:nvPr/>
            </p:nvSpPr>
            <p:spPr>
              <a:xfrm flipH="1">
                <a:off x="0" y="3611879"/>
                <a:ext cx="91441" cy="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547" name="Straight Connector 78"/>
              <p:cNvSpPr/>
              <p:nvPr/>
            </p:nvSpPr>
            <p:spPr>
              <a:xfrm flipH="1">
                <a:off x="0" y="4256532"/>
                <a:ext cx="91441" cy="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548" name="Straight Connector 79"/>
              <p:cNvSpPr/>
              <p:nvPr/>
            </p:nvSpPr>
            <p:spPr>
              <a:xfrm flipH="1" flipV="1">
                <a:off x="0" y="-1"/>
                <a:ext cx="91441" cy="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549" name="Straight Connector 80"/>
              <p:cNvSpPr/>
              <p:nvPr/>
            </p:nvSpPr>
            <p:spPr>
              <a:xfrm flipH="1">
                <a:off x="0" y="4664455"/>
                <a:ext cx="91441" cy="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grpSp>
        <p:grpSp>
          <p:nvGrpSpPr>
            <p:cNvPr id="1560" name="Group 62"/>
            <p:cNvGrpSpPr/>
            <p:nvPr/>
          </p:nvGrpSpPr>
          <p:grpSpPr>
            <a:xfrm>
              <a:off x="9272780" y="347598"/>
              <a:ext cx="91441" cy="4663442"/>
              <a:chOff x="0" y="0"/>
              <a:chExt cx="91440" cy="4663440"/>
            </a:xfrm>
          </p:grpSpPr>
          <p:sp>
            <p:nvSpPr>
              <p:cNvPr id="1551" name="Straight Connector 63"/>
              <p:cNvSpPr/>
              <p:nvPr/>
            </p:nvSpPr>
            <p:spPr>
              <a:xfrm flipH="1">
                <a:off x="0" y="416052"/>
                <a:ext cx="91441" cy="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552" name="Straight Connector 64"/>
              <p:cNvSpPr/>
              <p:nvPr/>
            </p:nvSpPr>
            <p:spPr>
              <a:xfrm flipH="1">
                <a:off x="0" y="1051560"/>
                <a:ext cx="91441" cy="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553" name="Straight Connector 65"/>
              <p:cNvSpPr/>
              <p:nvPr/>
            </p:nvSpPr>
            <p:spPr>
              <a:xfrm flipH="1">
                <a:off x="0" y="1691640"/>
                <a:ext cx="91441" cy="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554" name="Straight Connector 66"/>
              <p:cNvSpPr/>
              <p:nvPr/>
            </p:nvSpPr>
            <p:spPr>
              <a:xfrm flipH="1">
                <a:off x="0" y="2331720"/>
                <a:ext cx="91441" cy="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555" name="Straight Connector 67"/>
              <p:cNvSpPr/>
              <p:nvPr/>
            </p:nvSpPr>
            <p:spPr>
              <a:xfrm flipH="1">
                <a:off x="0" y="2971800"/>
                <a:ext cx="91441" cy="0"/>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556" name="Straight Connector 68"/>
              <p:cNvSpPr/>
              <p:nvPr/>
            </p:nvSpPr>
            <p:spPr>
              <a:xfrm flipH="1">
                <a:off x="0" y="3611879"/>
                <a:ext cx="91441" cy="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557" name="Straight Connector 69"/>
              <p:cNvSpPr/>
              <p:nvPr/>
            </p:nvSpPr>
            <p:spPr>
              <a:xfrm flipH="1">
                <a:off x="0" y="4256532"/>
                <a:ext cx="91441" cy="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558" name="Straight Connector 70"/>
              <p:cNvSpPr/>
              <p:nvPr/>
            </p:nvSpPr>
            <p:spPr>
              <a:xfrm flipH="1" flipV="1">
                <a:off x="0" y="0"/>
                <a:ext cx="91441" cy="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559" name="Straight Connector 71"/>
              <p:cNvSpPr/>
              <p:nvPr/>
            </p:nvSpPr>
            <p:spPr>
              <a:xfrm flipH="1">
                <a:off x="0" y="4663440"/>
                <a:ext cx="91441" cy="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grpSp>
      </p:grpSp>
      <p:sp>
        <p:nvSpPr>
          <p:cNvPr id="1562" name="Title Text"/>
          <p:cNvSpPr txBox="1">
            <a:spLocks noGrp="1"/>
          </p:cNvSpPr>
          <p:nvPr>
            <p:ph type="title"/>
          </p:nvPr>
        </p:nvSpPr>
        <p:spPr>
          <a:xfrm>
            <a:off x="280415" y="268225"/>
            <a:ext cx="5522979" cy="1072897"/>
          </a:xfrm>
          <a:prstGeom prst="rect">
            <a:avLst/>
          </a:prstGeom>
        </p:spPr>
        <p:txBody>
          <a:bodyPr>
            <a:normAutofit/>
          </a:bodyPr>
          <a:lstStyle>
            <a:lvl1pPr>
              <a:defRPr sz="3200">
                <a:solidFill>
                  <a:srgbClr val="FFFFFF"/>
                </a:solidFill>
                <a:latin typeface="+mn-lt"/>
                <a:ea typeface="+mn-ea"/>
                <a:cs typeface="+mn-cs"/>
                <a:sym typeface="IBM Plex Sans"/>
              </a:defRPr>
            </a:lvl1pPr>
          </a:lstStyle>
          <a:p>
            <a:r>
              <a:t>Title Text</a:t>
            </a:r>
          </a:p>
        </p:txBody>
      </p:sp>
      <p:sp>
        <p:nvSpPr>
          <p:cNvPr id="1563" name="Body Level One…"/>
          <p:cNvSpPr txBox="1">
            <a:spLocks noGrp="1"/>
          </p:cNvSpPr>
          <p:nvPr>
            <p:ph type="body" sz="quarter" idx="1"/>
          </p:nvPr>
        </p:nvSpPr>
        <p:spPr>
          <a:xfrm>
            <a:off x="292609" y="1658112"/>
            <a:ext cx="2450593" cy="4336289"/>
          </a:xfrm>
          <a:prstGeom prst="rect">
            <a:avLst/>
          </a:prstGeom>
        </p:spPr>
        <p:txBody>
          <a:bodyPr>
            <a:normAutofit/>
          </a:bodyPr>
          <a:lstStyle>
            <a:lvl1pPr>
              <a:defRPr>
                <a:solidFill>
                  <a:srgbClr val="FFFFFF"/>
                </a:solidFill>
                <a:latin typeface="+mn-lt"/>
                <a:ea typeface="+mn-ea"/>
                <a:cs typeface="+mn-cs"/>
                <a:sym typeface="IBM Plex Sans"/>
              </a:defRPr>
            </a:lvl1pPr>
            <a:lvl2pPr>
              <a:defRPr>
                <a:solidFill>
                  <a:srgbClr val="FFFFFF"/>
                </a:solidFill>
                <a:latin typeface="+mn-lt"/>
                <a:ea typeface="+mn-ea"/>
                <a:cs typeface="+mn-cs"/>
                <a:sym typeface="IBM Plex Sans"/>
              </a:defRPr>
            </a:lvl2pPr>
            <a:lvl3pPr>
              <a:defRPr>
                <a:solidFill>
                  <a:srgbClr val="FFFFFF"/>
                </a:solidFill>
                <a:latin typeface="+mn-lt"/>
                <a:ea typeface="+mn-ea"/>
                <a:cs typeface="+mn-cs"/>
                <a:sym typeface="IBM Plex Sans"/>
              </a:defRPr>
            </a:lvl3pPr>
            <a:lvl4pPr>
              <a:defRPr>
                <a:solidFill>
                  <a:srgbClr val="FFFFFF"/>
                </a:solidFill>
                <a:latin typeface="+mn-lt"/>
                <a:ea typeface="+mn-ea"/>
                <a:cs typeface="+mn-cs"/>
                <a:sym typeface="IBM Plex Sans"/>
              </a:defRPr>
            </a:lvl4pPr>
            <a:lvl5pPr>
              <a:defRPr>
                <a:solidFill>
                  <a:srgbClr val="FFFFFF"/>
                </a:solidFill>
                <a:latin typeface="+mn-lt"/>
                <a:ea typeface="+mn-ea"/>
                <a:cs typeface="+mn-cs"/>
                <a:sym typeface="IBM Plex Sans"/>
              </a:defRPr>
            </a:lvl5pPr>
          </a:lstStyle>
          <a:p>
            <a:r>
              <a:t>Body Level One</a:t>
            </a:r>
          </a:p>
          <a:p>
            <a:pPr lvl="1"/>
            <a:r>
              <a:t>Body Level Two</a:t>
            </a:r>
          </a:p>
          <a:p>
            <a:pPr lvl="2"/>
            <a:r>
              <a:t>Body Level Three</a:t>
            </a:r>
          </a:p>
          <a:p>
            <a:pPr lvl="3"/>
            <a:r>
              <a:t>Body Level Four</a:t>
            </a:r>
          </a:p>
          <a:p>
            <a:pPr lvl="4"/>
            <a:r>
              <a:t>Body Level Five</a:t>
            </a:r>
          </a:p>
        </p:txBody>
      </p:sp>
      <p:sp>
        <p:nvSpPr>
          <p:cNvPr id="1564" name="Text Placeholder 2"/>
          <p:cNvSpPr>
            <a:spLocks noGrp="1"/>
          </p:cNvSpPr>
          <p:nvPr>
            <p:ph type="body" sz="quarter" idx="21"/>
          </p:nvPr>
        </p:nvSpPr>
        <p:spPr>
          <a:xfrm>
            <a:off x="3340608" y="1658112"/>
            <a:ext cx="2450593" cy="4336289"/>
          </a:xfrm>
          <a:prstGeom prst="rect">
            <a:avLst/>
          </a:prstGeom>
        </p:spPr>
        <p:txBody>
          <a:bodyPr>
            <a:normAutofit/>
          </a:bodyPr>
          <a:lstStyle/>
          <a:p>
            <a:pPr>
              <a:defRPr>
                <a:solidFill>
                  <a:srgbClr val="FFFFFF"/>
                </a:solidFill>
                <a:latin typeface="+mn-lt"/>
                <a:ea typeface="+mn-ea"/>
                <a:cs typeface="+mn-cs"/>
                <a:sym typeface="IBM Plex Sans"/>
              </a:defRPr>
            </a:pPr>
            <a:endParaRPr/>
          </a:p>
        </p:txBody>
      </p:sp>
      <p:sp>
        <p:nvSpPr>
          <p:cNvPr id="1565" name="Text Placeholder 3"/>
          <p:cNvSpPr>
            <a:spLocks noGrp="1"/>
          </p:cNvSpPr>
          <p:nvPr>
            <p:ph type="body" sz="quarter" idx="22"/>
          </p:nvPr>
        </p:nvSpPr>
        <p:spPr>
          <a:xfrm>
            <a:off x="6388608" y="1658112"/>
            <a:ext cx="2450593" cy="4336289"/>
          </a:xfrm>
          <a:prstGeom prst="rect">
            <a:avLst/>
          </a:prstGeom>
        </p:spPr>
        <p:txBody>
          <a:bodyPr>
            <a:normAutofit/>
          </a:bodyPr>
          <a:lstStyle/>
          <a:p>
            <a:pPr>
              <a:defRPr>
                <a:solidFill>
                  <a:srgbClr val="FFFFFF"/>
                </a:solidFill>
                <a:latin typeface="+mn-lt"/>
                <a:ea typeface="+mn-ea"/>
                <a:cs typeface="+mn-cs"/>
                <a:sym typeface="IBM Plex Sans"/>
              </a:defRPr>
            </a:pPr>
            <a:endParaRPr/>
          </a:p>
        </p:txBody>
      </p:sp>
      <p:sp>
        <p:nvSpPr>
          <p:cNvPr id="1566" name="Text Placeholder 4"/>
          <p:cNvSpPr>
            <a:spLocks noGrp="1"/>
          </p:cNvSpPr>
          <p:nvPr>
            <p:ph type="body" sz="quarter" idx="23"/>
          </p:nvPr>
        </p:nvSpPr>
        <p:spPr>
          <a:xfrm>
            <a:off x="9436609" y="1658112"/>
            <a:ext cx="2450593" cy="4336289"/>
          </a:xfrm>
          <a:prstGeom prst="rect">
            <a:avLst/>
          </a:prstGeom>
        </p:spPr>
        <p:txBody>
          <a:bodyPr>
            <a:normAutofit/>
          </a:bodyPr>
          <a:lstStyle/>
          <a:p>
            <a:pPr>
              <a:defRPr>
                <a:solidFill>
                  <a:srgbClr val="FFFFFF"/>
                </a:solidFill>
                <a:latin typeface="+mn-lt"/>
                <a:ea typeface="+mn-ea"/>
                <a:cs typeface="+mn-cs"/>
                <a:sym typeface="IBM Plex Sans"/>
              </a:defRPr>
            </a:pPr>
            <a:endParaRPr/>
          </a:p>
        </p:txBody>
      </p:sp>
      <p:sp>
        <p:nvSpPr>
          <p:cNvPr id="1567" name="Slide Number"/>
          <p:cNvSpPr txBox="1">
            <a:spLocks noGrp="1"/>
          </p:cNvSpPr>
          <p:nvPr>
            <p:ph type="sldNum" sz="quarter" idx="2"/>
          </p:nvPr>
        </p:nvSpPr>
        <p:spPr>
          <a:xfrm>
            <a:off x="11752460" y="6433437"/>
            <a:ext cx="134652" cy="123111"/>
          </a:xfrm>
          <a:prstGeom prst="rect">
            <a:avLst/>
          </a:prstGeom>
        </p:spPr>
        <p:txBody>
          <a:bodyPr/>
          <a:lstStyle>
            <a:lvl1pPr defTabSz="607282">
              <a:defRPr>
                <a:solidFill>
                  <a:srgbClr val="FFFFFF"/>
                </a:solidFill>
              </a:defRPr>
            </a:lvl1pPr>
          </a:lstStyle>
          <a:p>
            <a:fld id="{86CB4B4D-7CA3-9044-876B-883B54F8677D}" type="slidenum">
              <a:rPr/>
              <a:t>‹#›</a:t>
            </a:fld>
            <a:endParaRPr/>
          </a:p>
        </p:txBody>
      </p:sp>
    </p:spTree>
    <p:extLst>
      <p:ext uri="{BB962C8B-B14F-4D97-AF65-F5344CB8AC3E}">
        <p14:creationId xmlns:p14="http://schemas.microsoft.com/office/powerpoint/2010/main" val="1404903332"/>
      </p:ext>
    </p:extLst>
  </p:cSld>
  <p:clrMapOvr>
    <a:masterClrMapping/>
  </p:clrMapOvr>
  <p:transition spd="med"/>
</p:sldLayout>
</file>

<file path=ppt/slideLayouts/slideLayout192.xml><?xml version="1.0" encoding="utf-8"?>
<p:sldLayout xmlns:a="http://schemas.openxmlformats.org/drawingml/2006/main" xmlns:r="http://schemas.openxmlformats.org/officeDocument/2006/relationships" xmlns:p="http://schemas.openxmlformats.org/presentationml/2006/main" showMasterSp="0" type="tx">
  <p:cSld name="blank (with footer)">
    <p:bg>
      <p:bgPr>
        <a:solidFill>
          <a:srgbClr val="000000"/>
        </a:solidFill>
        <a:effectLst/>
      </p:bgPr>
    </p:bg>
    <p:spTree>
      <p:nvGrpSpPr>
        <p:cNvPr id="1" name=""/>
        <p:cNvGrpSpPr/>
        <p:nvPr/>
      </p:nvGrpSpPr>
      <p:grpSpPr>
        <a:xfrm>
          <a:off x="0" y="0"/>
          <a:ext cx="0" cy="0"/>
          <a:chOff x="0" y="0"/>
          <a:chExt cx="0" cy="0"/>
        </a:xfrm>
      </p:grpSpPr>
      <p:grpSp>
        <p:nvGrpSpPr>
          <p:cNvPr id="1618" name="Group 1"/>
          <p:cNvGrpSpPr/>
          <p:nvPr/>
        </p:nvGrpSpPr>
        <p:grpSpPr>
          <a:xfrm>
            <a:off x="-146308" y="-146475"/>
            <a:ext cx="12485629" cy="7152643"/>
            <a:chOff x="0" y="0"/>
            <a:chExt cx="9364220" cy="5364480"/>
          </a:xfrm>
        </p:grpSpPr>
        <p:grpSp>
          <p:nvGrpSpPr>
            <p:cNvPr id="1585" name="Group 59"/>
            <p:cNvGrpSpPr/>
            <p:nvPr/>
          </p:nvGrpSpPr>
          <p:grpSpPr>
            <a:xfrm>
              <a:off x="338965" y="0"/>
              <a:ext cx="8686732" cy="91441"/>
              <a:chOff x="0" y="0"/>
              <a:chExt cx="8686732" cy="91440"/>
            </a:xfrm>
          </p:grpSpPr>
          <p:sp>
            <p:nvSpPr>
              <p:cNvPr id="1574" name="Straight Connector 92"/>
              <p:cNvSpPr/>
              <p:nvPr/>
            </p:nvSpPr>
            <p:spPr>
              <a:xfrm flipV="1">
                <a:off x="-1" y="0"/>
                <a:ext cx="2"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575" name="Straight Connector 93"/>
              <p:cNvSpPr/>
              <p:nvPr/>
            </p:nvSpPr>
            <p:spPr>
              <a:xfrm flipV="1">
                <a:off x="1828800"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576" name="Straight Connector 94"/>
              <p:cNvSpPr/>
              <p:nvPr/>
            </p:nvSpPr>
            <p:spPr>
              <a:xfrm flipV="1">
                <a:off x="2057400"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577" name="Straight Connector 95"/>
              <p:cNvSpPr/>
              <p:nvPr/>
            </p:nvSpPr>
            <p:spPr>
              <a:xfrm flipV="1">
                <a:off x="2286000"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578" name="Straight Connector 96"/>
              <p:cNvSpPr/>
              <p:nvPr/>
            </p:nvSpPr>
            <p:spPr>
              <a:xfrm flipV="1">
                <a:off x="4114799"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579" name="Straight Connector 97"/>
              <p:cNvSpPr/>
              <p:nvPr/>
            </p:nvSpPr>
            <p:spPr>
              <a:xfrm flipV="1">
                <a:off x="4343399"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580" name="Straight Connector 98"/>
              <p:cNvSpPr/>
              <p:nvPr/>
            </p:nvSpPr>
            <p:spPr>
              <a:xfrm flipV="1">
                <a:off x="4571999"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581" name="Straight Connector 99"/>
              <p:cNvSpPr/>
              <p:nvPr/>
            </p:nvSpPr>
            <p:spPr>
              <a:xfrm flipV="1">
                <a:off x="6400799"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582" name="Straight Connector 100"/>
              <p:cNvSpPr/>
              <p:nvPr/>
            </p:nvSpPr>
            <p:spPr>
              <a:xfrm flipV="1">
                <a:off x="6629400"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583" name="Straight Connector 101"/>
              <p:cNvSpPr/>
              <p:nvPr/>
            </p:nvSpPr>
            <p:spPr>
              <a:xfrm flipV="1">
                <a:off x="6858000"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584" name="Straight Connector 102"/>
              <p:cNvSpPr/>
              <p:nvPr/>
            </p:nvSpPr>
            <p:spPr>
              <a:xfrm flipV="1">
                <a:off x="8686732"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grpSp>
        <p:grpSp>
          <p:nvGrpSpPr>
            <p:cNvPr id="1597" name="Group 60"/>
            <p:cNvGrpSpPr/>
            <p:nvPr/>
          </p:nvGrpSpPr>
          <p:grpSpPr>
            <a:xfrm>
              <a:off x="338965" y="5273040"/>
              <a:ext cx="8686732" cy="91441"/>
              <a:chOff x="0" y="0"/>
              <a:chExt cx="8686732" cy="91440"/>
            </a:xfrm>
          </p:grpSpPr>
          <p:sp>
            <p:nvSpPr>
              <p:cNvPr id="1586" name="Straight Connector 81"/>
              <p:cNvSpPr/>
              <p:nvPr/>
            </p:nvSpPr>
            <p:spPr>
              <a:xfrm flipV="1">
                <a:off x="-1" y="0"/>
                <a:ext cx="2"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587" name="Straight Connector 82"/>
              <p:cNvSpPr/>
              <p:nvPr/>
            </p:nvSpPr>
            <p:spPr>
              <a:xfrm flipV="1">
                <a:off x="1828800"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588" name="Straight Connector 83"/>
              <p:cNvSpPr/>
              <p:nvPr/>
            </p:nvSpPr>
            <p:spPr>
              <a:xfrm flipV="1">
                <a:off x="2057400"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589" name="Straight Connector 84"/>
              <p:cNvSpPr/>
              <p:nvPr/>
            </p:nvSpPr>
            <p:spPr>
              <a:xfrm flipV="1">
                <a:off x="2286000"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590" name="Straight Connector 85"/>
              <p:cNvSpPr/>
              <p:nvPr/>
            </p:nvSpPr>
            <p:spPr>
              <a:xfrm flipV="1">
                <a:off x="4114799"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591" name="Straight Connector 86"/>
              <p:cNvSpPr/>
              <p:nvPr/>
            </p:nvSpPr>
            <p:spPr>
              <a:xfrm flipV="1">
                <a:off x="4343399"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592" name="Straight Connector 87"/>
              <p:cNvSpPr/>
              <p:nvPr/>
            </p:nvSpPr>
            <p:spPr>
              <a:xfrm flipV="1">
                <a:off x="4571999"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593" name="Straight Connector 88"/>
              <p:cNvSpPr/>
              <p:nvPr/>
            </p:nvSpPr>
            <p:spPr>
              <a:xfrm flipV="1">
                <a:off x="6400799"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594" name="Straight Connector 89"/>
              <p:cNvSpPr/>
              <p:nvPr/>
            </p:nvSpPr>
            <p:spPr>
              <a:xfrm flipV="1">
                <a:off x="6629400"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595" name="Straight Connector 90"/>
              <p:cNvSpPr/>
              <p:nvPr/>
            </p:nvSpPr>
            <p:spPr>
              <a:xfrm flipV="1">
                <a:off x="6858000"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596" name="Straight Connector 91"/>
              <p:cNvSpPr/>
              <p:nvPr/>
            </p:nvSpPr>
            <p:spPr>
              <a:xfrm flipV="1">
                <a:off x="8686732"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grpSp>
        <p:grpSp>
          <p:nvGrpSpPr>
            <p:cNvPr id="1607" name="Group 61"/>
            <p:cNvGrpSpPr/>
            <p:nvPr/>
          </p:nvGrpSpPr>
          <p:grpSpPr>
            <a:xfrm>
              <a:off x="0" y="347599"/>
              <a:ext cx="91441" cy="4664456"/>
              <a:chOff x="0" y="0"/>
              <a:chExt cx="91440" cy="4664456"/>
            </a:xfrm>
          </p:grpSpPr>
          <p:sp>
            <p:nvSpPr>
              <p:cNvPr id="1598" name="Straight Connector 72"/>
              <p:cNvSpPr/>
              <p:nvPr/>
            </p:nvSpPr>
            <p:spPr>
              <a:xfrm flipH="1">
                <a:off x="0" y="416051"/>
                <a:ext cx="91441" cy="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599" name="Straight Connector 73"/>
              <p:cNvSpPr/>
              <p:nvPr/>
            </p:nvSpPr>
            <p:spPr>
              <a:xfrm flipH="1">
                <a:off x="0" y="1051559"/>
                <a:ext cx="91441" cy="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600" name="Straight Connector 74"/>
              <p:cNvSpPr/>
              <p:nvPr/>
            </p:nvSpPr>
            <p:spPr>
              <a:xfrm flipH="1">
                <a:off x="0" y="1691639"/>
                <a:ext cx="91441" cy="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601" name="Straight Connector 75"/>
              <p:cNvSpPr/>
              <p:nvPr/>
            </p:nvSpPr>
            <p:spPr>
              <a:xfrm flipH="1">
                <a:off x="0" y="2333245"/>
                <a:ext cx="91441" cy="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602" name="Straight Connector 76"/>
              <p:cNvSpPr/>
              <p:nvPr/>
            </p:nvSpPr>
            <p:spPr>
              <a:xfrm flipH="1">
                <a:off x="0" y="2971800"/>
                <a:ext cx="91441" cy="0"/>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603" name="Straight Connector 77"/>
              <p:cNvSpPr/>
              <p:nvPr/>
            </p:nvSpPr>
            <p:spPr>
              <a:xfrm flipH="1">
                <a:off x="0" y="3611879"/>
                <a:ext cx="91441" cy="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604" name="Straight Connector 78"/>
              <p:cNvSpPr/>
              <p:nvPr/>
            </p:nvSpPr>
            <p:spPr>
              <a:xfrm flipH="1">
                <a:off x="0" y="4256532"/>
                <a:ext cx="91441" cy="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605" name="Straight Connector 79"/>
              <p:cNvSpPr/>
              <p:nvPr/>
            </p:nvSpPr>
            <p:spPr>
              <a:xfrm flipH="1" flipV="1">
                <a:off x="0" y="-1"/>
                <a:ext cx="91441" cy="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606" name="Straight Connector 80"/>
              <p:cNvSpPr/>
              <p:nvPr/>
            </p:nvSpPr>
            <p:spPr>
              <a:xfrm flipH="1">
                <a:off x="0" y="4664455"/>
                <a:ext cx="91441" cy="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grpSp>
        <p:grpSp>
          <p:nvGrpSpPr>
            <p:cNvPr id="1617" name="Group 62"/>
            <p:cNvGrpSpPr/>
            <p:nvPr/>
          </p:nvGrpSpPr>
          <p:grpSpPr>
            <a:xfrm>
              <a:off x="9272780" y="347598"/>
              <a:ext cx="91441" cy="4663442"/>
              <a:chOff x="0" y="0"/>
              <a:chExt cx="91440" cy="4663440"/>
            </a:xfrm>
          </p:grpSpPr>
          <p:sp>
            <p:nvSpPr>
              <p:cNvPr id="1608" name="Straight Connector 63"/>
              <p:cNvSpPr/>
              <p:nvPr/>
            </p:nvSpPr>
            <p:spPr>
              <a:xfrm flipH="1">
                <a:off x="0" y="416052"/>
                <a:ext cx="91441" cy="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609" name="Straight Connector 64"/>
              <p:cNvSpPr/>
              <p:nvPr/>
            </p:nvSpPr>
            <p:spPr>
              <a:xfrm flipH="1">
                <a:off x="0" y="1051560"/>
                <a:ext cx="91441" cy="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610" name="Straight Connector 65"/>
              <p:cNvSpPr/>
              <p:nvPr/>
            </p:nvSpPr>
            <p:spPr>
              <a:xfrm flipH="1">
                <a:off x="0" y="1691640"/>
                <a:ext cx="91441" cy="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611" name="Straight Connector 66"/>
              <p:cNvSpPr/>
              <p:nvPr/>
            </p:nvSpPr>
            <p:spPr>
              <a:xfrm flipH="1">
                <a:off x="0" y="2331720"/>
                <a:ext cx="91441" cy="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612" name="Straight Connector 67"/>
              <p:cNvSpPr/>
              <p:nvPr/>
            </p:nvSpPr>
            <p:spPr>
              <a:xfrm flipH="1">
                <a:off x="0" y="2971800"/>
                <a:ext cx="91441" cy="0"/>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613" name="Straight Connector 68"/>
              <p:cNvSpPr/>
              <p:nvPr/>
            </p:nvSpPr>
            <p:spPr>
              <a:xfrm flipH="1">
                <a:off x="0" y="3611879"/>
                <a:ext cx="91441" cy="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614" name="Straight Connector 69"/>
              <p:cNvSpPr/>
              <p:nvPr/>
            </p:nvSpPr>
            <p:spPr>
              <a:xfrm flipH="1">
                <a:off x="0" y="4256532"/>
                <a:ext cx="91441" cy="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615" name="Straight Connector 70"/>
              <p:cNvSpPr/>
              <p:nvPr/>
            </p:nvSpPr>
            <p:spPr>
              <a:xfrm flipH="1" flipV="1">
                <a:off x="0" y="0"/>
                <a:ext cx="91441" cy="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616" name="Straight Connector 71"/>
              <p:cNvSpPr/>
              <p:nvPr/>
            </p:nvSpPr>
            <p:spPr>
              <a:xfrm flipH="1">
                <a:off x="0" y="4663440"/>
                <a:ext cx="91441" cy="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grpSp>
      </p:grpSp>
      <p:sp>
        <p:nvSpPr>
          <p:cNvPr id="1619" name="Slide Number"/>
          <p:cNvSpPr txBox="1">
            <a:spLocks noGrp="1"/>
          </p:cNvSpPr>
          <p:nvPr>
            <p:ph type="sldNum" sz="quarter" idx="2"/>
          </p:nvPr>
        </p:nvSpPr>
        <p:spPr>
          <a:xfrm>
            <a:off x="11752462" y="6433438"/>
            <a:ext cx="134652" cy="123111"/>
          </a:xfrm>
          <a:prstGeom prst="rect">
            <a:avLst/>
          </a:prstGeom>
        </p:spPr>
        <p:txBody>
          <a:bodyPr/>
          <a:lstStyle>
            <a:lvl1pPr defTabSz="607282">
              <a:defRPr>
                <a:solidFill>
                  <a:srgbClr val="FFFFFF"/>
                </a:solidFill>
              </a:defRPr>
            </a:lvl1pPr>
          </a:lstStyle>
          <a:p>
            <a:fld id="{86CB4B4D-7CA3-9044-876B-883B54F8677D}" type="slidenum">
              <a:rPr/>
              <a:t>‹#›</a:t>
            </a:fld>
            <a:endParaRPr/>
          </a:p>
        </p:txBody>
      </p:sp>
    </p:spTree>
    <p:extLst>
      <p:ext uri="{BB962C8B-B14F-4D97-AF65-F5344CB8AC3E}">
        <p14:creationId xmlns:p14="http://schemas.microsoft.com/office/powerpoint/2010/main" val="1897161518"/>
      </p:ext>
    </p:extLst>
  </p:cSld>
  <p:clrMapOvr>
    <a:masterClrMapping/>
  </p:clrMapOvr>
  <p:transition spd="med"/>
</p:sldLayout>
</file>

<file path=ppt/slideLayouts/slideLayout193.xml><?xml version="1.0" encoding="utf-8"?>
<p:sldLayout xmlns:a="http://schemas.openxmlformats.org/drawingml/2006/main" xmlns:r="http://schemas.openxmlformats.org/officeDocument/2006/relationships" xmlns:p="http://schemas.openxmlformats.org/presentationml/2006/main" showMasterSp="0" type="tx">
  <p:cSld name="1_blank (with footer)">
    <p:bg>
      <p:bgPr>
        <a:solidFill>
          <a:srgbClr val="000000"/>
        </a:solidFill>
        <a:effectLst/>
      </p:bgPr>
    </p:bg>
    <p:spTree>
      <p:nvGrpSpPr>
        <p:cNvPr id="1" name=""/>
        <p:cNvGrpSpPr/>
        <p:nvPr/>
      </p:nvGrpSpPr>
      <p:grpSpPr>
        <a:xfrm>
          <a:off x="0" y="0"/>
          <a:ext cx="0" cy="0"/>
          <a:chOff x="0" y="0"/>
          <a:chExt cx="0" cy="0"/>
        </a:xfrm>
      </p:grpSpPr>
      <p:grpSp>
        <p:nvGrpSpPr>
          <p:cNvPr id="1628" name="Group 7"/>
          <p:cNvGrpSpPr/>
          <p:nvPr/>
        </p:nvGrpSpPr>
        <p:grpSpPr>
          <a:xfrm>
            <a:off x="761999" y="6623625"/>
            <a:ext cx="2184928" cy="102657"/>
            <a:chOff x="0" y="25005"/>
            <a:chExt cx="1638694" cy="76991"/>
          </a:xfrm>
        </p:grpSpPr>
        <p:sp>
          <p:nvSpPr>
            <p:cNvPr id="1626" name="Footer Placeholder 3"/>
            <p:cNvSpPr txBox="1"/>
            <p:nvPr/>
          </p:nvSpPr>
          <p:spPr>
            <a:xfrm>
              <a:off x="0" y="25005"/>
              <a:ext cx="1427761" cy="7699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p>
              <a:pPr defTabSz="914377">
                <a:defRPr sz="500">
                  <a:solidFill>
                    <a:srgbClr val="FFFFFF">
                      <a:alpha val="60000"/>
                    </a:srgbClr>
                  </a:solidFill>
                  <a:latin typeface="+mn-lt"/>
                  <a:ea typeface="+mn-ea"/>
                  <a:cs typeface="+mn-cs"/>
                  <a:sym typeface="IBM Plex Sans"/>
                </a:defRPr>
              </a:pPr>
              <a:r>
                <a:rPr sz="667"/>
                <a:t>©</a:t>
              </a:r>
              <a:r>
                <a:rPr sz="267"/>
                <a:t> </a:t>
              </a:r>
              <a:r>
                <a:rPr sz="667"/>
                <a:t>2018 IBM Corporation               </a:t>
              </a:r>
            </a:p>
          </p:txBody>
        </p:sp>
        <p:sp>
          <p:nvSpPr>
            <p:cNvPr id="1627" name="Date Placeholder 2"/>
            <p:cNvSpPr txBox="1"/>
            <p:nvPr/>
          </p:nvSpPr>
          <p:spPr>
            <a:xfrm>
              <a:off x="838593" y="25005"/>
              <a:ext cx="800101" cy="7699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lvl1pPr defTabSz="914400">
                <a:defRPr sz="500">
                  <a:solidFill>
                    <a:srgbClr val="FFFFFF">
                      <a:alpha val="60000"/>
                    </a:srgbClr>
                  </a:solidFill>
                  <a:latin typeface="+mn-lt"/>
                  <a:ea typeface="+mn-ea"/>
                  <a:cs typeface="+mn-cs"/>
                  <a:sym typeface="IBM Plex Sans"/>
                </a:defRPr>
              </a:lvl1pPr>
            </a:lstStyle>
            <a:p>
              <a:r>
                <a:rPr sz="667"/>
                <a:t> 19 April 2021</a:t>
              </a:r>
            </a:p>
          </p:txBody>
        </p:sp>
      </p:grpSp>
      <p:sp>
        <p:nvSpPr>
          <p:cNvPr id="1629" name="Footer Placeholder 3"/>
          <p:cNvSpPr txBox="1"/>
          <p:nvPr/>
        </p:nvSpPr>
        <p:spPr>
          <a:xfrm>
            <a:off x="3238501" y="6623624"/>
            <a:ext cx="1903681" cy="10265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defTabSz="685800">
              <a:defRPr sz="500">
                <a:solidFill>
                  <a:srgbClr val="FFFFFF">
                    <a:alpha val="60000"/>
                  </a:srgbClr>
                </a:solidFill>
                <a:latin typeface="+mn-lt"/>
                <a:ea typeface="+mn-ea"/>
                <a:cs typeface="+mn-cs"/>
                <a:sym typeface="IBM Plex Sans"/>
              </a:defRPr>
            </a:lvl1pPr>
          </a:lstStyle>
          <a:p>
            <a:r>
              <a:rPr sz="667"/>
              <a:t>IBM Data Science Elite</a:t>
            </a:r>
          </a:p>
        </p:txBody>
      </p:sp>
      <p:sp>
        <p:nvSpPr>
          <p:cNvPr id="1630" name="Slide Number"/>
          <p:cNvSpPr txBox="1">
            <a:spLocks noGrp="1"/>
          </p:cNvSpPr>
          <p:nvPr>
            <p:ph type="sldNum" sz="quarter" idx="2"/>
          </p:nvPr>
        </p:nvSpPr>
        <p:spPr>
          <a:xfrm>
            <a:off x="379047" y="6618104"/>
            <a:ext cx="112210" cy="102657"/>
          </a:xfrm>
          <a:prstGeom prst="rect">
            <a:avLst/>
          </a:prstGeom>
        </p:spPr>
        <p:txBody>
          <a:bodyPr/>
          <a:lstStyle>
            <a:lvl1pPr algn="l" defTabSz="914377">
              <a:defRPr sz="667">
                <a:solidFill>
                  <a:srgbClr val="FFFFFF"/>
                </a:solidFill>
              </a:defRPr>
            </a:lvl1pPr>
          </a:lstStyle>
          <a:p>
            <a:fld id="{86CB4B4D-7CA3-9044-876B-883B54F8677D}" type="slidenum">
              <a:rPr/>
              <a:t>‹#›</a:t>
            </a:fld>
            <a:endParaRPr/>
          </a:p>
        </p:txBody>
      </p:sp>
    </p:spTree>
    <p:extLst>
      <p:ext uri="{BB962C8B-B14F-4D97-AF65-F5344CB8AC3E}">
        <p14:creationId xmlns:p14="http://schemas.microsoft.com/office/powerpoint/2010/main" val="673405401"/>
      </p:ext>
    </p:extLst>
  </p:cSld>
  <p:clrMapOvr>
    <a:masterClrMapping/>
  </p:clrMapOvr>
  <p:transition spd="med"/>
</p:sldLayout>
</file>

<file path=ppt/slideLayouts/slideLayout194.xml><?xml version="1.0" encoding="utf-8"?>
<p:sldLayout xmlns:a="http://schemas.openxmlformats.org/drawingml/2006/main" xmlns:r="http://schemas.openxmlformats.org/officeDocument/2006/relationships" xmlns:p="http://schemas.openxmlformats.org/presentationml/2006/main" showMasterSp="0" type="tx">
  <p:cSld name="1_divider">
    <p:bg>
      <p:bgPr>
        <a:solidFill>
          <a:srgbClr val="000000"/>
        </a:solidFill>
        <a:effectLst/>
      </p:bgPr>
    </p:bg>
    <p:spTree>
      <p:nvGrpSpPr>
        <p:cNvPr id="1" name=""/>
        <p:cNvGrpSpPr/>
        <p:nvPr/>
      </p:nvGrpSpPr>
      <p:grpSpPr>
        <a:xfrm>
          <a:off x="0" y="0"/>
          <a:ext cx="0" cy="0"/>
          <a:chOff x="0" y="0"/>
          <a:chExt cx="0" cy="0"/>
        </a:xfrm>
      </p:grpSpPr>
      <p:grpSp>
        <p:nvGrpSpPr>
          <p:cNvPr id="1681" name="Group 58"/>
          <p:cNvGrpSpPr/>
          <p:nvPr/>
        </p:nvGrpSpPr>
        <p:grpSpPr>
          <a:xfrm>
            <a:off x="-146308" y="-146475"/>
            <a:ext cx="12485629" cy="7152643"/>
            <a:chOff x="0" y="0"/>
            <a:chExt cx="9364220" cy="5364480"/>
          </a:xfrm>
        </p:grpSpPr>
        <p:grpSp>
          <p:nvGrpSpPr>
            <p:cNvPr id="1648" name="Group 59"/>
            <p:cNvGrpSpPr/>
            <p:nvPr/>
          </p:nvGrpSpPr>
          <p:grpSpPr>
            <a:xfrm>
              <a:off x="338965" y="0"/>
              <a:ext cx="8686732" cy="91441"/>
              <a:chOff x="0" y="0"/>
              <a:chExt cx="8686732" cy="91440"/>
            </a:xfrm>
          </p:grpSpPr>
          <p:sp>
            <p:nvSpPr>
              <p:cNvPr id="1637" name="Straight Connector 92"/>
              <p:cNvSpPr/>
              <p:nvPr/>
            </p:nvSpPr>
            <p:spPr>
              <a:xfrm flipV="1">
                <a:off x="-1" y="0"/>
                <a:ext cx="2"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638" name="Straight Connector 93"/>
              <p:cNvSpPr/>
              <p:nvPr/>
            </p:nvSpPr>
            <p:spPr>
              <a:xfrm flipV="1">
                <a:off x="1828800"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639" name="Straight Connector 94"/>
              <p:cNvSpPr/>
              <p:nvPr/>
            </p:nvSpPr>
            <p:spPr>
              <a:xfrm flipV="1">
                <a:off x="2057400"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640" name="Straight Connector 95"/>
              <p:cNvSpPr/>
              <p:nvPr/>
            </p:nvSpPr>
            <p:spPr>
              <a:xfrm flipV="1">
                <a:off x="2286000"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641" name="Straight Connector 96"/>
              <p:cNvSpPr/>
              <p:nvPr/>
            </p:nvSpPr>
            <p:spPr>
              <a:xfrm flipV="1">
                <a:off x="4114799"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642" name="Straight Connector 97"/>
              <p:cNvSpPr/>
              <p:nvPr/>
            </p:nvSpPr>
            <p:spPr>
              <a:xfrm flipV="1">
                <a:off x="4343399"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643" name="Straight Connector 98"/>
              <p:cNvSpPr/>
              <p:nvPr/>
            </p:nvSpPr>
            <p:spPr>
              <a:xfrm flipV="1">
                <a:off x="4571999"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644" name="Straight Connector 99"/>
              <p:cNvSpPr/>
              <p:nvPr/>
            </p:nvSpPr>
            <p:spPr>
              <a:xfrm flipV="1">
                <a:off x="6400799"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645" name="Straight Connector 100"/>
              <p:cNvSpPr/>
              <p:nvPr/>
            </p:nvSpPr>
            <p:spPr>
              <a:xfrm flipV="1">
                <a:off x="6629400"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646" name="Straight Connector 101"/>
              <p:cNvSpPr/>
              <p:nvPr/>
            </p:nvSpPr>
            <p:spPr>
              <a:xfrm flipV="1">
                <a:off x="6858000"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647" name="Straight Connector 102"/>
              <p:cNvSpPr/>
              <p:nvPr/>
            </p:nvSpPr>
            <p:spPr>
              <a:xfrm flipV="1">
                <a:off x="8686732"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grpSp>
        <p:grpSp>
          <p:nvGrpSpPr>
            <p:cNvPr id="1660" name="Group 60"/>
            <p:cNvGrpSpPr/>
            <p:nvPr/>
          </p:nvGrpSpPr>
          <p:grpSpPr>
            <a:xfrm>
              <a:off x="338965" y="5273040"/>
              <a:ext cx="8686732" cy="91441"/>
              <a:chOff x="0" y="0"/>
              <a:chExt cx="8686732" cy="91440"/>
            </a:xfrm>
          </p:grpSpPr>
          <p:sp>
            <p:nvSpPr>
              <p:cNvPr id="1649" name="Straight Connector 81"/>
              <p:cNvSpPr/>
              <p:nvPr/>
            </p:nvSpPr>
            <p:spPr>
              <a:xfrm flipV="1">
                <a:off x="-1" y="0"/>
                <a:ext cx="2"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650" name="Straight Connector 82"/>
              <p:cNvSpPr/>
              <p:nvPr/>
            </p:nvSpPr>
            <p:spPr>
              <a:xfrm flipV="1">
                <a:off x="1828800"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651" name="Straight Connector 83"/>
              <p:cNvSpPr/>
              <p:nvPr/>
            </p:nvSpPr>
            <p:spPr>
              <a:xfrm flipV="1">
                <a:off x="2057400"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652" name="Straight Connector 84"/>
              <p:cNvSpPr/>
              <p:nvPr/>
            </p:nvSpPr>
            <p:spPr>
              <a:xfrm flipV="1">
                <a:off x="2286000"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653" name="Straight Connector 85"/>
              <p:cNvSpPr/>
              <p:nvPr/>
            </p:nvSpPr>
            <p:spPr>
              <a:xfrm flipV="1">
                <a:off x="4114799"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654" name="Straight Connector 86"/>
              <p:cNvSpPr/>
              <p:nvPr/>
            </p:nvSpPr>
            <p:spPr>
              <a:xfrm flipV="1">
                <a:off x="4343399"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655" name="Straight Connector 87"/>
              <p:cNvSpPr/>
              <p:nvPr/>
            </p:nvSpPr>
            <p:spPr>
              <a:xfrm flipV="1">
                <a:off x="4571999"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656" name="Straight Connector 88"/>
              <p:cNvSpPr/>
              <p:nvPr/>
            </p:nvSpPr>
            <p:spPr>
              <a:xfrm flipV="1">
                <a:off x="6400799"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657" name="Straight Connector 89"/>
              <p:cNvSpPr/>
              <p:nvPr/>
            </p:nvSpPr>
            <p:spPr>
              <a:xfrm flipV="1">
                <a:off x="6629400"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658" name="Straight Connector 90"/>
              <p:cNvSpPr/>
              <p:nvPr/>
            </p:nvSpPr>
            <p:spPr>
              <a:xfrm flipV="1">
                <a:off x="6858000"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659" name="Straight Connector 91"/>
              <p:cNvSpPr/>
              <p:nvPr/>
            </p:nvSpPr>
            <p:spPr>
              <a:xfrm flipV="1">
                <a:off x="8686732"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grpSp>
        <p:grpSp>
          <p:nvGrpSpPr>
            <p:cNvPr id="1670" name="Group 61"/>
            <p:cNvGrpSpPr/>
            <p:nvPr/>
          </p:nvGrpSpPr>
          <p:grpSpPr>
            <a:xfrm>
              <a:off x="0" y="347599"/>
              <a:ext cx="91441" cy="4664456"/>
              <a:chOff x="0" y="0"/>
              <a:chExt cx="91440" cy="4664456"/>
            </a:xfrm>
          </p:grpSpPr>
          <p:sp>
            <p:nvSpPr>
              <p:cNvPr id="1661" name="Straight Connector 72"/>
              <p:cNvSpPr/>
              <p:nvPr/>
            </p:nvSpPr>
            <p:spPr>
              <a:xfrm flipH="1">
                <a:off x="0" y="416051"/>
                <a:ext cx="91441" cy="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662" name="Straight Connector 73"/>
              <p:cNvSpPr/>
              <p:nvPr/>
            </p:nvSpPr>
            <p:spPr>
              <a:xfrm flipH="1">
                <a:off x="0" y="1051559"/>
                <a:ext cx="91441" cy="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663" name="Straight Connector 74"/>
              <p:cNvSpPr/>
              <p:nvPr/>
            </p:nvSpPr>
            <p:spPr>
              <a:xfrm flipH="1">
                <a:off x="0" y="1691639"/>
                <a:ext cx="91441" cy="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664" name="Straight Connector 75"/>
              <p:cNvSpPr/>
              <p:nvPr/>
            </p:nvSpPr>
            <p:spPr>
              <a:xfrm flipH="1">
                <a:off x="0" y="2333245"/>
                <a:ext cx="91441" cy="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665" name="Straight Connector 76"/>
              <p:cNvSpPr/>
              <p:nvPr/>
            </p:nvSpPr>
            <p:spPr>
              <a:xfrm flipH="1">
                <a:off x="0" y="2971800"/>
                <a:ext cx="91441" cy="0"/>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666" name="Straight Connector 77"/>
              <p:cNvSpPr/>
              <p:nvPr/>
            </p:nvSpPr>
            <p:spPr>
              <a:xfrm flipH="1">
                <a:off x="0" y="3611879"/>
                <a:ext cx="91441" cy="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667" name="Straight Connector 78"/>
              <p:cNvSpPr/>
              <p:nvPr/>
            </p:nvSpPr>
            <p:spPr>
              <a:xfrm flipH="1">
                <a:off x="0" y="4256532"/>
                <a:ext cx="91441" cy="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668" name="Straight Connector 79"/>
              <p:cNvSpPr/>
              <p:nvPr/>
            </p:nvSpPr>
            <p:spPr>
              <a:xfrm flipH="1" flipV="1">
                <a:off x="0" y="-1"/>
                <a:ext cx="91441" cy="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669" name="Straight Connector 80"/>
              <p:cNvSpPr/>
              <p:nvPr/>
            </p:nvSpPr>
            <p:spPr>
              <a:xfrm flipH="1">
                <a:off x="0" y="4664455"/>
                <a:ext cx="91441" cy="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grpSp>
        <p:grpSp>
          <p:nvGrpSpPr>
            <p:cNvPr id="1680" name="Group 62"/>
            <p:cNvGrpSpPr/>
            <p:nvPr/>
          </p:nvGrpSpPr>
          <p:grpSpPr>
            <a:xfrm>
              <a:off x="9272780" y="347598"/>
              <a:ext cx="91441" cy="4663442"/>
              <a:chOff x="0" y="0"/>
              <a:chExt cx="91440" cy="4663440"/>
            </a:xfrm>
          </p:grpSpPr>
          <p:sp>
            <p:nvSpPr>
              <p:cNvPr id="1671" name="Straight Connector 63"/>
              <p:cNvSpPr/>
              <p:nvPr/>
            </p:nvSpPr>
            <p:spPr>
              <a:xfrm flipH="1">
                <a:off x="0" y="416052"/>
                <a:ext cx="91441" cy="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672" name="Straight Connector 64"/>
              <p:cNvSpPr/>
              <p:nvPr/>
            </p:nvSpPr>
            <p:spPr>
              <a:xfrm flipH="1">
                <a:off x="0" y="1051560"/>
                <a:ext cx="91441" cy="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673" name="Straight Connector 65"/>
              <p:cNvSpPr/>
              <p:nvPr/>
            </p:nvSpPr>
            <p:spPr>
              <a:xfrm flipH="1">
                <a:off x="0" y="1691640"/>
                <a:ext cx="91441" cy="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674" name="Straight Connector 66"/>
              <p:cNvSpPr/>
              <p:nvPr/>
            </p:nvSpPr>
            <p:spPr>
              <a:xfrm flipH="1">
                <a:off x="0" y="2331720"/>
                <a:ext cx="91441" cy="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675" name="Straight Connector 67"/>
              <p:cNvSpPr/>
              <p:nvPr/>
            </p:nvSpPr>
            <p:spPr>
              <a:xfrm flipH="1">
                <a:off x="0" y="2971800"/>
                <a:ext cx="91441" cy="0"/>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676" name="Straight Connector 68"/>
              <p:cNvSpPr/>
              <p:nvPr/>
            </p:nvSpPr>
            <p:spPr>
              <a:xfrm flipH="1">
                <a:off x="0" y="3611879"/>
                <a:ext cx="91441" cy="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677" name="Straight Connector 69"/>
              <p:cNvSpPr/>
              <p:nvPr/>
            </p:nvSpPr>
            <p:spPr>
              <a:xfrm flipH="1">
                <a:off x="0" y="4256532"/>
                <a:ext cx="91441" cy="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678" name="Straight Connector 70"/>
              <p:cNvSpPr/>
              <p:nvPr/>
            </p:nvSpPr>
            <p:spPr>
              <a:xfrm flipH="1" flipV="1">
                <a:off x="0" y="0"/>
                <a:ext cx="91441" cy="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679" name="Straight Connector 71"/>
              <p:cNvSpPr/>
              <p:nvPr/>
            </p:nvSpPr>
            <p:spPr>
              <a:xfrm flipH="1">
                <a:off x="0" y="4663440"/>
                <a:ext cx="91441" cy="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grpSp>
      </p:grpSp>
      <p:sp>
        <p:nvSpPr>
          <p:cNvPr id="1682" name="Title Text"/>
          <p:cNvSpPr txBox="1">
            <a:spLocks noGrp="1"/>
          </p:cNvSpPr>
          <p:nvPr>
            <p:ph type="title"/>
          </p:nvPr>
        </p:nvSpPr>
        <p:spPr>
          <a:xfrm>
            <a:off x="280415" y="268224"/>
            <a:ext cx="5522979" cy="5726179"/>
          </a:xfrm>
          <a:prstGeom prst="rect">
            <a:avLst/>
          </a:prstGeom>
        </p:spPr>
        <p:txBody>
          <a:bodyPr>
            <a:normAutofit/>
          </a:bodyPr>
          <a:lstStyle>
            <a:lvl1pPr>
              <a:defRPr sz="3067">
                <a:solidFill>
                  <a:srgbClr val="FFFFFF"/>
                </a:solidFill>
                <a:latin typeface="+mn-lt"/>
                <a:ea typeface="+mn-ea"/>
                <a:cs typeface="+mn-cs"/>
                <a:sym typeface="IBM Plex Sans"/>
              </a:defRPr>
            </a:lvl1pPr>
          </a:lstStyle>
          <a:p>
            <a:r>
              <a:t>Title Text</a:t>
            </a:r>
          </a:p>
        </p:txBody>
      </p:sp>
      <p:sp>
        <p:nvSpPr>
          <p:cNvPr id="1683" name="Slide Number"/>
          <p:cNvSpPr txBox="1">
            <a:spLocks noGrp="1"/>
          </p:cNvSpPr>
          <p:nvPr>
            <p:ph type="sldNum" sz="quarter" idx="2"/>
          </p:nvPr>
        </p:nvSpPr>
        <p:spPr>
          <a:xfrm>
            <a:off x="11774900" y="6443665"/>
            <a:ext cx="112210" cy="102657"/>
          </a:xfrm>
          <a:prstGeom prst="rect">
            <a:avLst/>
          </a:prstGeom>
        </p:spPr>
        <p:txBody>
          <a:bodyPr/>
          <a:lstStyle>
            <a:lvl1pPr defTabSz="607282">
              <a:defRPr sz="667">
                <a:solidFill>
                  <a:srgbClr val="FFFFFF"/>
                </a:solidFill>
                <a:latin typeface="+mj-lt"/>
                <a:ea typeface="+mj-ea"/>
                <a:cs typeface="+mj-cs"/>
                <a:sym typeface="IBM Plex Sans Light"/>
              </a:defRPr>
            </a:lvl1pPr>
          </a:lstStyle>
          <a:p>
            <a:fld id="{86CB4B4D-7CA3-9044-876B-883B54F8677D}" type="slidenum">
              <a:rPr/>
              <a:t>‹#›</a:t>
            </a:fld>
            <a:endParaRPr/>
          </a:p>
        </p:txBody>
      </p:sp>
    </p:spTree>
    <p:extLst>
      <p:ext uri="{BB962C8B-B14F-4D97-AF65-F5344CB8AC3E}">
        <p14:creationId xmlns:p14="http://schemas.microsoft.com/office/powerpoint/2010/main" val="2664965906"/>
      </p:ext>
    </p:extLst>
  </p:cSld>
  <p:clrMapOvr>
    <a:masterClrMapping/>
  </p:clrMapOvr>
  <p:transition spd="med"/>
</p:sldLayout>
</file>

<file path=ppt/slideLayouts/slideLayout195.xml><?xml version="1.0" encoding="utf-8"?>
<p:sldLayout xmlns:a="http://schemas.openxmlformats.org/drawingml/2006/main" xmlns:r="http://schemas.openxmlformats.org/officeDocument/2006/relationships" xmlns:p="http://schemas.openxmlformats.org/presentationml/2006/main" showMasterSp="0" type="tx">
  <p:cSld name="2_blank (with footer)">
    <p:bg>
      <p:bgPr>
        <a:solidFill>
          <a:srgbClr val="EAEAEA"/>
        </a:solidFill>
        <a:effectLst/>
      </p:bgPr>
    </p:bg>
    <p:spTree>
      <p:nvGrpSpPr>
        <p:cNvPr id="1" name=""/>
        <p:cNvGrpSpPr/>
        <p:nvPr/>
      </p:nvGrpSpPr>
      <p:grpSpPr>
        <a:xfrm>
          <a:off x="0" y="0"/>
          <a:ext cx="0" cy="0"/>
          <a:chOff x="0" y="0"/>
          <a:chExt cx="0" cy="0"/>
        </a:xfrm>
      </p:grpSpPr>
      <p:sp>
        <p:nvSpPr>
          <p:cNvPr id="1690" name="Slide Number"/>
          <p:cNvSpPr txBox="1">
            <a:spLocks noGrp="1"/>
          </p:cNvSpPr>
          <p:nvPr>
            <p:ph type="sldNum" sz="quarter" idx="2"/>
          </p:nvPr>
        </p:nvSpPr>
        <p:spPr>
          <a:xfrm>
            <a:off x="11752549" y="6465191"/>
            <a:ext cx="134652" cy="123111"/>
          </a:xfrm>
          <a:prstGeom prst="rect">
            <a:avLst/>
          </a:prstGeom>
        </p:spPr>
        <p:txBody>
          <a:bodyPr/>
          <a:lstStyle>
            <a:lvl1pPr defTabSz="607282"/>
          </a:lstStyle>
          <a:p>
            <a:fld id="{86CB4B4D-7CA3-9044-876B-883B54F8677D}" type="slidenum">
              <a:rPr/>
              <a:t>‹#›</a:t>
            </a:fld>
            <a:endParaRPr/>
          </a:p>
        </p:txBody>
      </p:sp>
    </p:spTree>
    <p:extLst>
      <p:ext uri="{BB962C8B-B14F-4D97-AF65-F5344CB8AC3E}">
        <p14:creationId xmlns:p14="http://schemas.microsoft.com/office/powerpoint/2010/main" val="811520535"/>
      </p:ext>
    </p:extLst>
  </p:cSld>
  <p:clrMapOvr>
    <a:masterClrMapping/>
  </p:clrMapOvr>
  <p:transition spd="med"/>
</p:sldLayout>
</file>

<file path=ppt/slideLayouts/slideLayout196.xml><?xml version="1.0" encoding="utf-8"?>
<p:sldLayout xmlns:a="http://schemas.openxmlformats.org/drawingml/2006/main" xmlns:r="http://schemas.openxmlformats.org/officeDocument/2006/relationships" xmlns:p="http://schemas.openxmlformats.org/presentationml/2006/main" showMasterSp="0" type="tx">
  <p:cSld name="1/4-Color-Block-Black-Top">
    <p:bg>
      <p:bgPr>
        <a:solidFill>
          <a:srgbClr val="F3F3F3"/>
        </a:solidFill>
        <a:effectLst/>
      </p:bgPr>
    </p:bg>
    <p:spTree>
      <p:nvGrpSpPr>
        <p:cNvPr id="1" name=""/>
        <p:cNvGrpSpPr/>
        <p:nvPr/>
      </p:nvGrpSpPr>
      <p:grpSpPr>
        <a:xfrm>
          <a:off x="0" y="0"/>
          <a:ext cx="0" cy="0"/>
          <a:chOff x="0" y="0"/>
          <a:chExt cx="0" cy="0"/>
        </a:xfrm>
      </p:grpSpPr>
      <p:sp>
        <p:nvSpPr>
          <p:cNvPr id="1697" name="Rectangle 6"/>
          <p:cNvSpPr/>
          <p:nvPr/>
        </p:nvSpPr>
        <p:spPr>
          <a:xfrm>
            <a:off x="0" y="0"/>
            <a:ext cx="12192000" cy="1295400"/>
          </a:xfrm>
          <a:prstGeom prst="rect">
            <a:avLst/>
          </a:prstGeom>
          <a:solidFill>
            <a:srgbClr val="000000"/>
          </a:solidFill>
          <a:ln w="12700">
            <a:miter lim="400000"/>
          </a:ln>
        </p:spPr>
        <p:txBody>
          <a:bodyPr lIns="60959" rIns="60959" anchor="ctr"/>
          <a:lstStyle/>
          <a:p>
            <a:pPr algn="ctr" defTabSz="607282">
              <a:defRPr sz="1100">
                <a:solidFill>
                  <a:srgbClr val="051243"/>
                </a:solidFill>
                <a:latin typeface="Arial"/>
                <a:ea typeface="Arial"/>
                <a:cs typeface="Arial"/>
                <a:sym typeface="Arial"/>
              </a:defRPr>
            </a:pPr>
            <a:endParaRPr sz="1467"/>
          </a:p>
        </p:txBody>
      </p:sp>
      <p:sp>
        <p:nvSpPr>
          <p:cNvPr id="1698" name="Slide Number"/>
          <p:cNvSpPr txBox="1">
            <a:spLocks noGrp="1"/>
          </p:cNvSpPr>
          <p:nvPr>
            <p:ph type="sldNum" sz="quarter" idx="2"/>
          </p:nvPr>
        </p:nvSpPr>
        <p:spPr>
          <a:xfrm>
            <a:off x="8393598" y="6187074"/>
            <a:ext cx="344002" cy="338552"/>
          </a:xfrm>
          <a:prstGeom prst="rect">
            <a:avLst/>
          </a:prstGeom>
        </p:spPr>
        <p:txBody>
          <a:bodyPr lIns="45719" tIns="45719" rIns="45719" bIns="45719"/>
          <a:lstStyle>
            <a:lvl1pPr defTabSz="607282">
              <a:defRPr sz="1600">
                <a:latin typeface="Arial"/>
                <a:ea typeface="Arial"/>
                <a:cs typeface="Arial"/>
                <a:sym typeface="Arial"/>
              </a:defRPr>
            </a:lvl1pPr>
          </a:lstStyle>
          <a:p>
            <a:fld id="{86CB4B4D-7CA3-9044-876B-883B54F8677D}" type="slidenum">
              <a:rPr/>
              <a:t>‹#›</a:t>
            </a:fld>
            <a:endParaRPr/>
          </a:p>
        </p:txBody>
      </p:sp>
    </p:spTree>
    <p:extLst>
      <p:ext uri="{BB962C8B-B14F-4D97-AF65-F5344CB8AC3E}">
        <p14:creationId xmlns:p14="http://schemas.microsoft.com/office/powerpoint/2010/main" val="3681566114"/>
      </p:ext>
    </p:extLst>
  </p:cSld>
  <p:clrMapOvr>
    <a:masterClrMapping/>
  </p:clrMapOvr>
  <p:transition spd="med"/>
</p:sldLayout>
</file>

<file path=ppt/slideLayouts/slideLayout197.xml><?xml version="1.0" encoding="utf-8"?>
<p:sldLayout xmlns:a="http://schemas.openxmlformats.org/drawingml/2006/main" xmlns:r="http://schemas.openxmlformats.org/officeDocument/2006/relationships" xmlns:p="http://schemas.openxmlformats.org/presentationml/2006/main" showMasterSp="0" type="tx">
  <p:cSld name="4-3_Title and Content">
    <p:spTree>
      <p:nvGrpSpPr>
        <p:cNvPr id="1" name=""/>
        <p:cNvGrpSpPr/>
        <p:nvPr/>
      </p:nvGrpSpPr>
      <p:grpSpPr>
        <a:xfrm>
          <a:off x="0" y="0"/>
          <a:ext cx="0" cy="0"/>
          <a:chOff x="0" y="0"/>
          <a:chExt cx="0" cy="0"/>
        </a:xfrm>
      </p:grpSpPr>
      <p:pic>
        <p:nvPicPr>
          <p:cNvPr id="1705" name="Picture 7" descr="Picture 7"/>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1339013" y="6515121"/>
            <a:ext cx="471767" cy="190503"/>
          </a:xfrm>
          <a:prstGeom prst="rect">
            <a:avLst/>
          </a:prstGeom>
          <a:ln w="12700">
            <a:miter lim="400000"/>
          </a:ln>
        </p:spPr>
      </p:pic>
      <p:grpSp>
        <p:nvGrpSpPr>
          <p:cNvPr id="1708" name="Group 8"/>
          <p:cNvGrpSpPr/>
          <p:nvPr/>
        </p:nvGrpSpPr>
        <p:grpSpPr>
          <a:xfrm>
            <a:off x="762000" y="6623625"/>
            <a:ext cx="2261127" cy="102657"/>
            <a:chOff x="0" y="25004"/>
            <a:chExt cx="1695844" cy="76992"/>
          </a:xfrm>
        </p:grpSpPr>
        <p:sp>
          <p:nvSpPr>
            <p:cNvPr id="1706" name="Footer Placeholder 3"/>
            <p:cNvSpPr txBox="1"/>
            <p:nvPr/>
          </p:nvSpPr>
          <p:spPr>
            <a:xfrm>
              <a:off x="0" y="25004"/>
              <a:ext cx="1427761" cy="76992"/>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p>
              <a:pPr defTabSz="914377">
                <a:defRPr sz="500">
                  <a:solidFill>
                    <a:srgbClr val="FFFFFF">
                      <a:alpha val="60000"/>
                    </a:srgbClr>
                  </a:solidFill>
                  <a:latin typeface="+mn-lt"/>
                  <a:ea typeface="+mn-ea"/>
                  <a:cs typeface="+mn-cs"/>
                  <a:sym typeface="IBM Plex Sans"/>
                </a:defRPr>
              </a:pPr>
              <a:r>
                <a:rPr sz="667"/>
                <a:t>©</a:t>
              </a:r>
              <a:r>
                <a:rPr sz="267"/>
                <a:t> </a:t>
              </a:r>
              <a:r>
                <a:rPr sz="667"/>
                <a:t>2018 IBM Corporation               </a:t>
              </a:r>
            </a:p>
          </p:txBody>
        </p:sp>
        <p:sp>
          <p:nvSpPr>
            <p:cNvPr id="1707" name="Date Placeholder 2"/>
            <p:cNvSpPr txBox="1"/>
            <p:nvPr/>
          </p:nvSpPr>
          <p:spPr>
            <a:xfrm>
              <a:off x="838593" y="25004"/>
              <a:ext cx="857251" cy="76992"/>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lvl1pPr defTabSz="914400">
                <a:defRPr sz="500">
                  <a:solidFill>
                    <a:srgbClr val="FFFFFF">
                      <a:alpha val="60000"/>
                    </a:srgbClr>
                  </a:solidFill>
                  <a:latin typeface="+mn-lt"/>
                  <a:ea typeface="+mn-ea"/>
                  <a:cs typeface="+mn-cs"/>
                  <a:sym typeface="IBM Plex Sans"/>
                </a:defRPr>
              </a:lvl1pPr>
            </a:lstStyle>
            <a:p>
              <a:r>
                <a:rPr sz="667"/>
                <a:t> 19 April 2021</a:t>
              </a:r>
            </a:p>
          </p:txBody>
        </p:sp>
      </p:grpSp>
      <p:sp>
        <p:nvSpPr>
          <p:cNvPr id="1709" name="Footer Placeholder 3"/>
          <p:cNvSpPr txBox="1"/>
          <p:nvPr/>
        </p:nvSpPr>
        <p:spPr>
          <a:xfrm>
            <a:off x="3238501" y="6623626"/>
            <a:ext cx="1903681" cy="10265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defTabSz="685800">
              <a:defRPr sz="500">
                <a:solidFill>
                  <a:srgbClr val="FFFFFF">
                    <a:alpha val="60000"/>
                  </a:srgbClr>
                </a:solidFill>
                <a:latin typeface="+mn-lt"/>
                <a:ea typeface="+mn-ea"/>
                <a:cs typeface="+mn-cs"/>
                <a:sym typeface="IBM Plex Sans"/>
              </a:defRPr>
            </a:lvl1pPr>
          </a:lstStyle>
          <a:p>
            <a:r>
              <a:rPr sz="667"/>
              <a:t>IBM Services</a:t>
            </a:r>
          </a:p>
        </p:txBody>
      </p:sp>
      <p:sp>
        <p:nvSpPr>
          <p:cNvPr id="1710" name="Slide Number"/>
          <p:cNvSpPr txBox="1">
            <a:spLocks noGrp="1"/>
          </p:cNvSpPr>
          <p:nvPr>
            <p:ph type="sldNum" sz="quarter" idx="2"/>
          </p:nvPr>
        </p:nvSpPr>
        <p:spPr>
          <a:xfrm>
            <a:off x="379050" y="6618105"/>
            <a:ext cx="112210" cy="102657"/>
          </a:xfrm>
          <a:prstGeom prst="rect">
            <a:avLst/>
          </a:prstGeom>
        </p:spPr>
        <p:txBody>
          <a:bodyPr/>
          <a:lstStyle>
            <a:lvl1pPr algn="l" defTabSz="914377">
              <a:defRPr sz="667">
                <a:solidFill>
                  <a:srgbClr val="FFFFFF"/>
                </a:solidFill>
              </a:defRPr>
            </a:lvl1pPr>
          </a:lstStyle>
          <a:p>
            <a:fld id="{86CB4B4D-7CA3-9044-876B-883B54F8677D}" type="slidenum">
              <a:rPr/>
              <a:t>‹#›</a:t>
            </a:fld>
            <a:endParaRPr/>
          </a:p>
        </p:txBody>
      </p:sp>
      <p:sp>
        <p:nvSpPr>
          <p:cNvPr id="1711" name="Click to edit Master title style"/>
          <p:cNvSpPr txBox="1">
            <a:spLocks noGrp="1"/>
          </p:cNvSpPr>
          <p:nvPr>
            <p:ph type="title" hasCustomPrompt="1"/>
          </p:nvPr>
        </p:nvSpPr>
        <p:spPr>
          <a:xfrm>
            <a:off x="381000" y="571498"/>
            <a:ext cx="5486400" cy="5524501"/>
          </a:xfrm>
          <a:prstGeom prst="rect">
            <a:avLst/>
          </a:prstGeom>
        </p:spPr>
        <p:txBody>
          <a:bodyPr>
            <a:normAutofit/>
          </a:bodyPr>
          <a:lstStyle>
            <a:lvl1pPr defTabSz="914316">
              <a:defRPr sz="2933">
                <a:latin typeface="+mn-lt"/>
                <a:ea typeface="+mn-ea"/>
                <a:cs typeface="+mn-cs"/>
                <a:sym typeface="IBM Plex Sans"/>
              </a:defRPr>
            </a:lvl1pPr>
          </a:lstStyle>
          <a:p>
            <a:r>
              <a:t>Click to edit Master title style</a:t>
            </a:r>
          </a:p>
        </p:txBody>
      </p:sp>
      <p:sp>
        <p:nvSpPr>
          <p:cNvPr id="1712" name="Body Level One…"/>
          <p:cNvSpPr txBox="1">
            <a:spLocks noGrp="1"/>
          </p:cNvSpPr>
          <p:nvPr>
            <p:ph type="body" sz="quarter" idx="1"/>
          </p:nvPr>
        </p:nvSpPr>
        <p:spPr>
          <a:xfrm>
            <a:off x="381000" y="220981"/>
            <a:ext cx="5486400" cy="228601"/>
          </a:xfrm>
          <a:prstGeom prst="rect">
            <a:avLst/>
          </a:prstGeom>
        </p:spPr>
        <p:txBody>
          <a:bodyPr>
            <a:normAutofit/>
          </a:bodyPr>
          <a:lstStyle>
            <a:lvl1pPr defTabSz="914316">
              <a:lnSpc>
                <a:spcPct val="104999"/>
              </a:lnSpc>
              <a:spcBef>
                <a:spcPts val="933"/>
              </a:spcBef>
              <a:defRPr sz="1333">
                <a:solidFill>
                  <a:srgbClr val="6EA6FF"/>
                </a:solidFill>
                <a:latin typeface="+mn-lt"/>
                <a:ea typeface="+mn-ea"/>
                <a:cs typeface="+mn-cs"/>
                <a:sym typeface="IBM Plex Sans"/>
              </a:defRPr>
            </a:lvl1pPr>
            <a:lvl2pPr marL="190481" indent="-190481" defTabSz="914316">
              <a:lnSpc>
                <a:spcPct val="104999"/>
              </a:lnSpc>
              <a:spcBef>
                <a:spcPts val="933"/>
              </a:spcBef>
              <a:buChar char="-"/>
              <a:defRPr sz="1333">
                <a:solidFill>
                  <a:srgbClr val="6EA6FF"/>
                </a:solidFill>
                <a:latin typeface="+mn-lt"/>
                <a:ea typeface="+mn-ea"/>
                <a:cs typeface="+mn-cs"/>
                <a:sym typeface="IBM Plex Sans"/>
              </a:defRPr>
            </a:lvl2pPr>
            <a:lvl3pPr marL="380966" indent="-190481" defTabSz="914316">
              <a:lnSpc>
                <a:spcPct val="104999"/>
              </a:lnSpc>
              <a:spcBef>
                <a:spcPts val="933"/>
              </a:spcBef>
              <a:buSzPct val="80000"/>
              <a:defRPr sz="1333">
                <a:solidFill>
                  <a:srgbClr val="6EA6FF"/>
                </a:solidFill>
                <a:latin typeface="+mn-lt"/>
                <a:ea typeface="+mn-ea"/>
                <a:cs typeface="+mn-cs"/>
                <a:sym typeface="IBM Plex Sans"/>
              </a:defRPr>
            </a:lvl3pPr>
            <a:lvl4pPr marL="571447" indent="-190481" defTabSz="914316">
              <a:lnSpc>
                <a:spcPct val="104999"/>
              </a:lnSpc>
              <a:spcBef>
                <a:spcPts val="933"/>
              </a:spcBef>
              <a:defRPr sz="1333">
                <a:solidFill>
                  <a:srgbClr val="6EA6FF"/>
                </a:solidFill>
                <a:latin typeface="+mn-lt"/>
                <a:ea typeface="+mn-ea"/>
                <a:cs typeface="+mn-cs"/>
                <a:sym typeface="IBM Plex Sans"/>
              </a:defRPr>
            </a:lvl4pPr>
            <a:lvl5pPr marL="730186" indent="-158735" defTabSz="914316">
              <a:lnSpc>
                <a:spcPct val="104999"/>
              </a:lnSpc>
              <a:spcBef>
                <a:spcPts val="933"/>
              </a:spcBef>
              <a:buSzPct val="80000"/>
              <a:buChar char="•"/>
              <a:defRPr sz="1333">
                <a:solidFill>
                  <a:srgbClr val="6EA6FF"/>
                </a:solidFill>
                <a:latin typeface="+mn-lt"/>
                <a:ea typeface="+mn-ea"/>
                <a:cs typeface="+mn-cs"/>
                <a:sym typeface="IBM Plex Sans"/>
              </a:defRPr>
            </a:lvl5pPr>
          </a:lstStyle>
          <a:p>
            <a:r>
              <a:t>Body Level One</a:t>
            </a:r>
          </a:p>
          <a:p>
            <a:pPr lvl="1"/>
            <a:r>
              <a:t>Body Level Two</a:t>
            </a:r>
          </a:p>
          <a:p>
            <a:pPr lvl="2"/>
            <a:r>
              <a:t>Body Level Three</a:t>
            </a:r>
          </a:p>
          <a:p>
            <a:pPr lvl="3"/>
            <a:r>
              <a:t>Body Level Four</a:t>
            </a:r>
          </a:p>
          <a:p>
            <a:pPr lvl="4"/>
            <a:r>
              <a:t>Body Level Five</a:t>
            </a:r>
          </a:p>
        </p:txBody>
      </p:sp>
      <p:pic>
        <p:nvPicPr>
          <p:cNvPr id="1713" name="Picture 17" descr="Picture 17"/>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609602" y="6477000"/>
            <a:ext cx="956820" cy="381000"/>
          </a:xfrm>
          <a:prstGeom prst="rect">
            <a:avLst/>
          </a:prstGeom>
          <a:ln w="12700">
            <a:miter lim="400000"/>
          </a:ln>
        </p:spPr>
      </p:pic>
      <p:pic>
        <p:nvPicPr>
          <p:cNvPr id="1714" name="Picture 20" descr="Picture 20"/>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1339013" y="6515118"/>
            <a:ext cx="471767" cy="190501"/>
          </a:xfrm>
          <a:prstGeom prst="rect">
            <a:avLst/>
          </a:prstGeom>
          <a:ln w="12700">
            <a:miter lim="400000"/>
          </a:ln>
        </p:spPr>
      </p:pic>
      <p:sp>
        <p:nvSpPr>
          <p:cNvPr id="1715" name="Text Placeholder 23"/>
          <p:cNvSpPr>
            <a:spLocks noGrp="1"/>
          </p:cNvSpPr>
          <p:nvPr>
            <p:ph type="body" sz="quarter" idx="21" hasCustomPrompt="1"/>
          </p:nvPr>
        </p:nvSpPr>
        <p:spPr>
          <a:xfrm>
            <a:off x="381000" y="6118861"/>
            <a:ext cx="5486400" cy="381001"/>
          </a:xfrm>
          <a:prstGeom prst="rect">
            <a:avLst/>
          </a:prstGeom>
        </p:spPr>
        <p:txBody>
          <a:bodyPr anchor="b">
            <a:normAutofit/>
          </a:bodyPr>
          <a:lstStyle>
            <a:lvl1pPr defTabSz="914316">
              <a:lnSpc>
                <a:spcPct val="104999"/>
              </a:lnSpc>
              <a:spcBef>
                <a:spcPts val="933"/>
              </a:spcBef>
              <a:defRPr sz="667">
                <a:solidFill>
                  <a:srgbClr val="000000">
                    <a:alpha val="70000"/>
                  </a:srgbClr>
                </a:solidFill>
                <a:latin typeface="+mn-lt"/>
                <a:ea typeface="+mn-ea"/>
                <a:cs typeface="+mn-cs"/>
                <a:sym typeface="IBM Plex Sans"/>
              </a:defRPr>
            </a:lvl1pPr>
          </a:lstStyle>
          <a:p>
            <a:r>
              <a:t>Source: Edit source here</a:t>
            </a:r>
          </a:p>
        </p:txBody>
      </p:sp>
      <p:grpSp>
        <p:nvGrpSpPr>
          <p:cNvPr id="1718" name="Group 16"/>
          <p:cNvGrpSpPr/>
          <p:nvPr/>
        </p:nvGrpSpPr>
        <p:grpSpPr>
          <a:xfrm>
            <a:off x="762000" y="6623625"/>
            <a:ext cx="2261127" cy="102657"/>
            <a:chOff x="0" y="25004"/>
            <a:chExt cx="1695844" cy="76992"/>
          </a:xfrm>
        </p:grpSpPr>
        <p:sp>
          <p:nvSpPr>
            <p:cNvPr id="1716" name="Footer Placeholder 3"/>
            <p:cNvSpPr txBox="1"/>
            <p:nvPr/>
          </p:nvSpPr>
          <p:spPr>
            <a:xfrm>
              <a:off x="0" y="25004"/>
              <a:ext cx="1427761" cy="76992"/>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p>
              <a:pPr defTabSz="914377">
                <a:defRPr sz="500">
                  <a:solidFill>
                    <a:srgbClr val="000000">
                      <a:alpha val="60000"/>
                    </a:srgbClr>
                  </a:solidFill>
                  <a:latin typeface="+mn-lt"/>
                  <a:ea typeface="+mn-ea"/>
                  <a:cs typeface="+mn-cs"/>
                  <a:sym typeface="IBM Plex Sans"/>
                </a:defRPr>
              </a:pPr>
              <a:r>
                <a:rPr sz="667"/>
                <a:t>©</a:t>
              </a:r>
              <a:r>
                <a:rPr sz="267"/>
                <a:t> </a:t>
              </a:r>
              <a:r>
                <a:rPr sz="667"/>
                <a:t>2017 IBM Corporation               </a:t>
              </a:r>
            </a:p>
          </p:txBody>
        </p:sp>
        <p:sp>
          <p:nvSpPr>
            <p:cNvPr id="1717" name="Date Placeholder 2"/>
            <p:cNvSpPr txBox="1"/>
            <p:nvPr/>
          </p:nvSpPr>
          <p:spPr>
            <a:xfrm>
              <a:off x="838593" y="25004"/>
              <a:ext cx="857251" cy="76992"/>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lvl1pPr defTabSz="914400">
                <a:defRPr sz="500">
                  <a:solidFill>
                    <a:srgbClr val="000000">
                      <a:alpha val="60000"/>
                    </a:srgbClr>
                  </a:solidFill>
                  <a:latin typeface="+mn-lt"/>
                  <a:ea typeface="+mn-ea"/>
                  <a:cs typeface="+mn-cs"/>
                  <a:sym typeface="IBM Plex Sans"/>
                </a:defRPr>
              </a:lvl1pPr>
            </a:lstStyle>
            <a:p>
              <a:r>
                <a:rPr sz="667"/>
                <a:t> 19 April 2021</a:t>
              </a:r>
            </a:p>
          </p:txBody>
        </p:sp>
      </p:grpSp>
      <p:sp>
        <p:nvSpPr>
          <p:cNvPr id="1719" name="Footer Placeholder 3"/>
          <p:cNvSpPr txBox="1"/>
          <p:nvPr/>
        </p:nvSpPr>
        <p:spPr>
          <a:xfrm>
            <a:off x="3238501" y="6623626"/>
            <a:ext cx="1903681" cy="10265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defTabSz="685800">
              <a:defRPr sz="500">
                <a:solidFill>
                  <a:srgbClr val="000000">
                    <a:alpha val="60000"/>
                  </a:srgbClr>
                </a:solidFill>
                <a:latin typeface="+mn-lt"/>
                <a:ea typeface="+mn-ea"/>
                <a:cs typeface="+mn-cs"/>
                <a:sym typeface="IBM Plex Sans"/>
              </a:defRPr>
            </a:lvl1pPr>
          </a:lstStyle>
          <a:p>
            <a:r>
              <a:rPr sz="667"/>
              <a:t>IBM Services</a:t>
            </a:r>
          </a:p>
        </p:txBody>
      </p:sp>
      <p:sp>
        <p:nvSpPr>
          <p:cNvPr id="1720" name="Slide Number Placeholder 2"/>
          <p:cNvSpPr txBox="1"/>
          <p:nvPr/>
        </p:nvSpPr>
        <p:spPr>
          <a:xfrm>
            <a:off x="379050" y="6618104"/>
            <a:ext cx="273233" cy="102657"/>
          </a:xfrm>
          <a:prstGeom prst="rect">
            <a:avLst/>
          </a:prstGeom>
          <a:ln w="12700">
            <a:miter lim="400000"/>
          </a:ln>
        </p:spPr>
        <p:txBody>
          <a:bodyPr lIns="0" tIns="0" rIns="0" bIns="0" anchor="ctr">
            <a:spAutoFit/>
          </a:bodyPr>
          <a:lstStyle/>
          <a:p>
            <a:pPr defTabSz="914377">
              <a:defRPr sz="500">
                <a:solidFill>
                  <a:srgbClr val="000000"/>
                </a:solidFill>
                <a:latin typeface="+mn-lt"/>
                <a:ea typeface="+mn-ea"/>
                <a:cs typeface="+mn-cs"/>
                <a:sym typeface="IBM Plex Sans"/>
              </a:defRPr>
            </a:pPr>
            <a:endParaRPr sz="667"/>
          </a:p>
        </p:txBody>
      </p:sp>
    </p:spTree>
    <p:extLst>
      <p:ext uri="{BB962C8B-B14F-4D97-AF65-F5344CB8AC3E}">
        <p14:creationId xmlns:p14="http://schemas.microsoft.com/office/powerpoint/2010/main" val="2984338939"/>
      </p:ext>
    </p:extLst>
  </p:cSld>
  <p:clrMapOvr>
    <a:masterClrMapping/>
  </p:clrMapOvr>
  <p:transition spd="med"/>
</p:sldLayout>
</file>

<file path=ppt/slideLayouts/slideLayout198.xml><?xml version="1.0" encoding="utf-8"?>
<p:sldLayout xmlns:a="http://schemas.openxmlformats.org/drawingml/2006/main" xmlns:r="http://schemas.openxmlformats.org/officeDocument/2006/relationships" xmlns:p="http://schemas.openxmlformats.org/presentationml/2006/main" showMasterSp="0" type="tx">
  <p:cSld name="2-8_Title and Content">
    <p:bg>
      <p:bgPr>
        <a:solidFill>
          <a:srgbClr val="F3F3F3"/>
        </a:solidFill>
        <a:effectLst/>
      </p:bgPr>
    </p:bg>
    <p:spTree>
      <p:nvGrpSpPr>
        <p:cNvPr id="1" name=""/>
        <p:cNvGrpSpPr/>
        <p:nvPr/>
      </p:nvGrpSpPr>
      <p:grpSpPr>
        <a:xfrm>
          <a:off x="0" y="0"/>
          <a:ext cx="0" cy="0"/>
          <a:chOff x="0" y="0"/>
          <a:chExt cx="0" cy="0"/>
        </a:xfrm>
      </p:grpSpPr>
      <p:grpSp>
        <p:nvGrpSpPr>
          <p:cNvPr id="1771" name="Group 58"/>
          <p:cNvGrpSpPr/>
          <p:nvPr/>
        </p:nvGrpSpPr>
        <p:grpSpPr>
          <a:xfrm>
            <a:off x="-146308" y="-146475"/>
            <a:ext cx="12485629" cy="7152643"/>
            <a:chOff x="0" y="0"/>
            <a:chExt cx="9364220" cy="5364480"/>
          </a:xfrm>
        </p:grpSpPr>
        <p:grpSp>
          <p:nvGrpSpPr>
            <p:cNvPr id="1738" name="Group 59"/>
            <p:cNvGrpSpPr/>
            <p:nvPr/>
          </p:nvGrpSpPr>
          <p:grpSpPr>
            <a:xfrm>
              <a:off x="338965" y="0"/>
              <a:ext cx="8686732" cy="91441"/>
              <a:chOff x="0" y="0"/>
              <a:chExt cx="8686732" cy="91440"/>
            </a:xfrm>
          </p:grpSpPr>
          <p:sp>
            <p:nvSpPr>
              <p:cNvPr id="1727" name="Straight Connector 92"/>
              <p:cNvSpPr/>
              <p:nvPr/>
            </p:nvSpPr>
            <p:spPr>
              <a:xfrm flipV="1">
                <a:off x="-1" y="0"/>
                <a:ext cx="2"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728" name="Straight Connector 93"/>
              <p:cNvSpPr/>
              <p:nvPr/>
            </p:nvSpPr>
            <p:spPr>
              <a:xfrm flipV="1">
                <a:off x="1828800"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729" name="Straight Connector 94"/>
              <p:cNvSpPr/>
              <p:nvPr/>
            </p:nvSpPr>
            <p:spPr>
              <a:xfrm flipV="1">
                <a:off x="2057400"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730" name="Straight Connector 95"/>
              <p:cNvSpPr/>
              <p:nvPr/>
            </p:nvSpPr>
            <p:spPr>
              <a:xfrm flipV="1">
                <a:off x="2286000"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731" name="Straight Connector 96"/>
              <p:cNvSpPr/>
              <p:nvPr/>
            </p:nvSpPr>
            <p:spPr>
              <a:xfrm flipV="1">
                <a:off x="4114799"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732" name="Straight Connector 97"/>
              <p:cNvSpPr/>
              <p:nvPr/>
            </p:nvSpPr>
            <p:spPr>
              <a:xfrm flipV="1">
                <a:off x="4343399"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733" name="Straight Connector 98"/>
              <p:cNvSpPr/>
              <p:nvPr/>
            </p:nvSpPr>
            <p:spPr>
              <a:xfrm flipV="1">
                <a:off x="4571999"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734" name="Straight Connector 99"/>
              <p:cNvSpPr/>
              <p:nvPr/>
            </p:nvSpPr>
            <p:spPr>
              <a:xfrm flipV="1">
                <a:off x="6400799"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735" name="Straight Connector 100"/>
              <p:cNvSpPr/>
              <p:nvPr/>
            </p:nvSpPr>
            <p:spPr>
              <a:xfrm flipV="1">
                <a:off x="6629400"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736" name="Straight Connector 101"/>
              <p:cNvSpPr/>
              <p:nvPr/>
            </p:nvSpPr>
            <p:spPr>
              <a:xfrm flipV="1">
                <a:off x="6858000"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737" name="Straight Connector 102"/>
              <p:cNvSpPr/>
              <p:nvPr/>
            </p:nvSpPr>
            <p:spPr>
              <a:xfrm flipV="1">
                <a:off x="8686732"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grpSp>
        <p:grpSp>
          <p:nvGrpSpPr>
            <p:cNvPr id="1750" name="Group 60"/>
            <p:cNvGrpSpPr/>
            <p:nvPr/>
          </p:nvGrpSpPr>
          <p:grpSpPr>
            <a:xfrm>
              <a:off x="338965" y="5273040"/>
              <a:ext cx="8686732" cy="91441"/>
              <a:chOff x="0" y="0"/>
              <a:chExt cx="8686732" cy="91440"/>
            </a:xfrm>
          </p:grpSpPr>
          <p:sp>
            <p:nvSpPr>
              <p:cNvPr id="1739" name="Straight Connector 81"/>
              <p:cNvSpPr/>
              <p:nvPr/>
            </p:nvSpPr>
            <p:spPr>
              <a:xfrm flipV="1">
                <a:off x="-1" y="0"/>
                <a:ext cx="2"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740" name="Straight Connector 82"/>
              <p:cNvSpPr/>
              <p:nvPr/>
            </p:nvSpPr>
            <p:spPr>
              <a:xfrm flipV="1">
                <a:off x="1828800"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741" name="Straight Connector 83"/>
              <p:cNvSpPr/>
              <p:nvPr/>
            </p:nvSpPr>
            <p:spPr>
              <a:xfrm flipV="1">
                <a:off x="2057400"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742" name="Straight Connector 84"/>
              <p:cNvSpPr/>
              <p:nvPr/>
            </p:nvSpPr>
            <p:spPr>
              <a:xfrm flipV="1">
                <a:off x="2286000"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743" name="Straight Connector 85"/>
              <p:cNvSpPr/>
              <p:nvPr/>
            </p:nvSpPr>
            <p:spPr>
              <a:xfrm flipV="1">
                <a:off x="4114799"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744" name="Straight Connector 86"/>
              <p:cNvSpPr/>
              <p:nvPr/>
            </p:nvSpPr>
            <p:spPr>
              <a:xfrm flipV="1">
                <a:off x="4343399"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745" name="Straight Connector 87"/>
              <p:cNvSpPr/>
              <p:nvPr/>
            </p:nvSpPr>
            <p:spPr>
              <a:xfrm flipV="1">
                <a:off x="4571999"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746" name="Straight Connector 88"/>
              <p:cNvSpPr/>
              <p:nvPr/>
            </p:nvSpPr>
            <p:spPr>
              <a:xfrm flipV="1">
                <a:off x="6400799"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747" name="Straight Connector 89"/>
              <p:cNvSpPr/>
              <p:nvPr/>
            </p:nvSpPr>
            <p:spPr>
              <a:xfrm flipV="1">
                <a:off x="6629400"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748" name="Straight Connector 90"/>
              <p:cNvSpPr/>
              <p:nvPr/>
            </p:nvSpPr>
            <p:spPr>
              <a:xfrm flipV="1">
                <a:off x="6858000"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749" name="Straight Connector 91"/>
              <p:cNvSpPr/>
              <p:nvPr/>
            </p:nvSpPr>
            <p:spPr>
              <a:xfrm flipV="1">
                <a:off x="8686732"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grpSp>
        <p:grpSp>
          <p:nvGrpSpPr>
            <p:cNvPr id="1760" name="Group 61"/>
            <p:cNvGrpSpPr/>
            <p:nvPr/>
          </p:nvGrpSpPr>
          <p:grpSpPr>
            <a:xfrm>
              <a:off x="0" y="347599"/>
              <a:ext cx="91441" cy="4664456"/>
              <a:chOff x="0" y="0"/>
              <a:chExt cx="91440" cy="4664456"/>
            </a:xfrm>
          </p:grpSpPr>
          <p:sp>
            <p:nvSpPr>
              <p:cNvPr id="1751" name="Straight Connector 72"/>
              <p:cNvSpPr/>
              <p:nvPr/>
            </p:nvSpPr>
            <p:spPr>
              <a:xfrm flipH="1">
                <a:off x="0" y="416051"/>
                <a:ext cx="91441" cy="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752" name="Straight Connector 73"/>
              <p:cNvSpPr/>
              <p:nvPr/>
            </p:nvSpPr>
            <p:spPr>
              <a:xfrm flipH="1">
                <a:off x="0" y="1051559"/>
                <a:ext cx="91441" cy="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753" name="Straight Connector 74"/>
              <p:cNvSpPr/>
              <p:nvPr/>
            </p:nvSpPr>
            <p:spPr>
              <a:xfrm flipH="1">
                <a:off x="0" y="1691639"/>
                <a:ext cx="91441" cy="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754" name="Straight Connector 75"/>
              <p:cNvSpPr/>
              <p:nvPr/>
            </p:nvSpPr>
            <p:spPr>
              <a:xfrm flipH="1">
                <a:off x="0" y="2333245"/>
                <a:ext cx="91441" cy="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755" name="Straight Connector 76"/>
              <p:cNvSpPr/>
              <p:nvPr/>
            </p:nvSpPr>
            <p:spPr>
              <a:xfrm flipH="1">
                <a:off x="0" y="2971800"/>
                <a:ext cx="91441" cy="0"/>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756" name="Straight Connector 77"/>
              <p:cNvSpPr/>
              <p:nvPr/>
            </p:nvSpPr>
            <p:spPr>
              <a:xfrm flipH="1">
                <a:off x="0" y="3611879"/>
                <a:ext cx="91441" cy="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757" name="Straight Connector 78"/>
              <p:cNvSpPr/>
              <p:nvPr/>
            </p:nvSpPr>
            <p:spPr>
              <a:xfrm flipH="1">
                <a:off x="0" y="4256532"/>
                <a:ext cx="91441" cy="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758" name="Straight Connector 79"/>
              <p:cNvSpPr/>
              <p:nvPr/>
            </p:nvSpPr>
            <p:spPr>
              <a:xfrm flipH="1" flipV="1">
                <a:off x="0" y="-1"/>
                <a:ext cx="91441" cy="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759" name="Straight Connector 80"/>
              <p:cNvSpPr/>
              <p:nvPr/>
            </p:nvSpPr>
            <p:spPr>
              <a:xfrm flipH="1">
                <a:off x="0" y="4664455"/>
                <a:ext cx="91441" cy="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grpSp>
        <p:grpSp>
          <p:nvGrpSpPr>
            <p:cNvPr id="1770" name="Group 62"/>
            <p:cNvGrpSpPr/>
            <p:nvPr/>
          </p:nvGrpSpPr>
          <p:grpSpPr>
            <a:xfrm>
              <a:off x="9272780" y="347598"/>
              <a:ext cx="91441" cy="4663442"/>
              <a:chOff x="0" y="0"/>
              <a:chExt cx="91440" cy="4663440"/>
            </a:xfrm>
          </p:grpSpPr>
          <p:sp>
            <p:nvSpPr>
              <p:cNvPr id="1761" name="Straight Connector 63"/>
              <p:cNvSpPr/>
              <p:nvPr/>
            </p:nvSpPr>
            <p:spPr>
              <a:xfrm flipH="1">
                <a:off x="0" y="416052"/>
                <a:ext cx="91441" cy="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762" name="Straight Connector 64"/>
              <p:cNvSpPr/>
              <p:nvPr/>
            </p:nvSpPr>
            <p:spPr>
              <a:xfrm flipH="1">
                <a:off x="0" y="1051560"/>
                <a:ext cx="91441" cy="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763" name="Straight Connector 65"/>
              <p:cNvSpPr/>
              <p:nvPr/>
            </p:nvSpPr>
            <p:spPr>
              <a:xfrm flipH="1">
                <a:off x="0" y="1691640"/>
                <a:ext cx="91441" cy="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764" name="Straight Connector 66"/>
              <p:cNvSpPr/>
              <p:nvPr/>
            </p:nvSpPr>
            <p:spPr>
              <a:xfrm flipH="1">
                <a:off x="0" y="2331720"/>
                <a:ext cx="91441" cy="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765" name="Straight Connector 67"/>
              <p:cNvSpPr/>
              <p:nvPr/>
            </p:nvSpPr>
            <p:spPr>
              <a:xfrm flipH="1">
                <a:off x="0" y="2971800"/>
                <a:ext cx="91441" cy="0"/>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766" name="Straight Connector 68"/>
              <p:cNvSpPr/>
              <p:nvPr/>
            </p:nvSpPr>
            <p:spPr>
              <a:xfrm flipH="1">
                <a:off x="0" y="3611879"/>
                <a:ext cx="91441" cy="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767" name="Straight Connector 69"/>
              <p:cNvSpPr/>
              <p:nvPr/>
            </p:nvSpPr>
            <p:spPr>
              <a:xfrm flipH="1">
                <a:off x="0" y="4256532"/>
                <a:ext cx="91441" cy="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768" name="Straight Connector 70"/>
              <p:cNvSpPr/>
              <p:nvPr/>
            </p:nvSpPr>
            <p:spPr>
              <a:xfrm flipH="1" flipV="1">
                <a:off x="0" y="0"/>
                <a:ext cx="91441" cy="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sp>
            <p:nvSpPr>
              <p:cNvPr id="1769" name="Straight Connector 71"/>
              <p:cNvSpPr/>
              <p:nvPr/>
            </p:nvSpPr>
            <p:spPr>
              <a:xfrm flipH="1">
                <a:off x="0" y="4663440"/>
                <a:ext cx="91441" cy="1"/>
              </a:xfrm>
              <a:prstGeom prst="line">
                <a:avLst/>
              </a:prstGeom>
              <a:noFill/>
              <a:ln w="9525" cap="flat">
                <a:solidFill>
                  <a:srgbClr val="BEBEBE"/>
                </a:solidFill>
                <a:prstDash val="solid"/>
                <a:round/>
              </a:ln>
              <a:effectLst/>
            </p:spPr>
            <p:txBody>
              <a:bodyPr wrap="square" lIns="45719" tIns="45719" rIns="45719" bIns="45719" numCol="1" anchor="t">
                <a:noAutofit/>
              </a:bodyPr>
              <a:lstStyle/>
              <a:p>
                <a:pPr defTabSz="607282">
                  <a:defRPr sz="1800">
                    <a:solidFill>
                      <a:srgbClr val="000000"/>
                    </a:solidFill>
                    <a:latin typeface="Arial"/>
                    <a:ea typeface="Arial"/>
                    <a:cs typeface="Arial"/>
                    <a:sym typeface="Arial"/>
                  </a:defRPr>
                </a:pPr>
                <a:endParaRPr sz="2400"/>
              </a:p>
            </p:txBody>
          </p:sp>
        </p:grpSp>
      </p:grpSp>
      <p:sp>
        <p:nvSpPr>
          <p:cNvPr id="1772" name="Title Text"/>
          <p:cNvSpPr txBox="1">
            <a:spLocks noGrp="1"/>
          </p:cNvSpPr>
          <p:nvPr>
            <p:ph type="title"/>
          </p:nvPr>
        </p:nvSpPr>
        <p:spPr>
          <a:xfrm>
            <a:off x="381003" y="1714500"/>
            <a:ext cx="2476501" cy="3048000"/>
          </a:xfrm>
          <a:prstGeom prst="rect">
            <a:avLst/>
          </a:prstGeom>
        </p:spPr>
        <p:txBody>
          <a:bodyPr>
            <a:normAutofit/>
          </a:bodyPr>
          <a:lstStyle>
            <a:lvl1pPr>
              <a:defRPr sz="3200">
                <a:latin typeface="+mn-lt"/>
                <a:ea typeface="+mn-ea"/>
                <a:cs typeface="+mn-cs"/>
                <a:sym typeface="IBM Plex Sans"/>
              </a:defRPr>
            </a:lvl1pPr>
          </a:lstStyle>
          <a:p>
            <a:r>
              <a:t>Title Text</a:t>
            </a:r>
          </a:p>
        </p:txBody>
      </p:sp>
      <p:sp>
        <p:nvSpPr>
          <p:cNvPr id="1773" name="Body Level One…"/>
          <p:cNvSpPr txBox="1">
            <a:spLocks noGrp="1"/>
          </p:cNvSpPr>
          <p:nvPr>
            <p:ph type="body" sz="quarter" idx="1"/>
          </p:nvPr>
        </p:nvSpPr>
        <p:spPr>
          <a:xfrm>
            <a:off x="381003" y="220981"/>
            <a:ext cx="2476501" cy="685801"/>
          </a:xfrm>
          <a:prstGeom prst="rect">
            <a:avLst/>
          </a:prstGeom>
        </p:spPr>
        <p:txBody>
          <a:bodyPr>
            <a:normAutofit/>
          </a:bodyPr>
          <a:lstStyle>
            <a:lvl1pPr>
              <a:defRPr sz="1333">
                <a:solidFill>
                  <a:srgbClr val="6F6F6F"/>
                </a:solidFill>
                <a:latin typeface="+mn-lt"/>
                <a:ea typeface="+mn-ea"/>
                <a:cs typeface="+mn-cs"/>
                <a:sym typeface="IBM Plex Sans"/>
              </a:defRPr>
            </a:lvl1pPr>
            <a:lvl2pPr marL="228577" indent="-231621">
              <a:defRPr sz="1333">
                <a:solidFill>
                  <a:srgbClr val="6F6F6F"/>
                </a:solidFill>
                <a:latin typeface="+mn-lt"/>
                <a:ea typeface="+mn-ea"/>
                <a:cs typeface="+mn-cs"/>
                <a:sym typeface="IBM Plex Sans"/>
              </a:defRPr>
            </a:lvl2pPr>
            <a:lvl3pPr marL="457155" indent="-231621">
              <a:defRPr sz="1333">
                <a:solidFill>
                  <a:srgbClr val="6F6F6F"/>
                </a:solidFill>
                <a:latin typeface="+mn-lt"/>
                <a:ea typeface="+mn-ea"/>
                <a:cs typeface="+mn-cs"/>
                <a:sym typeface="IBM Plex Sans"/>
              </a:defRPr>
            </a:lvl3pPr>
            <a:lvl4pPr marL="838114" indent="-231621">
              <a:defRPr sz="1333">
                <a:solidFill>
                  <a:srgbClr val="6F6F6F"/>
                </a:solidFill>
                <a:latin typeface="+mn-lt"/>
                <a:ea typeface="+mn-ea"/>
                <a:cs typeface="+mn-cs"/>
                <a:sym typeface="IBM Plex Sans"/>
              </a:defRPr>
            </a:lvl4pPr>
            <a:lvl5pPr marL="1004746" indent="-165443">
              <a:defRPr sz="1333">
                <a:solidFill>
                  <a:srgbClr val="6F6F6F"/>
                </a:solidFill>
                <a:latin typeface="+mn-lt"/>
                <a:ea typeface="+mn-ea"/>
                <a:cs typeface="+mn-cs"/>
                <a:sym typeface="IBM Plex Sans"/>
              </a:defRPr>
            </a:lvl5pPr>
          </a:lstStyle>
          <a:p>
            <a:r>
              <a:t>Body Level One</a:t>
            </a:r>
          </a:p>
          <a:p>
            <a:pPr lvl="1"/>
            <a:r>
              <a:t>Body Level Two</a:t>
            </a:r>
          </a:p>
          <a:p>
            <a:pPr lvl="2"/>
            <a:r>
              <a:t>Body Level Three</a:t>
            </a:r>
          </a:p>
          <a:p>
            <a:pPr lvl="3"/>
            <a:r>
              <a:t>Body Level Four</a:t>
            </a:r>
          </a:p>
          <a:p>
            <a:pPr lvl="4"/>
            <a:r>
              <a:t>Body Level Five</a:t>
            </a:r>
          </a:p>
        </p:txBody>
      </p:sp>
      <p:sp>
        <p:nvSpPr>
          <p:cNvPr id="1774" name="Text Placeholder 23"/>
          <p:cNvSpPr>
            <a:spLocks noGrp="1"/>
          </p:cNvSpPr>
          <p:nvPr>
            <p:ph type="body" sz="quarter" idx="21" hasCustomPrompt="1"/>
          </p:nvPr>
        </p:nvSpPr>
        <p:spPr>
          <a:xfrm>
            <a:off x="381005" y="6096002"/>
            <a:ext cx="2514601" cy="403861"/>
          </a:xfrm>
          <a:prstGeom prst="rect">
            <a:avLst/>
          </a:prstGeom>
        </p:spPr>
        <p:txBody>
          <a:bodyPr anchor="b">
            <a:normAutofit/>
          </a:bodyPr>
          <a:lstStyle>
            <a:lvl1pPr>
              <a:defRPr sz="667">
                <a:solidFill>
                  <a:srgbClr val="565656">
                    <a:alpha val="70000"/>
                  </a:srgbClr>
                </a:solidFill>
                <a:latin typeface="+mn-lt"/>
                <a:ea typeface="+mn-ea"/>
                <a:cs typeface="+mn-cs"/>
                <a:sym typeface="IBM Plex Sans"/>
              </a:defRPr>
            </a:lvl1pPr>
          </a:lstStyle>
          <a:p>
            <a:r>
              <a:t>Source: Edit source here</a:t>
            </a:r>
          </a:p>
        </p:txBody>
      </p:sp>
      <p:sp>
        <p:nvSpPr>
          <p:cNvPr id="1775" name="Slide Number"/>
          <p:cNvSpPr txBox="1">
            <a:spLocks noGrp="1"/>
          </p:cNvSpPr>
          <p:nvPr>
            <p:ph type="sldNum" sz="quarter" idx="2"/>
          </p:nvPr>
        </p:nvSpPr>
        <p:spPr>
          <a:xfrm>
            <a:off x="8393598" y="6187074"/>
            <a:ext cx="344002" cy="338552"/>
          </a:xfrm>
          <a:prstGeom prst="rect">
            <a:avLst/>
          </a:prstGeom>
        </p:spPr>
        <p:txBody>
          <a:bodyPr lIns="45719" tIns="45719" rIns="45719" bIns="45719"/>
          <a:lstStyle>
            <a:lvl1pPr defTabSz="607282">
              <a:defRPr sz="1600">
                <a:latin typeface="Arial"/>
                <a:ea typeface="Arial"/>
                <a:cs typeface="Arial"/>
                <a:sym typeface="Arial"/>
              </a:defRPr>
            </a:lvl1pPr>
          </a:lstStyle>
          <a:p>
            <a:fld id="{86CB4B4D-7CA3-9044-876B-883B54F8677D}" type="slidenum">
              <a:rPr/>
              <a:t>‹#›</a:t>
            </a:fld>
            <a:endParaRPr/>
          </a:p>
        </p:txBody>
      </p:sp>
    </p:spTree>
    <p:extLst>
      <p:ext uri="{BB962C8B-B14F-4D97-AF65-F5344CB8AC3E}">
        <p14:creationId xmlns:p14="http://schemas.microsoft.com/office/powerpoint/2010/main" val="2023860705"/>
      </p:ext>
    </p:extLst>
  </p:cSld>
  <p:clrMapOvr>
    <a:masterClrMapping/>
  </p:clrMapOvr>
  <p:transition spd="med"/>
</p:sldLayout>
</file>

<file path=ppt/slideLayouts/slideLayout199.xml><?xml version="1.0" encoding="utf-8"?>
<p:sldLayout xmlns:a="http://schemas.openxmlformats.org/drawingml/2006/main" xmlns:r="http://schemas.openxmlformats.org/officeDocument/2006/relationships" xmlns:p="http://schemas.openxmlformats.org/presentationml/2006/main" showMasterSp="0" type="tx">
  <p:cSld name="1_big text">
    <p:bg>
      <p:bgPr>
        <a:solidFill>
          <a:srgbClr val="000000"/>
        </a:solidFill>
        <a:effectLst/>
      </p:bgPr>
    </p:bg>
    <p:spTree>
      <p:nvGrpSpPr>
        <p:cNvPr id="1" name=""/>
        <p:cNvGrpSpPr/>
        <p:nvPr/>
      </p:nvGrpSpPr>
      <p:grpSpPr>
        <a:xfrm>
          <a:off x="0" y="0"/>
          <a:ext cx="0" cy="0"/>
          <a:chOff x="0" y="0"/>
          <a:chExt cx="0" cy="0"/>
        </a:xfrm>
      </p:grpSpPr>
      <p:grpSp>
        <p:nvGrpSpPr>
          <p:cNvPr id="1826" name="Group 1"/>
          <p:cNvGrpSpPr/>
          <p:nvPr/>
        </p:nvGrpSpPr>
        <p:grpSpPr>
          <a:xfrm>
            <a:off x="-146309" y="-146477"/>
            <a:ext cx="12485640" cy="7152652"/>
            <a:chOff x="0" y="0"/>
            <a:chExt cx="9364228" cy="5364489"/>
          </a:xfrm>
        </p:grpSpPr>
        <p:grpSp>
          <p:nvGrpSpPr>
            <p:cNvPr id="1793" name="Group 59"/>
            <p:cNvGrpSpPr/>
            <p:nvPr/>
          </p:nvGrpSpPr>
          <p:grpSpPr>
            <a:xfrm>
              <a:off x="338963" y="-1"/>
              <a:ext cx="8686742" cy="91445"/>
              <a:chOff x="0" y="0"/>
              <a:chExt cx="8686741" cy="91444"/>
            </a:xfrm>
          </p:grpSpPr>
          <p:sp>
            <p:nvSpPr>
              <p:cNvPr id="1782" name="Straight Connector 92"/>
              <p:cNvSpPr/>
              <p:nvPr/>
            </p:nvSpPr>
            <p:spPr>
              <a:xfrm flipV="1">
                <a:off x="-1" y="0"/>
                <a:ext cx="4" cy="91445"/>
              </a:xfrm>
              <a:prstGeom prst="line">
                <a:avLst/>
              </a:prstGeom>
              <a:noFill/>
              <a:ln w="9525" cap="flat">
                <a:solidFill>
                  <a:srgbClr val="BEBEBE"/>
                </a:solidFill>
                <a:prstDash val="solid"/>
                <a:round/>
              </a:ln>
              <a:effectLst/>
            </p:spPr>
            <p:txBody>
              <a:bodyPr wrap="square" lIns="45718" tIns="45718" rIns="45718" bIns="45718" numCol="1" anchor="t">
                <a:noAutofit/>
              </a:bodyPr>
              <a:lstStyle/>
              <a:p>
                <a:pPr defTabSz="914620">
                  <a:defRPr>
                    <a:solidFill>
                      <a:srgbClr val="000000"/>
                    </a:solidFill>
                    <a:latin typeface="+mn-lt"/>
                    <a:ea typeface="+mn-ea"/>
                    <a:cs typeface="+mn-cs"/>
                    <a:sym typeface="IBM Plex Sans"/>
                  </a:defRPr>
                </a:pPr>
                <a:endParaRPr sz="2400"/>
              </a:p>
            </p:txBody>
          </p:sp>
          <p:sp>
            <p:nvSpPr>
              <p:cNvPr id="1783" name="Straight Connector 93"/>
              <p:cNvSpPr/>
              <p:nvPr/>
            </p:nvSpPr>
            <p:spPr>
              <a:xfrm flipV="1">
                <a:off x="1828801" y="0"/>
                <a:ext cx="3" cy="91445"/>
              </a:xfrm>
              <a:prstGeom prst="line">
                <a:avLst/>
              </a:prstGeom>
              <a:noFill/>
              <a:ln w="9525" cap="flat">
                <a:solidFill>
                  <a:srgbClr val="BEBEBE"/>
                </a:solidFill>
                <a:prstDash val="solid"/>
                <a:round/>
              </a:ln>
              <a:effectLst/>
            </p:spPr>
            <p:txBody>
              <a:bodyPr wrap="square" lIns="45718" tIns="45718" rIns="45718" bIns="45718" numCol="1" anchor="t">
                <a:noAutofit/>
              </a:bodyPr>
              <a:lstStyle/>
              <a:p>
                <a:pPr defTabSz="914620">
                  <a:defRPr>
                    <a:solidFill>
                      <a:srgbClr val="000000"/>
                    </a:solidFill>
                    <a:latin typeface="+mn-lt"/>
                    <a:ea typeface="+mn-ea"/>
                    <a:cs typeface="+mn-cs"/>
                    <a:sym typeface="IBM Plex Sans"/>
                  </a:defRPr>
                </a:pPr>
                <a:endParaRPr sz="2400"/>
              </a:p>
            </p:txBody>
          </p:sp>
          <p:sp>
            <p:nvSpPr>
              <p:cNvPr id="1784" name="Straight Connector 94"/>
              <p:cNvSpPr/>
              <p:nvPr/>
            </p:nvSpPr>
            <p:spPr>
              <a:xfrm flipV="1">
                <a:off x="2057401" y="0"/>
                <a:ext cx="3" cy="91445"/>
              </a:xfrm>
              <a:prstGeom prst="line">
                <a:avLst/>
              </a:prstGeom>
              <a:noFill/>
              <a:ln w="9525" cap="flat">
                <a:solidFill>
                  <a:srgbClr val="BEBEBE"/>
                </a:solidFill>
                <a:prstDash val="solid"/>
                <a:round/>
              </a:ln>
              <a:effectLst/>
            </p:spPr>
            <p:txBody>
              <a:bodyPr wrap="square" lIns="45718" tIns="45718" rIns="45718" bIns="45718" numCol="1" anchor="t">
                <a:noAutofit/>
              </a:bodyPr>
              <a:lstStyle/>
              <a:p>
                <a:pPr defTabSz="914620">
                  <a:defRPr>
                    <a:solidFill>
                      <a:srgbClr val="000000"/>
                    </a:solidFill>
                    <a:latin typeface="+mn-lt"/>
                    <a:ea typeface="+mn-ea"/>
                    <a:cs typeface="+mn-cs"/>
                    <a:sym typeface="IBM Plex Sans"/>
                  </a:defRPr>
                </a:pPr>
                <a:endParaRPr sz="2400"/>
              </a:p>
            </p:txBody>
          </p:sp>
          <p:sp>
            <p:nvSpPr>
              <p:cNvPr id="1785" name="Straight Connector 95"/>
              <p:cNvSpPr/>
              <p:nvPr/>
            </p:nvSpPr>
            <p:spPr>
              <a:xfrm flipV="1">
                <a:off x="2286001" y="0"/>
                <a:ext cx="3" cy="91445"/>
              </a:xfrm>
              <a:prstGeom prst="line">
                <a:avLst/>
              </a:prstGeom>
              <a:noFill/>
              <a:ln w="9525" cap="flat">
                <a:solidFill>
                  <a:srgbClr val="BEBEBE"/>
                </a:solidFill>
                <a:prstDash val="solid"/>
                <a:round/>
              </a:ln>
              <a:effectLst/>
            </p:spPr>
            <p:txBody>
              <a:bodyPr wrap="square" lIns="45718" tIns="45718" rIns="45718" bIns="45718" numCol="1" anchor="t">
                <a:noAutofit/>
              </a:bodyPr>
              <a:lstStyle/>
              <a:p>
                <a:pPr defTabSz="914620">
                  <a:defRPr>
                    <a:solidFill>
                      <a:srgbClr val="000000"/>
                    </a:solidFill>
                    <a:latin typeface="+mn-lt"/>
                    <a:ea typeface="+mn-ea"/>
                    <a:cs typeface="+mn-cs"/>
                    <a:sym typeface="IBM Plex Sans"/>
                  </a:defRPr>
                </a:pPr>
                <a:endParaRPr sz="2400"/>
              </a:p>
            </p:txBody>
          </p:sp>
          <p:sp>
            <p:nvSpPr>
              <p:cNvPr id="1786" name="Straight Connector 96"/>
              <p:cNvSpPr/>
              <p:nvPr/>
            </p:nvSpPr>
            <p:spPr>
              <a:xfrm flipV="1">
                <a:off x="4114802" y="0"/>
                <a:ext cx="3" cy="91445"/>
              </a:xfrm>
              <a:prstGeom prst="line">
                <a:avLst/>
              </a:prstGeom>
              <a:noFill/>
              <a:ln w="9525" cap="flat">
                <a:solidFill>
                  <a:srgbClr val="BEBEBE"/>
                </a:solidFill>
                <a:prstDash val="solid"/>
                <a:round/>
              </a:ln>
              <a:effectLst/>
            </p:spPr>
            <p:txBody>
              <a:bodyPr wrap="square" lIns="45718" tIns="45718" rIns="45718" bIns="45718" numCol="1" anchor="t">
                <a:noAutofit/>
              </a:bodyPr>
              <a:lstStyle/>
              <a:p>
                <a:pPr defTabSz="914620">
                  <a:defRPr>
                    <a:solidFill>
                      <a:srgbClr val="000000"/>
                    </a:solidFill>
                    <a:latin typeface="+mn-lt"/>
                    <a:ea typeface="+mn-ea"/>
                    <a:cs typeface="+mn-cs"/>
                    <a:sym typeface="IBM Plex Sans"/>
                  </a:defRPr>
                </a:pPr>
                <a:endParaRPr sz="2400"/>
              </a:p>
            </p:txBody>
          </p:sp>
          <p:sp>
            <p:nvSpPr>
              <p:cNvPr id="1787" name="Straight Connector 97"/>
              <p:cNvSpPr/>
              <p:nvPr/>
            </p:nvSpPr>
            <p:spPr>
              <a:xfrm flipV="1">
                <a:off x="4343402" y="0"/>
                <a:ext cx="3" cy="91445"/>
              </a:xfrm>
              <a:prstGeom prst="line">
                <a:avLst/>
              </a:prstGeom>
              <a:noFill/>
              <a:ln w="9525" cap="flat">
                <a:solidFill>
                  <a:srgbClr val="BEBEBE"/>
                </a:solidFill>
                <a:prstDash val="solid"/>
                <a:round/>
              </a:ln>
              <a:effectLst/>
            </p:spPr>
            <p:txBody>
              <a:bodyPr wrap="square" lIns="45718" tIns="45718" rIns="45718" bIns="45718" numCol="1" anchor="t">
                <a:noAutofit/>
              </a:bodyPr>
              <a:lstStyle/>
              <a:p>
                <a:pPr defTabSz="914620">
                  <a:defRPr>
                    <a:solidFill>
                      <a:srgbClr val="000000"/>
                    </a:solidFill>
                    <a:latin typeface="+mn-lt"/>
                    <a:ea typeface="+mn-ea"/>
                    <a:cs typeface="+mn-cs"/>
                    <a:sym typeface="IBM Plex Sans"/>
                  </a:defRPr>
                </a:pPr>
                <a:endParaRPr sz="2400"/>
              </a:p>
            </p:txBody>
          </p:sp>
          <p:sp>
            <p:nvSpPr>
              <p:cNvPr id="1788" name="Straight Connector 98"/>
              <p:cNvSpPr/>
              <p:nvPr/>
            </p:nvSpPr>
            <p:spPr>
              <a:xfrm flipV="1">
                <a:off x="4572002" y="0"/>
                <a:ext cx="3" cy="91445"/>
              </a:xfrm>
              <a:prstGeom prst="line">
                <a:avLst/>
              </a:prstGeom>
              <a:noFill/>
              <a:ln w="9525" cap="flat">
                <a:solidFill>
                  <a:srgbClr val="BEBEBE"/>
                </a:solidFill>
                <a:prstDash val="solid"/>
                <a:round/>
              </a:ln>
              <a:effectLst/>
            </p:spPr>
            <p:txBody>
              <a:bodyPr wrap="square" lIns="45718" tIns="45718" rIns="45718" bIns="45718" numCol="1" anchor="t">
                <a:noAutofit/>
              </a:bodyPr>
              <a:lstStyle/>
              <a:p>
                <a:pPr defTabSz="914620">
                  <a:defRPr>
                    <a:solidFill>
                      <a:srgbClr val="000000"/>
                    </a:solidFill>
                    <a:latin typeface="+mn-lt"/>
                    <a:ea typeface="+mn-ea"/>
                    <a:cs typeface="+mn-cs"/>
                    <a:sym typeface="IBM Plex Sans"/>
                  </a:defRPr>
                </a:pPr>
                <a:endParaRPr sz="2400"/>
              </a:p>
            </p:txBody>
          </p:sp>
          <p:sp>
            <p:nvSpPr>
              <p:cNvPr id="1789" name="Straight Connector 99"/>
              <p:cNvSpPr/>
              <p:nvPr/>
            </p:nvSpPr>
            <p:spPr>
              <a:xfrm flipV="1">
                <a:off x="6400803" y="0"/>
                <a:ext cx="3" cy="91445"/>
              </a:xfrm>
              <a:prstGeom prst="line">
                <a:avLst/>
              </a:prstGeom>
              <a:noFill/>
              <a:ln w="9525" cap="flat">
                <a:solidFill>
                  <a:srgbClr val="BEBEBE"/>
                </a:solidFill>
                <a:prstDash val="solid"/>
                <a:round/>
              </a:ln>
              <a:effectLst/>
            </p:spPr>
            <p:txBody>
              <a:bodyPr wrap="square" lIns="45718" tIns="45718" rIns="45718" bIns="45718" numCol="1" anchor="t">
                <a:noAutofit/>
              </a:bodyPr>
              <a:lstStyle/>
              <a:p>
                <a:pPr defTabSz="914620">
                  <a:defRPr>
                    <a:solidFill>
                      <a:srgbClr val="000000"/>
                    </a:solidFill>
                    <a:latin typeface="+mn-lt"/>
                    <a:ea typeface="+mn-ea"/>
                    <a:cs typeface="+mn-cs"/>
                    <a:sym typeface="IBM Plex Sans"/>
                  </a:defRPr>
                </a:pPr>
                <a:endParaRPr sz="2400"/>
              </a:p>
            </p:txBody>
          </p:sp>
          <p:sp>
            <p:nvSpPr>
              <p:cNvPr id="1790" name="Straight Connector 100"/>
              <p:cNvSpPr/>
              <p:nvPr/>
            </p:nvSpPr>
            <p:spPr>
              <a:xfrm flipV="1">
                <a:off x="6629404" y="0"/>
                <a:ext cx="3" cy="91445"/>
              </a:xfrm>
              <a:prstGeom prst="line">
                <a:avLst/>
              </a:prstGeom>
              <a:noFill/>
              <a:ln w="9525" cap="flat">
                <a:solidFill>
                  <a:srgbClr val="BEBEBE"/>
                </a:solidFill>
                <a:prstDash val="solid"/>
                <a:round/>
              </a:ln>
              <a:effectLst/>
            </p:spPr>
            <p:txBody>
              <a:bodyPr wrap="square" lIns="45718" tIns="45718" rIns="45718" bIns="45718" numCol="1" anchor="t">
                <a:noAutofit/>
              </a:bodyPr>
              <a:lstStyle/>
              <a:p>
                <a:pPr defTabSz="914620">
                  <a:defRPr>
                    <a:solidFill>
                      <a:srgbClr val="000000"/>
                    </a:solidFill>
                    <a:latin typeface="+mn-lt"/>
                    <a:ea typeface="+mn-ea"/>
                    <a:cs typeface="+mn-cs"/>
                    <a:sym typeface="IBM Plex Sans"/>
                  </a:defRPr>
                </a:pPr>
                <a:endParaRPr sz="2400"/>
              </a:p>
            </p:txBody>
          </p:sp>
          <p:sp>
            <p:nvSpPr>
              <p:cNvPr id="1791" name="Straight Connector 101"/>
              <p:cNvSpPr/>
              <p:nvPr/>
            </p:nvSpPr>
            <p:spPr>
              <a:xfrm flipV="1">
                <a:off x="6858004" y="0"/>
                <a:ext cx="3" cy="91445"/>
              </a:xfrm>
              <a:prstGeom prst="line">
                <a:avLst/>
              </a:prstGeom>
              <a:noFill/>
              <a:ln w="9525" cap="flat">
                <a:solidFill>
                  <a:srgbClr val="BEBEBE"/>
                </a:solidFill>
                <a:prstDash val="solid"/>
                <a:round/>
              </a:ln>
              <a:effectLst/>
            </p:spPr>
            <p:txBody>
              <a:bodyPr wrap="square" lIns="45718" tIns="45718" rIns="45718" bIns="45718" numCol="1" anchor="t">
                <a:noAutofit/>
              </a:bodyPr>
              <a:lstStyle/>
              <a:p>
                <a:pPr defTabSz="914620">
                  <a:defRPr>
                    <a:solidFill>
                      <a:srgbClr val="000000"/>
                    </a:solidFill>
                    <a:latin typeface="+mn-lt"/>
                    <a:ea typeface="+mn-ea"/>
                    <a:cs typeface="+mn-cs"/>
                    <a:sym typeface="IBM Plex Sans"/>
                  </a:defRPr>
                </a:pPr>
                <a:endParaRPr sz="2400"/>
              </a:p>
            </p:txBody>
          </p:sp>
          <p:sp>
            <p:nvSpPr>
              <p:cNvPr id="1792" name="Straight Connector 102"/>
              <p:cNvSpPr/>
              <p:nvPr/>
            </p:nvSpPr>
            <p:spPr>
              <a:xfrm flipV="1">
                <a:off x="8686738" y="0"/>
                <a:ext cx="3" cy="91445"/>
              </a:xfrm>
              <a:prstGeom prst="line">
                <a:avLst/>
              </a:prstGeom>
              <a:noFill/>
              <a:ln w="9525" cap="flat">
                <a:solidFill>
                  <a:srgbClr val="BEBEBE"/>
                </a:solidFill>
                <a:prstDash val="solid"/>
                <a:round/>
              </a:ln>
              <a:effectLst/>
            </p:spPr>
            <p:txBody>
              <a:bodyPr wrap="square" lIns="45718" tIns="45718" rIns="45718" bIns="45718" numCol="1" anchor="t">
                <a:noAutofit/>
              </a:bodyPr>
              <a:lstStyle/>
              <a:p>
                <a:pPr defTabSz="914620">
                  <a:defRPr>
                    <a:solidFill>
                      <a:srgbClr val="000000"/>
                    </a:solidFill>
                    <a:latin typeface="+mn-lt"/>
                    <a:ea typeface="+mn-ea"/>
                    <a:cs typeface="+mn-cs"/>
                    <a:sym typeface="IBM Plex Sans"/>
                  </a:defRPr>
                </a:pPr>
                <a:endParaRPr sz="2400"/>
              </a:p>
            </p:txBody>
          </p:sp>
        </p:grpSp>
        <p:grpSp>
          <p:nvGrpSpPr>
            <p:cNvPr id="1805" name="Group 60"/>
            <p:cNvGrpSpPr/>
            <p:nvPr/>
          </p:nvGrpSpPr>
          <p:grpSpPr>
            <a:xfrm>
              <a:off x="338963" y="5273044"/>
              <a:ext cx="8686742" cy="91445"/>
              <a:chOff x="0" y="0"/>
              <a:chExt cx="8686741" cy="91444"/>
            </a:xfrm>
          </p:grpSpPr>
          <p:sp>
            <p:nvSpPr>
              <p:cNvPr id="1794" name="Straight Connector 81"/>
              <p:cNvSpPr/>
              <p:nvPr/>
            </p:nvSpPr>
            <p:spPr>
              <a:xfrm flipV="1">
                <a:off x="-1" y="0"/>
                <a:ext cx="4" cy="91445"/>
              </a:xfrm>
              <a:prstGeom prst="line">
                <a:avLst/>
              </a:prstGeom>
              <a:noFill/>
              <a:ln w="9525" cap="flat">
                <a:solidFill>
                  <a:srgbClr val="BEBEBE"/>
                </a:solidFill>
                <a:prstDash val="solid"/>
                <a:round/>
              </a:ln>
              <a:effectLst/>
            </p:spPr>
            <p:txBody>
              <a:bodyPr wrap="square" lIns="45718" tIns="45718" rIns="45718" bIns="45718" numCol="1" anchor="t">
                <a:noAutofit/>
              </a:bodyPr>
              <a:lstStyle/>
              <a:p>
                <a:pPr defTabSz="914620">
                  <a:defRPr>
                    <a:solidFill>
                      <a:srgbClr val="000000"/>
                    </a:solidFill>
                    <a:latin typeface="+mn-lt"/>
                    <a:ea typeface="+mn-ea"/>
                    <a:cs typeface="+mn-cs"/>
                    <a:sym typeface="IBM Plex Sans"/>
                  </a:defRPr>
                </a:pPr>
                <a:endParaRPr sz="2400"/>
              </a:p>
            </p:txBody>
          </p:sp>
          <p:sp>
            <p:nvSpPr>
              <p:cNvPr id="1795" name="Straight Connector 82"/>
              <p:cNvSpPr/>
              <p:nvPr/>
            </p:nvSpPr>
            <p:spPr>
              <a:xfrm flipV="1">
                <a:off x="1828801" y="0"/>
                <a:ext cx="3" cy="91445"/>
              </a:xfrm>
              <a:prstGeom prst="line">
                <a:avLst/>
              </a:prstGeom>
              <a:noFill/>
              <a:ln w="9525" cap="flat">
                <a:solidFill>
                  <a:srgbClr val="BEBEBE"/>
                </a:solidFill>
                <a:prstDash val="solid"/>
                <a:round/>
              </a:ln>
              <a:effectLst/>
            </p:spPr>
            <p:txBody>
              <a:bodyPr wrap="square" lIns="45718" tIns="45718" rIns="45718" bIns="45718" numCol="1" anchor="t">
                <a:noAutofit/>
              </a:bodyPr>
              <a:lstStyle/>
              <a:p>
                <a:pPr defTabSz="914620">
                  <a:defRPr>
                    <a:solidFill>
                      <a:srgbClr val="000000"/>
                    </a:solidFill>
                    <a:latin typeface="+mn-lt"/>
                    <a:ea typeface="+mn-ea"/>
                    <a:cs typeface="+mn-cs"/>
                    <a:sym typeface="IBM Plex Sans"/>
                  </a:defRPr>
                </a:pPr>
                <a:endParaRPr sz="2400"/>
              </a:p>
            </p:txBody>
          </p:sp>
          <p:sp>
            <p:nvSpPr>
              <p:cNvPr id="1796" name="Straight Connector 83"/>
              <p:cNvSpPr/>
              <p:nvPr/>
            </p:nvSpPr>
            <p:spPr>
              <a:xfrm flipV="1">
                <a:off x="2057401" y="0"/>
                <a:ext cx="3" cy="91445"/>
              </a:xfrm>
              <a:prstGeom prst="line">
                <a:avLst/>
              </a:prstGeom>
              <a:noFill/>
              <a:ln w="9525" cap="flat">
                <a:solidFill>
                  <a:srgbClr val="BEBEBE"/>
                </a:solidFill>
                <a:prstDash val="solid"/>
                <a:round/>
              </a:ln>
              <a:effectLst/>
            </p:spPr>
            <p:txBody>
              <a:bodyPr wrap="square" lIns="45718" tIns="45718" rIns="45718" bIns="45718" numCol="1" anchor="t">
                <a:noAutofit/>
              </a:bodyPr>
              <a:lstStyle/>
              <a:p>
                <a:pPr defTabSz="914620">
                  <a:defRPr>
                    <a:solidFill>
                      <a:srgbClr val="000000"/>
                    </a:solidFill>
                    <a:latin typeface="+mn-lt"/>
                    <a:ea typeface="+mn-ea"/>
                    <a:cs typeface="+mn-cs"/>
                    <a:sym typeface="IBM Plex Sans"/>
                  </a:defRPr>
                </a:pPr>
                <a:endParaRPr sz="2400"/>
              </a:p>
            </p:txBody>
          </p:sp>
          <p:sp>
            <p:nvSpPr>
              <p:cNvPr id="1797" name="Straight Connector 84"/>
              <p:cNvSpPr/>
              <p:nvPr/>
            </p:nvSpPr>
            <p:spPr>
              <a:xfrm flipV="1">
                <a:off x="2286001" y="0"/>
                <a:ext cx="3" cy="91445"/>
              </a:xfrm>
              <a:prstGeom prst="line">
                <a:avLst/>
              </a:prstGeom>
              <a:noFill/>
              <a:ln w="9525" cap="flat">
                <a:solidFill>
                  <a:srgbClr val="BEBEBE"/>
                </a:solidFill>
                <a:prstDash val="solid"/>
                <a:round/>
              </a:ln>
              <a:effectLst/>
            </p:spPr>
            <p:txBody>
              <a:bodyPr wrap="square" lIns="45718" tIns="45718" rIns="45718" bIns="45718" numCol="1" anchor="t">
                <a:noAutofit/>
              </a:bodyPr>
              <a:lstStyle/>
              <a:p>
                <a:pPr defTabSz="914620">
                  <a:defRPr>
                    <a:solidFill>
                      <a:srgbClr val="000000"/>
                    </a:solidFill>
                    <a:latin typeface="+mn-lt"/>
                    <a:ea typeface="+mn-ea"/>
                    <a:cs typeface="+mn-cs"/>
                    <a:sym typeface="IBM Plex Sans"/>
                  </a:defRPr>
                </a:pPr>
                <a:endParaRPr sz="2400"/>
              </a:p>
            </p:txBody>
          </p:sp>
          <p:sp>
            <p:nvSpPr>
              <p:cNvPr id="1798" name="Straight Connector 85"/>
              <p:cNvSpPr/>
              <p:nvPr/>
            </p:nvSpPr>
            <p:spPr>
              <a:xfrm flipV="1">
                <a:off x="4114802" y="0"/>
                <a:ext cx="3" cy="91445"/>
              </a:xfrm>
              <a:prstGeom prst="line">
                <a:avLst/>
              </a:prstGeom>
              <a:noFill/>
              <a:ln w="9525" cap="flat">
                <a:solidFill>
                  <a:srgbClr val="BEBEBE"/>
                </a:solidFill>
                <a:prstDash val="solid"/>
                <a:round/>
              </a:ln>
              <a:effectLst/>
            </p:spPr>
            <p:txBody>
              <a:bodyPr wrap="square" lIns="45718" tIns="45718" rIns="45718" bIns="45718" numCol="1" anchor="t">
                <a:noAutofit/>
              </a:bodyPr>
              <a:lstStyle/>
              <a:p>
                <a:pPr defTabSz="914620">
                  <a:defRPr>
                    <a:solidFill>
                      <a:srgbClr val="000000"/>
                    </a:solidFill>
                    <a:latin typeface="+mn-lt"/>
                    <a:ea typeface="+mn-ea"/>
                    <a:cs typeface="+mn-cs"/>
                    <a:sym typeface="IBM Plex Sans"/>
                  </a:defRPr>
                </a:pPr>
                <a:endParaRPr sz="2400"/>
              </a:p>
            </p:txBody>
          </p:sp>
          <p:sp>
            <p:nvSpPr>
              <p:cNvPr id="1799" name="Straight Connector 86"/>
              <p:cNvSpPr/>
              <p:nvPr/>
            </p:nvSpPr>
            <p:spPr>
              <a:xfrm flipV="1">
                <a:off x="4343402" y="0"/>
                <a:ext cx="3" cy="91445"/>
              </a:xfrm>
              <a:prstGeom prst="line">
                <a:avLst/>
              </a:prstGeom>
              <a:noFill/>
              <a:ln w="9525" cap="flat">
                <a:solidFill>
                  <a:srgbClr val="BEBEBE"/>
                </a:solidFill>
                <a:prstDash val="solid"/>
                <a:round/>
              </a:ln>
              <a:effectLst/>
            </p:spPr>
            <p:txBody>
              <a:bodyPr wrap="square" lIns="45718" tIns="45718" rIns="45718" bIns="45718" numCol="1" anchor="t">
                <a:noAutofit/>
              </a:bodyPr>
              <a:lstStyle/>
              <a:p>
                <a:pPr defTabSz="914620">
                  <a:defRPr>
                    <a:solidFill>
                      <a:srgbClr val="000000"/>
                    </a:solidFill>
                    <a:latin typeface="+mn-lt"/>
                    <a:ea typeface="+mn-ea"/>
                    <a:cs typeface="+mn-cs"/>
                    <a:sym typeface="IBM Plex Sans"/>
                  </a:defRPr>
                </a:pPr>
                <a:endParaRPr sz="2400"/>
              </a:p>
            </p:txBody>
          </p:sp>
          <p:sp>
            <p:nvSpPr>
              <p:cNvPr id="1800" name="Straight Connector 87"/>
              <p:cNvSpPr/>
              <p:nvPr/>
            </p:nvSpPr>
            <p:spPr>
              <a:xfrm flipV="1">
                <a:off x="4572002" y="0"/>
                <a:ext cx="3" cy="91445"/>
              </a:xfrm>
              <a:prstGeom prst="line">
                <a:avLst/>
              </a:prstGeom>
              <a:noFill/>
              <a:ln w="9525" cap="flat">
                <a:solidFill>
                  <a:srgbClr val="BEBEBE"/>
                </a:solidFill>
                <a:prstDash val="solid"/>
                <a:round/>
              </a:ln>
              <a:effectLst/>
            </p:spPr>
            <p:txBody>
              <a:bodyPr wrap="square" lIns="45718" tIns="45718" rIns="45718" bIns="45718" numCol="1" anchor="t">
                <a:noAutofit/>
              </a:bodyPr>
              <a:lstStyle/>
              <a:p>
                <a:pPr defTabSz="914620">
                  <a:defRPr>
                    <a:solidFill>
                      <a:srgbClr val="000000"/>
                    </a:solidFill>
                    <a:latin typeface="+mn-lt"/>
                    <a:ea typeface="+mn-ea"/>
                    <a:cs typeface="+mn-cs"/>
                    <a:sym typeface="IBM Plex Sans"/>
                  </a:defRPr>
                </a:pPr>
                <a:endParaRPr sz="2400"/>
              </a:p>
            </p:txBody>
          </p:sp>
          <p:sp>
            <p:nvSpPr>
              <p:cNvPr id="1801" name="Straight Connector 88"/>
              <p:cNvSpPr/>
              <p:nvPr/>
            </p:nvSpPr>
            <p:spPr>
              <a:xfrm flipV="1">
                <a:off x="6400803" y="0"/>
                <a:ext cx="3" cy="91445"/>
              </a:xfrm>
              <a:prstGeom prst="line">
                <a:avLst/>
              </a:prstGeom>
              <a:noFill/>
              <a:ln w="9525" cap="flat">
                <a:solidFill>
                  <a:srgbClr val="BEBEBE"/>
                </a:solidFill>
                <a:prstDash val="solid"/>
                <a:round/>
              </a:ln>
              <a:effectLst/>
            </p:spPr>
            <p:txBody>
              <a:bodyPr wrap="square" lIns="45718" tIns="45718" rIns="45718" bIns="45718" numCol="1" anchor="t">
                <a:noAutofit/>
              </a:bodyPr>
              <a:lstStyle/>
              <a:p>
                <a:pPr defTabSz="914620">
                  <a:defRPr>
                    <a:solidFill>
                      <a:srgbClr val="000000"/>
                    </a:solidFill>
                    <a:latin typeface="+mn-lt"/>
                    <a:ea typeface="+mn-ea"/>
                    <a:cs typeface="+mn-cs"/>
                    <a:sym typeface="IBM Plex Sans"/>
                  </a:defRPr>
                </a:pPr>
                <a:endParaRPr sz="2400"/>
              </a:p>
            </p:txBody>
          </p:sp>
          <p:sp>
            <p:nvSpPr>
              <p:cNvPr id="1802" name="Straight Connector 89"/>
              <p:cNvSpPr/>
              <p:nvPr/>
            </p:nvSpPr>
            <p:spPr>
              <a:xfrm flipV="1">
                <a:off x="6629404" y="0"/>
                <a:ext cx="3" cy="91445"/>
              </a:xfrm>
              <a:prstGeom prst="line">
                <a:avLst/>
              </a:prstGeom>
              <a:noFill/>
              <a:ln w="9525" cap="flat">
                <a:solidFill>
                  <a:srgbClr val="BEBEBE"/>
                </a:solidFill>
                <a:prstDash val="solid"/>
                <a:round/>
              </a:ln>
              <a:effectLst/>
            </p:spPr>
            <p:txBody>
              <a:bodyPr wrap="square" lIns="45718" tIns="45718" rIns="45718" bIns="45718" numCol="1" anchor="t">
                <a:noAutofit/>
              </a:bodyPr>
              <a:lstStyle/>
              <a:p>
                <a:pPr defTabSz="914620">
                  <a:defRPr>
                    <a:solidFill>
                      <a:srgbClr val="000000"/>
                    </a:solidFill>
                    <a:latin typeface="+mn-lt"/>
                    <a:ea typeface="+mn-ea"/>
                    <a:cs typeface="+mn-cs"/>
                    <a:sym typeface="IBM Plex Sans"/>
                  </a:defRPr>
                </a:pPr>
                <a:endParaRPr sz="2400"/>
              </a:p>
            </p:txBody>
          </p:sp>
          <p:sp>
            <p:nvSpPr>
              <p:cNvPr id="1803" name="Straight Connector 90"/>
              <p:cNvSpPr/>
              <p:nvPr/>
            </p:nvSpPr>
            <p:spPr>
              <a:xfrm flipV="1">
                <a:off x="6858004" y="0"/>
                <a:ext cx="3" cy="91445"/>
              </a:xfrm>
              <a:prstGeom prst="line">
                <a:avLst/>
              </a:prstGeom>
              <a:noFill/>
              <a:ln w="9525" cap="flat">
                <a:solidFill>
                  <a:srgbClr val="BEBEBE"/>
                </a:solidFill>
                <a:prstDash val="solid"/>
                <a:round/>
              </a:ln>
              <a:effectLst/>
            </p:spPr>
            <p:txBody>
              <a:bodyPr wrap="square" lIns="45718" tIns="45718" rIns="45718" bIns="45718" numCol="1" anchor="t">
                <a:noAutofit/>
              </a:bodyPr>
              <a:lstStyle/>
              <a:p>
                <a:pPr defTabSz="914620">
                  <a:defRPr>
                    <a:solidFill>
                      <a:srgbClr val="000000"/>
                    </a:solidFill>
                    <a:latin typeface="+mn-lt"/>
                    <a:ea typeface="+mn-ea"/>
                    <a:cs typeface="+mn-cs"/>
                    <a:sym typeface="IBM Plex Sans"/>
                  </a:defRPr>
                </a:pPr>
                <a:endParaRPr sz="2400"/>
              </a:p>
            </p:txBody>
          </p:sp>
          <p:sp>
            <p:nvSpPr>
              <p:cNvPr id="1804" name="Straight Connector 91"/>
              <p:cNvSpPr/>
              <p:nvPr/>
            </p:nvSpPr>
            <p:spPr>
              <a:xfrm flipV="1">
                <a:off x="8686738" y="0"/>
                <a:ext cx="3" cy="91445"/>
              </a:xfrm>
              <a:prstGeom prst="line">
                <a:avLst/>
              </a:prstGeom>
              <a:noFill/>
              <a:ln w="9525" cap="flat">
                <a:solidFill>
                  <a:srgbClr val="BEBEBE"/>
                </a:solidFill>
                <a:prstDash val="solid"/>
                <a:round/>
              </a:ln>
              <a:effectLst/>
            </p:spPr>
            <p:txBody>
              <a:bodyPr wrap="square" lIns="45718" tIns="45718" rIns="45718" bIns="45718" numCol="1" anchor="t">
                <a:noAutofit/>
              </a:bodyPr>
              <a:lstStyle/>
              <a:p>
                <a:pPr defTabSz="914620">
                  <a:defRPr>
                    <a:solidFill>
                      <a:srgbClr val="000000"/>
                    </a:solidFill>
                    <a:latin typeface="+mn-lt"/>
                    <a:ea typeface="+mn-ea"/>
                    <a:cs typeface="+mn-cs"/>
                    <a:sym typeface="IBM Plex Sans"/>
                  </a:defRPr>
                </a:pPr>
                <a:endParaRPr sz="2400"/>
              </a:p>
            </p:txBody>
          </p:sp>
        </p:grpSp>
        <p:grpSp>
          <p:nvGrpSpPr>
            <p:cNvPr id="1815" name="Group 61"/>
            <p:cNvGrpSpPr/>
            <p:nvPr/>
          </p:nvGrpSpPr>
          <p:grpSpPr>
            <a:xfrm>
              <a:off x="-1" y="347596"/>
              <a:ext cx="91445" cy="4664466"/>
              <a:chOff x="0" y="0"/>
              <a:chExt cx="91444" cy="4664464"/>
            </a:xfrm>
          </p:grpSpPr>
          <p:sp>
            <p:nvSpPr>
              <p:cNvPr id="1806" name="Straight Connector 72"/>
              <p:cNvSpPr/>
              <p:nvPr/>
            </p:nvSpPr>
            <p:spPr>
              <a:xfrm flipH="1">
                <a:off x="0" y="416051"/>
                <a:ext cx="91445" cy="3"/>
              </a:xfrm>
              <a:prstGeom prst="line">
                <a:avLst/>
              </a:prstGeom>
              <a:noFill/>
              <a:ln w="9525" cap="flat">
                <a:solidFill>
                  <a:srgbClr val="BEBEBE"/>
                </a:solidFill>
                <a:prstDash val="solid"/>
                <a:round/>
              </a:ln>
              <a:effectLst/>
            </p:spPr>
            <p:txBody>
              <a:bodyPr wrap="square" lIns="45718" tIns="45718" rIns="45718" bIns="45718" numCol="1" anchor="t">
                <a:noAutofit/>
              </a:bodyPr>
              <a:lstStyle/>
              <a:p>
                <a:pPr defTabSz="914620">
                  <a:defRPr>
                    <a:solidFill>
                      <a:srgbClr val="000000"/>
                    </a:solidFill>
                    <a:latin typeface="+mn-lt"/>
                    <a:ea typeface="+mn-ea"/>
                    <a:cs typeface="+mn-cs"/>
                    <a:sym typeface="IBM Plex Sans"/>
                  </a:defRPr>
                </a:pPr>
                <a:endParaRPr sz="2400"/>
              </a:p>
            </p:txBody>
          </p:sp>
          <p:sp>
            <p:nvSpPr>
              <p:cNvPr id="1807" name="Straight Connector 73"/>
              <p:cNvSpPr/>
              <p:nvPr/>
            </p:nvSpPr>
            <p:spPr>
              <a:xfrm flipH="1">
                <a:off x="0" y="1051560"/>
                <a:ext cx="91445" cy="3"/>
              </a:xfrm>
              <a:prstGeom prst="line">
                <a:avLst/>
              </a:prstGeom>
              <a:noFill/>
              <a:ln w="9525" cap="flat">
                <a:solidFill>
                  <a:srgbClr val="BEBEBE"/>
                </a:solidFill>
                <a:prstDash val="solid"/>
                <a:round/>
              </a:ln>
              <a:effectLst/>
            </p:spPr>
            <p:txBody>
              <a:bodyPr wrap="square" lIns="45718" tIns="45718" rIns="45718" bIns="45718" numCol="1" anchor="t">
                <a:noAutofit/>
              </a:bodyPr>
              <a:lstStyle/>
              <a:p>
                <a:pPr defTabSz="914620">
                  <a:defRPr>
                    <a:solidFill>
                      <a:srgbClr val="000000"/>
                    </a:solidFill>
                    <a:latin typeface="+mn-lt"/>
                    <a:ea typeface="+mn-ea"/>
                    <a:cs typeface="+mn-cs"/>
                    <a:sym typeface="IBM Plex Sans"/>
                  </a:defRPr>
                </a:pPr>
                <a:endParaRPr sz="2400"/>
              </a:p>
            </p:txBody>
          </p:sp>
          <p:sp>
            <p:nvSpPr>
              <p:cNvPr id="1808" name="Straight Connector 74"/>
              <p:cNvSpPr/>
              <p:nvPr/>
            </p:nvSpPr>
            <p:spPr>
              <a:xfrm flipH="1">
                <a:off x="0" y="1691640"/>
                <a:ext cx="91445" cy="3"/>
              </a:xfrm>
              <a:prstGeom prst="line">
                <a:avLst/>
              </a:prstGeom>
              <a:noFill/>
              <a:ln w="9525" cap="flat">
                <a:solidFill>
                  <a:srgbClr val="BEBEBE"/>
                </a:solidFill>
                <a:prstDash val="solid"/>
                <a:round/>
              </a:ln>
              <a:effectLst/>
            </p:spPr>
            <p:txBody>
              <a:bodyPr wrap="square" lIns="45718" tIns="45718" rIns="45718" bIns="45718" numCol="1" anchor="t">
                <a:noAutofit/>
              </a:bodyPr>
              <a:lstStyle/>
              <a:p>
                <a:pPr defTabSz="914620">
                  <a:defRPr>
                    <a:solidFill>
                      <a:srgbClr val="000000"/>
                    </a:solidFill>
                    <a:latin typeface="+mn-lt"/>
                    <a:ea typeface="+mn-ea"/>
                    <a:cs typeface="+mn-cs"/>
                    <a:sym typeface="IBM Plex Sans"/>
                  </a:defRPr>
                </a:pPr>
                <a:endParaRPr sz="2400"/>
              </a:p>
            </p:txBody>
          </p:sp>
          <p:sp>
            <p:nvSpPr>
              <p:cNvPr id="1809" name="Straight Connector 75"/>
              <p:cNvSpPr/>
              <p:nvPr/>
            </p:nvSpPr>
            <p:spPr>
              <a:xfrm flipH="1">
                <a:off x="0" y="2333248"/>
                <a:ext cx="91445" cy="3"/>
              </a:xfrm>
              <a:prstGeom prst="line">
                <a:avLst/>
              </a:prstGeom>
              <a:noFill/>
              <a:ln w="9525" cap="flat">
                <a:solidFill>
                  <a:srgbClr val="BEBEBE"/>
                </a:solidFill>
                <a:prstDash val="solid"/>
                <a:round/>
              </a:ln>
              <a:effectLst/>
            </p:spPr>
            <p:txBody>
              <a:bodyPr wrap="square" lIns="45718" tIns="45718" rIns="45718" bIns="45718" numCol="1" anchor="t">
                <a:noAutofit/>
              </a:bodyPr>
              <a:lstStyle/>
              <a:p>
                <a:pPr defTabSz="914620">
                  <a:defRPr>
                    <a:solidFill>
                      <a:srgbClr val="000000"/>
                    </a:solidFill>
                    <a:latin typeface="+mn-lt"/>
                    <a:ea typeface="+mn-ea"/>
                    <a:cs typeface="+mn-cs"/>
                    <a:sym typeface="IBM Plex Sans"/>
                  </a:defRPr>
                </a:pPr>
                <a:endParaRPr sz="2400"/>
              </a:p>
            </p:txBody>
          </p:sp>
          <p:sp>
            <p:nvSpPr>
              <p:cNvPr id="1810" name="Straight Connector 76"/>
              <p:cNvSpPr/>
              <p:nvPr/>
            </p:nvSpPr>
            <p:spPr>
              <a:xfrm flipH="1">
                <a:off x="0" y="2971804"/>
                <a:ext cx="91445" cy="2"/>
              </a:xfrm>
              <a:prstGeom prst="line">
                <a:avLst/>
              </a:prstGeom>
              <a:noFill/>
              <a:ln w="9525" cap="flat">
                <a:solidFill>
                  <a:srgbClr val="BEBEBE"/>
                </a:solidFill>
                <a:prstDash val="solid"/>
                <a:round/>
              </a:ln>
              <a:effectLst/>
            </p:spPr>
            <p:txBody>
              <a:bodyPr wrap="square" lIns="45718" tIns="45718" rIns="45718" bIns="45718" numCol="1" anchor="t">
                <a:noAutofit/>
              </a:bodyPr>
              <a:lstStyle/>
              <a:p>
                <a:pPr defTabSz="914620">
                  <a:defRPr>
                    <a:solidFill>
                      <a:srgbClr val="000000"/>
                    </a:solidFill>
                    <a:latin typeface="+mn-lt"/>
                    <a:ea typeface="+mn-ea"/>
                    <a:cs typeface="+mn-cs"/>
                    <a:sym typeface="IBM Plex Sans"/>
                  </a:defRPr>
                </a:pPr>
                <a:endParaRPr sz="2400"/>
              </a:p>
            </p:txBody>
          </p:sp>
          <p:sp>
            <p:nvSpPr>
              <p:cNvPr id="1811" name="Straight Connector 77"/>
              <p:cNvSpPr/>
              <p:nvPr/>
            </p:nvSpPr>
            <p:spPr>
              <a:xfrm flipH="1">
                <a:off x="0" y="3611883"/>
                <a:ext cx="91445" cy="3"/>
              </a:xfrm>
              <a:prstGeom prst="line">
                <a:avLst/>
              </a:prstGeom>
              <a:noFill/>
              <a:ln w="9525" cap="flat">
                <a:solidFill>
                  <a:srgbClr val="BEBEBE"/>
                </a:solidFill>
                <a:prstDash val="solid"/>
                <a:round/>
              </a:ln>
              <a:effectLst/>
            </p:spPr>
            <p:txBody>
              <a:bodyPr wrap="square" lIns="45718" tIns="45718" rIns="45718" bIns="45718" numCol="1" anchor="t">
                <a:noAutofit/>
              </a:bodyPr>
              <a:lstStyle/>
              <a:p>
                <a:pPr defTabSz="914620">
                  <a:defRPr>
                    <a:solidFill>
                      <a:srgbClr val="000000"/>
                    </a:solidFill>
                    <a:latin typeface="+mn-lt"/>
                    <a:ea typeface="+mn-ea"/>
                    <a:cs typeface="+mn-cs"/>
                    <a:sym typeface="IBM Plex Sans"/>
                  </a:defRPr>
                </a:pPr>
                <a:endParaRPr sz="2400"/>
              </a:p>
            </p:txBody>
          </p:sp>
          <p:sp>
            <p:nvSpPr>
              <p:cNvPr id="1812" name="Straight Connector 78"/>
              <p:cNvSpPr/>
              <p:nvPr/>
            </p:nvSpPr>
            <p:spPr>
              <a:xfrm flipH="1">
                <a:off x="0" y="4256537"/>
                <a:ext cx="91445" cy="3"/>
              </a:xfrm>
              <a:prstGeom prst="line">
                <a:avLst/>
              </a:prstGeom>
              <a:noFill/>
              <a:ln w="9525" cap="flat">
                <a:solidFill>
                  <a:srgbClr val="BEBEBE"/>
                </a:solidFill>
                <a:prstDash val="solid"/>
                <a:round/>
              </a:ln>
              <a:effectLst/>
            </p:spPr>
            <p:txBody>
              <a:bodyPr wrap="square" lIns="45718" tIns="45718" rIns="45718" bIns="45718" numCol="1" anchor="t">
                <a:noAutofit/>
              </a:bodyPr>
              <a:lstStyle/>
              <a:p>
                <a:pPr defTabSz="914620">
                  <a:defRPr>
                    <a:solidFill>
                      <a:srgbClr val="000000"/>
                    </a:solidFill>
                    <a:latin typeface="+mn-lt"/>
                    <a:ea typeface="+mn-ea"/>
                    <a:cs typeface="+mn-cs"/>
                    <a:sym typeface="IBM Plex Sans"/>
                  </a:defRPr>
                </a:pPr>
                <a:endParaRPr sz="2400"/>
              </a:p>
            </p:txBody>
          </p:sp>
          <p:sp>
            <p:nvSpPr>
              <p:cNvPr id="1813" name="Straight Connector 79"/>
              <p:cNvSpPr/>
              <p:nvPr/>
            </p:nvSpPr>
            <p:spPr>
              <a:xfrm flipH="1" flipV="1">
                <a:off x="0" y="-1"/>
                <a:ext cx="91445" cy="3"/>
              </a:xfrm>
              <a:prstGeom prst="line">
                <a:avLst/>
              </a:prstGeom>
              <a:noFill/>
              <a:ln w="9525" cap="flat">
                <a:solidFill>
                  <a:srgbClr val="BEBEBE"/>
                </a:solidFill>
                <a:prstDash val="solid"/>
                <a:round/>
              </a:ln>
              <a:effectLst/>
            </p:spPr>
            <p:txBody>
              <a:bodyPr wrap="square" lIns="45718" tIns="45718" rIns="45718" bIns="45718" numCol="1" anchor="t">
                <a:noAutofit/>
              </a:bodyPr>
              <a:lstStyle/>
              <a:p>
                <a:pPr defTabSz="914620">
                  <a:defRPr>
                    <a:solidFill>
                      <a:srgbClr val="000000"/>
                    </a:solidFill>
                    <a:latin typeface="+mn-lt"/>
                    <a:ea typeface="+mn-ea"/>
                    <a:cs typeface="+mn-cs"/>
                    <a:sym typeface="IBM Plex Sans"/>
                  </a:defRPr>
                </a:pPr>
                <a:endParaRPr sz="2400"/>
              </a:p>
            </p:txBody>
          </p:sp>
          <p:sp>
            <p:nvSpPr>
              <p:cNvPr id="1814" name="Straight Connector 80"/>
              <p:cNvSpPr/>
              <p:nvPr/>
            </p:nvSpPr>
            <p:spPr>
              <a:xfrm flipH="1">
                <a:off x="0" y="4664461"/>
                <a:ext cx="91445" cy="3"/>
              </a:xfrm>
              <a:prstGeom prst="line">
                <a:avLst/>
              </a:prstGeom>
              <a:noFill/>
              <a:ln w="9525" cap="flat">
                <a:solidFill>
                  <a:srgbClr val="BEBEBE"/>
                </a:solidFill>
                <a:prstDash val="solid"/>
                <a:round/>
              </a:ln>
              <a:effectLst/>
            </p:spPr>
            <p:txBody>
              <a:bodyPr wrap="square" lIns="45718" tIns="45718" rIns="45718" bIns="45718" numCol="1" anchor="t">
                <a:noAutofit/>
              </a:bodyPr>
              <a:lstStyle/>
              <a:p>
                <a:pPr defTabSz="914620">
                  <a:defRPr>
                    <a:solidFill>
                      <a:srgbClr val="000000"/>
                    </a:solidFill>
                    <a:latin typeface="+mn-lt"/>
                    <a:ea typeface="+mn-ea"/>
                    <a:cs typeface="+mn-cs"/>
                    <a:sym typeface="IBM Plex Sans"/>
                  </a:defRPr>
                </a:pPr>
                <a:endParaRPr sz="2400"/>
              </a:p>
            </p:txBody>
          </p:sp>
        </p:grpSp>
        <p:grpSp>
          <p:nvGrpSpPr>
            <p:cNvPr id="1825" name="Group 62"/>
            <p:cNvGrpSpPr/>
            <p:nvPr/>
          </p:nvGrpSpPr>
          <p:grpSpPr>
            <a:xfrm>
              <a:off x="9272784" y="347598"/>
              <a:ext cx="91445" cy="4663448"/>
              <a:chOff x="0" y="0"/>
              <a:chExt cx="91444" cy="4663447"/>
            </a:xfrm>
          </p:grpSpPr>
          <p:sp>
            <p:nvSpPr>
              <p:cNvPr id="1816" name="Straight Connector 63"/>
              <p:cNvSpPr/>
              <p:nvPr/>
            </p:nvSpPr>
            <p:spPr>
              <a:xfrm flipH="1">
                <a:off x="0" y="416052"/>
                <a:ext cx="91445" cy="3"/>
              </a:xfrm>
              <a:prstGeom prst="line">
                <a:avLst/>
              </a:prstGeom>
              <a:noFill/>
              <a:ln w="9525" cap="flat">
                <a:solidFill>
                  <a:srgbClr val="BEBEBE"/>
                </a:solidFill>
                <a:prstDash val="solid"/>
                <a:round/>
              </a:ln>
              <a:effectLst/>
            </p:spPr>
            <p:txBody>
              <a:bodyPr wrap="square" lIns="45718" tIns="45718" rIns="45718" bIns="45718" numCol="1" anchor="t">
                <a:noAutofit/>
              </a:bodyPr>
              <a:lstStyle/>
              <a:p>
                <a:pPr defTabSz="914620">
                  <a:defRPr>
                    <a:solidFill>
                      <a:srgbClr val="000000"/>
                    </a:solidFill>
                    <a:latin typeface="+mn-lt"/>
                    <a:ea typeface="+mn-ea"/>
                    <a:cs typeface="+mn-cs"/>
                    <a:sym typeface="IBM Plex Sans"/>
                  </a:defRPr>
                </a:pPr>
                <a:endParaRPr sz="2400"/>
              </a:p>
            </p:txBody>
          </p:sp>
          <p:sp>
            <p:nvSpPr>
              <p:cNvPr id="1817" name="Straight Connector 64"/>
              <p:cNvSpPr/>
              <p:nvPr/>
            </p:nvSpPr>
            <p:spPr>
              <a:xfrm flipH="1">
                <a:off x="0" y="1051560"/>
                <a:ext cx="91445" cy="3"/>
              </a:xfrm>
              <a:prstGeom prst="line">
                <a:avLst/>
              </a:prstGeom>
              <a:noFill/>
              <a:ln w="9525" cap="flat">
                <a:solidFill>
                  <a:srgbClr val="BEBEBE"/>
                </a:solidFill>
                <a:prstDash val="solid"/>
                <a:round/>
              </a:ln>
              <a:effectLst/>
            </p:spPr>
            <p:txBody>
              <a:bodyPr wrap="square" lIns="45718" tIns="45718" rIns="45718" bIns="45718" numCol="1" anchor="t">
                <a:noAutofit/>
              </a:bodyPr>
              <a:lstStyle/>
              <a:p>
                <a:pPr defTabSz="914620">
                  <a:defRPr>
                    <a:solidFill>
                      <a:srgbClr val="000000"/>
                    </a:solidFill>
                    <a:latin typeface="+mn-lt"/>
                    <a:ea typeface="+mn-ea"/>
                    <a:cs typeface="+mn-cs"/>
                    <a:sym typeface="IBM Plex Sans"/>
                  </a:defRPr>
                </a:pPr>
                <a:endParaRPr sz="2400"/>
              </a:p>
            </p:txBody>
          </p:sp>
          <p:sp>
            <p:nvSpPr>
              <p:cNvPr id="1818" name="Straight Connector 65"/>
              <p:cNvSpPr/>
              <p:nvPr/>
            </p:nvSpPr>
            <p:spPr>
              <a:xfrm flipH="1">
                <a:off x="0" y="1691642"/>
                <a:ext cx="91445" cy="3"/>
              </a:xfrm>
              <a:prstGeom prst="line">
                <a:avLst/>
              </a:prstGeom>
              <a:noFill/>
              <a:ln w="9525" cap="flat">
                <a:solidFill>
                  <a:srgbClr val="BEBEBE"/>
                </a:solidFill>
                <a:prstDash val="solid"/>
                <a:round/>
              </a:ln>
              <a:effectLst/>
            </p:spPr>
            <p:txBody>
              <a:bodyPr wrap="square" lIns="45718" tIns="45718" rIns="45718" bIns="45718" numCol="1" anchor="t">
                <a:noAutofit/>
              </a:bodyPr>
              <a:lstStyle/>
              <a:p>
                <a:pPr defTabSz="914620">
                  <a:defRPr>
                    <a:solidFill>
                      <a:srgbClr val="000000"/>
                    </a:solidFill>
                    <a:latin typeface="+mn-lt"/>
                    <a:ea typeface="+mn-ea"/>
                    <a:cs typeface="+mn-cs"/>
                    <a:sym typeface="IBM Plex Sans"/>
                  </a:defRPr>
                </a:pPr>
                <a:endParaRPr sz="2400"/>
              </a:p>
            </p:txBody>
          </p:sp>
          <p:sp>
            <p:nvSpPr>
              <p:cNvPr id="1819" name="Straight Connector 66"/>
              <p:cNvSpPr/>
              <p:nvPr/>
            </p:nvSpPr>
            <p:spPr>
              <a:xfrm flipH="1">
                <a:off x="0" y="2331722"/>
                <a:ext cx="91445" cy="3"/>
              </a:xfrm>
              <a:prstGeom prst="line">
                <a:avLst/>
              </a:prstGeom>
              <a:noFill/>
              <a:ln w="9525" cap="flat">
                <a:solidFill>
                  <a:srgbClr val="BEBEBE"/>
                </a:solidFill>
                <a:prstDash val="solid"/>
                <a:round/>
              </a:ln>
              <a:effectLst/>
            </p:spPr>
            <p:txBody>
              <a:bodyPr wrap="square" lIns="45718" tIns="45718" rIns="45718" bIns="45718" numCol="1" anchor="t">
                <a:noAutofit/>
              </a:bodyPr>
              <a:lstStyle/>
              <a:p>
                <a:pPr defTabSz="914620">
                  <a:defRPr>
                    <a:solidFill>
                      <a:srgbClr val="000000"/>
                    </a:solidFill>
                    <a:latin typeface="+mn-lt"/>
                    <a:ea typeface="+mn-ea"/>
                    <a:cs typeface="+mn-cs"/>
                    <a:sym typeface="IBM Plex Sans"/>
                  </a:defRPr>
                </a:pPr>
                <a:endParaRPr sz="2400"/>
              </a:p>
            </p:txBody>
          </p:sp>
          <p:sp>
            <p:nvSpPr>
              <p:cNvPr id="1820" name="Straight Connector 67"/>
              <p:cNvSpPr/>
              <p:nvPr/>
            </p:nvSpPr>
            <p:spPr>
              <a:xfrm flipH="1">
                <a:off x="0" y="2971803"/>
                <a:ext cx="91445" cy="2"/>
              </a:xfrm>
              <a:prstGeom prst="line">
                <a:avLst/>
              </a:prstGeom>
              <a:noFill/>
              <a:ln w="9525" cap="flat">
                <a:solidFill>
                  <a:srgbClr val="BEBEBE"/>
                </a:solidFill>
                <a:prstDash val="solid"/>
                <a:round/>
              </a:ln>
              <a:effectLst/>
            </p:spPr>
            <p:txBody>
              <a:bodyPr wrap="square" lIns="45718" tIns="45718" rIns="45718" bIns="45718" numCol="1" anchor="t">
                <a:noAutofit/>
              </a:bodyPr>
              <a:lstStyle/>
              <a:p>
                <a:pPr defTabSz="914620">
                  <a:defRPr>
                    <a:solidFill>
                      <a:srgbClr val="000000"/>
                    </a:solidFill>
                    <a:latin typeface="+mn-lt"/>
                    <a:ea typeface="+mn-ea"/>
                    <a:cs typeface="+mn-cs"/>
                    <a:sym typeface="IBM Plex Sans"/>
                  </a:defRPr>
                </a:pPr>
                <a:endParaRPr sz="2400"/>
              </a:p>
            </p:txBody>
          </p:sp>
          <p:sp>
            <p:nvSpPr>
              <p:cNvPr id="1821" name="Straight Connector 68"/>
              <p:cNvSpPr/>
              <p:nvPr/>
            </p:nvSpPr>
            <p:spPr>
              <a:xfrm flipH="1">
                <a:off x="0" y="3611883"/>
                <a:ext cx="91445" cy="3"/>
              </a:xfrm>
              <a:prstGeom prst="line">
                <a:avLst/>
              </a:prstGeom>
              <a:noFill/>
              <a:ln w="9525" cap="flat">
                <a:solidFill>
                  <a:srgbClr val="BEBEBE"/>
                </a:solidFill>
                <a:prstDash val="solid"/>
                <a:round/>
              </a:ln>
              <a:effectLst/>
            </p:spPr>
            <p:txBody>
              <a:bodyPr wrap="square" lIns="45718" tIns="45718" rIns="45718" bIns="45718" numCol="1" anchor="t">
                <a:noAutofit/>
              </a:bodyPr>
              <a:lstStyle/>
              <a:p>
                <a:pPr defTabSz="914620">
                  <a:defRPr>
                    <a:solidFill>
                      <a:srgbClr val="000000"/>
                    </a:solidFill>
                    <a:latin typeface="+mn-lt"/>
                    <a:ea typeface="+mn-ea"/>
                    <a:cs typeface="+mn-cs"/>
                    <a:sym typeface="IBM Plex Sans"/>
                  </a:defRPr>
                </a:pPr>
                <a:endParaRPr sz="2400"/>
              </a:p>
            </p:txBody>
          </p:sp>
          <p:sp>
            <p:nvSpPr>
              <p:cNvPr id="1822" name="Straight Connector 69"/>
              <p:cNvSpPr/>
              <p:nvPr/>
            </p:nvSpPr>
            <p:spPr>
              <a:xfrm flipH="1">
                <a:off x="0" y="4256537"/>
                <a:ext cx="91445" cy="3"/>
              </a:xfrm>
              <a:prstGeom prst="line">
                <a:avLst/>
              </a:prstGeom>
              <a:noFill/>
              <a:ln w="9525" cap="flat">
                <a:solidFill>
                  <a:srgbClr val="BEBEBE"/>
                </a:solidFill>
                <a:prstDash val="solid"/>
                <a:round/>
              </a:ln>
              <a:effectLst/>
            </p:spPr>
            <p:txBody>
              <a:bodyPr wrap="square" lIns="45718" tIns="45718" rIns="45718" bIns="45718" numCol="1" anchor="t">
                <a:noAutofit/>
              </a:bodyPr>
              <a:lstStyle/>
              <a:p>
                <a:pPr defTabSz="914620">
                  <a:defRPr>
                    <a:solidFill>
                      <a:srgbClr val="000000"/>
                    </a:solidFill>
                    <a:latin typeface="+mn-lt"/>
                    <a:ea typeface="+mn-ea"/>
                    <a:cs typeface="+mn-cs"/>
                    <a:sym typeface="IBM Plex Sans"/>
                  </a:defRPr>
                </a:pPr>
                <a:endParaRPr sz="2400"/>
              </a:p>
            </p:txBody>
          </p:sp>
          <p:sp>
            <p:nvSpPr>
              <p:cNvPr id="1823" name="Straight Connector 70"/>
              <p:cNvSpPr/>
              <p:nvPr/>
            </p:nvSpPr>
            <p:spPr>
              <a:xfrm flipH="1" flipV="1">
                <a:off x="0" y="0"/>
                <a:ext cx="91445" cy="3"/>
              </a:xfrm>
              <a:prstGeom prst="line">
                <a:avLst/>
              </a:prstGeom>
              <a:noFill/>
              <a:ln w="9525" cap="flat">
                <a:solidFill>
                  <a:srgbClr val="BEBEBE"/>
                </a:solidFill>
                <a:prstDash val="solid"/>
                <a:round/>
              </a:ln>
              <a:effectLst/>
            </p:spPr>
            <p:txBody>
              <a:bodyPr wrap="square" lIns="45718" tIns="45718" rIns="45718" bIns="45718" numCol="1" anchor="t">
                <a:noAutofit/>
              </a:bodyPr>
              <a:lstStyle/>
              <a:p>
                <a:pPr defTabSz="914620">
                  <a:defRPr>
                    <a:solidFill>
                      <a:srgbClr val="000000"/>
                    </a:solidFill>
                    <a:latin typeface="+mn-lt"/>
                    <a:ea typeface="+mn-ea"/>
                    <a:cs typeface="+mn-cs"/>
                    <a:sym typeface="IBM Plex Sans"/>
                  </a:defRPr>
                </a:pPr>
                <a:endParaRPr sz="2400"/>
              </a:p>
            </p:txBody>
          </p:sp>
          <p:sp>
            <p:nvSpPr>
              <p:cNvPr id="1824" name="Straight Connector 71"/>
              <p:cNvSpPr/>
              <p:nvPr/>
            </p:nvSpPr>
            <p:spPr>
              <a:xfrm flipH="1">
                <a:off x="0" y="4663445"/>
                <a:ext cx="91445" cy="3"/>
              </a:xfrm>
              <a:prstGeom prst="line">
                <a:avLst/>
              </a:prstGeom>
              <a:noFill/>
              <a:ln w="9525" cap="flat">
                <a:solidFill>
                  <a:srgbClr val="BEBEBE"/>
                </a:solidFill>
                <a:prstDash val="solid"/>
                <a:round/>
              </a:ln>
              <a:effectLst/>
            </p:spPr>
            <p:txBody>
              <a:bodyPr wrap="square" lIns="45718" tIns="45718" rIns="45718" bIns="45718" numCol="1" anchor="t">
                <a:noAutofit/>
              </a:bodyPr>
              <a:lstStyle/>
              <a:p>
                <a:pPr defTabSz="914620">
                  <a:defRPr>
                    <a:solidFill>
                      <a:srgbClr val="000000"/>
                    </a:solidFill>
                    <a:latin typeface="+mn-lt"/>
                    <a:ea typeface="+mn-ea"/>
                    <a:cs typeface="+mn-cs"/>
                    <a:sym typeface="IBM Plex Sans"/>
                  </a:defRPr>
                </a:pPr>
                <a:endParaRPr sz="2400"/>
              </a:p>
            </p:txBody>
          </p:sp>
        </p:grpSp>
      </p:grpSp>
      <p:sp>
        <p:nvSpPr>
          <p:cNvPr id="1827" name="Title Text"/>
          <p:cNvSpPr txBox="1">
            <a:spLocks noGrp="1"/>
          </p:cNvSpPr>
          <p:nvPr>
            <p:ph type="title"/>
          </p:nvPr>
        </p:nvSpPr>
        <p:spPr>
          <a:xfrm>
            <a:off x="182880" y="121916"/>
            <a:ext cx="11704231" cy="5872485"/>
          </a:xfrm>
          <a:prstGeom prst="rect">
            <a:avLst/>
          </a:prstGeom>
        </p:spPr>
        <p:txBody>
          <a:bodyPr>
            <a:normAutofit/>
          </a:bodyPr>
          <a:lstStyle>
            <a:lvl1pPr>
              <a:defRPr sz="12800">
                <a:solidFill>
                  <a:srgbClr val="FFFFFF"/>
                </a:solidFill>
                <a:latin typeface="+mj-lt"/>
                <a:ea typeface="+mj-ea"/>
                <a:cs typeface="+mj-cs"/>
                <a:sym typeface="IBM Plex Sans Light"/>
              </a:defRPr>
            </a:lvl1pPr>
          </a:lstStyle>
          <a:p>
            <a:r>
              <a:t>Title Text</a:t>
            </a:r>
          </a:p>
        </p:txBody>
      </p:sp>
      <p:sp>
        <p:nvSpPr>
          <p:cNvPr id="1828" name="Slide Number"/>
          <p:cNvSpPr txBox="1">
            <a:spLocks noGrp="1"/>
          </p:cNvSpPr>
          <p:nvPr>
            <p:ph type="sldNum" sz="quarter" idx="2"/>
          </p:nvPr>
        </p:nvSpPr>
        <p:spPr>
          <a:xfrm>
            <a:off x="11752460" y="6433437"/>
            <a:ext cx="134652" cy="123111"/>
          </a:xfrm>
          <a:prstGeom prst="rect">
            <a:avLst/>
          </a:prstGeom>
        </p:spPr>
        <p:txBody>
          <a:bodyPr/>
          <a:lstStyle>
            <a:lvl1pPr defTabSz="914620">
              <a:defRPr>
                <a:solidFill>
                  <a:srgbClr val="808080"/>
                </a:solidFill>
              </a:defRPr>
            </a:lvl1pPr>
          </a:lstStyle>
          <a:p>
            <a:fld id="{86CB4B4D-7CA3-9044-876B-883B54F8677D}" type="slidenum">
              <a:rPr/>
              <a:t>‹#›</a:t>
            </a:fld>
            <a:endParaRPr/>
          </a:p>
        </p:txBody>
      </p:sp>
    </p:spTree>
    <p:extLst>
      <p:ext uri="{BB962C8B-B14F-4D97-AF65-F5344CB8AC3E}">
        <p14:creationId xmlns:p14="http://schemas.microsoft.com/office/powerpoint/2010/main" val="977696225"/>
      </p:ext>
    </p:extLst>
  </p:cSld>
  <p:clrMapOvr>
    <a:masterClrMapping/>
  </p:clrMapOvr>
  <p:transition spd="med"/>
</p:sldLayout>
</file>

<file path=ppt/slideLayouts/slideLayout200.xml><?xml version="1.0" encoding="utf-8"?>
<p:sldLayout xmlns:a="http://schemas.openxmlformats.org/drawingml/2006/main" xmlns:r="http://schemas.openxmlformats.org/officeDocument/2006/relationships" xmlns:p="http://schemas.openxmlformats.org/presentationml/2006/main" showMasterSp="0" type="tx">
  <p:cSld name="boxes (3 med, 2 small)">
    <p:spTree>
      <p:nvGrpSpPr>
        <p:cNvPr id="1" name=""/>
        <p:cNvGrpSpPr/>
        <p:nvPr/>
      </p:nvGrpSpPr>
      <p:grpSpPr>
        <a:xfrm>
          <a:off x="0" y="0"/>
          <a:ext cx="0" cy="0"/>
          <a:chOff x="0" y="0"/>
          <a:chExt cx="0" cy="0"/>
        </a:xfrm>
      </p:grpSpPr>
      <p:grpSp>
        <p:nvGrpSpPr>
          <p:cNvPr id="1879" name="Group 2"/>
          <p:cNvGrpSpPr/>
          <p:nvPr/>
        </p:nvGrpSpPr>
        <p:grpSpPr>
          <a:xfrm>
            <a:off x="-146307" y="-146476"/>
            <a:ext cx="12485633" cy="7152648"/>
            <a:chOff x="0" y="0"/>
            <a:chExt cx="9364223" cy="5364484"/>
          </a:xfrm>
        </p:grpSpPr>
        <p:grpSp>
          <p:nvGrpSpPr>
            <p:cNvPr id="1846" name="Group 59"/>
            <p:cNvGrpSpPr/>
            <p:nvPr/>
          </p:nvGrpSpPr>
          <p:grpSpPr>
            <a:xfrm>
              <a:off x="338964" y="-1"/>
              <a:ext cx="8686737" cy="91443"/>
              <a:chOff x="0" y="0"/>
              <a:chExt cx="8686735" cy="91442"/>
            </a:xfrm>
          </p:grpSpPr>
          <p:sp>
            <p:nvSpPr>
              <p:cNvPr id="1835" name="Straight Connector 92"/>
              <p:cNvSpPr/>
              <p:nvPr/>
            </p:nvSpPr>
            <p:spPr>
              <a:xfrm flipV="1">
                <a:off x="-1" y="0"/>
                <a:ext cx="3" cy="91443"/>
              </a:xfrm>
              <a:prstGeom prst="line">
                <a:avLst/>
              </a:prstGeom>
              <a:noFill/>
              <a:ln w="3175" cap="flat">
                <a:solidFill>
                  <a:srgbClr val="000000"/>
                </a:solidFill>
                <a:prstDash val="solid"/>
                <a:round/>
              </a:ln>
              <a:effectLst/>
            </p:spPr>
            <p:txBody>
              <a:bodyPr wrap="square" lIns="45718" tIns="45718" rIns="45718" bIns="45718" numCol="1" anchor="t">
                <a:noAutofit/>
              </a:bodyPr>
              <a:lstStyle/>
              <a:p>
                <a:pPr defTabSz="914620">
                  <a:defRPr>
                    <a:latin typeface="+mn-lt"/>
                    <a:ea typeface="+mn-ea"/>
                    <a:cs typeface="+mn-cs"/>
                    <a:sym typeface="IBM Plex Sans"/>
                  </a:defRPr>
                </a:pPr>
                <a:endParaRPr sz="2400"/>
              </a:p>
            </p:txBody>
          </p:sp>
          <p:sp>
            <p:nvSpPr>
              <p:cNvPr id="1836" name="Straight Connector 93"/>
              <p:cNvSpPr/>
              <p:nvPr/>
            </p:nvSpPr>
            <p:spPr>
              <a:xfrm flipV="1">
                <a:off x="1828800" y="0"/>
                <a:ext cx="2" cy="91443"/>
              </a:xfrm>
              <a:prstGeom prst="line">
                <a:avLst/>
              </a:prstGeom>
              <a:noFill/>
              <a:ln w="3175" cap="flat">
                <a:solidFill>
                  <a:srgbClr val="000000"/>
                </a:solidFill>
                <a:prstDash val="solid"/>
                <a:round/>
              </a:ln>
              <a:effectLst/>
            </p:spPr>
            <p:txBody>
              <a:bodyPr wrap="square" lIns="45718" tIns="45718" rIns="45718" bIns="45718" numCol="1" anchor="t">
                <a:noAutofit/>
              </a:bodyPr>
              <a:lstStyle/>
              <a:p>
                <a:pPr defTabSz="914620">
                  <a:defRPr>
                    <a:latin typeface="+mn-lt"/>
                    <a:ea typeface="+mn-ea"/>
                    <a:cs typeface="+mn-cs"/>
                    <a:sym typeface="IBM Plex Sans"/>
                  </a:defRPr>
                </a:pPr>
                <a:endParaRPr sz="2400"/>
              </a:p>
            </p:txBody>
          </p:sp>
          <p:sp>
            <p:nvSpPr>
              <p:cNvPr id="1837" name="Straight Connector 94"/>
              <p:cNvSpPr/>
              <p:nvPr/>
            </p:nvSpPr>
            <p:spPr>
              <a:xfrm flipV="1">
                <a:off x="2057400" y="0"/>
                <a:ext cx="2" cy="91443"/>
              </a:xfrm>
              <a:prstGeom prst="line">
                <a:avLst/>
              </a:prstGeom>
              <a:noFill/>
              <a:ln w="3175" cap="flat">
                <a:solidFill>
                  <a:srgbClr val="000000"/>
                </a:solidFill>
                <a:prstDash val="solid"/>
                <a:round/>
              </a:ln>
              <a:effectLst/>
            </p:spPr>
            <p:txBody>
              <a:bodyPr wrap="square" lIns="45718" tIns="45718" rIns="45718" bIns="45718" numCol="1" anchor="t">
                <a:noAutofit/>
              </a:bodyPr>
              <a:lstStyle/>
              <a:p>
                <a:pPr defTabSz="914620">
                  <a:defRPr>
                    <a:latin typeface="+mn-lt"/>
                    <a:ea typeface="+mn-ea"/>
                    <a:cs typeface="+mn-cs"/>
                    <a:sym typeface="IBM Plex Sans"/>
                  </a:defRPr>
                </a:pPr>
                <a:endParaRPr sz="2400"/>
              </a:p>
            </p:txBody>
          </p:sp>
          <p:sp>
            <p:nvSpPr>
              <p:cNvPr id="1838" name="Straight Connector 95"/>
              <p:cNvSpPr/>
              <p:nvPr/>
            </p:nvSpPr>
            <p:spPr>
              <a:xfrm flipV="1">
                <a:off x="2286000" y="0"/>
                <a:ext cx="2" cy="91443"/>
              </a:xfrm>
              <a:prstGeom prst="line">
                <a:avLst/>
              </a:prstGeom>
              <a:noFill/>
              <a:ln w="3175" cap="flat">
                <a:solidFill>
                  <a:srgbClr val="000000"/>
                </a:solidFill>
                <a:prstDash val="solid"/>
                <a:round/>
              </a:ln>
              <a:effectLst/>
            </p:spPr>
            <p:txBody>
              <a:bodyPr wrap="square" lIns="45718" tIns="45718" rIns="45718" bIns="45718" numCol="1" anchor="t">
                <a:noAutofit/>
              </a:bodyPr>
              <a:lstStyle/>
              <a:p>
                <a:pPr defTabSz="914620">
                  <a:defRPr>
                    <a:latin typeface="+mn-lt"/>
                    <a:ea typeface="+mn-ea"/>
                    <a:cs typeface="+mn-cs"/>
                    <a:sym typeface="IBM Plex Sans"/>
                  </a:defRPr>
                </a:pPr>
                <a:endParaRPr sz="2400"/>
              </a:p>
            </p:txBody>
          </p:sp>
          <p:sp>
            <p:nvSpPr>
              <p:cNvPr id="1839" name="Straight Connector 96"/>
              <p:cNvSpPr/>
              <p:nvPr/>
            </p:nvSpPr>
            <p:spPr>
              <a:xfrm flipV="1">
                <a:off x="4114800" y="0"/>
                <a:ext cx="2" cy="91443"/>
              </a:xfrm>
              <a:prstGeom prst="line">
                <a:avLst/>
              </a:prstGeom>
              <a:noFill/>
              <a:ln w="3175" cap="flat">
                <a:solidFill>
                  <a:srgbClr val="000000"/>
                </a:solidFill>
                <a:prstDash val="solid"/>
                <a:round/>
              </a:ln>
              <a:effectLst/>
            </p:spPr>
            <p:txBody>
              <a:bodyPr wrap="square" lIns="45718" tIns="45718" rIns="45718" bIns="45718" numCol="1" anchor="t">
                <a:noAutofit/>
              </a:bodyPr>
              <a:lstStyle/>
              <a:p>
                <a:pPr defTabSz="914620">
                  <a:defRPr>
                    <a:latin typeface="+mn-lt"/>
                    <a:ea typeface="+mn-ea"/>
                    <a:cs typeface="+mn-cs"/>
                    <a:sym typeface="IBM Plex Sans"/>
                  </a:defRPr>
                </a:pPr>
                <a:endParaRPr sz="2400"/>
              </a:p>
            </p:txBody>
          </p:sp>
          <p:sp>
            <p:nvSpPr>
              <p:cNvPr id="1840" name="Straight Connector 97"/>
              <p:cNvSpPr/>
              <p:nvPr/>
            </p:nvSpPr>
            <p:spPr>
              <a:xfrm flipV="1">
                <a:off x="4343400" y="0"/>
                <a:ext cx="2" cy="91443"/>
              </a:xfrm>
              <a:prstGeom prst="line">
                <a:avLst/>
              </a:prstGeom>
              <a:noFill/>
              <a:ln w="3175" cap="flat">
                <a:solidFill>
                  <a:srgbClr val="000000"/>
                </a:solidFill>
                <a:prstDash val="solid"/>
                <a:round/>
              </a:ln>
              <a:effectLst/>
            </p:spPr>
            <p:txBody>
              <a:bodyPr wrap="square" lIns="45718" tIns="45718" rIns="45718" bIns="45718" numCol="1" anchor="t">
                <a:noAutofit/>
              </a:bodyPr>
              <a:lstStyle/>
              <a:p>
                <a:pPr defTabSz="914620">
                  <a:defRPr>
                    <a:latin typeface="+mn-lt"/>
                    <a:ea typeface="+mn-ea"/>
                    <a:cs typeface="+mn-cs"/>
                    <a:sym typeface="IBM Plex Sans"/>
                  </a:defRPr>
                </a:pPr>
                <a:endParaRPr sz="2400"/>
              </a:p>
            </p:txBody>
          </p:sp>
          <p:sp>
            <p:nvSpPr>
              <p:cNvPr id="1841" name="Straight Connector 98"/>
              <p:cNvSpPr/>
              <p:nvPr/>
            </p:nvSpPr>
            <p:spPr>
              <a:xfrm flipV="1">
                <a:off x="4572000" y="0"/>
                <a:ext cx="2" cy="91443"/>
              </a:xfrm>
              <a:prstGeom prst="line">
                <a:avLst/>
              </a:prstGeom>
              <a:noFill/>
              <a:ln w="3175" cap="flat">
                <a:solidFill>
                  <a:srgbClr val="000000"/>
                </a:solidFill>
                <a:prstDash val="solid"/>
                <a:round/>
              </a:ln>
              <a:effectLst/>
            </p:spPr>
            <p:txBody>
              <a:bodyPr wrap="square" lIns="45718" tIns="45718" rIns="45718" bIns="45718" numCol="1" anchor="t">
                <a:noAutofit/>
              </a:bodyPr>
              <a:lstStyle/>
              <a:p>
                <a:pPr defTabSz="914620">
                  <a:defRPr>
                    <a:latin typeface="+mn-lt"/>
                    <a:ea typeface="+mn-ea"/>
                    <a:cs typeface="+mn-cs"/>
                    <a:sym typeface="IBM Plex Sans"/>
                  </a:defRPr>
                </a:pPr>
                <a:endParaRPr sz="2400"/>
              </a:p>
            </p:txBody>
          </p:sp>
          <p:sp>
            <p:nvSpPr>
              <p:cNvPr id="1842" name="Straight Connector 99"/>
              <p:cNvSpPr/>
              <p:nvPr/>
            </p:nvSpPr>
            <p:spPr>
              <a:xfrm flipV="1">
                <a:off x="6400800" y="0"/>
                <a:ext cx="2" cy="91443"/>
              </a:xfrm>
              <a:prstGeom prst="line">
                <a:avLst/>
              </a:prstGeom>
              <a:noFill/>
              <a:ln w="3175" cap="flat">
                <a:solidFill>
                  <a:srgbClr val="000000"/>
                </a:solidFill>
                <a:prstDash val="solid"/>
                <a:round/>
              </a:ln>
              <a:effectLst/>
            </p:spPr>
            <p:txBody>
              <a:bodyPr wrap="square" lIns="45718" tIns="45718" rIns="45718" bIns="45718" numCol="1" anchor="t">
                <a:noAutofit/>
              </a:bodyPr>
              <a:lstStyle/>
              <a:p>
                <a:pPr defTabSz="914620">
                  <a:defRPr>
                    <a:latin typeface="+mn-lt"/>
                    <a:ea typeface="+mn-ea"/>
                    <a:cs typeface="+mn-cs"/>
                    <a:sym typeface="IBM Plex Sans"/>
                  </a:defRPr>
                </a:pPr>
                <a:endParaRPr sz="2400"/>
              </a:p>
            </p:txBody>
          </p:sp>
          <p:sp>
            <p:nvSpPr>
              <p:cNvPr id="1843" name="Straight Connector 100"/>
              <p:cNvSpPr/>
              <p:nvPr/>
            </p:nvSpPr>
            <p:spPr>
              <a:xfrm flipV="1">
                <a:off x="6629401" y="0"/>
                <a:ext cx="2" cy="91443"/>
              </a:xfrm>
              <a:prstGeom prst="line">
                <a:avLst/>
              </a:prstGeom>
              <a:noFill/>
              <a:ln w="3175" cap="flat">
                <a:solidFill>
                  <a:srgbClr val="000000"/>
                </a:solidFill>
                <a:prstDash val="solid"/>
                <a:round/>
              </a:ln>
              <a:effectLst/>
            </p:spPr>
            <p:txBody>
              <a:bodyPr wrap="square" lIns="45718" tIns="45718" rIns="45718" bIns="45718" numCol="1" anchor="t">
                <a:noAutofit/>
              </a:bodyPr>
              <a:lstStyle/>
              <a:p>
                <a:pPr defTabSz="914620">
                  <a:defRPr>
                    <a:latin typeface="+mn-lt"/>
                    <a:ea typeface="+mn-ea"/>
                    <a:cs typeface="+mn-cs"/>
                    <a:sym typeface="IBM Plex Sans"/>
                  </a:defRPr>
                </a:pPr>
                <a:endParaRPr sz="2400"/>
              </a:p>
            </p:txBody>
          </p:sp>
          <p:sp>
            <p:nvSpPr>
              <p:cNvPr id="1844" name="Straight Connector 101"/>
              <p:cNvSpPr/>
              <p:nvPr/>
            </p:nvSpPr>
            <p:spPr>
              <a:xfrm flipV="1">
                <a:off x="6858001" y="0"/>
                <a:ext cx="2" cy="91443"/>
              </a:xfrm>
              <a:prstGeom prst="line">
                <a:avLst/>
              </a:prstGeom>
              <a:noFill/>
              <a:ln w="3175" cap="flat">
                <a:solidFill>
                  <a:srgbClr val="000000"/>
                </a:solidFill>
                <a:prstDash val="solid"/>
                <a:round/>
              </a:ln>
              <a:effectLst/>
            </p:spPr>
            <p:txBody>
              <a:bodyPr wrap="square" lIns="45718" tIns="45718" rIns="45718" bIns="45718" numCol="1" anchor="t">
                <a:noAutofit/>
              </a:bodyPr>
              <a:lstStyle/>
              <a:p>
                <a:pPr defTabSz="914620">
                  <a:defRPr>
                    <a:latin typeface="+mn-lt"/>
                    <a:ea typeface="+mn-ea"/>
                    <a:cs typeface="+mn-cs"/>
                    <a:sym typeface="IBM Plex Sans"/>
                  </a:defRPr>
                </a:pPr>
                <a:endParaRPr sz="2400"/>
              </a:p>
            </p:txBody>
          </p:sp>
          <p:sp>
            <p:nvSpPr>
              <p:cNvPr id="1845" name="Straight Connector 102"/>
              <p:cNvSpPr/>
              <p:nvPr/>
            </p:nvSpPr>
            <p:spPr>
              <a:xfrm flipV="1">
                <a:off x="8686734" y="0"/>
                <a:ext cx="2" cy="91443"/>
              </a:xfrm>
              <a:prstGeom prst="line">
                <a:avLst/>
              </a:prstGeom>
              <a:noFill/>
              <a:ln w="3175" cap="flat">
                <a:solidFill>
                  <a:srgbClr val="000000"/>
                </a:solidFill>
                <a:prstDash val="solid"/>
                <a:round/>
              </a:ln>
              <a:effectLst/>
            </p:spPr>
            <p:txBody>
              <a:bodyPr wrap="square" lIns="45718" tIns="45718" rIns="45718" bIns="45718" numCol="1" anchor="t">
                <a:noAutofit/>
              </a:bodyPr>
              <a:lstStyle/>
              <a:p>
                <a:pPr defTabSz="914620">
                  <a:defRPr>
                    <a:latin typeface="+mn-lt"/>
                    <a:ea typeface="+mn-ea"/>
                    <a:cs typeface="+mn-cs"/>
                    <a:sym typeface="IBM Plex Sans"/>
                  </a:defRPr>
                </a:pPr>
                <a:endParaRPr sz="2400"/>
              </a:p>
            </p:txBody>
          </p:sp>
        </p:grpSp>
        <p:grpSp>
          <p:nvGrpSpPr>
            <p:cNvPr id="1858" name="Group 60"/>
            <p:cNvGrpSpPr/>
            <p:nvPr/>
          </p:nvGrpSpPr>
          <p:grpSpPr>
            <a:xfrm>
              <a:off x="338964" y="5273042"/>
              <a:ext cx="8686737" cy="91443"/>
              <a:chOff x="0" y="0"/>
              <a:chExt cx="8686735" cy="91442"/>
            </a:xfrm>
          </p:grpSpPr>
          <p:sp>
            <p:nvSpPr>
              <p:cNvPr id="1847" name="Straight Connector 81"/>
              <p:cNvSpPr/>
              <p:nvPr/>
            </p:nvSpPr>
            <p:spPr>
              <a:xfrm flipV="1">
                <a:off x="-1" y="0"/>
                <a:ext cx="3" cy="91443"/>
              </a:xfrm>
              <a:prstGeom prst="line">
                <a:avLst/>
              </a:prstGeom>
              <a:noFill/>
              <a:ln w="3175" cap="flat">
                <a:solidFill>
                  <a:srgbClr val="000000"/>
                </a:solidFill>
                <a:prstDash val="solid"/>
                <a:round/>
              </a:ln>
              <a:effectLst/>
            </p:spPr>
            <p:txBody>
              <a:bodyPr wrap="square" lIns="45718" tIns="45718" rIns="45718" bIns="45718" numCol="1" anchor="t">
                <a:noAutofit/>
              </a:bodyPr>
              <a:lstStyle/>
              <a:p>
                <a:pPr defTabSz="914620">
                  <a:defRPr>
                    <a:latin typeface="+mn-lt"/>
                    <a:ea typeface="+mn-ea"/>
                    <a:cs typeface="+mn-cs"/>
                    <a:sym typeface="IBM Plex Sans"/>
                  </a:defRPr>
                </a:pPr>
                <a:endParaRPr sz="2400"/>
              </a:p>
            </p:txBody>
          </p:sp>
          <p:sp>
            <p:nvSpPr>
              <p:cNvPr id="1848" name="Straight Connector 82"/>
              <p:cNvSpPr/>
              <p:nvPr/>
            </p:nvSpPr>
            <p:spPr>
              <a:xfrm flipV="1">
                <a:off x="1828800" y="0"/>
                <a:ext cx="2" cy="91443"/>
              </a:xfrm>
              <a:prstGeom prst="line">
                <a:avLst/>
              </a:prstGeom>
              <a:noFill/>
              <a:ln w="3175" cap="flat">
                <a:solidFill>
                  <a:srgbClr val="000000"/>
                </a:solidFill>
                <a:prstDash val="solid"/>
                <a:round/>
              </a:ln>
              <a:effectLst/>
            </p:spPr>
            <p:txBody>
              <a:bodyPr wrap="square" lIns="45718" tIns="45718" rIns="45718" bIns="45718" numCol="1" anchor="t">
                <a:noAutofit/>
              </a:bodyPr>
              <a:lstStyle/>
              <a:p>
                <a:pPr defTabSz="914620">
                  <a:defRPr>
                    <a:latin typeface="+mn-lt"/>
                    <a:ea typeface="+mn-ea"/>
                    <a:cs typeface="+mn-cs"/>
                    <a:sym typeface="IBM Plex Sans"/>
                  </a:defRPr>
                </a:pPr>
                <a:endParaRPr sz="2400"/>
              </a:p>
            </p:txBody>
          </p:sp>
          <p:sp>
            <p:nvSpPr>
              <p:cNvPr id="1849" name="Straight Connector 83"/>
              <p:cNvSpPr/>
              <p:nvPr/>
            </p:nvSpPr>
            <p:spPr>
              <a:xfrm flipV="1">
                <a:off x="2057400" y="0"/>
                <a:ext cx="2" cy="91443"/>
              </a:xfrm>
              <a:prstGeom prst="line">
                <a:avLst/>
              </a:prstGeom>
              <a:noFill/>
              <a:ln w="3175" cap="flat">
                <a:solidFill>
                  <a:srgbClr val="000000"/>
                </a:solidFill>
                <a:prstDash val="solid"/>
                <a:round/>
              </a:ln>
              <a:effectLst/>
            </p:spPr>
            <p:txBody>
              <a:bodyPr wrap="square" lIns="45718" tIns="45718" rIns="45718" bIns="45718" numCol="1" anchor="t">
                <a:noAutofit/>
              </a:bodyPr>
              <a:lstStyle/>
              <a:p>
                <a:pPr defTabSz="914620">
                  <a:defRPr>
                    <a:latin typeface="+mn-lt"/>
                    <a:ea typeface="+mn-ea"/>
                    <a:cs typeface="+mn-cs"/>
                    <a:sym typeface="IBM Plex Sans"/>
                  </a:defRPr>
                </a:pPr>
                <a:endParaRPr sz="2400"/>
              </a:p>
            </p:txBody>
          </p:sp>
          <p:sp>
            <p:nvSpPr>
              <p:cNvPr id="1850" name="Straight Connector 84"/>
              <p:cNvSpPr/>
              <p:nvPr/>
            </p:nvSpPr>
            <p:spPr>
              <a:xfrm flipV="1">
                <a:off x="2286000" y="0"/>
                <a:ext cx="2" cy="91443"/>
              </a:xfrm>
              <a:prstGeom prst="line">
                <a:avLst/>
              </a:prstGeom>
              <a:noFill/>
              <a:ln w="3175" cap="flat">
                <a:solidFill>
                  <a:srgbClr val="000000"/>
                </a:solidFill>
                <a:prstDash val="solid"/>
                <a:round/>
              </a:ln>
              <a:effectLst/>
            </p:spPr>
            <p:txBody>
              <a:bodyPr wrap="square" lIns="45718" tIns="45718" rIns="45718" bIns="45718" numCol="1" anchor="t">
                <a:noAutofit/>
              </a:bodyPr>
              <a:lstStyle/>
              <a:p>
                <a:pPr defTabSz="914620">
                  <a:defRPr>
                    <a:latin typeface="+mn-lt"/>
                    <a:ea typeface="+mn-ea"/>
                    <a:cs typeface="+mn-cs"/>
                    <a:sym typeface="IBM Plex Sans"/>
                  </a:defRPr>
                </a:pPr>
                <a:endParaRPr sz="2400"/>
              </a:p>
            </p:txBody>
          </p:sp>
          <p:sp>
            <p:nvSpPr>
              <p:cNvPr id="1851" name="Straight Connector 85"/>
              <p:cNvSpPr/>
              <p:nvPr/>
            </p:nvSpPr>
            <p:spPr>
              <a:xfrm flipV="1">
                <a:off x="4114800" y="0"/>
                <a:ext cx="2" cy="91443"/>
              </a:xfrm>
              <a:prstGeom prst="line">
                <a:avLst/>
              </a:prstGeom>
              <a:noFill/>
              <a:ln w="3175" cap="flat">
                <a:solidFill>
                  <a:srgbClr val="000000"/>
                </a:solidFill>
                <a:prstDash val="solid"/>
                <a:round/>
              </a:ln>
              <a:effectLst/>
            </p:spPr>
            <p:txBody>
              <a:bodyPr wrap="square" lIns="45718" tIns="45718" rIns="45718" bIns="45718" numCol="1" anchor="t">
                <a:noAutofit/>
              </a:bodyPr>
              <a:lstStyle/>
              <a:p>
                <a:pPr defTabSz="914620">
                  <a:defRPr>
                    <a:latin typeface="+mn-lt"/>
                    <a:ea typeface="+mn-ea"/>
                    <a:cs typeface="+mn-cs"/>
                    <a:sym typeface="IBM Plex Sans"/>
                  </a:defRPr>
                </a:pPr>
                <a:endParaRPr sz="2400"/>
              </a:p>
            </p:txBody>
          </p:sp>
          <p:sp>
            <p:nvSpPr>
              <p:cNvPr id="1852" name="Straight Connector 86"/>
              <p:cNvSpPr/>
              <p:nvPr/>
            </p:nvSpPr>
            <p:spPr>
              <a:xfrm flipV="1">
                <a:off x="4343400" y="0"/>
                <a:ext cx="2" cy="91443"/>
              </a:xfrm>
              <a:prstGeom prst="line">
                <a:avLst/>
              </a:prstGeom>
              <a:noFill/>
              <a:ln w="3175" cap="flat">
                <a:solidFill>
                  <a:srgbClr val="000000"/>
                </a:solidFill>
                <a:prstDash val="solid"/>
                <a:round/>
              </a:ln>
              <a:effectLst/>
            </p:spPr>
            <p:txBody>
              <a:bodyPr wrap="square" lIns="45718" tIns="45718" rIns="45718" bIns="45718" numCol="1" anchor="t">
                <a:noAutofit/>
              </a:bodyPr>
              <a:lstStyle/>
              <a:p>
                <a:pPr defTabSz="914620">
                  <a:defRPr>
                    <a:latin typeface="+mn-lt"/>
                    <a:ea typeface="+mn-ea"/>
                    <a:cs typeface="+mn-cs"/>
                    <a:sym typeface="IBM Plex Sans"/>
                  </a:defRPr>
                </a:pPr>
                <a:endParaRPr sz="2400"/>
              </a:p>
            </p:txBody>
          </p:sp>
          <p:sp>
            <p:nvSpPr>
              <p:cNvPr id="1853" name="Straight Connector 87"/>
              <p:cNvSpPr/>
              <p:nvPr/>
            </p:nvSpPr>
            <p:spPr>
              <a:xfrm flipV="1">
                <a:off x="4572000" y="0"/>
                <a:ext cx="2" cy="91443"/>
              </a:xfrm>
              <a:prstGeom prst="line">
                <a:avLst/>
              </a:prstGeom>
              <a:noFill/>
              <a:ln w="3175" cap="flat">
                <a:solidFill>
                  <a:srgbClr val="000000"/>
                </a:solidFill>
                <a:prstDash val="solid"/>
                <a:round/>
              </a:ln>
              <a:effectLst/>
            </p:spPr>
            <p:txBody>
              <a:bodyPr wrap="square" lIns="45718" tIns="45718" rIns="45718" bIns="45718" numCol="1" anchor="t">
                <a:noAutofit/>
              </a:bodyPr>
              <a:lstStyle/>
              <a:p>
                <a:pPr defTabSz="914620">
                  <a:defRPr>
                    <a:latin typeface="+mn-lt"/>
                    <a:ea typeface="+mn-ea"/>
                    <a:cs typeface="+mn-cs"/>
                    <a:sym typeface="IBM Plex Sans"/>
                  </a:defRPr>
                </a:pPr>
                <a:endParaRPr sz="2400"/>
              </a:p>
            </p:txBody>
          </p:sp>
          <p:sp>
            <p:nvSpPr>
              <p:cNvPr id="1854" name="Straight Connector 88"/>
              <p:cNvSpPr/>
              <p:nvPr/>
            </p:nvSpPr>
            <p:spPr>
              <a:xfrm flipV="1">
                <a:off x="6400800" y="0"/>
                <a:ext cx="2" cy="91443"/>
              </a:xfrm>
              <a:prstGeom prst="line">
                <a:avLst/>
              </a:prstGeom>
              <a:noFill/>
              <a:ln w="3175" cap="flat">
                <a:solidFill>
                  <a:srgbClr val="000000"/>
                </a:solidFill>
                <a:prstDash val="solid"/>
                <a:round/>
              </a:ln>
              <a:effectLst/>
            </p:spPr>
            <p:txBody>
              <a:bodyPr wrap="square" lIns="45718" tIns="45718" rIns="45718" bIns="45718" numCol="1" anchor="t">
                <a:noAutofit/>
              </a:bodyPr>
              <a:lstStyle/>
              <a:p>
                <a:pPr defTabSz="914620">
                  <a:defRPr>
                    <a:latin typeface="+mn-lt"/>
                    <a:ea typeface="+mn-ea"/>
                    <a:cs typeface="+mn-cs"/>
                    <a:sym typeface="IBM Plex Sans"/>
                  </a:defRPr>
                </a:pPr>
                <a:endParaRPr sz="2400"/>
              </a:p>
            </p:txBody>
          </p:sp>
          <p:sp>
            <p:nvSpPr>
              <p:cNvPr id="1855" name="Straight Connector 89"/>
              <p:cNvSpPr/>
              <p:nvPr/>
            </p:nvSpPr>
            <p:spPr>
              <a:xfrm flipV="1">
                <a:off x="6629401" y="0"/>
                <a:ext cx="2" cy="91443"/>
              </a:xfrm>
              <a:prstGeom prst="line">
                <a:avLst/>
              </a:prstGeom>
              <a:noFill/>
              <a:ln w="3175" cap="flat">
                <a:solidFill>
                  <a:srgbClr val="000000"/>
                </a:solidFill>
                <a:prstDash val="solid"/>
                <a:round/>
              </a:ln>
              <a:effectLst/>
            </p:spPr>
            <p:txBody>
              <a:bodyPr wrap="square" lIns="45718" tIns="45718" rIns="45718" bIns="45718" numCol="1" anchor="t">
                <a:noAutofit/>
              </a:bodyPr>
              <a:lstStyle/>
              <a:p>
                <a:pPr defTabSz="914620">
                  <a:defRPr>
                    <a:latin typeface="+mn-lt"/>
                    <a:ea typeface="+mn-ea"/>
                    <a:cs typeface="+mn-cs"/>
                    <a:sym typeface="IBM Plex Sans"/>
                  </a:defRPr>
                </a:pPr>
                <a:endParaRPr sz="2400"/>
              </a:p>
            </p:txBody>
          </p:sp>
          <p:sp>
            <p:nvSpPr>
              <p:cNvPr id="1856" name="Straight Connector 90"/>
              <p:cNvSpPr/>
              <p:nvPr/>
            </p:nvSpPr>
            <p:spPr>
              <a:xfrm flipV="1">
                <a:off x="6858001" y="0"/>
                <a:ext cx="2" cy="91443"/>
              </a:xfrm>
              <a:prstGeom prst="line">
                <a:avLst/>
              </a:prstGeom>
              <a:noFill/>
              <a:ln w="3175" cap="flat">
                <a:solidFill>
                  <a:srgbClr val="000000"/>
                </a:solidFill>
                <a:prstDash val="solid"/>
                <a:round/>
              </a:ln>
              <a:effectLst/>
            </p:spPr>
            <p:txBody>
              <a:bodyPr wrap="square" lIns="45718" tIns="45718" rIns="45718" bIns="45718" numCol="1" anchor="t">
                <a:noAutofit/>
              </a:bodyPr>
              <a:lstStyle/>
              <a:p>
                <a:pPr defTabSz="914620">
                  <a:defRPr>
                    <a:latin typeface="+mn-lt"/>
                    <a:ea typeface="+mn-ea"/>
                    <a:cs typeface="+mn-cs"/>
                    <a:sym typeface="IBM Plex Sans"/>
                  </a:defRPr>
                </a:pPr>
                <a:endParaRPr sz="2400"/>
              </a:p>
            </p:txBody>
          </p:sp>
          <p:sp>
            <p:nvSpPr>
              <p:cNvPr id="1857" name="Straight Connector 91"/>
              <p:cNvSpPr/>
              <p:nvPr/>
            </p:nvSpPr>
            <p:spPr>
              <a:xfrm flipV="1">
                <a:off x="8686734" y="0"/>
                <a:ext cx="2" cy="91443"/>
              </a:xfrm>
              <a:prstGeom prst="line">
                <a:avLst/>
              </a:prstGeom>
              <a:noFill/>
              <a:ln w="3175" cap="flat">
                <a:solidFill>
                  <a:srgbClr val="000000"/>
                </a:solidFill>
                <a:prstDash val="solid"/>
                <a:round/>
              </a:ln>
              <a:effectLst/>
            </p:spPr>
            <p:txBody>
              <a:bodyPr wrap="square" lIns="45718" tIns="45718" rIns="45718" bIns="45718" numCol="1" anchor="t">
                <a:noAutofit/>
              </a:bodyPr>
              <a:lstStyle/>
              <a:p>
                <a:pPr defTabSz="914620">
                  <a:defRPr>
                    <a:latin typeface="+mn-lt"/>
                    <a:ea typeface="+mn-ea"/>
                    <a:cs typeface="+mn-cs"/>
                    <a:sym typeface="IBM Plex Sans"/>
                  </a:defRPr>
                </a:pPr>
                <a:endParaRPr sz="2400"/>
              </a:p>
            </p:txBody>
          </p:sp>
        </p:grpSp>
        <p:grpSp>
          <p:nvGrpSpPr>
            <p:cNvPr id="1868" name="Group 61"/>
            <p:cNvGrpSpPr/>
            <p:nvPr/>
          </p:nvGrpSpPr>
          <p:grpSpPr>
            <a:xfrm>
              <a:off x="0" y="338072"/>
              <a:ext cx="91443" cy="4686686"/>
              <a:chOff x="0" y="0"/>
              <a:chExt cx="91442" cy="4686683"/>
            </a:xfrm>
          </p:grpSpPr>
          <p:sp>
            <p:nvSpPr>
              <p:cNvPr id="1859" name="Straight Connector 72"/>
              <p:cNvSpPr/>
              <p:nvPr/>
            </p:nvSpPr>
            <p:spPr>
              <a:xfrm flipH="1">
                <a:off x="0" y="425576"/>
                <a:ext cx="91443" cy="2"/>
              </a:xfrm>
              <a:prstGeom prst="line">
                <a:avLst/>
              </a:prstGeom>
              <a:noFill/>
              <a:ln w="3175" cap="flat">
                <a:solidFill>
                  <a:srgbClr val="000000"/>
                </a:solidFill>
                <a:prstDash val="solid"/>
                <a:round/>
              </a:ln>
              <a:effectLst/>
            </p:spPr>
            <p:txBody>
              <a:bodyPr wrap="square" lIns="45718" tIns="45718" rIns="45718" bIns="45718" numCol="1" anchor="t">
                <a:noAutofit/>
              </a:bodyPr>
              <a:lstStyle/>
              <a:p>
                <a:pPr defTabSz="914620">
                  <a:defRPr>
                    <a:latin typeface="+mn-lt"/>
                    <a:ea typeface="+mn-ea"/>
                    <a:cs typeface="+mn-cs"/>
                    <a:sym typeface="IBM Plex Sans"/>
                  </a:defRPr>
                </a:pPr>
                <a:endParaRPr sz="2400"/>
              </a:p>
            </p:txBody>
          </p:sp>
          <p:sp>
            <p:nvSpPr>
              <p:cNvPr id="1860" name="Straight Connector 73"/>
              <p:cNvSpPr/>
              <p:nvPr/>
            </p:nvSpPr>
            <p:spPr>
              <a:xfrm flipH="1">
                <a:off x="0" y="1061084"/>
                <a:ext cx="91443" cy="2"/>
              </a:xfrm>
              <a:prstGeom prst="line">
                <a:avLst/>
              </a:prstGeom>
              <a:noFill/>
              <a:ln w="3175" cap="flat">
                <a:solidFill>
                  <a:srgbClr val="000000"/>
                </a:solidFill>
                <a:prstDash val="solid"/>
                <a:round/>
              </a:ln>
              <a:effectLst/>
            </p:spPr>
            <p:txBody>
              <a:bodyPr wrap="square" lIns="45718" tIns="45718" rIns="45718" bIns="45718" numCol="1" anchor="t">
                <a:noAutofit/>
              </a:bodyPr>
              <a:lstStyle/>
              <a:p>
                <a:pPr defTabSz="914620">
                  <a:defRPr>
                    <a:latin typeface="+mn-lt"/>
                    <a:ea typeface="+mn-ea"/>
                    <a:cs typeface="+mn-cs"/>
                    <a:sym typeface="IBM Plex Sans"/>
                  </a:defRPr>
                </a:pPr>
                <a:endParaRPr sz="2400"/>
              </a:p>
            </p:txBody>
          </p:sp>
          <p:sp>
            <p:nvSpPr>
              <p:cNvPr id="1861" name="Straight Connector 74"/>
              <p:cNvSpPr/>
              <p:nvPr/>
            </p:nvSpPr>
            <p:spPr>
              <a:xfrm flipH="1">
                <a:off x="0" y="1701164"/>
                <a:ext cx="91443" cy="2"/>
              </a:xfrm>
              <a:prstGeom prst="line">
                <a:avLst/>
              </a:prstGeom>
              <a:noFill/>
              <a:ln w="3175" cap="flat">
                <a:solidFill>
                  <a:srgbClr val="000000"/>
                </a:solidFill>
                <a:prstDash val="solid"/>
                <a:round/>
              </a:ln>
              <a:effectLst/>
            </p:spPr>
            <p:txBody>
              <a:bodyPr wrap="square" lIns="45718" tIns="45718" rIns="45718" bIns="45718" numCol="1" anchor="t">
                <a:noAutofit/>
              </a:bodyPr>
              <a:lstStyle/>
              <a:p>
                <a:pPr defTabSz="914620">
                  <a:defRPr>
                    <a:latin typeface="+mn-lt"/>
                    <a:ea typeface="+mn-ea"/>
                    <a:cs typeface="+mn-cs"/>
                    <a:sym typeface="IBM Plex Sans"/>
                  </a:defRPr>
                </a:pPr>
                <a:endParaRPr sz="2400"/>
              </a:p>
            </p:txBody>
          </p:sp>
          <p:sp>
            <p:nvSpPr>
              <p:cNvPr id="1862" name="Straight Connector 75"/>
              <p:cNvSpPr/>
              <p:nvPr/>
            </p:nvSpPr>
            <p:spPr>
              <a:xfrm flipH="1">
                <a:off x="0" y="2342771"/>
                <a:ext cx="91443" cy="2"/>
              </a:xfrm>
              <a:prstGeom prst="line">
                <a:avLst/>
              </a:prstGeom>
              <a:noFill/>
              <a:ln w="3175" cap="flat">
                <a:solidFill>
                  <a:srgbClr val="000000"/>
                </a:solidFill>
                <a:prstDash val="solid"/>
                <a:round/>
              </a:ln>
              <a:effectLst/>
            </p:spPr>
            <p:txBody>
              <a:bodyPr wrap="square" lIns="45718" tIns="45718" rIns="45718" bIns="45718" numCol="1" anchor="t">
                <a:noAutofit/>
              </a:bodyPr>
              <a:lstStyle/>
              <a:p>
                <a:pPr defTabSz="914620">
                  <a:defRPr>
                    <a:latin typeface="+mn-lt"/>
                    <a:ea typeface="+mn-ea"/>
                    <a:cs typeface="+mn-cs"/>
                    <a:sym typeface="IBM Plex Sans"/>
                  </a:defRPr>
                </a:pPr>
                <a:endParaRPr sz="2400"/>
              </a:p>
            </p:txBody>
          </p:sp>
          <p:sp>
            <p:nvSpPr>
              <p:cNvPr id="1863" name="Straight Connector 76"/>
              <p:cNvSpPr/>
              <p:nvPr/>
            </p:nvSpPr>
            <p:spPr>
              <a:xfrm flipH="1">
                <a:off x="0" y="2981326"/>
                <a:ext cx="91443" cy="1"/>
              </a:xfrm>
              <a:prstGeom prst="line">
                <a:avLst/>
              </a:prstGeom>
              <a:noFill/>
              <a:ln w="3175" cap="flat">
                <a:solidFill>
                  <a:srgbClr val="000000"/>
                </a:solidFill>
                <a:prstDash val="solid"/>
                <a:round/>
              </a:ln>
              <a:effectLst/>
            </p:spPr>
            <p:txBody>
              <a:bodyPr wrap="square" lIns="45718" tIns="45718" rIns="45718" bIns="45718" numCol="1" anchor="t">
                <a:noAutofit/>
              </a:bodyPr>
              <a:lstStyle/>
              <a:p>
                <a:pPr defTabSz="914620">
                  <a:defRPr>
                    <a:latin typeface="+mn-lt"/>
                    <a:ea typeface="+mn-ea"/>
                    <a:cs typeface="+mn-cs"/>
                    <a:sym typeface="IBM Plex Sans"/>
                  </a:defRPr>
                </a:pPr>
                <a:endParaRPr sz="2400"/>
              </a:p>
            </p:txBody>
          </p:sp>
          <p:sp>
            <p:nvSpPr>
              <p:cNvPr id="1864" name="Straight Connector 77"/>
              <p:cNvSpPr/>
              <p:nvPr/>
            </p:nvSpPr>
            <p:spPr>
              <a:xfrm flipH="1">
                <a:off x="0" y="3621405"/>
                <a:ext cx="91443" cy="2"/>
              </a:xfrm>
              <a:prstGeom prst="line">
                <a:avLst/>
              </a:prstGeom>
              <a:noFill/>
              <a:ln w="3175" cap="flat">
                <a:solidFill>
                  <a:srgbClr val="000000"/>
                </a:solidFill>
                <a:prstDash val="solid"/>
                <a:round/>
              </a:ln>
              <a:effectLst/>
            </p:spPr>
            <p:txBody>
              <a:bodyPr wrap="square" lIns="45718" tIns="45718" rIns="45718" bIns="45718" numCol="1" anchor="t">
                <a:noAutofit/>
              </a:bodyPr>
              <a:lstStyle/>
              <a:p>
                <a:pPr defTabSz="914620">
                  <a:defRPr>
                    <a:latin typeface="+mn-lt"/>
                    <a:ea typeface="+mn-ea"/>
                    <a:cs typeface="+mn-cs"/>
                    <a:sym typeface="IBM Plex Sans"/>
                  </a:defRPr>
                </a:pPr>
                <a:endParaRPr sz="2400"/>
              </a:p>
            </p:txBody>
          </p:sp>
          <p:sp>
            <p:nvSpPr>
              <p:cNvPr id="1865" name="Straight Connector 78"/>
              <p:cNvSpPr/>
              <p:nvPr/>
            </p:nvSpPr>
            <p:spPr>
              <a:xfrm flipH="1">
                <a:off x="0" y="4269233"/>
                <a:ext cx="91443" cy="2"/>
              </a:xfrm>
              <a:prstGeom prst="line">
                <a:avLst/>
              </a:prstGeom>
              <a:noFill/>
              <a:ln w="3175" cap="flat">
                <a:solidFill>
                  <a:srgbClr val="000000"/>
                </a:solidFill>
                <a:prstDash val="solid"/>
                <a:round/>
              </a:ln>
              <a:effectLst/>
            </p:spPr>
            <p:txBody>
              <a:bodyPr wrap="square" lIns="45718" tIns="45718" rIns="45718" bIns="45718" numCol="1" anchor="t">
                <a:noAutofit/>
              </a:bodyPr>
              <a:lstStyle/>
              <a:p>
                <a:pPr defTabSz="914620">
                  <a:defRPr>
                    <a:latin typeface="+mn-lt"/>
                    <a:ea typeface="+mn-ea"/>
                    <a:cs typeface="+mn-cs"/>
                    <a:sym typeface="IBM Plex Sans"/>
                  </a:defRPr>
                </a:pPr>
                <a:endParaRPr sz="2400"/>
              </a:p>
            </p:txBody>
          </p:sp>
          <p:sp>
            <p:nvSpPr>
              <p:cNvPr id="1866" name="Straight Connector 79"/>
              <p:cNvSpPr/>
              <p:nvPr/>
            </p:nvSpPr>
            <p:spPr>
              <a:xfrm flipH="1" flipV="1">
                <a:off x="0" y="-1"/>
                <a:ext cx="91443" cy="2"/>
              </a:xfrm>
              <a:prstGeom prst="line">
                <a:avLst/>
              </a:prstGeom>
              <a:noFill/>
              <a:ln w="3175" cap="flat">
                <a:solidFill>
                  <a:srgbClr val="000000"/>
                </a:solidFill>
                <a:prstDash val="solid"/>
                <a:round/>
              </a:ln>
              <a:effectLst/>
            </p:spPr>
            <p:txBody>
              <a:bodyPr wrap="square" lIns="45718" tIns="45718" rIns="45718" bIns="45718" numCol="1" anchor="t">
                <a:noAutofit/>
              </a:bodyPr>
              <a:lstStyle/>
              <a:p>
                <a:pPr defTabSz="914620">
                  <a:defRPr>
                    <a:latin typeface="+mn-lt"/>
                    <a:ea typeface="+mn-ea"/>
                    <a:cs typeface="+mn-cs"/>
                    <a:sym typeface="IBM Plex Sans"/>
                  </a:defRPr>
                </a:pPr>
                <a:endParaRPr sz="2400"/>
              </a:p>
            </p:txBody>
          </p:sp>
          <p:sp>
            <p:nvSpPr>
              <p:cNvPr id="1867" name="Straight Connector 80"/>
              <p:cNvSpPr/>
              <p:nvPr/>
            </p:nvSpPr>
            <p:spPr>
              <a:xfrm flipH="1">
                <a:off x="0" y="4686682"/>
                <a:ext cx="91443" cy="2"/>
              </a:xfrm>
              <a:prstGeom prst="line">
                <a:avLst/>
              </a:prstGeom>
              <a:noFill/>
              <a:ln w="3175" cap="flat">
                <a:solidFill>
                  <a:srgbClr val="000000"/>
                </a:solidFill>
                <a:prstDash val="solid"/>
                <a:round/>
              </a:ln>
              <a:effectLst/>
            </p:spPr>
            <p:txBody>
              <a:bodyPr wrap="square" lIns="45718" tIns="45718" rIns="45718" bIns="45718" numCol="1" anchor="t">
                <a:noAutofit/>
              </a:bodyPr>
              <a:lstStyle/>
              <a:p>
                <a:pPr defTabSz="914620">
                  <a:defRPr>
                    <a:latin typeface="+mn-lt"/>
                    <a:ea typeface="+mn-ea"/>
                    <a:cs typeface="+mn-cs"/>
                    <a:sym typeface="IBM Plex Sans"/>
                  </a:defRPr>
                </a:pPr>
                <a:endParaRPr sz="2400"/>
              </a:p>
            </p:txBody>
          </p:sp>
        </p:grpSp>
        <p:grpSp>
          <p:nvGrpSpPr>
            <p:cNvPr id="1878" name="Group 62"/>
            <p:cNvGrpSpPr/>
            <p:nvPr/>
          </p:nvGrpSpPr>
          <p:grpSpPr>
            <a:xfrm>
              <a:off x="9272782" y="338073"/>
              <a:ext cx="91443" cy="4685670"/>
              <a:chOff x="0" y="0"/>
              <a:chExt cx="91442" cy="4685669"/>
            </a:xfrm>
          </p:grpSpPr>
          <p:sp>
            <p:nvSpPr>
              <p:cNvPr id="1869" name="Straight Connector 63"/>
              <p:cNvSpPr/>
              <p:nvPr/>
            </p:nvSpPr>
            <p:spPr>
              <a:xfrm flipH="1">
                <a:off x="0" y="425577"/>
                <a:ext cx="91443" cy="2"/>
              </a:xfrm>
              <a:prstGeom prst="line">
                <a:avLst/>
              </a:prstGeom>
              <a:noFill/>
              <a:ln w="3175" cap="flat">
                <a:solidFill>
                  <a:srgbClr val="000000"/>
                </a:solidFill>
                <a:prstDash val="solid"/>
                <a:round/>
              </a:ln>
              <a:effectLst/>
            </p:spPr>
            <p:txBody>
              <a:bodyPr wrap="square" lIns="45718" tIns="45718" rIns="45718" bIns="45718" numCol="1" anchor="t">
                <a:noAutofit/>
              </a:bodyPr>
              <a:lstStyle/>
              <a:p>
                <a:pPr defTabSz="914620">
                  <a:defRPr>
                    <a:latin typeface="+mn-lt"/>
                    <a:ea typeface="+mn-ea"/>
                    <a:cs typeface="+mn-cs"/>
                    <a:sym typeface="IBM Plex Sans"/>
                  </a:defRPr>
                </a:pPr>
                <a:endParaRPr sz="2400"/>
              </a:p>
            </p:txBody>
          </p:sp>
          <p:sp>
            <p:nvSpPr>
              <p:cNvPr id="1870" name="Straight Connector 64"/>
              <p:cNvSpPr/>
              <p:nvPr/>
            </p:nvSpPr>
            <p:spPr>
              <a:xfrm flipH="1">
                <a:off x="0" y="1061085"/>
                <a:ext cx="91443" cy="2"/>
              </a:xfrm>
              <a:prstGeom prst="line">
                <a:avLst/>
              </a:prstGeom>
              <a:noFill/>
              <a:ln w="3175" cap="flat">
                <a:solidFill>
                  <a:srgbClr val="000000"/>
                </a:solidFill>
                <a:prstDash val="solid"/>
                <a:round/>
              </a:ln>
              <a:effectLst/>
            </p:spPr>
            <p:txBody>
              <a:bodyPr wrap="square" lIns="45718" tIns="45718" rIns="45718" bIns="45718" numCol="1" anchor="t">
                <a:noAutofit/>
              </a:bodyPr>
              <a:lstStyle/>
              <a:p>
                <a:pPr defTabSz="914620">
                  <a:defRPr>
                    <a:latin typeface="+mn-lt"/>
                    <a:ea typeface="+mn-ea"/>
                    <a:cs typeface="+mn-cs"/>
                    <a:sym typeface="IBM Plex Sans"/>
                  </a:defRPr>
                </a:pPr>
                <a:endParaRPr sz="2400"/>
              </a:p>
            </p:txBody>
          </p:sp>
          <p:sp>
            <p:nvSpPr>
              <p:cNvPr id="1871" name="Straight Connector 65"/>
              <p:cNvSpPr/>
              <p:nvPr/>
            </p:nvSpPr>
            <p:spPr>
              <a:xfrm flipH="1">
                <a:off x="0" y="1701166"/>
                <a:ext cx="91443" cy="2"/>
              </a:xfrm>
              <a:prstGeom prst="line">
                <a:avLst/>
              </a:prstGeom>
              <a:noFill/>
              <a:ln w="3175" cap="flat">
                <a:solidFill>
                  <a:srgbClr val="000000"/>
                </a:solidFill>
                <a:prstDash val="solid"/>
                <a:round/>
              </a:ln>
              <a:effectLst/>
            </p:spPr>
            <p:txBody>
              <a:bodyPr wrap="square" lIns="45718" tIns="45718" rIns="45718" bIns="45718" numCol="1" anchor="t">
                <a:noAutofit/>
              </a:bodyPr>
              <a:lstStyle/>
              <a:p>
                <a:pPr defTabSz="914620">
                  <a:defRPr>
                    <a:latin typeface="+mn-lt"/>
                    <a:ea typeface="+mn-ea"/>
                    <a:cs typeface="+mn-cs"/>
                    <a:sym typeface="IBM Plex Sans"/>
                  </a:defRPr>
                </a:pPr>
                <a:endParaRPr sz="2400"/>
              </a:p>
            </p:txBody>
          </p:sp>
          <p:sp>
            <p:nvSpPr>
              <p:cNvPr id="1872" name="Straight Connector 66"/>
              <p:cNvSpPr/>
              <p:nvPr/>
            </p:nvSpPr>
            <p:spPr>
              <a:xfrm flipH="1">
                <a:off x="0" y="2341246"/>
                <a:ext cx="91443" cy="2"/>
              </a:xfrm>
              <a:prstGeom prst="line">
                <a:avLst/>
              </a:prstGeom>
              <a:noFill/>
              <a:ln w="3175" cap="flat">
                <a:solidFill>
                  <a:srgbClr val="000000"/>
                </a:solidFill>
                <a:prstDash val="solid"/>
                <a:round/>
              </a:ln>
              <a:effectLst/>
            </p:spPr>
            <p:txBody>
              <a:bodyPr wrap="square" lIns="45718" tIns="45718" rIns="45718" bIns="45718" numCol="1" anchor="t">
                <a:noAutofit/>
              </a:bodyPr>
              <a:lstStyle/>
              <a:p>
                <a:pPr defTabSz="914620">
                  <a:defRPr>
                    <a:latin typeface="+mn-lt"/>
                    <a:ea typeface="+mn-ea"/>
                    <a:cs typeface="+mn-cs"/>
                    <a:sym typeface="IBM Plex Sans"/>
                  </a:defRPr>
                </a:pPr>
                <a:endParaRPr sz="2400"/>
              </a:p>
            </p:txBody>
          </p:sp>
          <p:sp>
            <p:nvSpPr>
              <p:cNvPr id="1873" name="Straight Connector 67"/>
              <p:cNvSpPr/>
              <p:nvPr/>
            </p:nvSpPr>
            <p:spPr>
              <a:xfrm flipH="1">
                <a:off x="0" y="2981327"/>
                <a:ext cx="91443" cy="1"/>
              </a:xfrm>
              <a:prstGeom prst="line">
                <a:avLst/>
              </a:prstGeom>
              <a:noFill/>
              <a:ln w="3175" cap="flat">
                <a:solidFill>
                  <a:srgbClr val="000000"/>
                </a:solidFill>
                <a:prstDash val="solid"/>
                <a:round/>
              </a:ln>
              <a:effectLst/>
            </p:spPr>
            <p:txBody>
              <a:bodyPr wrap="square" lIns="45718" tIns="45718" rIns="45718" bIns="45718" numCol="1" anchor="t">
                <a:noAutofit/>
              </a:bodyPr>
              <a:lstStyle/>
              <a:p>
                <a:pPr defTabSz="914620">
                  <a:defRPr>
                    <a:latin typeface="+mn-lt"/>
                    <a:ea typeface="+mn-ea"/>
                    <a:cs typeface="+mn-cs"/>
                    <a:sym typeface="IBM Plex Sans"/>
                  </a:defRPr>
                </a:pPr>
                <a:endParaRPr sz="2400"/>
              </a:p>
            </p:txBody>
          </p:sp>
          <p:sp>
            <p:nvSpPr>
              <p:cNvPr id="1874" name="Straight Connector 68"/>
              <p:cNvSpPr/>
              <p:nvPr/>
            </p:nvSpPr>
            <p:spPr>
              <a:xfrm flipH="1">
                <a:off x="0" y="3621406"/>
                <a:ext cx="91443" cy="2"/>
              </a:xfrm>
              <a:prstGeom prst="line">
                <a:avLst/>
              </a:prstGeom>
              <a:noFill/>
              <a:ln w="3175" cap="flat">
                <a:solidFill>
                  <a:srgbClr val="000000"/>
                </a:solidFill>
                <a:prstDash val="solid"/>
                <a:round/>
              </a:ln>
              <a:effectLst/>
            </p:spPr>
            <p:txBody>
              <a:bodyPr wrap="square" lIns="45718" tIns="45718" rIns="45718" bIns="45718" numCol="1" anchor="t">
                <a:noAutofit/>
              </a:bodyPr>
              <a:lstStyle/>
              <a:p>
                <a:pPr defTabSz="914620">
                  <a:defRPr>
                    <a:latin typeface="+mn-lt"/>
                    <a:ea typeface="+mn-ea"/>
                    <a:cs typeface="+mn-cs"/>
                    <a:sym typeface="IBM Plex Sans"/>
                  </a:defRPr>
                </a:pPr>
                <a:endParaRPr sz="2400"/>
              </a:p>
            </p:txBody>
          </p:sp>
          <p:sp>
            <p:nvSpPr>
              <p:cNvPr id="1875" name="Straight Connector 69"/>
              <p:cNvSpPr/>
              <p:nvPr/>
            </p:nvSpPr>
            <p:spPr>
              <a:xfrm flipH="1">
                <a:off x="0" y="4269235"/>
                <a:ext cx="91443" cy="2"/>
              </a:xfrm>
              <a:prstGeom prst="line">
                <a:avLst/>
              </a:prstGeom>
              <a:noFill/>
              <a:ln w="3175" cap="flat">
                <a:solidFill>
                  <a:srgbClr val="000000"/>
                </a:solidFill>
                <a:prstDash val="solid"/>
                <a:round/>
              </a:ln>
              <a:effectLst/>
            </p:spPr>
            <p:txBody>
              <a:bodyPr wrap="square" lIns="45718" tIns="45718" rIns="45718" bIns="45718" numCol="1" anchor="t">
                <a:noAutofit/>
              </a:bodyPr>
              <a:lstStyle/>
              <a:p>
                <a:pPr defTabSz="914620">
                  <a:defRPr>
                    <a:latin typeface="+mn-lt"/>
                    <a:ea typeface="+mn-ea"/>
                    <a:cs typeface="+mn-cs"/>
                    <a:sym typeface="IBM Plex Sans"/>
                  </a:defRPr>
                </a:pPr>
                <a:endParaRPr sz="2400"/>
              </a:p>
            </p:txBody>
          </p:sp>
          <p:sp>
            <p:nvSpPr>
              <p:cNvPr id="1876" name="Straight Connector 70"/>
              <p:cNvSpPr/>
              <p:nvPr/>
            </p:nvSpPr>
            <p:spPr>
              <a:xfrm flipH="1" flipV="1">
                <a:off x="0" y="0"/>
                <a:ext cx="91443" cy="2"/>
              </a:xfrm>
              <a:prstGeom prst="line">
                <a:avLst/>
              </a:prstGeom>
              <a:noFill/>
              <a:ln w="3175" cap="flat">
                <a:solidFill>
                  <a:srgbClr val="000000"/>
                </a:solidFill>
                <a:prstDash val="solid"/>
                <a:round/>
              </a:ln>
              <a:effectLst/>
            </p:spPr>
            <p:txBody>
              <a:bodyPr wrap="square" lIns="45718" tIns="45718" rIns="45718" bIns="45718" numCol="1" anchor="t">
                <a:noAutofit/>
              </a:bodyPr>
              <a:lstStyle/>
              <a:p>
                <a:pPr defTabSz="914620">
                  <a:defRPr>
                    <a:latin typeface="+mn-lt"/>
                    <a:ea typeface="+mn-ea"/>
                    <a:cs typeface="+mn-cs"/>
                    <a:sym typeface="IBM Plex Sans"/>
                  </a:defRPr>
                </a:pPr>
                <a:endParaRPr sz="2400"/>
              </a:p>
            </p:txBody>
          </p:sp>
          <p:sp>
            <p:nvSpPr>
              <p:cNvPr id="1877" name="Straight Connector 71"/>
              <p:cNvSpPr/>
              <p:nvPr/>
            </p:nvSpPr>
            <p:spPr>
              <a:xfrm flipH="1">
                <a:off x="0" y="4685668"/>
                <a:ext cx="91443" cy="2"/>
              </a:xfrm>
              <a:prstGeom prst="line">
                <a:avLst/>
              </a:prstGeom>
              <a:noFill/>
              <a:ln w="3175" cap="flat">
                <a:solidFill>
                  <a:srgbClr val="000000"/>
                </a:solidFill>
                <a:prstDash val="solid"/>
                <a:round/>
              </a:ln>
              <a:effectLst/>
            </p:spPr>
            <p:txBody>
              <a:bodyPr wrap="square" lIns="45718" tIns="45718" rIns="45718" bIns="45718" numCol="1" anchor="t">
                <a:noAutofit/>
              </a:bodyPr>
              <a:lstStyle/>
              <a:p>
                <a:pPr defTabSz="914620">
                  <a:defRPr>
                    <a:latin typeface="+mn-lt"/>
                    <a:ea typeface="+mn-ea"/>
                    <a:cs typeface="+mn-cs"/>
                    <a:sym typeface="IBM Plex Sans"/>
                  </a:defRPr>
                </a:pPr>
                <a:endParaRPr sz="2400"/>
              </a:p>
            </p:txBody>
          </p:sp>
        </p:grpSp>
      </p:grpSp>
      <p:sp>
        <p:nvSpPr>
          <p:cNvPr id="1880" name="Title Text"/>
          <p:cNvSpPr txBox="1">
            <a:spLocks noGrp="1"/>
          </p:cNvSpPr>
          <p:nvPr>
            <p:ph type="title"/>
          </p:nvPr>
        </p:nvSpPr>
        <p:spPr>
          <a:xfrm>
            <a:off x="0" y="-3"/>
            <a:ext cx="6096000" cy="3429004"/>
          </a:xfrm>
          <a:prstGeom prst="rect">
            <a:avLst/>
          </a:prstGeom>
        </p:spPr>
        <p:txBody>
          <a:bodyPr lIns="127000" tIns="127000" rIns="127000" bIns="127000">
            <a:normAutofit/>
          </a:bodyPr>
          <a:lstStyle>
            <a:lvl1pPr indent="101597">
              <a:defRPr sz="3200">
                <a:latin typeface="+mj-lt"/>
                <a:ea typeface="+mj-ea"/>
                <a:cs typeface="+mj-cs"/>
                <a:sym typeface="IBM Plex Sans Light"/>
              </a:defRPr>
            </a:lvl1pPr>
          </a:lstStyle>
          <a:p>
            <a:r>
              <a:t>Title Text</a:t>
            </a:r>
          </a:p>
        </p:txBody>
      </p:sp>
      <p:sp>
        <p:nvSpPr>
          <p:cNvPr id="1881" name="Body Level One…"/>
          <p:cNvSpPr txBox="1">
            <a:spLocks noGrp="1"/>
          </p:cNvSpPr>
          <p:nvPr>
            <p:ph type="body" sz="quarter" idx="1"/>
          </p:nvPr>
        </p:nvSpPr>
        <p:spPr>
          <a:xfrm>
            <a:off x="6096000" y="-16933"/>
            <a:ext cx="3048000" cy="3429000"/>
          </a:xfrm>
          <a:prstGeom prst="rect">
            <a:avLst/>
          </a:prstGeom>
        </p:spPr>
        <p:txBody>
          <a:bodyPr lIns="201168" tIns="201168" rIns="201168" bIns="201168">
            <a:normAutofit/>
          </a:bodyPr>
          <a:lstStyle>
            <a:lvl2pPr marL="228596"/>
            <a:lvl3pPr marL="457193"/>
            <a:lvl4pPr marL="838187"/>
            <a:lvl5pPr marL="1071019"/>
          </a:lstStyle>
          <a:p>
            <a:r>
              <a:t>Body Level One</a:t>
            </a:r>
          </a:p>
          <a:p>
            <a:pPr lvl="1"/>
            <a:r>
              <a:t>Body Level Two</a:t>
            </a:r>
          </a:p>
          <a:p>
            <a:pPr lvl="2"/>
            <a:r>
              <a:t>Body Level Three</a:t>
            </a:r>
          </a:p>
          <a:p>
            <a:pPr lvl="3"/>
            <a:r>
              <a:t>Body Level Four</a:t>
            </a:r>
          </a:p>
          <a:p>
            <a:pPr lvl="4"/>
            <a:r>
              <a:t>Body Level Five</a:t>
            </a:r>
          </a:p>
        </p:txBody>
      </p:sp>
      <p:sp>
        <p:nvSpPr>
          <p:cNvPr id="1882" name="Straight Connector 8"/>
          <p:cNvSpPr/>
          <p:nvPr/>
        </p:nvSpPr>
        <p:spPr>
          <a:xfrm flipV="1">
            <a:off x="6096000" y="313267"/>
            <a:ext cx="0" cy="5681133"/>
          </a:xfrm>
          <a:prstGeom prst="line">
            <a:avLst/>
          </a:prstGeom>
          <a:ln w="3175">
            <a:solidFill>
              <a:srgbClr val="000000"/>
            </a:solidFill>
          </a:ln>
        </p:spPr>
        <p:txBody>
          <a:bodyPr lIns="60957" tIns="60957" rIns="60957" bIns="60957"/>
          <a:lstStyle/>
          <a:p>
            <a:pPr defTabSz="914620">
              <a:defRPr>
                <a:latin typeface="+mn-lt"/>
                <a:ea typeface="+mn-ea"/>
                <a:cs typeface="+mn-cs"/>
                <a:sym typeface="IBM Plex Sans"/>
              </a:defRPr>
            </a:pPr>
            <a:endParaRPr sz="2400"/>
          </a:p>
        </p:txBody>
      </p:sp>
      <p:sp>
        <p:nvSpPr>
          <p:cNvPr id="1883" name="Straight Connector 11"/>
          <p:cNvSpPr/>
          <p:nvPr/>
        </p:nvSpPr>
        <p:spPr>
          <a:xfrm>
            <a:off x="6389817" y="3422652"/>
            <a:ext cx="5486404" cy="1"/>
          </a:xfrm>
          <a:prstGeom prst="line">
            <a:avLst/>
          </a:prstGeom>
          <a:ln w="3175">
            <a:solidFill>
              <a:srgbClr val="000000"/>
            </a:solidFill>
          </a:ln>
        </p:spPr>
        <p:txBody>
          <a:bodyPr lIns="60957" tIns="60957" rIns="60957" bIns="60957"/>
          <a:lstStyle/>
          <a:p>
            <a:pPr defTabSz="914620">
              <a:defRPr>
                <a:latin typeface="+mn-lt"/>
                <a:ea typeface="+mn-ea"/>
                <a:cs typeface="+mn-cs"/>
                <a:sym typeface="IBM Plex Sans"/>
              </a:defRPr>
            </a:pPr>
            <a:endParaRPr sz="2400"/>
          </a:p>
        </p:txBody>
      </p:sp>
      <p:sp>
        <p:nvSpPr>
          <p:cNvPr id="1884" name="Slide Number"/>
          <p:cNvSpPr txBox="1">
            <a:spLocks noGrp="1"/>
          </p:cNvSpPr>
          <p:nvPr>
            <p:ph type="sldNum" sz="quarter" idx="2"/>
          </p:nvPr>
        </p:nvSpPr>
        <p:spPr>
          <a:prstGeom prst="rect">
            <a:avLst/>
          </a:prstGeom>
        </p:spPr>
        <p:txBody>
          <a:bodyPr/>
          <a:lstStyle>
            <a:lvl1pPr defTabSz="914620"/>
          </a:lstStyle>
          <a:p>
            <a:fld id="{86CB4B4D-7CA3-9044-876B-883B54F8677D}" type="slidenum">
              <a:rPr/>
              <a:t>‹#›</a:t>
            </a:fld>
            <a:endParaRPr/>
          </a:p>
        </p:txBody>
      </p:sp>
    </p:spTree>
    <p:extLst>
      <p:ext uri="{BB962C8B-B14F-4D97-AF65-F5344CB8AC3E}">
        <p14:creationId xmlns:p14="http://schemas.microsoft.com/office/powerpoint/2010/main" val="1893942021"/>
      </p:ext>
    </p:extLst>
  </p:cSld>
  <p:clrMapOvr>
    <a:masterClrMapping/>
  </p:clrMapOvr>
  <p:transition spd="med"/>
</p:sldLayout>
</file>

<file path=ppt/slideLayouts/slideLayout201.xml><?xml version="1.0" encoding="utf-8"?>
<p:sldLayout xmlns:a="http://schemas.openxmlformats.org/drawingml/2006/main" xmlns:r="http://schemas.openxmlformats.org/officeDocument/2006/relationships" xmlns:p="http://schemas.openxmlformats.org/presentationml/2006/main" showMasterSp="0" type="tx">
  <p:cSld name="1_boxes (3 med, 2 small)">
    <p:spTree>
      <p:nvGrpSpPr>
        <p:cNvPr id="1" name=""/>
        <p:cNvGrpSpPr/>
        <p:nvPr/>
      </p:nvGrpSpPr>
      <p:grpSpPr>
        <a:xfrm>
          <a:off x="0" y="0"/>
          <a:ext cx="0" cy="0"/>
          <a:chOff x="0" y="0"/>
          <a:chExt cx="0" cy="0"/>
        </a:xfrm>
      </p:grpSpPr>
      <p:grpSp>
        <p:nvGrpSpPr>
          <p:cNvPr id="1935" name="Group 2"/>
          <p:cNvGrpSpPr/>
          <p:nvPr/>
        </p:nvGrpSpPr>
        <p:grpSpPr>
          <a:xfrm>
            <a:off x="-146307" y="-146476"/>
            <a:ext cx="12485633" cy="7152648"/>
            <a:chOff x="0" y="0"/>
            <a:chExt cx="9364223" cy="5364484"/>
          </a:xfrm>
        </p:grpSpPr>
        <p:grpSp>
          <p:nvGrpSpPr>
            <p:cNvPr id="1902" name="Group 59"/>
            <p:cNvGrpSpPr/>
            <p:nvPr/>
          </p:nvGrpSpPr>
          <p:grpSpPr>
            <a:xfrm>
              <a:off x="338964" y="-1"/>
              <a:ext cx="8686737" cy="91443"/>
              <a:chOff x="0" y="0"/>
              <a:chExt cx="8686735" cy="91442"/>
            </a:xfrm>
          </p:grpSpPr>
          <p:sp>
            <p:nvSpPr>
              <p:cNvPr id="1891" name="Straight Connector 92"/>
              <p:cNvSpPr/>
              <p:nvPr/>
            </p:nvSpPr>
            <p:spPr>
              <a:xfrm flipV="1">
                <a:off x="-1" y="0"/>
                <a:ext cx="3" cy="91443"/>
              </a:xfrm>
              <a:prstGeom prst="line">
                <a:avLst/>
              </a:prstGeom>
              <a:noFill/>
              <a:ln w="3175" cap="flat">
                <a:solidFill>
                  <a:srgbClr val="6F6F6F"/>
                </a:solidFill>
                <a:prstDash val="solid"/>
                <a:round/>
              </a:ln>
              <a:effectLst/>
            </p:spPr>
            <p:txBody>
              <a:bodyPr wrap="square" lIns="45718" tIns="45718" rIns="45718" bIns="45718" numCol="1" anchor="t">
                <a:noAutofit/>
              </a:bodyPr>
              <a:lstStyle/>
              <a:p>
                <a:pPr defTabSz="914620">
                  <a:defRPr>
                    <a:latin typeface="+mn-lt"/>
                    <a:ea typeface="+mn-ea"/>
                    <a:cs typeface="+mn-cs"/>
                    <a:sym typeface="IBM Plex Sans"/>
                  </a:defRPr>
                </a:pPr>
                <a:endParaRPr sz="2400"/>
              </a:p>
            </p:txBody>
          </p:sp>
          <p:sp>
            <p:nvSpPr>
              <p:cNvPr id="1892" name="Straight Connector 93"/>
              <p:cNvSpPr/>
              <p:nvPr/>
            </p:nvSpPr>
            <p:spPr>
              <a:xfrm flipV="1">
                <a:off x="1828800" y="0"/>
                <a:ext cx="2" cy="91443"/>
              </a:xfrm>
              <a:prstGeom prst="line">
                <a:avLst/>
              </a:prstGeom>
              <a:noFill/>
              <a:ln w="3175" cap="flat">
                <a:solidFill>
                  <a:srgbClr val="6F6F6F"/>
                </a:solidFill>
                <a:prstDash val="solid"/>
                <a:round/>
              </a:ln>
              <a:effectLst/>
            </p:spPr>
            <p:txBody>
              <a:bodyPr wrap="square" lIns="45718" tIns="45718" rIns="45718" bIns="45718" numCol="1" anchor="t">
                <a:noAutofit/>
              </a:bodyPr>
              <a:lstStyle/>
              <a:p>
                <a:pPr defTabSz="914620">
                  <a:defRPr>
                    <a:latin typeface="+mn-lt"/>
                    <a:ea typeface="+mn-ea"/>
                    <a:cs typeface="+mn-cs"/>
                    <a:sym typeface="IBM Plex Sans"/>
                  </a:defRPr>
                </a:pPr>
                <a:endParaRPr sz="2400"/>
              </a:p>
            </p:txBody>
          </p:sp>
          <p:sp>
            <p:nvSpPr>
              <p:cNvPr id="1893" name="Straight Connector 94"/>
              <p:cNvSpPr/>
              <p:nvPr/>
            </p:nvSpPr>
            <p:spPr>
              <a:xfrm flipV="1">
                <a:off x="2057400" y="0"/>
                <a:ext cx="2" cy="91443"/>
              </a:xfrm>
              <a:prstGeom prst="line">
                <a:avLst/>
              </a:prstGeom>
              <a:noFill/>
              <a:ln w="3175" cap="flat">
                <a:solidFill>
                  <a:srgbClr val="6F6F6F"/>
                </a:solidFill>
                <a:prstDash val="solid"/>
                <a:round/>
              </a:ln>
              <a:effectLst/>
            </p:spPr>
            <p:txBody>
              <a:bodyPr wrap="square" lIns="45718" tIns="45718" rIns="45718" bIns="45718" numCol="1" anchor="t">
                <a:noAutofit/>
              </a:bodyPr>
              <a:lstStyle/>
              <a:p>
                <a:pPr defTabSz="914620">
                  <a:defRPr>
                    <a:latin typeface="+mn-lt"/>
                    <a:ea typeface="+mn-ea"/>
                    <a:cs typeface="+mn-cs"/>
                    <a:sym typeface="IBM Plex Sans"/>
                  </a:defRPr>
                </a:pPr>
                <a:endParaRPr sz="2400"/>
              </a:p>
            </p:txBody>
          </p:sp>
          <p:sp>
            <p:nvSpPr>
              <p:cNvPr id="1894" name="Straight Connector 95"/>
              <p:cNvSpPr/>
              <p:nvPr/>
            </p:nvSpPr>
            <p:spPr>
              <a:xfrm flipV="1">
                <a:off x="2286000" y="0"/>
                <a:ext cx="2" cy="91443"/>
              </a:xfrm>
              <a:prstGeom prst="line">
                <a:avLst/>
              </a:prstGeom>
              <a:noFill/>
              <a:ln w="3175" cap="flat">
                <a:solidFill>
                  <a:srgbClr val="6F6F6F"/>
                </a:solidFill>
                <a:prstDash val="solid"/>
                <a:round/>
              </a:ln>
              <a:effectLst/>
            </p:spPr>
            <p:txBody>
              <a:bodyPr wrap="square" lIns="45718" tIns="45718" rIns="45718" bIns="45718" numCol="1" anchor="t">
                <a:noAutofit/>
              </a:bodyPr>
              <a:lstStyle/>
              <a:p>
                <a:pPr defTabSz="914620">
                  <a:defRPr>
                    <a:latin typeface="+mn-lt"/>
                    <a:ea typeface="+mn-ea"/>
                    <a:cs typeface="+mn-cs"/>
                    <a:sym typeface="IBM Plex Sans"/>
                  </a:defRPr>
                </a:pPr>
                <a:endParaRPr sz="2400"/>
              </a:p>
            </p:txBody>
          </p:sp>
          <p:sp>
            <p:nvSpPr>
              <p:cNvPr id="1895" name="Straight Connector 96"/>
              <p:cNvSpPr/>
              <p:nvPr/>
            </p:nvSpPr>
            <p:spPr>
              <a:xfrm flipV="1">
                <a:off x="4114800" y="0"/>
                <a:ext cx="2" cy="91443"/>
              </a:xfrm>
              <a:prstGeom prst="line">
                <a:avLst/>
              </a:prstGeom>
              <a:noFill/>
              <a:ln w="3175" cap="flat">
                <a:solidFill>
                  <a:srgbClr val="6F6F6F"/>
                </a:solidFill>
                <a:prstDash val="solid"/>
                <a:round/>
              </a:ln>
              <a:effectLst/>
            </p:spPr>
            <p:txBody>
              <a:bodyPr wrap="square" lIns="45718" tIns="45718" rIns="45718" bIns="45718" numCol="1" anchor="t">
                <a:noAutofit/>
              </a:bodyPr>
              <a:lstStyle/>
              <a:p>
                <a:pPr defTabSz="914620">
                  <a:defRPr>
                    <a:latin typeface="+mn-lt"/>
                    <a:ea typeface="+mn-ea"/>
                    <a:cs typeface="+mn-cs"/>
                    <a:sym typeface="IBM Plex Sans"/>
                  </a:defRPr>
                </a:pPr>
                <a:endParaRPr sz="2400"/>
              </a:p>
            </p:txBody>
          </p:sp>
          <p:sp>
            <p:nvSpPr>
              <p:cNvPr id="1896" name="Straight Connector 97"/>
              <p:cNvSpPr/>
              <p:nvPr/>
            </p:nvSpPr>
            <p:spPr>
              <a:xfrm flipV="1">
                <a:off x="4343400" y="0"/>
                <a:ext cx="2" cy="91443"/>
              </a:xfrm>
              <a:prstGeom prst="line">
                <a:avLst/>
              </a:prstGeom>
              <a:noFill/>
              <a:ln w="3175" cap="flat">
                <a:solidFill>
                  <a:srgbClr val="6F6F6F"/>
                </a:solidFill>
                <a:prstDash val="solid"/>
                <a:round/>
              </a:ln>
              <a:effectLst/>
            </p:spPr>
            <p:txBody>
              <a:bodyPr wrap="square" lIns="45718" tIns="45718" rIns="45718" bIns="45718" numCol="1" anchor="t">
                <a:noAutofit/>
              </a:bodyPr>
              <a:lstStyle/>
              <a:p>
                <a:pPr defTabSz="914620">
                  <a:defRPr>
                    <a:latin typeface="+mn-lt"/>
                    <a:ea typeface="+mn-ea"/>
                    <a:cs typeface="+mn-cs"/>
                    <a:sym typeface="IBM Plex Sans"/>
                  </a:defRPr>
                </a:pPr>
                <a:endParaRPr sz="2400"/>
              </a:p>
            </p:txBody>
          </p:sp>
          <p:sp>
            <p:nvSpPr>
              <p:cNvPr id="1897" name="Straight Connector 98"/>
              <p:cNvSpPr/>
              <p:nvPr/>
            </p:nvSpPr>
            <p:spPr>
              <a:xfrm flipV="1">
                <a:off x="4572000" y="0"/>
                <a:ext cx="2" cy="91443"/>
              </a:xfrm>
              <a:prstGeom prst="line">
                <a:avLst/>
              </a:prstGeom>
              <a:noFill/>
              <a:ln w="3175" cap="flat">
                <a:solidFill>
                  <a:srgbClr val="6F6F6F"/>
                </a:solidFill>
                <a:prstDash val="solid"/>
                <a:round/>
              </a:ln>
              <a:effectLst/>
            </p:spPr>
            <p:txBody>
              <a:bodyPr wrap="square" lIns="45718" tIns="45718" rIns="45718" bIns="45718" numCol="1" anchor="t">
                <a:noAutofit/>
              </a:bodyPr>
              <a:lstStyle/>
              <a:p>
                <a:pPr defTabSz="914620">
                  <a:defRPr>
                    <a:latin typeface="+mn-lt"/>
                    <a:ea typeface="+mn-ea"/>
                    <a:cs typeface="+mn-cs"/>
                    <a:sym typeface="IBM Plex Sans"/>
                  </a:defRPr>
                </a:pPr>
                <a:endParaRPr sz="2400"/>
              </a:p>
            </p:txBody>
          </p:sp>
          <p:sp>
            <p:nvSpPr>
              <p:cNvPr id="1898" name="Straight Connector 99"/>
              <p:cNvSpPr/>
              <p:nvPr/>
            </p:nvSpPr>
            <p:spPr>
              <a:xfrm flipV="1">
                <a:off x="6400800" y="0"/>
                <a:ext cx="2" cy="91443"/>
              </a:xfrm>
              <a:prstGeom prst="line">
                <a:avLst/>
              </a:prstGeom>
              <a:noFill/>
              <a:ln w="3175" cap="flat">
                <a:solidFill>
                  <a:srgbClr val="6F6F6F"/>
                </a:solidFill>
                <a:prstDash val="solid"/>
                <a:round/>
              </a:ln>
              <a:effectLst/>
            </p:spPr>
            <p:txBody>
              <a:bodyPr wrap="square" lIns="45718" tIns="45718" rIns="45718" bIns="45718" numCol="1" anchor="t">
                <a:noAutofit/>
              </a:bodyPr>
              <a:lstStyle/>
              <a:p>
                <a:pPr defTabSz="914620">
                  <a:defRPr>
                    <a:latin typeface="+mn-lt"/>
                    <a:ea typeface="+mn-ea"/>
                    <a:cs typeface="+mn-cs"/>
                    <a:sym typeface="IBM Plex Sans"/>
                  </a:defRPr>
                </a:pPr>
                <a:endParaRPr sz="2400"/>
              </a:p>
            </p:txBody>
          </p:sp>
          <p:sp>
            <p:nvSpPr>
              <p:cNvPr id="1899" name="Straight Connector 100"/>
              <p:cNvSpPr/>
              <p:nvPr/>
            </p:nvSpPr>
            <p:spPr>
              <a:xfrm flipV="1">
                <a:off x="6629401" y="0"/>
                <a:ext cx="2" cy="91443"/>
              </a:xfrm>
              <a:prstGeom prst="line">
                <a:avLst/>
              </a:prstGeom>
              <a:noFill/>
              <a:ln w="3175" cap="flat">
                <a:solidFill>
                  <a:srgbClr val="6F6F6F"/>
                </a:solidFill>
                <a:prstDash val="solid"/>
                <a:round/>
              </a:ln>
              <a:effectLst/>
            </p:spPr>
            <p:txBody>
              <a:bodyPr wrap="square" lIns="45718" tIns="45718" rIns="45718" bIns="45718" numCol="1" anchor="t">
                <a:noAutofit/>
              </a:bodyPr>
              <a:lstStyle/>
              <a:p>
                <a:pPr defTabSz="914620">
                  <a:defRPr>
                    <a:latin typeface="+mn-lt"/>
                    <a:ea typeface="+mn-ea"/>
                    <a:cs typeface="+mn-cs"/>
                    <a:sym typeface="IBM Plex Sans"/>
                  </a:defRPr>
                </a:pPr>
                <a:endParaRPr sz="2400"/>
              </a:p>
            </p:txBody>
          </p:sp>
          <p:sp>
            <p:nvSpPr>
              <p:cNvPr id="1900" name="Straight Connector 101"/>
              <p:cNvSpPr/>
              <p:nvPr/>
            </p:nvSpPr>
            <p:spPr>
              <a:xfrm flipV="1">
                <a:off x="6858001" y="0"/>
                <a:ext cx="2" cy="91443"/>
              </a:xfrm>
              <a:prstGeom prst="line">
                <a:avLst/>
              </a:prstGeom>
              <a:noFill/>
              <a:ln w="3175" cap="flat">
                <a:solidFill>
                  <a:srgbClr val="6F6F6F"/>
                </a:solidFill>
                <a:prstDash val="solid"/>
                <a:round/>
              </a:ln>
              <a:effectLst/>
            </p:spPr>
            <p:txBody>
              <a:bodyPr wrap="square" lIns="45718" tIns="45718" rIns="45718" bIns="45718" numCol="1" anchor="t">
                <a:noAutofit/>
              </a:bodyPr>
              <a:lstStyle/>
              <a:p>
                <a:pPr defTabSz="914620">
                  <a:defRPr>
                    <a:latin typeface="+mn-lt"/>
                    <a:ea typeface="+mn-ea"/>
                    <a:cs typeface="+mn-cs"/>
                    <a:sym typeface="IBM Plex Sans"/>
                  </a:defRPr>
                </a:pPr>
                <a:endParaRPr sz="2400"/>
              </a:p>
            </p:txBody>
          </p:sp>
          <p:sp>
            <p:nvSpPr>
              <p:cNvPr id="1901" name="Straight Connector 102"/>
              <p:cNvSpPr/>
              <p:nvPr/>
            </p:nvSpPr>
            <p:spPr>
              <a:xfrm flipV="1">
                <a:off x="8686734" y="0"/>
                <a:ext cx="2" cy="91443"/>
              </a:xfrm>
              <a:prstGeom prst="line">
                <a:avLst/>
              </a:prstGeom>
              <a:noFill/>
              <a:ln w="3175" cap="flat">
                <a:solidFill>
                  <a:srgbClr val="6F6F6F"/>
                </a:solidFill>
                <a:prstDash val="solid"/>
                <a:round/>
              </a:ln>
              <a:effectLst/>
            </p:spPr>
            <p:txBody>
              <a:bodyPr wrap="square" lIns="45718" tIns="45718" rIns="45718" bIns="45718" numCol="1" anchor="t">
                <a:noAutofit/>
              </a:bodyPr>
              <a:lstStyle/>
              <a:p>
                <a:pPr defTabSz="914620">
                  <a:defRPr>
                    <a:latin typeface="+mn-lt"/>
                    <a:ea typeface="+mn-ea"/>
                    <a:cs typeface="+mn-cs"/>
                    <a:sym typeface="IBM Plex Sans"/>
                  </a:defRPr>
                </a:pPr>
                <a:endParaRPr sz="2400"/>
              </a:p>
            </p:txBody>
          </p:sp>
        </p:grpSp>
        <p:grpSp>
          <p:nvGrpSpPr>
            <p:cNvPr id="1914" name="Group 60"/>
            <p:cNvGrpSpPr/>
            <p:nvPr/>
          </p:nvGrpSpPr>
          <p:grpSpPr>
            <a:xfrm>
              <a:off x="338964" y="5273042"/>
              <a:ext cx="8686737" cy="91443"/>
              <a:chOff x="0" y="0"/>
              <a:chExt cx="8686735" cy="91442"/>
            </a:xfrm>
          </p:grpSpPr>
          <p:sp>
            <p:nvSpPr>
              <p:cNvPr id="1903" name="Straight Connector 81"/>
              <p:cNvSpPr/>
              <p:nvPr/>
            </p:nvSpPr>
            <p:spPr>
              <a:xfrm flipV="1">
                <a:off x="-1" y="0"/>
                <a:ext cx="3" cy="91443"/>
              </a:xfrm>
              <a:prstGeom prst="line">
                <a:avLst/>
              </a:prstGeom>
              <a:noFill/>
              <a:ln w="3175" cap="flat">
                <a:solidFill>
                  <a:srgbClr val="6F6F6F"/>
                </a:solidFill>
                <a:prstDash val="solid"/>
                <a:round/>
              </a:ln>
              <a:effectLst/>
            </p:spPr>
            <p:txBody>
              <a:bodyPr wrap="square" lIns="45718" tIns="45718" rIns="45718" bIns="45718" numCol="1" anchor="t">
                <a:noAutofit/>
              </a:bodyPr>
              <a:lstStyle/>
              <a:p>
                <a:pPr defTabSz="914620">
                  <a:defRPr>
                    <a:latin typeface="+mn-lt"/>
                    <a:ea typeface="+mn-ea"/>
                    <a:cs typeface="+mn-cs"/>
                    <a:sym typeface="IBM Plex Sans"/>
                  </a:defRPr>
                </a:pPr>
                <a:endParaRPr sz="2400"/>
              </a:p>
            </p:txBody>
          </p:sp>
          <p:sp>
            <p:nvSpPr>
              <p:cNvPr id="1904" name="Straight Connector 82"/>
              <p:cNvSpPr/>
              <p:nvPr/>
            </p:nvSpPr>
            <p:spPr>
              <a:xfrm flipV="1">
                <a:off x="1828800" y="0"/>
                <a:ext cx="2" cy="91443"/>
              </a:xfrm>
              <a:prstGeom prst="line">
                <a:avLst/>
              </a:prstGeom>
              <a:noFill/>
              <a:ln w="3175" cap="flat">
                <a:solidFill>
                  <a:srgbClr val="6F6F6F"/>
                </a:solidFill>
                <a:prstDash val="solid"/>
                <a:round/>
              </a:ln>
              <a:effectLst/>
            </p:spPr>
            <p:txBody>
              <a:bodyPr wrap="square" lIns="45718" tIns="45718" rIns="45718" bIns="45718" numCol="1" anchor="t">
                <a:noAutofit/>
              </a:bodyPr>
              <a:lstStyle/>
              <a:p>
                <a:pPr defTabSz="914620">
                  <a:defRPr>
                    <a:latin typeface="+mn-lt"/>
                    <a:ea typeface="+mn-ea"/>
                    <a:cs typeface="+mn-cs"/>
                    <a:sym typeface="IBM Plex Sans"/>
                  </a:defRPr>
                </a:pPr>
                <a:endParaRPr sz="2400"/>
              </a:p>
            </p:txBody>
          </p:sp>
          <p:sp>
            <p:nvSpPr>
              <p:cNvPr id="1905" name="Straight Connector 83"/>
              <p:cNvSpPr/>
              <p:nvPr/>
            </p:nvSpPr>
            <p:spPr>
              <a:xfrm flipV="1">
                <a:off x="2057400" y="0"/>
                <a:ext cx="2" cy="91443"/>
              </a:xfrm>
              <a:prstGeom prst="line">
                <a:avLst/>
              </a:prstGeom>
              <a:noFill/>
              <a:ln w="3175" cap="flat">
                <a:solidFill>
                  <a:srgbClr val="6F6F6F"/>
                </a:solidFill>
                <a:prstDash val="solid"/>
                <a:round/>
              </a:ln>
              <a:effectLst/>
            </p:spPr>
            <p:txBody>
              <a:bodyPr wrap="square" lIns="45718" tIns="45718" rIns="45718" bIns="45718" numCol="1" anchor="t">
                <a:noAutofit/>
              </a:bodyPr>
              <a:lstStyle/>
              <a:p>
                <a:pPr defTabSz="914620">
                  <a:defRPr>
                    <a:latin typeface="+mn-lt"/>
                    <a:ea typeface="+mn-ea"/>
                    <a:cs typeface="+mn-cs"/>
                    <a:sym typeface="IBM Plex Sans"/>
                  </a:defRPr>
                </a:pPr>
                <a:endParaRPr sz="2400"/>
              </a:p>
            </p:txBody>
          </p:sp>
          <p:sp>
            <p:nvSpPr>
              <p:cNvPr id="1906" name="Straight Connector 84"/>
              <p:cNvSpPr/>
              <p:nvPr/>
            </p:nvSpPr>
            <p:spPr>
              <a:xfrm flipV="1">
                <a:off x="2286000" y="0"/>
                <a:ext cx="2" cy="91443"/>
              </a:xfrm>
              <a:prstGeom prst="line">
                <a:avLst/>
              </a:prstGeom>
              <a:noFill/>
              <a:ln w="3175" cap="flat">
                <a:solidFill>
                  <a:srgbClr val="6F6F6F"/>
                </a:solidFill>
                <a:prstDash val="solid"/>
                <a:round/>
              </a:ln>
              <a:effectLst/>
            </p:spPr>
            <p:txBody>
              <a:bodyPr wrap="square" lIns="45718" tIns="45718" rIns="45718" bIns="45718" numCol="1" anchor="t">
                <a:noAutofit/>
              </a:bodyPr>
              <a:lstStyle/>
              <a:p>
                <a:pPr defTabSz="914620">
                  <a:defRPr>
                    <a:latin typeface="+mn-lt"/>
                    <a:ea typeface="+mn-ea"/>
                    <a:cs typeface="+mn-cs"/>
                    <a:sym typeface="IBM Plex Sans"/>
                  </a:defRPr>
                </a:pPr>
                <a:endParaRPr sz="2400"/>
              </a:p>
            </p:txBody>
          </p:sp>
          <p:sp>
            <p:nvSpPr>
              <p:cNvPr id="1907" name="Straight Connector 85"/>
              <p:cNvSpPr/>
              <p:nvPr/>
            </p:nvSpPr>
            <p:spPr>
              <a:xfrm flipV="1">
                <a:off x="4114800" y="0"/>
                <a:ext cx="2" cy="91443"/>
              </a:xfrm>
              <a:prstGeom prst="line">
                <a:avLst/>
              </a:prstGeom>
              <a:noFill/>
              <a:ln w="3175" cap="flat">
                <a:solidFill>
                  <a:srgbClr val="6F6F6F"/>
                </a:solidFill>
                <a:prstDash val="solid"/>
                <a:round/>
              </a:ln>
              <a:effectLst/>
            </p:spPr>
            <p:txBody>
              <a:bodyPr wrap="square" lIns="45718" tIns="45718" rIns="45718" bIns="45718" numCol="1" anchor="t">
                <a:noAutofit/>
              </a:bodyPr>
              <a:lstStyle/>
              <a:p>
                <a:pPr defTabSz="914620">
                  <a:defRPr>
                    <a:latin typeface="+mn-lt"/>
                    <a:ea typeface="+mn-ea"/>
                    <a:cs typeface="+mn-cs"/>
                    <a:sym typeface="IBM Plex Sans"/>
                  </a:defRPr>
                </a:pPr>
                <a:endParaRPr sz="2400"/>
              </a:p>
            </p:txBody>
          </p:sp>
          <p:sp>
            <p:nvSpPr>
              <p:cNvPr id="1908" name="Straight Connector 86"/>
              <p:cNvSpPr/>
              <p:nvPr/>
            </p:nvSpPr>
            <p:spPr>
              <a:xfrm flipV="1">
                <a:off x="4343400" y="0"/>
                <a:ext cx="2" cy="91443"/>
              </a:xfrm>
              <a:prstGeom prst="line">
                <a:avLst/>
              </a:prstGeom>
              <a:noFill/>
              <a:ln w="3175" cap="flat">
                <a:solidFill>
                  <a:srgbClr val="6F6F6F"/>
                </a:solidFill>
                <a:prstDash val="solid"/>
                <a:round/>
              </a:ln>
              <a:effectLst/>
            </p:spPr>
            <p:txBody>
              <a:bodyPr wrap="square" lIns="45718" tIns="45718" rIns="45718" bIns="45718" numCol="1" anchor="t">
                <a:noAutofit/>
              </a:bodyPr>
              <a:lstStyle/>
              <a:p>
                <a:pPr defTabSz="914620">
                  <a:defRPr>
                    <a:latin typeface="+mn-lt"/>
                    <a:ea typeface="+mn-ea"/>
                    <a:cs typeface="+mn-cs"/>
                    <a:sym typeface="IBM Plex Sans"/>
                  </a:defRPr>
                </a:pPr>
                <a:endParaRPr sz="2400"/>
              </a:p>
            </p:txBody>
          </p:sp>
          <p:sp>
            <p:nvSpPr>
              <p:cNvPr id="1909" name="Straight Connector 87"/>
              <p:cNvSpPr/>
              <p:nvPr/>
            </p:nvSpPr>
            <p:spPr>
              <a:xfrm flipV="1">
                <a:off x="4572000" y="0"/>
                <a:ext cx="2" cy="91443"/>
              </a:xfrm>
              <a:prstGeom prst="line">
                <a:avLst/>
              </a:prstGeom>
              <a:noFill/>
              <a:ln w="3175" cap="flat">
                <a:solidFill>
                  <a:srgbClr val="6F6F6F"/>
                </a:solidFill>
                <a:prstDash val="solid"/>
                <a:round/>
              </a:ln>
              <a:effectLst/>
            </p:spPr>
            <p:txBody>
              <a:bodyPr wrap="square" lIns="45718" tIns="45718" rIns="45718" bIns="45718" numCol="1" anchor="t">
                <a:noAutofit/>
              </a:bodyPr>
              <a:lstStyle/>
              <a:p>
                <a:pPr defTabSz="914620">
                  <a:defRPr>
                    <a:latin typeface="+mn-lt"/>
                    <a:ea typeface="+mn-ea"/>
                    <a:cs typeface="+mn-cs"/>
                    <a:sym typeface="IBM Plex Sans"/>
                  </a:defRPr>
                </a:pPr>
                <a:endParaRPr sz="2400"/>
              </a:p>
            </p:txBody>
          </p:sp>
          <p:sp>
            <p:nvSpPr>
              <p:cNvPr id="1910" name="Straight Connector 88"/>
              <p:cNvSpPr/>
              <p:nvPr/>
            </p:nvSpPr>
            <p:spPr>
              <a:xfrm flipV="1">
                <a:off x="6400800" y="0"/>
                <a:ext cx="2" cy="91443"/>
              </a:xfrm>
              <a:prstGeom prst="line">
                <a:avLst/>
              </a:prstGeom>
              <a:noFill/>
              <a:ln w="3175" cap="flat">
                <a:solidFill>
                  <a:srgbClr val="6F6F6F"/>
                </a:solidFill>
                <a:prstDash val="solid"/>
                <a:round/>
              </a:ln>
              <a:effectLst/>
            </p:spPr>
            <p:txBody>
              <a:bodyPr wrap="square" lIns="45718" tIns="45718" rIns="45718" bIns="45718" numCol="1" anchor="t">
                <a:noAutofit/>
              </a:bodyPr>
              <a:lstStyle/>
              <a:p>
                <a:pPr defTabSz="914620">
                  <a:defRPr>
                    <a:latin typeface="+mn-lt"/>
                    <a:ea typeface="+mn-ea"/>
                    <a:cs typeface="+mn-cs"/>
                    <a:sym typeface="IBM Plex Sans"/>
                  </a:defRPr>
                </a:pPr>
                <a:endParaRPr sz="2400"/>
              </a:p>
            </p:txBody>
          </p:sp>
          <p:sp>
            <p:nvSpPr>
              <p:cNvPr id="1911" name="Straight Connector 89"/>
              <p:cNvSpPr/>
              <p:nvPr/>
            </p:nvSpPr>
            <p:spPr>
              <a:xfrm flipV="1">
                <a:off x="6629401" y="0"/>
                <a:ext cx="2" cy="91443"/>
              </a:xfrm>
              <a:prstGeom prst="line">
                <a:avLst/>
              </a:prstGeom>
              <a:noFill/>
              <a:ln w="3175" cap="flat">
                <a:solidFill>
                  <a:srgbClr val="6F6F6F"/>
                </a:solidFill>
                <a:prstDash val="solid"/>
                <a:round/>
              </a:ln>
              <a:effectLst/>
            </p:spPr>
            <p:txBody>
              <a:bodyPr wrap="square" lIns="45718" tIns="45718" rIns="45718" bIns="45718" numCol="1" anchor="t">
                <a:noAutofit/>
              </a:bodyPr>
              <a:lstStyle/>
              <a:p>
                <a:pPr defTabSz="914620">
                  <a:defRPr>
                    <a:latin typeface="+mn-lt"/>
                    <a:ea typeface="+mn-ea"/>
                    <a:cs typeface="+mn-cs"/>
                    <a:sym typeface="IBM Plex Sans"/>
                  </a:defRPr>
                </a:pPr>
                <a:endParaRPr sz="2400"/>
              </a:p>
            </p:txBody>
          </p:sp>
          <p:sp>
            <p:nvSpPr>
              <p:cNvPr id="1912" name="Straight Connector 90"/>
              <p:cNvSpPr/>
              <p:nvPr/>
            </p:nvSpPr>
            <p:spPr>
              <a:xfrm flipV="1">
                <a:off x="6858001" y="0"/>
                <a:ext cx="2" cy="91443"/>
              </a:xfrm>
              <a:prstGeom prst="line">
                <a:avLst/>
              </a:prstGeom>
              <a:noFill/>
              <a:ln w="3175" cap="flat">
                <a:solidFill>
                  <a:srgbClr val="6F6F6F"/>
                </a:solidFill>
                <a:prstDash val="solid"/>
                <a:round/>
              </a:ln>
              <a:effectLst/>
            </p:spPr>
            <p:txBody>
              <a:bodyPr wrap="square" lIns="45718" tIns="45718" rIns="45718" bIns="45718" numCol="1" anchor="t">
                <a:noAutofit/>
              </a:bodyPr>
              <a:lstStyle/>
              <a:p>
                <a:pPr defTabSz="914620">
                  <a:defRPr>
                    <a:latin typeface="+mn-lt"/>
                    <a:ea typeface="+mn-ea"/>
                    <a:cs typeface="+mn-cs"/>
                    <a:sym typeface="IBM Plex Sans"/>
                  </a:defRPr>
                </a:pPr>
                <a:endParaRPr sz="2400"/>
              </a:p>
            </p:txBody>
          </p:sp>
          <p:sp>
            <p:nvSpPr>
              <p:cNvPr id="1913" name="Straight Connector 91"/>
              <p:cNvSpPr/>
              <p:nvPr/>
            </p:nvSpPr>
            <p:spPr>
              <a:xfrm flipV="1">
                <a:off x="8686734" y="0"/>
                <a:ext cx="2" cy="91443"/>
              </a:xfrm>
              <a:prstGeom prst="line">
                <a:avLst/>
              </a:prstGeom>
              <a:noFill/>
              <a:ln w="3175" cap="flat">
                <a:solidFill>
                  <a:srgbClr val="6F6F6F"/>
                </a:solidFill>
                <a:prstDash val="solid"/>
                <a:round/>
              </a:ln>
              <a:effectLst/>
            </p:spPr>
            <p:txBody>
              <a:bodyPr wrap="square" lIns="45718" tIns="45718" rIns="45718" bIns="45718" numCol="1" anchor="t">
                <a:noAutofit/>
              </a:bodyPr>
              <a:lstStyle/>
              <a:p>
                <a:pPr defTabSz="914620">
                  <a:defRPr>
                    <a:latin typeface="+mn-lt"/>
                    <a:ea typeface="+mn-ea"/>
                    <a:cs typeface="+mn-cs"/>
                    <a:sym typeface="IBM Plex Sans"/>
                  </a:defRPr>
                </a:pPr>
                <a:endParaRPr sz="2400"/>
              </a:p>
            </p:txBody>
          </p:sp>
        </p:grpSp>
        <p:grpSp>
          <p:nvGrpSpPr>
            <p:cNvPr id="1924" name="Group 61"/>
            <p:cNvGrpSpPr/>
            <p:nvPr/>
          </p:nvGrpSpPr>
          <p:grpSpPr>
            <a:xfrm>
              <a:off x="0" y="338072"/>
              <a:ext cx="91443" cy="4686686"/>
              <a:chOff x="0" y="0"/>
              <a:chExt cx="91442" cy="4686683"/>
            </a:xfrm>
          </p:grpSpPr>
          <p:sp>
            <p:nvSpPr>
              <p:cNvPr id="1915" name="Straight Connector 72"/>
              <p:cNvSpPr/>
              <p:nvPr/>
            </p:nvSpPr>
            <p:spPr>
              <a:xfrm flipH="1">
                <a:off x="0" y="425576"/>
                <a:ext cx="91443" cy="2"/>
              </a:xfrm>
              <a:prstGeom prst="line">
                <a:avLst/>
              </a:prstGeom>
              <a:noFill/>
              <a:ln w="3175" cap="flat">
                <a:solidFill>
                  <a:srgbClr val="6F6F6F"/>
                </a:solidFill>
                <a:prstDash val="solid"/>
                <a:round/>
              </a:ln>
              <a:effectLst/>
            </p:spPr>
            <p:txBody>
              <a:bodyPr wrap="square" lIns="45718" tIns="45718" rIns="45718" bIns="45718" numCol="1" anchor="t">
                <a:noAutofit/>
              </a:bodyPr>
              <a:lstStyle/>
              <a:p>
                <a:pPr defTabSz="914620">
                  <a:defRPr>
                    <a:latin typeface="+mn-lt"/>
                    <a:ea typeface="+mn-ea"/>
                    <a:cs typeface="+mn-cs"/>
                    <a:sym typeface="IBM Plex Sans"/>
                  </a:defRPr>
                </a:pPr>
                <a:endParaRPr sz="2400"/>
              </a:p>
            </p:txBody>
          </p:sp>
          <p:sp>
            <p:nvSpPr>
              <p:cNvPr id="1916" name="Straight Connector 73"/>
              <p:cNvSpPr/>
              <p:nvPr/>
            </p:nvSpPr>
            <p:spPr>
              <a:xfrm flipH="1">
                <a:off x="0" y="1061084"/>
                <a:ext cx="91443" cy="2"/>
              </a:xfrm>
              <a:prstGeom prst="line">
                <a:avLst/>
              </a:prstGeom>
              <a:noFill/>
              <a:ln w="3175" cap="flat">
                <a:solidFill>
                  <a:srgbClr val="6F6F6F"/>
                </a:solidFill>
                <a:prstDash val="solid"/>
                <a:round/>
              </a:ln>
              <a:effectLst/>
            </p:spPr>
            <p:txBody>
              <a:bodyPr wrap="square" lIns="45718" tIns="45718" rIns="45718" bIns="45718" numCol="1" anchor="t">
                <a:noAutofit/>
              </a:bodyPr>
              <a:lstStyle/>
              <a:p>
                <a:pPr defTabSz="914620">
                  <a:defRPr>
                    <a:latin typeface="+mn-lt"/>
                    <a:ea typeface="+mn-ea"/>
                    <a:cs typeface="+mn-cs"/>
                    <a:sym typeface="IBM Plex Sans"/>
                  </a:defRPr>
                </a:pPr>
                <a:endParaRPr sz="2400"/>
              </a:p>
            </p:txBody>
          </p:sp>
          <p:sp>
            <p:nvSpPr>
              <p:cNvPr id="1917" name="Straight Connector 74"/>
              <p:cNvSpPr/>
              <p:nvPr/>
            </p:nvSpPr>
            <p:spPr>
              <a:xfrm flipH="1">
                <a:off x="0" y="1701164"/>
                <a:ext cx="91443" cy="2"/>
              </a:xfrm>
              <a:prstGeom prst="line">
                <a:avLst/>
              </a:prstGeom>
              <a:noFill/>
              <a:ln w="3175" cap="flat">
                <a:solidFill>
                  <a:srgbClr val="6F6F6F"/>
                </a:solidFill>
                <a:prstDash val="solid"/>
                <a:round/>
              </a:ln>
              <a:effectLst/>
            </p:spPr>
            <p:txBody>
              <a:bodyPr wrap="square" lIns="45718" tIns="45718" rIns="45718" bIns="45718" numCol="1" anchor="t">
                <a:noAutofit/>
              </a:bodyPr>
              <a:lstStyle/>
              <a:p>
                <a:pPr defTabSz="914620">
                  <a:defRPr>
                    <a:latin typeface="+mn-lt"/>
                    <a:ea typeface="+mn-ea"/>
                    <a:cs typeface="+mn-cs"/>
                    <a:sym typeface="IBM Plex Sans"/>
                  </a:defRPr>
                </a:pPr>
                <a:endParaRPr sz="2400"/>
              </a:p>
            </p:txBody>
          </p:sp>
          <p:sp>
            <p:nvSpPr>
              <p:cNvPr id="1918" name="Straight Connector 75"/>
              <p:cNvSpPr/>
              <p:nvPr/>
            </p:nvSpPr>
            <p:spPr>
              <a:xfrm flipH="1">
                <a:off x="0" y="2342771"/>
                <a:ext cx="91443" cy="2"/>
              </a:xfrm>
              <a:prstGeom prst="line">
                <a:avLst/>
              </a:prstGeom>
              <a:noFill/>
              <a:ln w="3175" cap="flat">
                <a:solidFill>
                  <a:srgbClr val="6F6F6F"/>
                </a:solidFill>
                <a:prstDash val="solid"/>
                <a:round/>
              </a:ln>
              <a:effectLst/>
            </p:spPr>
            <p:txBody>
              <a:bodyPr wrap="square" lIns="45718" tIns="45718" rIns="45718" bIns="45718" numCol="1" anchor="t">
                <a:noAutofit/>
              </a:bodyPr>
              <a:lstStyle/>
              <a:p>
                <a:pPr defTabSz="914620">
                  <a:defRPr>
                    <a:latin typeface="+mn-lt"/>
                    <a:ea typeface="+mn-ea"/>
                    <a:cs typeface="+mn-cs"/>
                    <a:sym typeface="IBM Plex Sans"/>
                  </a:defRPr>
                </a:pPr>
                <a:endParaRPr sz="2400"/>
              </a:p>
            </p:txBody>
          </p:sp>
          <p:sp>
            <p:nvSpPr>
              <p:cNvPr id="1919" name="Straight Connector 76"/>
              <p:cNvSpPr/>
              <p:nvPr/>
            </p:nvSpPr>
            <p:spPr>
              <a:xfrm flipH="1">
                <a:off x="0" y="2981326"/>
                <a:ext cx="91443" cy="1"/>
              </a:xfrm>
              <a:prstGeom prst="line">
                <a:avLst/>
              </a:prstGeom>
              <a:noFill/>
              <a:ln w="3175" cap="flat">
                <a:solidFill>
                  <a:srgbClr val="6F6F6F"/>
                </a:solidFill>
                <a:prstDash val="solid"/>
                <a:round/>
              </a:ln>
              <a:effectLst/>
            </p:spPr>
            <p:txBody>
              <a:bodyPr wrap="square" lIns="45718" tIns="45718" rIns="45718" bIns="45718" numCol="1" anchor="t">
                <a:noAutofit/>
              </a:bodyPr>
              <a:lstStyle/>
              <a:p>
                <a:pPr defTabSz="914620">
                  <a:defRPr>
                    <a:latin typeface="+mn-lt"/>
                    <a:ea typeface="+mn-ea"/>
                    <a:cs typeface="+mn-cs"/>
                    <a:sym typeface="IBM Plex Sans"/>
                  </a:defRPr>
                </a:pPr>
                <a:endParaRPr sz="2400"/>
              </a:p>
            </p:txBody>
          </p:sp>
          <p:sp>
            <p:nvSpPr>
              <p:cNvPr id="1920" name="Straight Connector 77"/>
              <p:cNvSpPr/>
              <p:nvPr/>
            </p:nvSpPr>
            <p:spPr>
              <a:xfrm flipH="1">
                <a:off x="0" y="3621405"/>
                <a:ext cx="91443" cy="2"/>
              </a:xfrm>
              <a:prstGeom prst="line">
                <a:avLst/>
              </a:prstGeom>
              <a:noFill/>
              <a:ln w="3175" cap="flat">
                <a:solidFill>
                  <a:srgbClr val="6F6F6F"/>
                </a:solidFill>
                <a:prstDash val="solid"/>
                <a:round/>
              </a:ln>
              <a:effectLst/>
            </p:spPr>
            <p:txBody>
              <a:bodyPr wrap="square" lIns="45718" tIns="45718" rIns="45718" bIns="45718" numCol="1" anchor="t">
                <a:noAutofit/>
              </a:bodyPr>
              <a:lstStyle/>
              <a:p>
                <a:pPr defTabSz="914620">
                  <a:defRPr>
                    <a:latin typeface="+mn-lt"/>
                    <a:ea typeface="+mn-ea"/>
                    <a:cs typeface="+mn-cs"/>
                    <a:sym typeface="IBM Plex Sans"/>
                  </a:defRPr>
                </a:pPr>
                <a:endParaRPr sz="2400"/>
              </a:p>
            </p:txBody>
          </p:sp>
          <p:sp>
            <p:nvSpPr>
              <p:cNvPr id="1921" name="Straight Connector 78"/>
              <p:cNvSpPr/>
              <p:nvPr/>
            </p:nvSpPr>
            <p:spPr>
              <a:xfrm flipH="1">
                <a:off x="0" y="4269233"/>
                <a:ext cx="91443" cy="2"/>
              </a:xfrm>
              <a:prstGeom prst="line">
                <a:avLst/>
              </a:prstGeom>
              <a:noFill/>
              <a:ln w="3175" cap="flat">
                <a:solidFill>
                  <a:srgbClr val="6F6F6F"/>
                </a:solidFill>
                <a:prstDash val="solid"/>
                <a:round/>
              </a:ln>
              <a:effectLst/>
            </p:spPr>
            <p:txBody>
              <a:bodyPr wrap="square" lIns="45718" tIns="45718" rIns="45718" bIns="45718" numCol="1" anchor="t">
                <a:noAutofit/>
              </a:bodyPr>
              <a:lstStyle/>
              <a:p>
                <a:pPr defTabSz="914620">
                  <a:defRPr>
                    <a:latin typeface="+mn-lt"/>
                    <a:ea typeface="+mn-ea"/>
                    <a:cs typeface="+mn-cs"/>
                    <a:sym typeface="IBM Plex Sans"/>
                  </a:defRPr>
                </a:pPr>
                <a:endParaRPr sz="2400"/>
              </a:p>
            </p:txBody>
          </p:sp>
          <p:sp>
            <p:nvSpPr>
              <p:cNvPr id="1922" name="Straight Connector 79"/>
              <p:cNvSpPr/>
              <p:nvPr/>
            </p:nvSpPr>
            <p:spPr>
              <a:xfrm flipH="1" flipV="1">
                <a:off x="0" y="-1"/>
                <a:ext cx="91443" cy="2"/>
              </a:xfrm>
              <a:prstGeom prst="line">
                <a:avLst/>
              </a:prstGeom>
              <a:noFill/>
              <a:ln w="3175" cap="flat">
                <a:solidFill>
                  <a:srgbClr val="6F6F6F"/>
                </a:solidFill>
                <a:prstDash val="solid"/>
                <a:round/>
              </a:ln>
              <a:effectLst/>
            </p:spPr>
            <p:txBody>
              <a:bodyPr wrap="square" lIns="45718" tIns="45718" rIns="45718" bIns="45718" numCol="1" anchor="t">
                <a:noAutofit/>
              </a:bodyPr>
              <a:lstStyle/>
              <a:p>
                <a:pPr defTabSz="914620">
                  <a:defRPr>
                    <a:latin typeface="+mn-lt"/>
                    <a:ea typeface="+mn-ea"/>
                    <a:cs typeface="+mn-cs"/>
                    <a:sym typeface="IBM Plex Sans"/>
                  </a:defRPr>
                </a:pPr>
                <a:endParaRPr sz="2400"/>
              </a:p>
            </p:txBody>
          </p:sp>
          <p:sp>
            <p:nvSpPr>
              <p:cNvPr id="1923" name="Straight Connector 80"/>
              <p:cNvSpPr/>
              <p:nvPr/>
            </p:nvSpPr>
            <p:spPr>
              <a:xfrm flipH="1">
                <a:off x="0" y="4686682"/>
                <a:ext cx="91443" cy="2"/>
              </a:xfrm>
              <a:prstGeom prst="line">
                <a:avLst/>
              </a:prstGeom>
              <a:noFill/>
              <a:ln w="3175" cap="flat">
                <a:solidFill>
                  <a:srgbClr val="6F6F6F"/>
                </a:solidFill>
                <a:prstDash val="solid"/>
                <a:round/>
              </a:ln>
              <a:effectLst/>
            </p:spPr>
            <p:txBody>
              <a:bodyPr wrap="square" lIns="45718" tIns="45718" rIns="45718" bIns="45718" numCol="1" anchor="t">
                <a:noAutofit/>
              </a:bodyPr>
              <a:lstStyle/>
              <a:p>
                <a:pPr defTabSz="914620">
                  <a:defRPr>
                    <a:latin typeface="+mn-lt"/>
                    <a:ea typeface="+mn-ea"/>
                    <a:cs typeface="+mn-cs"/>
                    <a:sym typeface="IBM Plex Sans"/>
                  </a:defRPr>
                </a:pPr>
                <a:endParaRPr sz="2400"/>
              </a:p>
            </p:txBody>
          </p:sp>
        </p:grpSp>
        <p:grpSp>
          <p:nvGrpSpPr>
            <p:cNvPr id="1934" name="Group 62"/>
            <p:cNvGrpSpPr/>
            <p:nvPr/>
          </p:nvGrpSpPr>
          <p:grpSpPr>
            <a:xfrm>
              <a:off x="9272782" y="338073"/>
              <a:ext cx="91443" cy="4685670"/>
              <a:chOff x="0" y="0"/>
              <a:chExt cx="91442" cy="4685669"/>
            </a:xfrm>
          </p:grpSpPr>
          <p:sp>
            <p:nvSpPr>
              <p:cNvPr id="1925" name="Straight Connector 63"/>
              <p:cNvSpPr/>
              <p:nvPr/>
            </p:nvSpPr>
            <p:spPr>
              <a:xfrm flipH="1">
                <a:off x="0" y="425577"/>
                <a:ext cx="91443" cy="2"/>
              </a:xfrm>
              <a:prstGeom prst="line">
                <a:avLst/>
              </a:prstGeom>
              <a:noFill/>
              <a:ln w="3175" cap="flat">
                <a:solidFill>
                  <a:srgbClr val="6F6F6F"/>
                </a:solidFill>
                <a:prstDash val="solid"/>
                <a:round/>
              </a:ln>
              <a:effectLst/>
            </p:spPr>
            <p:txBody>
              <a:bodyPr wrap="square" lIns="45718" tIns="45718" rIns="45718" bIns="45718" numCol="1" anchor="t">
                <a:noAutofit/>
              </a:bodyPr>
              <a:lstStyle/>
              <a:p>
                <a:pPr defTabSz="914620">
                  <a:defRPr>
                    <a:latin typeface="+mn-lt"/>
                    <a:ea typeface="+mn-ea"/>
                    <a:cs typeface="+mn-cs"/>
                    <a:sym typeface="IBM Plex Sans"/>
                  </a:defRPr>
                </a:pPr>
                <a:endParaRPr sz="2400"/>
              </a:p>
            </p:txBody>
          </p:sp>
          <p:sp>
            <p:nvSpPr>
              <p:cNvPr id="1926" name="Straight Connector 64"/>
              <p:cNvSpPr/>
              <p:nvPr/>
            </p:nvSpPr>
            <p:spPr>
              <a:xfrm flipH="1">
                <a:off x="0" y="1061085"/>
                <a:ext cx="91443" cy="2"/>
              </a:xfrm>
              <a:prstGeom prst="line">
                <a:avLst/>
              </a:prstGeom>
              <a:noFill/>
              <a:ln w="3175" cap="flat">
                <a:solidFill>
                  <a:srgbClr val="6F6F6F"/>
                </a:solidFill>
                <a:prstDash val="solid"/>
                <a:round/>
              </a:ln>
              <a:effectLst/>
            </p:spPr>
            <p:txBody>
              <a:bodyPr wrap="square" lIns="45718" tIns="45718" rIns="45718" bIns="45718" numCol="1" anchor="t">
                <a:noAutofit/>
              </a:bodyPr>
              <a:lstStyle/>
              <a:p>
                <a:pPr defTabSz="914620">
                  <a:defRPr>
                    <a:latin typeface="+mn-lt"/>
                    <a:ea typeface="+mn-ea"/>
                    <a:cs typeface="+mn-cs"/>
                    <a:sym typeface="IBM Plex Sans"/>
                  </a:defRPr>
                </a:pPr>
                <a:endParaRPr sz="2400"/>
              </a:p>
            </p:txBody>
          </p:sp>
          <p:sp>
            <p:nvSpPr>
              <p:cNvPr id="1927" name="Straight Connector 65"/>
              <p:cNvSpPr/>
              <p:nvPr/>
            </p:nvSpPr>
            <p:spPr>
              <a:xfrm flipH="1">
                <a:off x="0" y="1701166"/>
                <a:ext cx="91443" cy="2"/>
              </a:xfrm>
              <a:prstGeom prst="line">
                <a:avLst/>
              </a:prstGeom>
              <a:noFill/>
              <a:ln w="3175" cap="flat">
                <a:solidFill>
                  <a:srgbClr val="6F6F6F"/>
                </a:solidFill>
                <a:prstDash val="solid"/>
                <a:round/>
              </a:ln>
              <a:effectLst/>
            </p:spPr>
            <p:txBody>
              <a:bodyPr wrap="square" lIns="45718" tIns="45718" rIns="45718" bIns="45718" numCol="1" anchor="t">
                <a:noAutofit/>
              </a:bodyPr>
              <a:lstStyle/>
              <a:p>
                <a:pPr defTabSz="914620">
                  <a:defRPr>
                    <a:latin typeface="+mn-lt"/>
                    <a:ea typeface="+mn-ea"/>
                    <a:cs typeface="+mn-cs"/>
                    <a:sym typeface="IBM Plex Sans"/>
                  </a:defRPr>
                </a:pPr>
                <a:endParaRPr sz="2400"/>
              </a:p>
            </p:txBody>
          </p:sp>
          <p:sp>
            <p:nvSpPr>
              <p:cNvPr id="1928" name="Straight Connector 66"/>
              <p:cNvSpPr/>
              <p:nvPr/>
            </p:nvSpPr>
            <p:spPr>
              <a:xfrm flipH="1">
                <a:off x="0" y="2341246"/>
                <a:ext cx="91443" cy="2"/>
              </a:xfrm>
              <a:prstGeom prst="line">
                <a:avLst/>
              </a:prstGeom>
              <a:noFill/>
              <a:ln w="3175" cap="flat">
                <a:solidFill>
                  <a:srgbClr val="6F6F6F"/>
                </a:solidFill>
                <a:prstDash val="solid"/>
                <a:round/>
              </a:ln>
              <a:effectLst/>
            </p:spPr>
            <p:txBody>
              <a:bodyPr wrap="square" lIns="45718" tIns="45718" rIns="45718" bIns="45718" numCol="1" anchor="t">
                <a:noAutofit/>
              </a:bodyPr>
              <a:lstStyle/>
              <a:p>
                <a:pPr defTabSz="914620">
                  <a:defRPr>
                    <a:latin typeface="+mn-lt"/>
                    <a:ea typeface="+mn-ea"/>
                    <a:cs typeface="+mn-cs"/>
                    <a:sym typeface="IBM Plex Sans"/>
                  </a:defRPr>
                </a:pPr>
                <a:endParaRPr sz="2400"/>
              </a:p>
            </p:txBody>
          </p:sp>
          <p:sp>
            <p:nvSpPr>
              <p:cNvPr id="1929" name="Straight Connector 67"/>
              <p:cNvSpPr/>
              <p:nvPr/>
            </p:nvSpPr>
            <p:spPr>
              <a:xfrm flipH="1">
                <a:off x="0" y="2981327"/>
                <a:ext cx="91443" cy="1"/>
              </a:xfrm>
              <a:prstGeom prst="line">
                <a:avLst/>
              </a:prstGeom>
              <a:noFill/>
              <a:ln w="3175" cap="flat">
                <a:solidFill>
                  <a:srgbClr val="6F6F6F"/>
                </a:solidFill>
                <a:prstDash val="solid"/>
                <a:round/>
              </a:ln>
              <a:effectLst/>
            </p:spPr>
            <p:txBody>
              <a:bodyPr wrap="square" lIns="45718" tIns="45718" rIns="45718" bIns="45718" numCol="1" anchor="t">
                <a:noAutofit/>
              </a:bodyPr>
              <a:lstStyle/>
              <a:p>
                <a:pPr defTabSz="914620">
                  <a:defRPr>
                    <a:latin typeface="+mn-lt"/>
                    <a:ea typeface="+mn-ea"/>
                    <a:cs typeface="+mn-cs"/>
                    <a:sym typeface="IBM Plex Sans"/>
                  </a:defRPr>
                </a:pPr>
                <a:endParaRPr sz="2400"/>
              </a:p>
            </p:txBody>
          </p:sp>
          <p:sp>
            <p:nvSpPr>
              <p:cNvPr id="1930" name="Straight Connector 68"/>
              <p:cNvSpPr/>
              <p:nvPr/>
            </p:nvSpPr>
            <p:spPr>
              <a:xfrm flipH="1">
                <a:off x="0" y="3621406"/>
                <a:ext cx="91443" cy="2"/>
              </a:xfrm>
              <a:prstGeom prst="line">
                <a:avLst/>
              </a:prstGeom>
              <a:noFill/>
              <a:ln w="3175" cap="flat">
                <a:solidFill>
                  <a:srgbClr val="6F6F6F"/>
                </a:solidFill>
                <a:prstDash val="solid"/>
                <a:round/>
              </a:ln>
              <a:effectLst/>
            </p:spPr>
            <p:txBody>
              <a:bodyPr wrap="square" lIns="45718" tIns="45718" rIns="45718" bIns="45718" numCol="1" anchor="t">
                <a:noAutofit/>
              </a:bodyPr>
              <a:lstStyle/>
              <a:p>
                <a:pPr defTabSz="914620">
                  <a:defRPr>
                    <a:latin typeface="+mn-lt"/>
                    <a:ea typeface="+mn-ea"/>
                    <a:cs typeface="+mn-cs"/>
                    <a:sym typeface="IBM Plex Sans"/>
                  </a:defRPr>
                </a:pPr>
                <a:endParaRPr sz="2400"/>
              </a:p>
            </p:txBody>
          </p:sp>
          <p:sp>
            <p:nvSpPr>
              <p:cNvPr id="1931" name="Straight Connector 69"/>
              <p:cNvSpPr/>
              <p:nvPr/>
            </p:nvSpPr>
            <p:spPr>
              <a:xfrm flipH="1">
                <a:off x="0" y="4269235"/>
                <a:ext cx="91443" cy="2"/>
              </a:xfrm>
              <a:prstGeom prst="line">
                <a:avLst/>
              </a:prstGeom>
              <a:noFill/>
              <a:ln w="3175" cap="flat">
                <a:solidFill>
                  <a:srgbClr val="6F6F6F"/>
                </a:solidFill>
                <a:prstDash val="solid"/>
                <a:round/>
              </a:ln>
              <a:effectLst/>
            </p:spPr>
            <p:txBody>
              <a:bodyPr wrap="square" lIns="45718" tIns="45718" rIns="45718" bIns="45718" numCol="1" anchor="t">
                <a:noAutofit/>
              </a:bodyPr>
              <a:lstStyle/>
              <a:p>
                <a:pPr defTabSz="914620">
                  <a:defRPr>
                    <a:latin typeface="+mn-lt"/>
                    <a:ea typeface="+mn-ea"/>
                    <a:cs typeface="+mn-cs"/>
                    <a:sym typeface="IBM Plex Sans"/>
                  </a:defRPr>
                </a:pPr>
                <a:endParaRPr sz="2400"/>
              </a:p>
            </p:txBody>
          </p:sp>
          <p:sp>
            <p:nvSpPr>
              <p:cNvPr id="1932" name="Straight Connector 70"/>
              <p:cNvSpPr/>
              <p:nvPr/>
            </p:nvSpPr>
            <p:spPr>
              <a:xfrm flipH="1" flipV="1">
                <a:off x="0" y="0"/>
                <a:ext cx="91443" cy="2"/>
              </a:xfrm>
              <a:prstGeom prst="line">
                <a:avLst/>
              </a:prstGeom>
              <a:noFill/>
              <a:ln w="3175" cap="flat">
                <a:solidFill>
                  <a:srgbClr val="6F6F6F"/>
                </a:solidFill>
                <a:prstDash val="solid"/>
                <a:round/>
              </a:ln>
              <a:effectLst/>
            </p:spPr>
            <p:txBody>
              <a:bodyPr wrap="square" lIns="45718" tIns="45718" rIns="45718" bIns="45718" numCol="1" anchor="t">
                <a:noAutofit/>
              </a:bodyPr>
              <a:lstStyle/>
              <a:p>
                <a:pPr defTabSz="914620">
                  <a:defRPr>
                    <a:latin typeface="+mn-lt"/>
                    <a:ea typeface="+mn-ea"/>
                    <a:cs typeface="+mn-cs"/>
                    <a:sym typeface="IBM Plex Sans"/>
                  </a:defRPr>
                </a:pPr>
                <a:endParaRPr sz="2400"/>
              </a:p>
            </p:txBody>
          </p:sp>
          <p:sp>
            <p:nvSpPr>
              <p:cNvPr id="1933" name="Straight Connector 71"/>
              <p:cNvSpPr/>
              <p:nvPr/>
            </p:nvSpPr>
            <p:spPr>
              <a:xfrm flipH="1">
                <a:off x="0" y="4685668"/>
                <a:ext cx="91443" cy="2"/>
              </a:xfrm>
              <a:prstGeom prst="line">
                <a:avLst/>
              </a:prstGeom>
              <a:noFill/>
              <a:ln w="3175" cap="flat">
                <a:solidFill>
                  <a:srgbClr val="6F6F6F"/>
                </a:solidFill>
                <a:prstDash val="solid"/>
                <a:round/>
              </a:ln>
              <a:effectLst/>
            </p:spPr>
            <p:txBody>
              <a:bodyPr wrap="square" lIns="45718" tIns="45718" rIns="45718" bIns="45718" numCol="1" anchor="t">
                <a:noAutofit/>
              </a:bodyPr>
              <a:lstStyle/>
              <a:p>
                <a:pPr defTabSz="914620">
                  <a:defRPr>
                    <a:latin typeface="+mn-lt"/>
                    <a:ea typeface="+mn-ea"/>
                    <a:cs typeface="+mn-cs"/>
                    <a:sym typeface="IBM Plex Sans"/>
                  </a:defRPr>
                </a:pPr>
                <a:endParaRPr sz="2400"/>
              </a:p>
            </p:txBody>
          </p:sp>
        </p:grpSp>
      </p:grpSp>
      <p:sp>
        <p:nvSpPr>
          <p:cNvPr id="1936" name="Title Text"/>
          <p:cNvSpPr txBox="1">
            <a:spLocks noGrp="1"/>
          </p:cNvSpPr>
          <p:nvPr>
            <p:ph type="title"/>
          </p:nvPr>
        </p:nvSpPr>
        <p:spPr>
          <a:xfrm>
            <a:off x="0" y="-3"/>
            <a:ext cx="6096000" cy="3429004"/>
          </a:xfrm>
          <a:prstGeom prst="rect">
            <a:avLst/>
          </a:prstGeom>
        </p:spPr>
        <p:txBody>
          <a:bodyPr lIns="201168" tIns="201168" rIns="201168" bIns="201168">
            <a:normAutofit/>
          </a:bodyPr>
          <a:lstStyle>
            <a:lvl1pPr>
              <a:defRPr sz="3200">
                <a:latin typeface="+mj-lt"/>
                <a:ea typeface="+mj-ea"/>
                <a:cs typeface="+mj-cs"/>
                <a:sym typeface="IBM Plex Sans Light"/>
              </a:defRPr>
            </a:lvl1pPr>
          </a:lstStyle>
          <a:p>
            <a:r>
              <a:t>Title Text</a:t>
            </a:r>
          </a:p>
        </p:txBody>
      </p:sp>
      <p:sp>
        <p:nvSpPr>
          <p:cNvPr id="1937" name="Rectangle 6"/>
          <p:cNvSpPr/>
          <p:nvPr/>
        </p:nvSpPr>
        <p:spPr>
          <a:xfrm>
            <a:off x="6096000" y="3429000"/>
            <a:ext cx="6096000" cy="3429000"/>
          </a:xfrm>
          <a:prstGeom prst="rect">
            <a:avLst/>
          </a:prstGeom>
          <a:solidFill>
            <a:srgbClr val="F4F4F4"/>
          </a:solidFill>
          <a:ln w="12700">
            <a:miter lim="400000"/>
          </a:ln>
        </p:spPr>
        <p:txBody>
          <a:bodyPr lIns="121917" tIns="121917" rIns="121917" bIns="121917" anchor="ctr"/>
          <a:lstStyle/>
          <a:p>
            <a:pPr algn="ctr">
              <a:defRPr sz="1200">
                <a:solidFill>
                  <a:srgbClr val="000000"/>
                </a:solidFill>
              </a:defRPr>
            </a:pPr>
            <a:endParaRPr sz="1600"/>
          </a:p>
        </p:txBody>
      </p:sp>
      <p:sp>
        <p:nvSpPr>
          <p:cNvPr id="1938" name="Picture Placeholder 2"/>
          <p:cNvSpPr>
            <a:spLocks noGrp="1"/>
          </p:cNvSpPr>
          <p:nvPr>
            <p:ph type="pic" sz="half" idx="21"/>
          </p:nvPr>
        </p:nvSpPr>
        <p:spPr>
          <a:xfrm>
            <a:off x="6096000" y="0"/>
            <a:ext cx="6096000" cy="3429000"/>
          </a:xfrm>
          <a:prstGeom prst="rect">
            <a:avLst/>
          </a:prstGeom>
        </p:spPr>
        <p:txBody>
          <a:bodyPr lIns="91439" tIns="45719" rIns="91439" bIns="45719"/>
          <a:lstStyle/>
          <a:p>
            <a:endParaRPr/>
          </a:p>
        </p:txBody>
      </p:sp>
      <p:sp>
        <p:nvSpPr>
          <p:cNvPr id="1939" name="Slide Number"/>
          <p:cNvSpPr txBox="1">
            <a:spLocks noGrp="1"/>
          </p:cNvSpPr>
          <p:nvPr>
            <p:ph type="sldNum" sz="quarter" idx="2"/>
          </p:nvPr>
        </p:nvSpPr>
        <p:spPr>
          <a:prstGeom prst="rect">
            <a:avLst/>
          </a:prstGeom>
        </p:spPr>
        <p:txBody>
          <a:bodyPr/>
          <a:lstStyle>
            <a:lvl1pPr defTabSz="914620"/>
          </a:lstStyle>
          <a:p>
            <a:fld id="{86CB4B4D-7CA3-9044-876B-883B54F8677D}" type="slidenum">
              <a:rPr/>
              <a:t>‹#›</a:t>
            </a:fld>
            <a:endParaRPr/>
          </a:p>
        </p:txBody>
      </p:sp>
    </p:spTree>
    <p:extLst>
      <p:ext uri="{BB962C8B-B14F-4D97-AF65-F5344CB8AC3E}">
        <p14:creationId xmlns:p14="http://schemas.microsoft.com/office/powerpoint/2010/main" val="376497860"/>
      </p:ext>
    </p:extLst>
  </p:cSld>
  <p:clrMapOvr>
    <a:masterClrMapping/>
  </p:clrMapOvr>
  <p:transition spd="med"/>
</p:sldLayout>
</file>

<file path=ppt/slideLayouts/slideLayout202.xml><?xml version="1.0" encoding="utf-8"?>
<p:sldLayout xmlns:a="http://schemas.openxmlformats.org/drawingml/2006/main" xmlns:r="http://schemas.openxmlformats.org/officeDocument/2006/relationships" xmlns:p="http://schemas.openxmlformats.org/presentationml/2006/main" showMasterSp="0" type="tx">
  <p:cSld name="2_divider (with page contents)">
    <p:spTree>
      <p:nvGrpSpPr>
        <p:cNvPr id="1" name=""/>
        <p:cNvGrpSpPr/>
        <p:nvPr/>
      </p:nvGrpSpPr>
      <p:grpSpPr>
        <a:xfrm>
          <a:off x="0" y="0"/>
          <a:ext cx="0" cy="0"/>
          <a:chOff x="0" y="0"/>
          <a:chExt cx="0" cy="0"/>
        </a:xfrm>
      </p:grpSpPr>
      <p:grpSp>
        <p:nvGrpSpPr>
          <p:cNvPr id="1990" name="Group 1"/>
          <p:cNvGrpSpPr/>
          <p:nvPr/>
        </p:nvGrpSpPr>
        <p:grpSpPr>
          <a:xfrm>
            <a:off x="-146308" y="-146475"/>
            <a:ext cx="12485629" cy="7152643"/>
            <a:chOff x="0" y="0"/>
            <a:chExt cx="9364220" cy="5364480"/>
          </a:xfrm>
        </p:grpSpPr>
        <p:grpSp>
          <p:nvGrpSpPr>
            <p:cNvPr id="1957" name="Group 59"/>
            <p:cNvGrpSpPr/>
            <p:nvPr/>
          </p:nvGrpSpPr>
          <p:grpSpPr>
            <a:xfrm>
              <a:off x="338965" y="0"/>
              <a:ext cx="8686732" cy="91441"/>
              <a:chOff x="0" y="0"/>
              <a:chExt cx="8686732" cy="91440"/>
            </a:xfrm>
          </p:grpSpPr>
          <p:sp>
            <p:nvSpPr>
              <p:cNvPr id="1946" name="Straight Connector 92"/>
              <p:cNvSpPr/>
              <p:nvPr/>
            </p:nvSpPr>
            <p:spPr>
              <a:xfrm flipV="1">
                <a:off x="-1" y="0"/>
                <a:ext cx="2"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marL="237061" indent="-237061" defTabSz="948243">
                  <a:spcBef>
                    <a:spcPts val="1600"/>
                  </a:spcBef>
                  <a:buSzPct val="100000"/>
                  <a:buChar char="•"/>
                  <a:defRPr sz="1600">
                    <a:solidFill>
                      <a:srgbClr val="000000"/>
                    </a:solidFill>
                    <a:latin typeface="Arial"/>
                    <a:ea typeface="Arial"/>
                    <a:cs typeface="Arial"/>
                    <a:sym typeface="Arial"/>
                  </a:defRPr>
                </a:pPr>
                <a:endParaRPr sz="2133"/>
              </a:p>
            </p:txBody>
          </p:sp>
          <p:sp>
            <p:nvSpPr>
              <p:cNvPr id="1947" name="Straight Connector 93"/>
              <p:cNvSpPr/>
              <p:nvPr/>
            </p:nvSpPr>
            <p:spPr>
              <a:xfrm flipV="1">
                <a:off x="1828800"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marL="237061" indent="-237061" defTabSz="948243">
                  <a:spcBef>
                    <a:spcPts val="1600"/>
                  </a:spcBef>
                  <a:buSzPct val="100000"/>
                  <a:buChar char="•"/>
                  <a:defRPr sz="1600">
                    <a:solidFill>
                      <a:srgbClr val="000000"/>
                    </a:solidFill>
                    <a:latin typeface="Arial"/>
                    <a:ea typeface="Arial"/>
                    <a:cs typeface="Arial"/>
                    <a:sym typeface="Arial"/>
                  </a:defRPr>
                </a:pPr>
                <a:endParaRPr sz="2133"/>
              </a:p>
            </p:txBody>
          </p:sp>
          <p:sp>
            <p:nvSpPr>
              <p:cNvPr id="1948" name="Straight Connector 94"/>
              <p:cNvSpPr/>
              <p:nvPr/>
            </p:nvSpPr>
            <p:spPr>
              <a:xfrm flipV="1">
                <a:off x="2057400"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marL="237061" indent="-237061" defTabSz="948243">
                  <a:spcBef>
                    <a:spcPts val="1600"/>
                  </a:spcBef>
                  <a:buSzPct val="100000"/>
                  <a:buChar char="•"/>
                  <a:defRPr sz="1600">
                    <a:solidFill>
                      <a:srgbClr val="000000"/>
                    </a:solidFill>
                    <a:latin typeface="Arial"/>
                    <a:ea typeface="Arial"/>
                    <a:cs typeface="Arial"/>
                    <a:sym typeface="Arial"/>
                  </a:defRPr>
                </a:pPr>
                <a:endParaRPr sz="2133"/>
              </a:p>
            </p:txBody>
          </p:sp>
          <p:sp>
            <p:nvSpPr>
              <p:cNvPr id="1949" name="Straight Connector 95"/>
              <p:cNvSpPr/>
              <p:nvPr/>
            </p:nvSpPr>
            <p:spPr>
              <a:xfrm flipV="1">
                <a:off x="2286000"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marL="237061" indent="-237061" defTabSz="948243">
                  <a:spcBef>
                    <a:spcPts val="1600"/>
                  </a:spcBef>
                  <a:buSzPct val="100000"/>
                  <a:buChar char="•"/>
                  <a:defRPr sz="1600">
                    <a:solidFill>
                      <a:srgbClr val="000000"/>
                    </a:solidFill>
                    <a:latin typeface="Arial"/>
                    <a:ea typeface="Arial"/>
                    <a:cs typeface="Arial"/>
                    <a:sym typeface="Arial"/>
                  </a:defRPr>
                </a:pPr>
                <a:endParaRPr sz="2133"/>
              </a:p>
            </p:txBody>
          </p:sp>
          <p:sp>
            <p:nvSpPr>
              <p:cNvPr id="1950" name="Straight Connector 96"/>
              <p:cNvSpPr/>
              <p:nvPr/>
            </p:nvSpPr>
            <p:spPr>
              <a:xfrm flipV="1">
                <a:off x="4114799"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marL="237061" indent="-237061" defTabSz="948243">
                  <a:spcBef>
                    <a:spcPts val="1600"/>
                  </a:spcBef>
                  <a:buSzPct val="100000"/>
                  <a:buChar char="•"/>
                  <a:defRPr sz="1600">
                    <a:solidFill>
                      <a:srgbClr val="000000"/>
                    </a:solidFill>
                    <a:latin typeface="Arial"/>
                    <a:ea typeface="Arial"/>
                    <a:cs typeface="Arial"/>
                    <a:sym typeface="Arial"/>
                  </a:defRPr>
                </a:pPr>
                <a:endParaRPr sz="2133"/>
              </a:p>
            </p:txBody>
          </p:sp>
          <p:sp>
            <p:nvSpPr>
              <p:cNvPr id="1951" name="Straight Connector 97"/>
              <p:cNvSpPr/>
              <p:nvPr/>
            </p:nvSpPr>
            <p:spPr>
              <a:xfrm flipV="1">
                <a:off x="4343399"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marL="237061" indent="-237061" defTabSz="948243">
                  <a:spcBef>
                    <a:spcPts val="1600"/>
                  </a:spcBef>
                  <a:buSzPct val="100000"/>
                  <a:buChar char="•"/>
                  <a:defRPr sz="1600">
                    <a:solidFill>
                      <a:srgbClr val="000000"/>
                    </a:solidFill>
                    <a:latin typeface="Arial"/>
                    <a:ea typeface="Arial"/>
                    <a:cs typeface="Arial"/>
                    <a:sym typeface="Arial"/>
                  </a:defRPr>
                </a:pPr>
                <a:endParaRPr sz="2133"/>
              </a:p>
            </p:txBody>
          </p:sp>
          <p:sp>
            <p:nvSpPr>
              <p:cNvPr id="1952" name="Straight Connector 98"/>
              <p:cNvSpPr/>
              <p:nvPr/>
            </p:nvSpPr>
            <p:spPr>
              <a:xfrm flipV="1">
                <a:off x="4571999"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marL="237061" indent="-237061" defTabSz="948243">
                  <a:spcBef>
                    <a:spcPts val="1600"/>
                  </a:spcBef>
                  <a:buSzPct val="100000"/>
                  <a:buChar char="•"/>
                  <a:defRPr sz="1600">
                    <a:solidFill>
                      <a:srgbClr val="000000"/>
                    </a:solidFill>
                    <a:latin typeface="Arial"/>
                    <a:ea typeface="Arial"/>
                    <a:cs typeface="Arial"/>
                    <a:sym typeface="Arial"/>
                  </a:defRPr>
                </a:pPr>
                <a:endParaRPr sz="2133"/>
              </a:p>
            </p:txBody>
          </p:sp>
          <p:sp>
            <p:nvSpPr>
              <p:cNvPr id="1953" name="Straight Connector 99"/>
              <p:cNvSpPr/>
              <p:nvPr/>
            </p:nvSpPr>
            <p:spPr>
              <a:xfrm flipV="1">
                <a:off x="6400799"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marL="237061" indent="-237061" defTabSz="948243">
                  <a:spcBef>
                    <a:spcPts val="1600"/>
                  </a:spcBef>
                  <a:buSzPct val="100000"/>
                  <a:buChar char="•"/>
                  <a:defRPr sz="1600">
                    <a:solidFill>
                      <a:srgbClr val="000000"/>
                    </a:solidFill>
                    <a:latin typeface="Arial"/>
                    <a:ea typeface="Arial"/>
                    <a:cs typeface="Arial"/>
                    <a:sym typeface="Arial"/>
                  </a:defRPr>
                </a:pPr>
                <a:endParaRPr sz="2133"/>
              </a:p>
            </p:txBody>
          </p:sp>
          <p:sp>
            <p:nvSpPr>
              <p:cNvPr id="1954" name="Straight Connector 100"/>
              <p:cNvSpPr/>
              <p:nvPr/>
            </p:nvSpPr>
            <p:spPr>
              <a:xfrm flipV="1">
                <a:off x="6629400"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marL="237061" indent="-237061" defTabSz="948243">
                  <a:spcBef>
                    <a:spcPts val="1600"/>
                  </a:spcBef>
                  <a:buSzPct val="100000"/>
                  <a:buChar char="•"/>
                  <a:defRPr sz="1600">
                    <a:solidFill>
                      <a:srgbClr val="000000"/>
                    </a:solidFill>
                    <a:latin typeface="Arial"/>
                    <a:ea typeface="Arial"/>
                    <a:cs typeface="Arial"/>
                    <a:sym typeface="Arial"/>
                  </a:defRPr>
                </a:pPr>
                <a:endParaRPr sz="2133"/>
              </a:p>
            </p:txBody>
          </p:sp>
          <p:sp>
            <p:nvSpPr>
              <p:cNvPr id="1955" name="Straight Connector 101"/>
              <p:cNvSpPr/>
              <p:nvPr/>
            </p:nvSpPr>
            <p:spPr>
              <a:xfrm flipV="1">
                <a:off x="6858000"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marL="237061" indent="-237061" defTabSz="948243">
                  <a:spcBef>
                    <a:spcPts val="1600"/>
                  </a:spcBef>
                  <a:buSzPct val="100000"/>
                  <a:buChar char="•"/>
                  <a:defRPr sz="1600">
                    <a:solidFill>
                      <a:srgbClr val="000000"/>
                    </a:solidFill>
                    <a:latin typeface="Arial"/>
                    <a:ea typeface="Arial"/>
                    <a:cs typeface="Arial"/>
                    <a:sym typeface="Arial"/>
                  </a:defRPr>
                </a:pPr>
                <a:endParaRPr sz="2133"/>
              </a:p>
            </p:txBody>
          </p:sp>
          <p:sp>
            <p:nvSpPr>
              <p:cNvPr id="1956" name="Straight Connector 102"/>
              <p:cNvSpPr/>
              <p:nvPr/>
            </p:nvSpPr>
            <p:spPr>
              <a:xfrm flipV="1">
                <a:off x="8686732"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marL="237061" indent="-237061" defTabSz="948243">
                  <a:spcBef>
                    <a:spcPts val="1600"/>
                  </a:spcBef>
                  <a:buSzPct val="100000"/>
                  <a:buChar char="•"/>
                  <a:defRPr sz="1600">
                    <a:solidFill>
                      <a:srgbClr val="000000"/>
                    </a:solidFill>
                    <a:latin typeface="Arial"/>
                    <a:ea typeface="Arial"/>
                    <a:cs typeface="Arial"/>
                    <a:sym typeface="Arial"/>
                  </a:defRPr>
                </a:pPr>
                <a:endParaRPr sz="2133"/>
              </a:p>
            </p:txBody>
          </p:sp>
        </p:grpSp>
        <p:grpSp>
          <p:nvGrpSpPr>
            <p:cNvPr id="1969" name="Group 60"/>
            <p:cNvGrpSpPr/>
            <p:nvPr/>
          </p:nvGrpSpPr>
          <p:grpSpPr>
            <a:xfrm>
              <a:off x="338965" y="5273040"/>
              <a:ext cx="8686732" cy="91441"/>
              <a:chOff x="0" y="0"/>
              <a:chExt cx="8686732" cy="91440"/>
            </a:xfrm>
          </p:grpSpPr>
          <p:sp>
            <p:nvSpPr>
              <p:cNvPr id="1958" name="Straight Connector 81"/>
              <p:cNvSpPr/>
              <p:nvPr/>
            </p:nvSpPr>
            <p:spPr>
              <a:xfrm flipV="1">
                <a:off x="-1" y="0"/>
                <a:ext cx="2"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marL="237061" indent="-237061" defTabSz="948243">
                  <a:spcBef>
                    <a:spcPts val="1600"/>
                  </a:spcBef>
                  <a:buSzPct val="100000"/>
                  <a:buChar char="•"/>
                  <a:defRPr sz="1600">
                    <a:solidFill>
                      <a:srgbClr val="000000"/>
                    </a:solidFill>
                    <a:latin typeface="Arial"/>
                    <a:ea typeface="Arial"/>
                    <a:cs typeface="Arial"/>
                    <a:sym typeface="Arial"/>
                  </a:defRPr>
                </a:pPr>
                <a:endParaRPr sz="2133"/>
              </a:p>
            </p:txBody>
          </p:sp>
          <p:sp>
            <p:nvSpPr>
              <p:cNvPr id="1959" name="Straight Connector 82"/>
              <p:cNvSpPr/>
              <p:nvPr/>
            </p:nvSpPr>
            <p:spPr>
              <a:xfrm flipV="1">
                <a:off x="1828800"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marL="237061" indent="-237061" defTabSz="948243">
                  <a:spcBef>
                    <a:spcPts val="1600"/>
                  </a:spcBef>
                  <a:buSzPct val="100000"/>
                  <a:buChar char="•"/>
                  <a:defRPr sz="1600">
                    <a:solidFill>
                      <a:srgbClr val="000000"/>
                    </a:solidFill>
                    <a:latin typeface="Arial"/>
                    <a:ea typeface="Arial"/>
                    <a:cs typeface="Arial"/>
                    <a:sym typeface="Arial"/>
                  </a:defRPr>
                </a:pPr>
                <a:endParaRPr sz="2133"/>
              </a:p>
            </p:txBody>
          </p:sp>
          <p:sp>
            <p:nvSpPr>
              <p:cNvPr id="1960" name="Straight Connector 83"/>
              <p:cNvSpPr/>
              <p:nvPr/>
            </p:nvSpPr>
            <p:spPr>
              <a:xfrm flipV="1">
                <a:off x="2057400"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marL="237061" indent="-237061" defTabSz="948243">
                  <a:spcBef>
                    <a:spcPts val="1600"/>
                  </a:spcBef>
                  <a:buSzPct val="100000"/>
                  <a:buChar char="•"/>
                  <a:defRPr sz="1600">
                    <a:solidFill>
                      <a:srgbClr val="000000"/>
                    </a:solidFill>
                    <a:latin typeface="Arial"/>
                    <a:ea typeface="Arial"/>
                    <a:cs typeface="Arial"/>
                    <a:sym typeface="Arial"/>
                  </a:defRPr>
                </a:pPr>
                <a:endParaRPr sz="2133"/>
              </a:p>
            </p:txBody>
          </p:sp>
          <p:sp>
            <p:nvSpPr>
              <p:cNvPr id="1961" name="Straight Connector 84"/>
              <p:cNvSpPr/>
              <p:nvPr/>
            </p:nvSpPr>
            <p:spPr>
              <a:xfrm flipV="1">
                <a:off x="2286000"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marL="237061" indent="-237061" defTabSz="948243">
                  <a:spcBef>
                    <a:spcPts val="1600"/>
                  </a:spcBef>
                  <a:buSzPct val="100000"/>
                  <a:buChar char="•"/>
                  <a:defRPr sz="1600">
                    <a:solidFill>
                      <a:srgbClr val="000000"/>
                    </a:solidFill>
                    <a:latin typeface="Arial"/>
                    <a:ea typeface="Arial"/>
                    <a:cs typeface="Arial"/>
                    <a:sym typeface="Arial"/>
                  </a:defRPr>
                </a:pPr>
                <a:endParaRPr sz="2133"/>
              </a:p>
            </p:txBody>
          </p:sp>
          <p:sp>
            <p:nvSpPr>
              <p:cNvPr id="1962" name="Straight Connector 85"/>
              <p:cNvSpPr/>
              <p:nvPr/>
            </p:nvSpPr>
            <p:spPr>
              <a:xfrm flipV="1">
                <a:off x="4114799"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marL="237061" indent="-237061" defTabSz="948243">
                  <a:spcBef>
                    <a:spcPts val="1600"/>
                  </a:spcBef>
                  <a:buSzPct val="100000"/>
                  <a:buChar char="•"/>
                  <a:defRPr sz="1600">
                    <a:solidFill>
                      <a:srgbClr val="000000"/>
                    </a:solidFill>
                    <a:latin typeface="Arial"/>
                    <a:ea typeface="Arial"/>
                    <a:cs typeface="Arial"/>
                    <a:sym typeface="Arial"/>
                  </a:defRPr>
                </a:pPr>
                <a:endParaRPr sz="2133"/>
              </a:p>
            </p:txBody>
          </p:sp>
          <p:sp>
            <p:nvSpPr>
              <p:cNvPr id="1963" name="Straight Connector 86"/>
              <p:cNvSpPr/>
              <p:nvPr/>
            </p:nvSpPr>
            <p:spPr>
              <a:xfrm flipV="1">
                <a:off x="4343399"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marL="237061" indent="-237061" defTabSz="948243">
                  <a:spcBef>
                    <a:spcPts val="1600"/>
                  </a:spcBef>
                  <a:buSzPct val="100000"/>
                  <a:buChar char="•"/>
                  <a:defRPr sz="1600">
                    <a:solidFill>
                      <a:srgbClr val="000000"/>
                    </a:solidFill>
                    <a:latin typeface="Arial"/>
                    <a:ea typeface="Arial"/>
                    <a:cs typeface="Arial"/>
                    <a:sym typeface="Arial"/>
                  </a:defRPr>
                </a:pPr>
                <a:endParaRPr sz="2133"/>
              </a:p>
            </p:txBody>
          </p:sp>
          <p:sp>
            <p:nvSpPr>
              <p:cNvPr id="1964" name="Straight Connector 87"/>
              <p:cNvSpPr/>
              <p:nvPr/>
            </p:nvSpPr>
            <p:spPr>
              <a:xfrm flipV="1">
                <a:off x="4571999"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marL="237061" indent="-237061" defTabSz="948243">
                  <a:spcBef>
                    <a:spcPts val="1600"/>
                  </a:spcBef>
                  <a:buSzPct val="100000"/>
                  <a:buChar char="•"/>
                  <a:defRPr sz="1600">
                    <a:solidFill>
                      <a:srgbClr val="000000"/>
                    </a:solidFill>
                    <a:latin typeface="Arial"/>
                    <a:ea typeface="Arial"/>
                    <a:cs typeface="Arial"/>
                    <a:sym typeface="Arial"/>
                  </a:defRPr>
                </a:pPr>
                <a:endParaRPr sz="2133"/>
              </a:p>
            </p:txBody>
          </p:sp>
          <p:sp>
            <p:nvSpPr>
              <p:cNvPr id="1965" name="Straight Connector 88"/>
              <p:cNvSpPr/>
              <p:nvPr/>
            </p:nvSpPr>
            <p:spPr>
              <a:xfrm flipV="1">
                <a:off x="6400799"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marL="237061" indent="-237061" defTabSz="948243">
                  <a:spcBef>
                    <a:spcPts val="1600"/>
                  </a:spcBef>
                  <a:buSzPct val="100000"/>
                  <a:buChar char="•"/>
                  <a:defRPr sz="1600">
                    <a:solidFill>
                      <a:srgbClr val="000000"/>
                    </a:solidFill>
                    <a:latin typeface="Arial"/>
                    <a:ea typeface="Arial"/>
                    <a:cs typeface="Arial"/>
                    <a:sym typeface="Arial"/>
                  </a:defRPr>
                </a:pPr>
                <a:endParaRPr sz="2133"/>
              </a:p>
            </p:txBody>
          </p:sp>
          <p:sp>
            <p:nvSpPr>
              <p:cNvPr id="1966" name="Straight Connector 89"/>
              <p:cNvSpPr/>
              <p:nvPr/>
            </p:nvSpPr>
            <p:spPr>
              <a:xfrm flipV="1">
                <a:off x="6629400"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marL="237061" indent="-237061" defTabSz="948243">
                  <a:spcBef>
                    <a:spcPts val="1600"/>
                  </a:spcBef>
                  <a:buSzPct val="100000"/>
                  <a:buChar char="•"/>
                  <a:defRPr sz="1600">
                    <a:solidFill>
                      <a:srgbClr val="000000"/>
                    </a:solidFill>
                    <a:latin typeface="Arial"/>
                    <a:ea typeface="Arial"/>
                    <a:cs typeface="Arial"/>
                    <a:sym typeface="Arial"/>
                  </a:defRPr>
                </a:pPr>
                <a:endParaRPr sz="2133"/>
              </a:p>
            </p:txBody>
          </p:sp>
          <p:sp>
            <p:nvSpPr>
              <p:cNvPr id="1967" name="Straight Connector 90"/>
              <p:cNvSpPr/>
              <p:nvPr/>
            </p:nvSpPr>
            <p:spPr>
              <a:xfrm flipV="1">
                <a:off x="6858000"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marL="237061" indent="-237061" defTabSz="948243">
                  <a:spcBef>
                    <a:spcPts val="1600"/>
                  </a:spcBef>
                  <a:buSzPct val="100000"/>
                  <a:buChar char="•"/>
                  <a:defRPr sz="1600">
                    <a:solidFill>
                      <a:srgbClr val="000000"/>
                    </a:solidFill>
                    <a:latin typeface="Arial"/>
                    <a:ea typeface="Arial"/>
                    <a:cs typeface="Arial"/>
                    <a:sym typeface="Arial"/>
                  </a:defRPr>
                </a:pPr>
                <a:endParaRPr sz="2133"/>
              </a:p>
            </p:txBody>
          </p:sp>
          <p:sp>
            <p:nvSpPr>
              <p:cNvPr id="1968" name="Straight Connector 91"/>
              <p:cNvSpPr/>
              <p:nvPr/>
            </p:nvSpPr>
            <p:spPr>
              <a:xfrm flipV="1">
                <a:off x="8686732" y="0"/>
                <a:ext cx="1" cy="91441"/>
              </a:xfrm>
              <a:prstGeom prst="line">
                <a:avLst/>
              </a:prstGeom>
              <a:noFill/>
              <a:ln w="9525" cap="flat">
                <a:solidFill>
                  <a:srgbClr val="BEBEBE"/>
                </a:solidFill>
                <a:prstDash val="solid"/>
                <a:round/>
              </a:ln>
              <a:effectLst/>
            </p:spPr>
            <p:txBody>
              <a:bodyPr wrap="square" lIns="45719" tIns="45719" rIns="45719" bIns="45719" numCol="1" anchor="t">
                <a:noAutofit/>
              </a:bodyPr>
              <a:lstStyle/>
              <a:p>
                <a:pPr marL="237061" indent="-237061" defTabSz="948243">
                  <a:spcBef>
                    <a:spcPts val="1600"/>
                  </a:spcBef>
                  <a:buSzPct val="100000"/>
                  <a:buChar char="•"/>
                  <a:defRPr sz="1600">
                    <a:solidFill>
                      <a:srgbClr val="000000"/>
                    </a:solidFill>
                    <a:latin typeface="Arial"/>
                    <a:ea typeface="Arial"/>
                    <a:cs typeface="Arial"/>
                    <a:sym typeface="Arial"/>
                  </a:defRPr>
                </a:pPr>
                <a:endParaRPr sz="2133"/>
              </a:p>
            </p:txBody>
          </p:sp>
        </p:grpSp>
        <p:grpSp>
          <p:nvGrpSpPr>
            <p:cNvPr id="1979" name="Group 61"/>
            <p:cNvGrpSpPr/>
            <p:nvPr/>
          </p:nvGrpSpPr>
          <p:grpSpPr>
            <a:xfrm>
              <a:off x="0" y="347599"/>
              <a:ext cx="91441" cy="4664456"/>
              <a:chOff x="0" y="0"/>
              <a:chExt cx="91440" cy="4664456"/>
            </a:xfrm>
          </p:grpSpPr>
          <p:sp>
            <p:nvSpPr>
              <p:cNvPr id="1970" name="Straight Connector 72"/>
              <p:cNvSpPr/>
              <p:nvPr/>
            </p:nvSpPr>
            <p:spPr>
              <a:xfrm flipH="1">
                <a:off x="0" y="416051"/>
                <a:ext cx="91441" cy="1"/>
              </a:xfrm>
              <a:prstGeom prst="line">
                <a:avLst/>
              </a:prstGeom>
              <a:noFill/>
              <a:ln w="9525" cap="flat">
                <a:solidFill>
                  <a:srgbClr val="BEBEBE"/>
                </a:solidFill>
                <a:prstDash val="solid"/>
                <a:round/>
              </a:ln>
              <a:effectLst/>
            </p:spPr>
            <p:txBody>
              <a:bodyPr wrap="square" lIns="45719" tIns="45719" rIns="45719" bIns="45719" numCol="1" anchor="t">
                <a:noAutofit/>
              </a:bodyPr>
              <a:lstStyle/>
              <a:p>
                <a:pPr marL="237061" indent="-237061" defTabSz="948243">
                  <a:spcBef>
                    <a:spcPts val="1600"/>
                  </a:spcBef>
                  <a:buSzPct val="100000"/>
                  <a:buChar char="•"/>
                  <a:defRPr sz="1600">
                    <a:solidFill>
                      <a:srgbClr val="000000"/>
                    </a:solidFill>
                    <a:latin typeface="Arial"/>
                    <a:ea typeface="Arial"/>
                    <a:cs typeface="Arial"/>
                    <a:sym typeface="Arial"/>
                  </a:defRPr>
                </a:pPr>
                <a:endParaRPr sz="2133"/>
              </a:p>
            </p:txBody>
          </p:sp>
          <p:sp>
            <p:nvSpPr>
              <p:cNvPr id="1971" name="Straight Connector 73"/>
              <p:cNvSpPr/>
              <p:nvPr/>
            </p:nvSpPr>
            <p:spPr>
              <a:xfrm flipH="1">
                <a:off x="0" y="1051559"/>
                <a:ext cx="91441" cy="1"/>
              </a:xfrm>
              <a:prstGeom prst="line">
                <a:avLst/>
              </a:prstGeom>
              <a:noFill/>
              <a:ln w="9525" cap="flat">
                <a:solidFill>
                  <a:srgbClr val="BEBEBE"/>
                </a:solidFill>
                <a:prstDash val="solid"/>
                <a:round/>
              </a:ln>
              <a:effectLst/>
            </p:spPr>
            <p:txBody>
              <a:bodyPr wrap="square" lIns="45719" tIns="45719" rIns="45719" bIns="45719" numCol="1" anchor="t">
                <a:noAutofit/>
              </a:bodyPr>
              <a:lstStyle/>
              <a:p>
                <a:pPr marL="237061" indent="-237061" defTabSz="948243">
                  <a:spcBef>
                    <a:spcPts val="1600"/>
                  </a:spcBef>
                  <a:buSzPct val="100000"/>
                  <a:buChar char="•"/>
                  <a:defRPr sz="1600">
                    <a:solidFill>
                      <a:srgbClr val="000000"/>
                    </a:solidFill>
                    <a:latin typeface="Arial"/>
                    <a:ea typeface="Arial"/>
                    <a:cs typeface="Arial"/>
                    <a:sym typeface="Arial"/>
                  </a:defRPr>
                </a:pPr>
                <a:endParaRPr sz="2133"/>
              </a:p>
            </p:txBody>
          </p:sp>
          <p:sp>
            <p:nvSpPr>
              <p:cNvPr id="1972" name="Straight Connector 74"/>
              <p:cNvSpPr/>
              <p:nvPr/>
            </p:nvSpPr>
            <p:spPr>
              <a:xfrm flipH="1">
                <a:off x="0" y="1691639"/>
                <a:ext cx="91441" cy="1"/>
              </a:xfrm>
              <a:prstGeom prst="line">
                <a:avLst/>
              </a:prstGeom>
              <a:noFill/>
              <a:ln w="9525" cap="flat">
                <a:solidFill>
                  <a:srgbClr val="BEBEBE"/>
                </a:solidFill>
                <a:prstDash val="solid"/>
                <a:round/>
              </a:ln>
              <a:effectLst/>
            </p:spPr>
            <p:txBody>
              <a:bodyPr wrap="square" lIns="45719" tIns="45719" rIns="45719" bIns="45719" numCol="1" anchor="t">
                <a:noAutofit/>
              </a:bodyPr>
              <a:lstStyle/>
              <a:p>
                <a:pPr marL="237061" indent="-237061" defTabSz="948243">
                  <a:spcBef>
                    <a:spcPts val="1600"/>
                  </a:spcBef>
                  <a:buSzPct val="100000"/>
                  <a:buChar char="•"/>
                  <a:defRPr sz="1600">
                    <a:solidFill>
                      <a:srgbClr val="000000"/>
                    </a:solidFill>
                    <a:latin typeface="Arial"/>
                    <a:ea typeface="Arial"/>
                    <a:cs typeface="Arial"/>
                    <a:sym typeface="Arial"/>
                  </a:defRPr>
                </a:pPr>
                <a:endParaRPr sz="2133"/>
              </a:p>
            </p:txBody>
          </p:sp>
          <p:sp>
            <p:nvSpPr>
              <p:cNvPr id="1973" name="Straight Connector 75"/>
              <p:cNvSpPr/>
              <p:nvPr/>
            </p:nvSpPr>
            <p:spPr>
              <a:xfrm flipH="1">
                <a:off x="0" y="2333245"/>
                <a:ext cx="91441" cy="1"/>
              </a:xfrm>
              <a:prstGeom prst="line">
                <a:avLst/>
              </a:prstGeom>
              <a:noFill/>
              <a:ln w="9525" cap="flat">
                <a:solidFill>
                  <a:srgbClr val="BEBEBE"/>
                </a:solidFill>
                <a:prstDash val="solid"/>
                <a:round/>
              </a:ln>
              <a:effectLst/>
            </p:spPr>
            <p:txBody>
              <a:bodyPr wrap="square" lIns="45719" tIns="45719" rIns="45719" bIns="45719" numCol="1" anchor="t">
                <a:noAutofit/>
              </a:bodyPr>
              <a:lstStyle/>
              <a:p>
                <a:pPr marL="237061" indent="-237061" defTabSz="948243">
                  <a:spcBef>
                    <a:spcPts val="1600"/>
                  </a:spcBef>
                  <a:buSzPct val="100000"/>
                  <a:buChar char="•"/>
                  <a:defRPr sz="1600">
                    <a:solidFill>
                      <a:srgbClr val="000000"/>
                    </a:solidFill>
                    <a:latin typeface="Arial"/>
                    <a:ea typeface="Arial"/>
                    <a:cs typeface="Arial"/>
                    <a:sym typeface="Arial"/>
                  </a:defRPr>
                </a:pPr>
                <a:endParaRPr sz="2133"/>
              </a:p>
            </p:txBody>
          </p:sp>
          <p:sp>
            <p:nvSpPr>
              <p:cNvPr id="1974" name="Straight Connector 76"/>
              <p:cNvSpPr/>
              <p:nvPr/>
            </p:nvSpPr>
            <p:spPr>
              <a:xfrm flipH="1">
                <a:off x="0" y="2971800"/>
                <a:ext cx="91441" cy="0"/>
              </a:xfrm>
              <a:prstGeom prst="line">
                <a:avLst/>
              </a:prstGeom>
              <a:noFill/>
              <a:ln w="9525" cap="flat">
                <a:solidFill>
                  <a:srgbClr val="BEBEBE"/>
                </a:solidFill>
                <a:prstDash val="solid"/>
                <a:round/>
              </a:ln>
              <a:effectLst/>
            </p:spPr>
            <p:txBody>
              <a:bodyPr wrap="square" lIns="45719" tIns="45719" rIns="45719" bIns="45719" numCol="1" anchor="t">
                <a:noAutofit/>
              </a:bodyPr>
              <a:lstStyle/>
              <a:p>
                <a:pPr marL="237061" indent="-237061" defTabSz="948243">
                  <a:spcBef>
                    <a:spcPts val="1600"/>
                  </a:spcBef>
                  <a:buSzPct val="100000"/>
                  <a:buChar char="•"/>
                  <a:defRPr sz="1600">
                    <a:solidFill>
                      <a:srgbClr val="000000"/>
                    </a:solidFill>
                    <a:latin typeface="Arial"/>
                    <a:ea typeface="Arial"/>
                    <a:cs typeface="Arial"/>
                    <a:sym typeface="Arial"/>
                  </a:defRPr>
                </a:pPr>
                <a:endParaRPr sz="2133"/>
              </a:p>
            </p:txBody>
          </p:sp>
          <p:sp>
            <p:nvSpPr>
              <p:cNvPr id="1975" name="Straight Connector 77"/>
              <p:cNvSpPr/>
              <p:nvPr/>
            </p:nvSpPr>
            <p:spPr>
              <a:xfrm flipH="1">
                <a:off x="0" y="3611879"/>
                <a:ext cx="91441" cy="1"/>
              </a:xfrm>
              <a:prstGeom prst="line">
                <a:avLst/>
              </a:prstGeom>
              <a:noFill/>
              <a:ln w="9525" cap="flat">
                <a:solidFill>
                  <a:srgbClr val="BEBEBE"/>
                </a:solidFill>
                <a:prstDash val="solid"/>
                <a:round/>
              </a:ln>
              <a:effectLst/>
            </p:spPr>
            <p:txBody>
              <a:bodyPr wrap="square" lIns="45719" tIns="45719" rIns="45719" bIns="45719" numCol="1" anchor="t">
                <a:noAutofit/>
              </a:bodyPr>
              <a:lstStyle/>
              <a:p>
                <a:pPr marL="237061" indent="-237061" defTabSz="948243">
                  <a:spcBef>
                    <a:spcPts val="1600"/>
                  </a:spcBef>
                  <a:buSzPct val="100000"/>
                  <a:buChar char="•"/>
                  <a:defRPr sz="1600">
                    <a:solidFill>
                      <a:srgbClr val="000000"/>
                    </a:solidFill>
                    <a:latin typeface="Arial"/>
                    <a:ea typeface="Arial"/>
                    <a:cs typeface="Arial"/>
                    <a:sym typeface="Arial"/>
                  </a:defRPr>
                </a:pPr>
                <a:endParaRPr sz="2133"/>
              </a:p>
            </p:txBody>
          </p:sp>
          <p:sp>
            <p:nvSpPr>
              <p:cNvPr id="1976" name="Straight Connector 78"/>
              <p:cNvSpPr/>
              <p:nvPr/>
            </p:nvSpPr>
            <p:spPr>
              <a:xfrm flipH="1">
                <a:off x="0" y="4256532"/>
                <a:ext cx="91441" cy="1"/>
              </a:xfrm>
              <a:prstGeom prst="line">
                <a:avLst/>
              </a:prstGeom>
              <a:noFill/>
              <a:ln w="9525" cap="flat">
                <a:solidFill>
                  <a:srgbClr val="BEBEBE"/>
                </a:solidFill>
                <a:prstDash val="solid"/>
                <a:round/>
              </a:ln>
              <a:effectLst/>
            </p:spPr>
            <p:txBody>
              <a:bodyPr wrap="square" lIns="45719" tIns="45719" rIns="45719" bIns="45719" numCol="1" anchor="t">
                <a:noAutofit/>
              </a:bodyPr>
              <a:lstStyle/>
              <a:p>
                <a:pPr marL="237061" indent="-237061" defTabSz="948243">
                  <a:spcBef>
                    <a:spcPts val="1600"/>
                  </a:spcBef>
                  <a:buSzPct val="100000"/>
                  <a:buChar char="•"/>
                  <a:defRPr sz="1600">
                    <a:solidFill>
                      <a:srgbClr val="000000"/>
                    </a:solidFill>
                    <a:latin typeface="Arial"/>
                    <a:ea typeface="Arial"/>
                    <a:cs typeface="Arial"/>
                    <a:sym typeface="Arial"/>
                  </a:defRPr>
                </a:pPr>
                <a:endParaRPr sz="2133"/>
              </a:p>
            </p:txBody>
          </p:sp>
          <p:sp>
            <p:nvSpPr>
              <p:cNvPr id="1977" name="Straight Connector 79"/>
              <p:cNvSpPr/>
              <p:nvPr/>
            </p:nvSpPr>
            <p:spPr>
              <a:xfrm flipH="1" flipV="1">
                <a:off x="0" y="-1"/>
                <a:ext cx="91441" cy="1"/>
              </a:xfrm>
              <a:prstGeom prst="line">
                <a:avLst/>
              </a:prstGeom>
              <a:noFill/>
              <a:ln w="9525" cap="flat">
                <a:solidFill>
                  <a:srgbClr val="BEBEBE"/>
                </a:solidFill>
                <a:prstDash val="solid"/>
                <a:round/>
              </a:ln>
              <a:effectLst/>
            </p:spPr>
            <p:txBody>
              <a:bodyPr wrap="square" lIns="45719" tIns="45719" rIns="45719" bIns="45719" numCol="1" anchor="t">
                <a:noAutofit/>
              </a:bodyPr>
              <a:lstStyle/>
              <a:p>
                <a:pPr marL="237061" indent="-237061" defTabSz="948243">
                  <a:spcBef>
                    <a:spcPts val="1600"/>
                  </a:spcBef>
                  <a:buSzPct val="100000"/>
                  <a:buChar char="•"/>
                  <a:defRPr sz="1600">
                    <a:solidFill>
                      <a:srgbClr val="000000"/>
                    </a:solidFill>
                    <a:latin typeface="Arial"/>
                    <a:ea typeface="Arial"/>
                    <a:cs typeface="Arial"/>
                    <a:sym typeface="Arial"/>
                  </a:defRPr>
                </a:pPr>
                <a:endParaRPr sz="2133"/>
              </a:p>
            </p:txBody>
          </p:sp>
          <p:sp>
            <p:nvSpPr>
              <p:cNvPr id="1978" name="Straight Connector 80"/>
              <p:cNvSpPr/>
              <p:nvPr/>
            </p:nvSpPr>
            <p:spPr>
              <a:xfrm flipH="1">
                <a:off x="0" y="4664455"/>
                <a:ext cx="91441" cy="1"/>
              </a:xfrm>
              <a:prstGeom prst="line">
                <a:avLst/>
              </a:prstGeom>
              <a:noFill/>
              <a:ln w="9525" cap="flat">
                <a:solidFill>
                  <a:srgbClr val="BEBEBE"/>
                </a:solidFill>
                <a:prstDash val="solid"/>
                <a:round/>
              </a:ln>
              <a:effectLst/>
            </p:spPr>
            <p:txBody>
              <a:bodyPr wrap="square" lIns="45719" tIns="45719" rIns="45719" bIns="45719" numCol="1" anchor="t">
                <a:noAutofit/>
              </a:bodyPr>
              <a:lstStyle/>
              <a:p>
                <a:pPr marL="237061" indent="-237061" defTabSz="948243">
                  <a:spcBef>
                    <a:spcPts val="1600"/>
                  </a:spcBef>
                  <a:buSzPct val="100000"/>
                  <a:buChar char="•"/>
                  <a:defRPr sz="1600">
                    <a:solidFill>
                      <a:srgbClr val="000000"/>
                    </a:solidFill>
                    <a:latin typeface="Arial"/>
                    <a:ea typeface="Arial"/>
                    <a:cs typeface="Arial"/>
                    <a:sym typeface="Arial"/>
                  </a:defRPr>
                </a:pPr>
                <a:endParaRPr sz="2133"/>
              </a:p>
            </p:txBody>
          </p:sp>
        </p:grpSp>
        <p:grpSp>
          <p:nvGrpSpPr>
            <p:cNvPr id="1989" name="Group 62"/>
            <p:cNvGrpSpPr/>
            <p:nvPr/>
          </p:nvGrpSpPr>
          <p:grpSpPr>
            <a:xfrm>
              <a:off x="9272780" y="347598"/>
              <a:ext cx="91441" cy="4663442"/>
              <a:chOff x="0" y="0"/>
              <a:chExt cx="91440" cy="4663440"/>
            </a:xfrm>
          </p:grpSpPr>
          <p:sp>
            <p:nvSpPr>
              <p:cNvPr id="1980" name="Straight Connector 63"/>
              <p:cNvSpPr/>
              <p:nvPr/>
            </p:nvSpPr>
            <p:spPr>
              <a:xfrm flipH="1">
                <a:off x="0" y="416052"/>
                <a:ext cx="91441" cy="1"/>
              </a:xfrm>
              <a:prstGeom prst="line">
                <a:avLst/>
              </a:prstGeom>
              <a:noFill/>
              <a:ln w="9525" cap="flat">
                <a:solidFill>
                  <a:srgbClr val="BEBEBE"/>
                </a:solidFill>
                <a:prstDash val="solid"/>
                <a:round/>
              </a:ln>
              <a:effectLst/>
            </p:spPr>
            <p:txBody>
              <a:bodyPr wrap="square" lIns="45719" tIns="45719" rIns="45719" bIns="45719" numCol="1" anchor="t">
                <a:noAutofit/>
              </a:bodyPr>
              <a:lstStyle/>
              <a:p>
                <a:pPr marL="237061" indent="-237061" defTabSz="948243">
                  <a:spcBef>
                    <a:spcPts val="1600"/>
                  </a:spcBef>
                  <a:buSzPct val="100000"/>
                  <a:buChar char="•"/>
                  <a:defRPr sz="1600">
                    <a:solidFill>
                      <a:srgbClr val="000000"/>
                    </a:solidFill>
                    <a:latin typeface="Arial"/>
                    <a:ea typeface="Arial"/>
                    <a:cs typeface="Arial"/>
                    <a:sym typeface="Arial"/>
                  </a:defRPr>
                </a:pPr>
                <a:endParaRPr sz="2133"/>
              </a:p>
            </p:txBody>
          </p:sp>
          <p:sp>
            <p:nvSpPr>
              <p:cNvPr id="1981" name="Straight Connector 64"/>
              <p:cNvSpPr/>
              <p:nvPr/>
            </p:nvSpPr>
            <p:spPr>
              <a:xfrm flipH="1">
                <a:off x="0" y="1051560"/>
                <a:ext cx="91441" cy="1"/>
              </a:xfrm>
              <a:prstGeom prst="line">
                <a:avLst/>
              </a:prstGeom>
              <a:noFill/>
              <a:ln w="9525" cap="flat">
                <a:solidFill>
                  <a:srgbClr val="BEBEBE"/>
                </a:solidFill>
                <a:prstDash val="solid"/>
                <a:round/>
              </a:ln>
              <a:effectLst/>
            </p:spPr>
            <p:txBody>
              <a:bodyPr wrap="square" lIns="45719" tIns="45719" rIns="45719" bIns="45719" numCol="1" anchor="t">
                <a:noAutofit/>
              </a:bodyPr>
              <a:lstStyle/>
              <a:p>
                <a:pPr marL="237061" indent="-237061" defTabSz="948243">
                  <a:spcBef>
                    <a:spcPts val="1600"/>
                  </a:spcBef>
                  <a:buSzPct val="100000"/>
                  <a:buChar char="•"/>
                  <a:defRPr sz="1600">
                    <a:solidFill>
                      <a:srgbClr val="000000"/>
                    </a:solidFill>
                    <a:latin typeface="Arial"/>
                    <a:ea typeface="Arial"/>
                    <a:cs typeface="Arial"/>
                    <a:sym typeface="Arial"/>
                  </a:defRPr>
                </a:pPr>
                <a:endParaRPr sz="2133"/>
              </a:p>
            </p:txBody>
          </p:sp>
          <p:sp>
            <p:nvSpPr>
              <p:cNvPr id="1982" name="Straight Connector 65"/>
              <p:cNvSpPr/>
              <p:nvPr/>
            </p:nvSpPr>
            <p:spPr>
              <a:xfrm flipH="1">
                <a:off x="0" y="1691640"/>
                <a:ext cx="91441" cy="1"/>
              </a:xfrm>
              <a:prstGeom prst="line">
                <a:avLst/>
              </a:prstGeom>
              <a:noFill/>
              <a:ln w="9525" cap="flat">
                <a:solidFill>
                  <a:srgbClr val="BEBEBE"/>
                </a:solidFill>
                <a:prstDash val="solid"/>
                <a:round/>
              </a:ln>
              <a:effectLst/>
            </p:spPr>
            <p:txBody>
              <a:bodyPr wrap="square" lIns="45719" tIns="45719" rIns="45719" bIns="45719" numCol="1" anchor="t">
                <a:noAutofit/>
              </a:bodyPr>
              <a:lstStyle/>
              <a:p>
                <a:pPr marL="237061" indent="-237061" defTabSz="948243">
                  <a:spcBef>
                    <a:spcPts val="1600"/>
                  </a:spcBef>
                  <a:buSzPct val="100000"/>
                  <a:buChar char="•"/>
                  <a:defRPr sz="1600">
                    <a:solidFill>
                      <a:srgbClr val="000000"/>
                    </a:solidFill>
                    <a:latin typeface="Arial"/>
                    <a:ea typeface="Arial"/>
                    <a:cs typeface="Arial"/>
                    <a:sym typeface="Arial"/>
                  </a:defRPr>
                </a:pPr>
                <a:endParaRPr sz="2133"/>
              </a:p>
            </p:txBody>
          </p:sp>
          <p:sp>
            <p:nvSpPr>
              <p:cNvPr id="1983" name="Straight Connector 66"/>
              <p:cNvSpPr/>
              <p:nvPr/>
            </p:nvSpPr>
            <p:spPr>
              <a:xfrm flipH="1">
                <a:off x="0" y="2331720"/>
                <a:ext cx="91441" cy="1"/>
              </a:xfrm>
              <a:prstGeom prst="line">
                <a:avLst/>
              </a:prstGeom>
              <a:noFill/>
              <a:ln w="9525" cap="flat">
                <a:solidFill>
                  <a:srgbClr val="BEBEBE"/>
                </a:solidFill>
                <a:prstDash val="solid"/>
                <a:round/>
              </a:ln>
              <a:effectLst/>
            </p:spPr>
            <p:txBody>
              <a:bodyPr wrap="square" lIns="45719" tIns="45719" rIns="45719" bIns="45719" numCol="1" anchor="t">
                <a:noAutofit/>
              </a:bodyPr>
              <a:lstStyle/>
              <a:p>
                <a:pPr marL="237061" indent="-237061" defTabSz="948243">
                  <a:spcBef>
                    <a:spcPts val="1600"/>
                  </a:spcBef>
                  <a:buSzPct val="100000"/>
                  <a:buChar char="•"/>
                  <a:defRPr sz="1600">
                    <a:solidFill>
                      <a:srgbClr val="000000"/>
                    </a:solidFill>
                    <a:latin typeface="Arial"/>
                    <a:ea typeface="Arial"/>
                    <a:cs typeface="Arial"/>
                    <a:sym typeface="Arial"/>
                  </a:defRPr>
                </a:pPr>
                <a:endParaRPr sz="2133"/>
              </a:p>
            </p:txBody>
          </p:sp>
          <p:sp>
            <p:nvSpPr>
              <p:cNvPr id="1984" name="Straight Connector 67"/>
              <p:cNvSpPr/>
              <p:nvPr/>
            </p:nvSpPr>
            <p:spPr>
              <a:xfrm flipH="1">
                <a:off x="0" y="2971800"/>
                <a:ext cx="91441" cy="0"/>
              </a:xfrm>
              <a:prstGeom prst="line">
                <a:avLst/>
              </a:prstGeom>
              <a:noFill/>
              <a:ln w="9525" cap="flat">
                <a:solidFill>
                  <a:srgbClr val="BEBEBE"/>
                </a:solidFill>
                <a:prstDash val="solid"/>
                <a:round/>
              </a:ln>
              <a:effectLst/>
            </p:spPr>
            <p:txBody>
              <a:bodyPr wrap="square" lIns="45719" tIns="45719" rIns="45719" bIns="45719" numCol="1" anchor="t">
                <a:noAutofit/>
              </a:bodyPr>
              <a:lstStyle/>
              <a:p>
                <a:pPr marL="237061" indent="-237061" defTabSz="948243">
                  <a:spcBef>
                    <a:spcPts val="1600"/>
                  </a:spcBef>
                  <a:buSzPct val="100000"/>
                  <a:buChar char="•"/>
                  <a:defRPr sz="1600">
                    <a:solidFill>
                      <a:srgbClr val="000000"/>
                    </a:solidFill>
                    <a:latin typeface="Arial"/>
                    <a:ea typeface="Arial"/>
                    <a:cs typeface="Arial"/>
                    <a:sym typeface="Arial"/>
                  </a:defRPr>
                </a:pPr>
                <a:endParaRPr sz="2133"/>
              </a:p>
            </p:txBody>
          </p:sp>
          <p:sp>
            <p:nvSpPr>
              <p:cNvPr id="1985" name="Straight Connector 68"/>
              <p:cNvSpPr/>
              <p:nvPr/>
            </p:nvSpPr>
            <p:spPr>
              <a:xfrm flipH="1">
                <a:off x="0" y="3611879"/>
                <a:ext cx="91441" cy="1"/>
              </a:xfrm>
              <a:prstGeom prst="line">
                <a:avLst/>
              </a:prstGeom>
              <a:noFill/>
              <a:ln w="9525" cap="flat">
                <a:solidFill>
                  <a:srgbClr val="BEBEBE"/>
                </a:solidFill>
                <a:prstDash val="solid"/>
                <a:round/>
              </a:ln>
              <a:effectLst/>
            </p:spPr>
            <p:txBody>
              <a:bodyPr wrap="square" lIns="45719" tIns="45719" rIns="45719" bIns="45719" numCol="1" anchor="t">
                <a:noAutofit/>
              </a:bodyPr>
              <a:lstStyle/>
              <a:p>
                <a:pPr marL="237061" indent="-237061" defTabSz="948243">
                  <a:spcBef>
                    <a:spcPts val="1600"/>
                  </a:spcBef>
                  <a:buSzPct val="100000"/>
                  <a:buChar char="•"/>
                  <a:defRPr sz="1600">
                    <a:solidFill>
                      <a:srgbClr val="000000"/>
                    </a:solidFill>
                    <a:latin typeface="Arial"/>
                    <a:ea typeface="Arial"/>
                    <a:cs typeface="Arial"/>
                    <a:sym typeface="Arial"/>
                  </a:defRPr>
                </a:pPr>
                <a:endParaRPr sz="2133"/>
              </a:p>
            </p:txBody>
          </p:sp>
          <p:sp>
            <p:nvSpPr>
              <p:cNvPr id="1986" name="Straight Connector 69"/>
              <p:cNvSpPr/>
              <p:nvPr/>
            </p:nvSpPr>
            <p:spPr>
              <a:xfrm flipH="1">
                <a:off x="0" y="4256532"/>
                <a:ext cx="91441" cy="1"/>
              </a:xfrm>
              <a:prstGeom prst="line">
                <a:avLst/>
              </a:prstGeom>
              <a:noFill/>
              <a:ln w="9525" cap="flat">
                <a:solidFill>
                  <a:srgbClr val="BEBEBE"/>
                </a:solidFill>
                <a:prstDash val="solid"/>
                <a:round/>
              </a:ln>
              <a:effectLst/>
            </p:spPr>
            <p:txBody>
              <a:bodyPr wrap="square" lIns="45719" tIns="45719" rIns="45719" bIns="45719" numCol="1" anchor="t">
                <a:noAutofit/>
              </a:bodyPr>
              <a:lstStyle/>
              <a:p>
                <a:pPr marL="237061" indent="-237061" defTabSz="948243">
                  <a:spcBef>
                    <a:spcPts val="1600"/>
                  </a:spcBef>
                  <a:buSzPct val="100000"/>
                  <a:buChar char="•"/>
                  <a:defRPr sz="1600">
                    <a:solidFill>
                      <a:srgbClr val="000000"/>
                    </a:solidFill>
                    <a:latin typeface="Arial"/>
                    <a:ea typeface="Arial"/>
                    <a:cs typeface="Arial"/>
                    <a:sym typeface="Arial"/>
                  </a:defRPr>
                </a:pPr>
                <a:endParaRPr sz="2133"/>
              </a:p>
            </p:txBody>
          </p:sp>
          <p:sp>
            <p:nvSpPr>
              <p:cNvPr id="1987" name="Straight Connector 70"/>
              <p:cNvSpPr/>
              <p:nvPr/>
            </p:nvSpPr>
            <p:spPr>
              <a:xfrm flipH="1" flipV="1">
                <a:off x="0" y="0"/>
                <a:ext cx="91441" cy="1"/>
              </a:xfrm>
              <a:prstGeom prst="line">
                <a:avLst/>
              </a:prstGeom>
              <a:noFill/>
              <a:ln w="9525" cap="flat">
                <a:solidFill>
                  <a:srgbClr val="BEBEBE"/>
                </a:solidFill>
                <a:prstDash val="solid"/>
                <a:round/>
              </a:ln>
              <a:effectLst/>
            </p:spPr>
            <p:txBody>
              <a:bodyPr wrap="square" lIns="45719" tIns="45719" rIns="45719" bIns="45719" numCol="1" anchor="t">
                <a:noAutofit/>
              </a:bodyPr>
              <a:lstStyle/>
              <a:p>
                <a:pPr marL="237061" indent="-237061" defTabSz="948243">
                  <a:spcBef>
                    <a:spcPts val="1600"/>
                  </a:spcBef>
                  <a:buSzPct val="100000"/>
                  <a:buChar char="•"/>
                  <a:defRPr sz="1600">
                    <a:solidFill>
                      <a:srgbClr val="000000"/>
                    </a:solidFill>
                    <a:latin typeface="Arial"/>
                    <a:ea typeface="Arial"/>
                    <a:cs typeface="Arial"/>
                    <a:sym typeface="Arial"/>
                  </a:defRPr>
                </a:pPr>
                <a:endParaRPr sz="2133"/>
              </a:p>
            </p:txBody>
          </p:sp>
          <p:sp>
            <p:nvSpPr>
              <p:cNvPr id="1988" name="Straight Connector 71"/>
              <p:cNvSpPr/>
              <p:nvPr/>
            </p:nvSpPr>
            <p:spPr>
              <a:xfrm flipH="1">
                <a:off x="0" y="4663440"/>
                <a:ext cx="91441" cy="1"/>
              </a:xfrm>
              <a:prstGeom prst="line">
                <a:avLst/>
              </a:prstGeom>
              <a:noFill/>
              <a:ln w="9525" cap="flat">
                <a:solidFill>
                  <a:srgbClr val="BEBEBE"/>
                </a:solidFill>
                <a:prstDash val="solid"/>
                <a:round/>
              </a:ln>
              <a:effectLst/>
            </p:spPr>
            <p:txBody>
              <a:bodyPr wrap="square" lIns="45719" tIns="45719" rIns="45719" bIns="45719" numCol="1" anchor="t">
                <a:noAutofit/>
              </a:bodyPr>
              <a:lstStyle/>
              <a:p>
                <a:pPr marL="237061" indent="-237061" defTabSz="948243">
                  <a:spcBef>
                    <a:spcPts val="1600"/>
                  </a:spcBef>
                  <a:buSzPct val="100000"/>
                  <a:buChar char="•"/>
                  <a:defRPr sz="1600">
                    <a:solidFill>
                      <a:srgbClr val="000000"/>
                    </a:solidFill>
                    <a:latin typeface="Arial"/>
                    <a:ea typeface="Arial"/>
                    <a:cs typeface="Arial"/>
                    <a:sym typeface="Arial"/>
                  </a:defRPr>
                </a:pPr>
                <a:endParaRPr sz="2133"/>
              </a:p>
            </p:txBody>
          </p:sp>
        </p:grpSp>
      </p:grpSp>
      <p:sp>
        <p:nvSpPr>
          <p:cNvPr id="1991" name="Title Text"/>
          <p:cNvSpPr txBox="1">
            <a:spLocks noGrp="1"/>
          </p:cNvSpPr>
          <p:nvPr>
            <p:ph type="title"/>
          </p:nvPr>
        </p:nvSpPr>
        <p:spPr>
          <a:xfrm>
            <a:off x="280415" y="268225"/>
            <a:ext cx="5522979" cy="1066801"/>
          </a:xfrm>
          <a:prstGeom prst="rect">
            <a:avLst/>
          </a:prstGeom>
        </p:spPr>
        <p:txBody>
          <a:bodyPr>
            <a:normAutofit/>
          </a:bodyPr>
          <a:lstStyle>
            <a:lvl1pPr>
              <a:defRPr sz="3200">
                <a:solidFill>
                  <a:schemeClr val="accent2"/>
                </a:solidFill>
                <a:latin typeface="Arial"/>
                <a:ea typeface="Arial"/>
                <a:cs typeface="Arial"/>
                <a:sym typeface="Arial"/>
              </a:defRPr>
            </a:lvl1pPr>
          </a:lstStyle>
          <a:p>
            <a:r>
              <a:t>Title Text</a:t>
            </a:r>
          </a:p>
        </p:txBody>
      </p:sp>
      <p:sp>
        <p:nvSpPr>
          <p:cNvPr id="1992" name="Body Level One…"/>
          <p:cNvSpPr txBox="1">
            <a:spLocks noGrp="1"/>
          </p:cNvSpPr>
          <p:nvPr>
            <p:ph type="body" idx="1"/>
          </p:nvPr>
        </p:nvSpPr>
        <p:spPr>
          <a:xfrm>
            <a:off x="292605" y="1658112"/>
            <a:ext cx="11594504" cy="4336289"/>
          </a:xfrm>
          <a:prstGeom prst="rect">
            <a:avLst/>
          </a:prstGeom>
        </p:spPr>
        <p:txBody>
          <a:bodyPr>
            <a:normAutofit/>
          </a:bodyPr>
          <a:lstStyle>
            <a:lvl1pPr>
              <a:defRPr>
                <a:solidFill>
                  <a:srgbClr val="FFFFFF"/>
                </a:solidFill>
                <a:latin typeface="+mn-lt"/>
                <a:ea typeface="+mn-ea"/>
                <a:cs typeface="+mn-cs"/>
                <a:sym typeface="IBM Plex Sans"/>
              </a:defRPr>
            </a:lvl1pPr>
            <a:lvl2pPr marL="266693" indent="-266693">
              <a:buChar char="•"/>
              <a:defRPr>
                <a:solidFill>
                  <a:srgbClr val="FFFFFF"/>
                </a:solidFill>
                <a:latin typeface="+mn-lt"/>
                <a:ea typeface="+mn-ea"/>
                <a:cs typeface="+mn-cs"/>
                <a:sym typeface="IBM Plex Sans"/>
              </a:defRPr>
            </a:lvl2pPr>
            <a:lvl3pPr marL="520370" indent="-294817">
              <a:buChar char="⎯"/>
              <a:defRPr>
                <a:solidFill>
                  <a:srgbClr val="FFFFFF"/>
                </a:solidFill>
                <a:latin typeface="+mn-lt"/>
                <a:ea typeface="+mn-ea"/>
                <a:cs typeface="+mn-cs"/>
                <a:sym typeface="IBM Plex Sans"/>
              </a:defRPr>
            </a:lvl3pPr>
            <a:lvl4pPr marL="750628" indent="-282857">
              <a:buChar char="o"/>
              <a:defRPr>
                <a:solidFill>
                  <a:srgbClr val="FFFFFF"/>
                </a:solidFill>
                <a:latin typeface="+mn-lt"/>
                <a:ea typeface="+mn-ea"/>
                <a:cs typeface="+mn-cs"/>
                <a:sym typeface="IBM Plex Sans"/>
              </a:defRPr>
            </a:lvl4pPr>
            <a:lvl5pPr marL="986342" indent="-296326">
              <a:defRPr>
                <a:solidFill>
                  <a:srgbClr val="FFFFFF"/>
                </a:solidFill>
                <a:latin typeface="+mn-lt"/>
                <a:ea typeface="+mn-ea"/>
                <a:cs typeface="+mn-cs"/>
                <a:sym typeface="IBM Plex Sans"/>
              </a:defRPr>
            </a:lvl5pPr>
          </a:lstStyle>
          <a:p>
            <a:r>
              <a:t>Body Level One</a:t>
            </a:r>
          </a:p>
          <a:p>
            <a:pPr lvl="1"/>
            <a:r>
              <a:t>Body Level Two</a:t>
            </a:r>
          </a:p>
          <a:p>
            <a:pPr lvl="2"/>
            <a:r>
              <a:t>Body Level Three</a:t>
            </a:r>
          </a:p>
          <a:p>
            <a:pPr lvl="3"/>
            <a:r>
              <a:t>Body Level Four</a:t>
            </a:r>
          </a:p>
          <a:p>
            <a:pPr lvl="4"/>
            <a:r>
              <a:t>Body Level Five</a:t>
            </a:r>
          </a:p>
        </p:txBody>
      </p:sp>
      <p:sp>
        <p:nvSpPr>
          <p:cNvPr id="1993" name="Slide Number"/>
          <p:cNvSpPr txBox="1">
            <a:spLocks noGrp="1"/>
          </p:cNvSpPr>
          <p:nvPr>
            <p:ph type="sldNum" sz="quarter" idx="2"/>
          </p:nvPr>
        </p:nvSpPr>
        <p:spPr>
          <a:xfrm>
            <a:off x="8154430" y="6187074"/>
            <a:ext cx="583170" cy="338552"/>
          </a:xfrm>
          <a:prstGeom prst="rect">
            <a:avLst/>
          </a:prstGeom>
        </p:spPr>
        <p:txBody>
          <a:bodyPr lIns="45719" tIns="45719" rIns="45719" bIns="45719"/>
          <a:lstStyle>
            <a:lvl1pPr marL="237061" indent="-237061" defTabSz="948243">
              <a:spcBef>
                <a:spcPts val="1600"/>
              </a:spcBef>
              <a:buSzPct val="100000"/>
              <a:buChar char="•"/>
              <a:defRPr sz="1600">
                <a:latin typeface="Arial"/>
                <a:ea typeface="Arial"/>
                <a:cs typeface="Arial"/>
                <a:sym typeface="Arial"/>
              </a:defRPr>
            </a:lvl1pPr>
          </a:lstStyle>
          <a:p>
            <a:fld id="{86CB4B4D-7CA3-9044-876B-883B54F8677D}" type="slidenum">
              <a:rPr/>
              <a:t>‹#›</a:t>
            </a:fld>
            <a:endParaRPr/>
          </a:p>
        </p:txBody>
      </p:sp>
    </p:spTree>
    <p:extLst>
      <p:ext uri="{BB962C8B-B14F-4D97-AF65-F5344CB8AC3E}">
        <p14:creationId xmlns:p14="http://schemas.microsoft.com/office/powerpoint/2010/main" val="934369988"/>
      </p:ext>
    </p:extLst>
  </p:cSld>
  <p:clrMapOvr>
    <a:masterClrMapping/>
  </p:clrMapOvr>
  <p:transition spd="med"/>
</p:sldLayout>
</file>

<file path=ppt/slideLayouts/slideLayout203.xml><?xml version="1.0" encoding="utf-8"?>
<p:sldLayout xmlns:a="http://schemas.openxmlformats.org/drawingml/2006/main" xmlns:r="http://schemas.openxmlformats.org/officeDocument/2006/relationships" xmlns:p="http://schemas.openxmlformats.org/presentationml/2006/main" type="tx">
  <p:cSld name="1_boxes (4 tall)">
    <p:spTree>
      <p:nvGrpSpPr>
        <p:cNvPr id="1" name=""/>
        <p:cNvGrpSpPr/>
        <p:nvPr/>
      </p:nvGrpSpPr>
      <p:grpSpPr>
        <a:xfrm>
          <a:off x="0" y="0"/>
          <a:ext cx="0" cy="0"/>
          <a:chOff x="0" y="0"/>
          <a:chExt cx="0" cy="0"/>
        </a:xfrm>
      </p:grpSpPr>
      <p:sp>
        <p:nvSpPr>
          <p:cNvPr id="2000" name="Body Level One…"/>
          <p:cNvSpPr txBox="1">
            <a:spLocks noGrp="1"/>
          </p:cNvSpPr>
          <p:nvPr>
            <p:ph type="body" sz="half" idx="1"/>
          </p:nvPr>
        </p:nvSpPr>
        <p:spPr>
          <a:xfrm>
            <a:off x="0" y="0"/>
            <a:ext cx="3048000" cy="6864096"/>
          </a:xfrm>
          <a:prstGeom prst="rect">
            <a:avLst/>
          </a:prstGeom>
        </p:spPr>
        <p:txBody>
          <a:bodyPr lIns="177800" tIns="177800" rIns="177800" bIns="177800">
            <a:normAutofit/>
          </a:bodyPr>
          <a:lstStyle>
            <a:lvl1pPr marL="67732"/>
            <a:lvl2pPr marL="296327" indent="-231641"/>
            <a:lvl3pPr marL="524926"/>
            <a:lvl4pPr marL="905920"/>
            <a:lvl5pPr marL="1138750"/>
          </a:lstStyle>
          <a:p>
            <a:r>
              <a:t>Body Level One</a:t>
            </a:r>
          </a:p>
          <a:p>
            <a:pPr lvl="1"/>
            <a:r>
              <a:t>Body Level Two</a:t>
            </a:r>
          </a:p>
          <a:p>
            <a:pPr lvl="2"/>
            <a:r>
              <a:t>Body Level Three</a:t>
            </a:r>
          </a:p>
          <a:p>
            <a:pPr lvl="3"/>
            <a:r>
              <a:t>Body Level Four</a:t>
            </a:r>
          </a:p>
          <a:p>
            <a:pPr lvl="4"/>
            <a:r>
              <a:t>Body Level Five</a:t>
            </a:r>
          </a:p>
        </p:txBody>
      </p:sp>
      <p:sp>
        <p:nvSpPr>
          <p:cNvPr id="2001"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
        <p:nvSpPr>
          <p:cNvPr id="2002" name="Straight Connector 9"/>
          <p:cNvSpPr/>
          <p:nvPr/>
        </p:nvSpPr>
        <p:spPr>
          <a:xfrm flipV="1">
            <a:off x="9141026" y="313267"/>
            <a:ext cx="1" cy="5681133"/>
          </a:xfrm>
          <a:prstGeom prst="line">
            <a:avLst/>
          </a:prstGeom>
          <a:ln w="3175">
            <a:solidFill>
              <a:srgbClr val="000000"/>
            </a:solidFill>
          </a:ln>
        </p:spPr>
        <p:txBody>
          <a:bodyPr lIns="60959" rIns="60959"/>
          <a:lstStyle/>
          <a:p>
            <a:pPr>
              <a:defRPr>
                <a:solidFill>
                  <a:srgbClr val="000000"/>
                </a:solidFill>
              </a:defRPr>
            </a:pPr>
            <a:endParaRPr sz="2400"/>
          </a:p>
        </p:txBody>
      </p:sp>
    </p:spTree>
    <p:extLst>
      <p:ext uri="{BB962C8B-B14F-4D97-AF65-F5344CB8AC3E}">
        <p14:creationId xmlns:p14="http://schemas.microsoft.com/office/powerpoint/2010/main" val="3778997284"/>
      </p:ext>
    </p:extLst>
  </p:cSld>
  <p:clrMapOvr>
    <a:masterClrMapping/>
  </p:clrMapOvr>
  <p:transition spd="med"/>
</p:sldLayout>
</file>

<file path=ppt/slideLayouts/slideLayout204.xml><?xml version="1.0" encoding="utf-8"?>
<p:sldLayout xmlns:a="http://schemas.openxmlformats.org/drawingml/2006/main" xmlns:r="http://schemas.openxmlformats.org/officeDocument/2006/relationships" xmlns:p="http://schemas.openxmlformats.org/presentationml/2006/main" userDrawn="1">
  <p:cSld name="Large tex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C7EC0-4BFB-A603-5703-0D692C62692D}"/>
              </a:ext>
            </a:extLst>
          </p:cNvPr>
          <p:cNvSpPr>
            <a:spLocks noGrp="1"/>
          </p:cNvSpPr>
          <p:nvPr>
            <p:ph type="title"/>
          </p:nvPr>
        </p:nvSpPr>
        <p:spPr>
          <a:xfrm>
            <a:off x="287301" y="190500"/>
            <a:ext cx="8569796" cy="4095751"/>
          </a:xfrm>
        </p:spPr>
        <p:txBody>
          <a:bodyPr/>
          <a:lstStyle>
            <a:lvl1pPr>
              <a:defRPr sz="8600" b="0" i="0">
                <a:solidFill>
                  <a:schemeClr val="tx2"/>
                </a:solidFill>
                <a:latin typeface="IBM Plex Sans ExtLt" panose="020B0303050203000203" pitchFamily="34" charset="0"/>
              </a:defRPr>
            </a:lvl1pPr>
          </a:lstStyle>
          <a:p>
            <a:r>
              <a:rPr lang="en-US"/>
              <a:t>Click to edit Master title style</a:t>
            </a:r>
            <a:endParaRPr lang="en-US" dirty="0"/>
          </a:p>
        </p:txBody>
      </p:sp>
      <p:sp>
        <p:nvSpPr>
          <p:cNvPr id="6" name="Slide Number Placeholder">
            <a:extLst>
              <a:ext uri="{FF2B5EF4-FFF2-40B4-BE49-F238E27FC236}">
                <a16:creationId xmlns:a16="http://schemas.microsoft.com/office/drawing/2014/main" id="{40C9739F-E9DC-E9F7-C95C-1CC2D2A4AD60}"/>
              </a:ext>
            </a:extLst>
          </p:cNvPr>
          <p:cNvSpPr>
            <a:spLocks noGrp="1"/>
          </p:cNvSpPr>
          <p:nvPr>
            <p:ph type="sldNum" sz="quarter" idx="11"/>
          </p:nvPr>
        </p:nvSpPr>
        <p:spPr>
          <a:xfrm>
            <a:off x="11767910" y="6450370"/>
            <a:ext cx="136791" cy="123111"/>
          </a:xfrm>
          <a:prstGeom prst="rect">
            <a:avLst/>
          </a:prstGeom>
        </p:spPr>
        <p:txBody>
          <a:bodyPr/>
          <a:lstStyle>
            <a:lvl1pPr>
              <a:defRPr>
                <a:solidFill>
                  <a:schemeClr val="tx1"/>
                </a:solidFill>
              </a:defRPr>
            </a:lvl1pPr>
          </a:lstStyle>
          <a:p>
            <a:fld id="{59395FB3-9C97-154F-86B2-7E381B951268}" type="slidenum">
              <a:rPr lang="en-US" smtClean="0"/>
              <a:pPr/>
              <a:t>‹#›</a:t>
            </a:fld>
            <a:endParaRPr lang="en-US" dirty="0"/>
          </a:p>
        </p:txBody>
      </p:sp>
      <p:sp>
        <p:nvSpPr>
          <p:cNvPr id="3" name="Footer Placeholder 2">
            <a:extLst>
              <a:ext uri="{FF2B5EF4-FFF2-40B4-BE49-F238E27FC236}">
                <a16:creationId xmlns:a16="http://schemas.microsoft.com/office/drawing/2014/main" id="{E759283E-393C-983A-4DEF-680312DA49CF}"/>
              </a:ext>
            </a:extLst>
          </p:cNvPr>
          <p:cNvSpPr>
            <a:spLocks noGrp="1"/>
          </p:cNvSpPr>
          <p:nvPr>
            <p:ph type="ftr" sz="quarter" idx="12"/>
          </p:nvPr>
        </p:nvSpPr>
        <p:spPr/>
        <p:txBody>
          <a:bodyPr/>
          <a:lstStyle>
            <a:lvl1pPr>
              <a:defRPr>
                <a:solidFill>
                  <a:schemeClr val="tx1"/>
                </a:solidFill>
              </a:defRPr>
            </a:lvl1pPr>
          </a:lstStyle>
          <a:p>
            <a:r>
              <a:rPr lang="en-US" dirty="0"/>
              <a:t>SKO3 / Copyright © 2024 IBM</a:t>
            </a:r>
          </a:p>
        </p:txBody>
      </p:sp>
    </p:spTree>
    <p:extLst>
      <p:ext uri="{BB962C8B-B14F-4D97-AF65-F5344CB8AC3E}">
        <p14:creationId xmlns:p14="http://schemas.microsoft.com/office/powerpoint/2010/main" val="3585194163"/>
      </p:ext>
    </p:extLst>
  </p:cSld>
  <p:clrMapOvr>
    <a:masterClrMapping/>
  </p:clrMapOvr>
  <p:transition spd="med"/>
</p:sldLayout>
</file>

<file path=ppt/slideLayouts/slideLayout205.xml><?xml version="1.0" encoding="utf-8"?>
<p:sldLayout xmlns:a="http://schemas.openxmlformats.org/drawingml/2006/main" xmlns:r="http://schemas.openxmlformats.org/officeDocument/2006/relationships" xmlns:p="http://schemas.openxmlformats.org/presentationml/2006/main" preserve="1" userDrawn="1">
  <p:cSld name="Cover, imagery">
    <p:spTree>
      <p:nvGrpSpPr>
        <p:cNvPr id="1" name=""/>
        <p:cNvGrpSpPr/>
        <p:nvPr/>
      </p:nvGrpSpPr>
      <p:grpSpPr>
        <a:xfrm>
          <a:off x="0" y="0"/>
          <a:ext cx="0" cy="0"/>
          <a:chOff x="0" y="0"/>
          <a:chExt cx="0" cy="0"/>
        </a:xfrm>
      </p:grpSpPr>
      <p:sp>
        <p:nvSpPr>
          <p:cNvPr id="5" name="Picture Placeholder 4" descr="Place imagery here">
            <a:extLst>
              <a:ext uri="{FF2B5EF4-FFF2-40B4-BE49-F238E27FC236}">
                <a16:creationId xmlns:a16="http://schemas.microsoft.com/office/drawing/2014/main" id="{EA7055A2-0B5C-73F2-C2DB-FC7245A7AB38}"/>
              </a:ext>
            </a:extLst>
          </p:cNvPr>
          <p:cNvSpPr>
            <a:spLocks noGrp="1"/>
          </p:cNvSpPr>
          <p:nvPr>
            <p:ph type="pic" sz="quarter" idx="11" hasCustomPrompt="1"/>
          </p:nvPr>
        </p:nvSpPr>
        <p:spPr>
          <a:xfrm>
            <a:off x="0" y="0"/>
            <a:ext cx="12192000" cy="6097588"/>
          </a:xfrm>
          <a:solidFill>
            <a:srgbClr val="E0E0E0"/>
          </a:solidFill>
        </p:spPr>
        <p:txBody>
          <a:bodyPr anchor="ctr"/>
          <a:lstStyle>
            <a:lvl1pPr algn="ctr">
              <a:defRPr>
                <a:solidFill>
                  <a:schemeClr val="accent5"/>
                </a:solidFill>
              </a:defRPr>
            </a:lvl1pPr>
          </a:lstStyle>
          <a:p>
            <a:r>
              <a:rPr lang="en-US"/>
              <a:t>Place imagery here</a:t>
            </a:r>
          </a:p>
        </p:txBody>
      </p:sp>
      <p:sp>
        <p:nvSpPr>
          <p:cNvPr id="7" name="Text Placeholder 6">
            <a:extLst>
              <a:ext uri="{FF2B5EF4-FFF2-40B4-BE49-F238E27FC236}">
                <a16:creationId xmlns:a16="http://schemas.microsoft.com/office/drawing/2014/main" id="{D404A9AD-5866-6BA4-C928-31A5F88EF1E5}"/>
              </a:ext>
            </a:extLst>
          </p:cNvPr>
          <p:cNvSpPr>
            <a:spLocks noGrp="1"/>
          </p:cNvSpPr>
          <p:nvPr>
            <p:ph type="body" sz="quarter" idx="12"/>
          </p:nvPr>
        </p:nvSpPr>
        <p:spPr>
          <a:xfrm>
            <a:off x="287963" y="6083300"/>
            <a:ext cx="2470906" cy="537147"/>
          </a:xfrm>
        </p:spPr>
        <p:txBody>
          <a:bodyPr anchor="b"/>
          <a:lstStyle>
            <a:lvl1pPr>
              <a:lnSpc>
                <a:spcPct val="110000"/>
              </a:lnSpc>
              <a:spcBef>
                <a:spcPts val="0"/>
              </a:spcBef>
              <a:defRPr sz="1200">
                <a:solidFill>
                  <a:schemeClr val="tx1"/>
                </a:solidFill>
              </a:defRPr>
            </a:lvl1pPr>
            <a:lvl2pPr marL="127990" indent="-127990">
              <a:lnSpc>
                <a:spcPct val="110000"/>
              </a:lnSpc>
              <a:spcBef>
                <a:spcPts val="0"/>
              </a:spcBef>
              <a:defRPr sz="1200">
                <a:solidFill>
                  <a:schemeClr val="tx1"/>
                </a:solidFill>
              </a:defRPr>
            </a:lvl2pPr>
            <a:lvl3pPr marL="255981" indent="-127990">
              <a:lnSpc>
                <a:spcPct val="110000"/>
              </a:lnSpc>
              <a:spcBef>
                <a:spcPts val="0"/>
              </a:spcBef>
              <a:defRPr sz="1200">
                <a:solidFill>
                  <a:schemeClr val="tx1"/>
                </a:solidFill>
              </a:defRPr>
            </a:lvl3pPr>
            <a:lvl4pPr marL="383971" indent="-127990">
              <a:lnSpc>
                <a:spcPct val="110000"/>
              </a:lnSpc>
              <a:spcBef>
                <a:spcPts val="0"/>
              </a:spcBef>
              <a:defRPr sz="12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5">
            <a:extLst>
              <a:ext uri="{FF2B5EF4-FFF2-40B4-BE49-F238E27FC236}">
                <a16:creationId xmlns:a16="http://schemas.microsoft.com/office/drawing/2014/main" id="{7D4A8A02-E5FB-018D-1574-2015680C3A07}"/>
              </a:ext>
            </a:extLst>
          </p:cNvPr>
          <p:cNvSpPr>
            <a:spLocks noGrp="1"/>
          </p:cNvSpPr>
          <p:nvPr>
            <p:ph type="body" sz="quarter" idx="13"/>
          </p:nvPr>
        </p:nvSpPr>
        <p:spPr>
          <a:xfrm>
            <a:off x="3335316" y="6083300"/>
            <a:ext cx="2473384" cy="538507"/>
          </a:xfrm>
        </p:spPr>
        <p:txBody>
          <a:bodyPr anchor="b"/>
          <a:lstStyle>
            <a:lvl1pPr>
              <a:lnSpc>
                <a:spcPct val="110000"/>
              </a:lnSpc>
              <a:spcBef>
                <a:spcPts val="0"/>
              </a:spcBef>
              <a:defRPr sz="1200">
                <a:solidFill>
                  <a:schemeClr val="tx1"/>
                </a:solidFill>
              </a:defRPr>
            </a:lvl1pPr>
            <a:lvl2pPr marL="127990" indent="-127990">
              <a:lnSpc>
                <a:spcPct val="110000"/>
              </a:lnSpc>
              <a:spcBef>
                <a:spcPts val="0"/>
              </a:spcBef>
              <a:defRPr sz="1200">
                <a:solidFill>
                  <a:schemeClr val="tx1"/>
                </a:solidFill>
              </a:defRPr>
            </a:lvl2pPr>
            <a:lvl3pPr marL="255981" indent="-127990">
              <a:lnSpc>
                <a:spcPct val="110000"/>
              </a:lnSpc>
              <a:spcBef>
                <a:spcPts val="0"/>
              </a:spcBef>
              <a:defRPr sz="1200">
                <a:solidFill>
                  <a:schemeClr val="tx1"/>
                </a:solidFill>
              </a:defRPr>
            </a:lvl3pPr>
            <a:lvl4pPr marL="383971" indent="-127990">
              <a:lnSpc>
                <a:spcPct val="110000"/>
              </a:lnSpc>
              <a:spcBef>
                <a:spcPts val="0"/>
              </a:spcBef>
              <a:defRPr sz="12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pic>
        <p:nvPicPr>
          <p:cNvPr id="4" name="Picture 3" descr="IBM 8-bar logo">
            <a:extLst>
              <a:ext uri="{FF2B5EF4-FFF2-40B4-BE49-F238E27FC236}">
                <a16:creationId xmlns:a16="http://schemas.microsoft.com/office/drawing/2014/main" id="{09935B61-CCB4-2F0F-6720-2DE3FDE1A05B}"/>
              </a:ext>
            </a:extLst>
          </p:cNvPr>
          <p:cNvPicPr>
            <a:picLocks noChangeAspect="1"/>
          </p:cNvPicPr>
          <p:nvPr userDrawn="1"/>
        </p:nvPicPr>
        <p:blipFill>
          <a:blip r:embed="rId2"/>
          <a:stretch>
            <a:fillRect/>
          </a:stretch>
        </p:blipFill>
        <p:spPr>
          <a:xfrm>
            <a:off x="11185445" y="6288882"/>
            <a:ext cx="769062" cy="286200"/>
          </a:xfrm>
          <a:prstGeom prst="rect">
            <a:avLst/>
          </a:prstGeom>
        </p:spPr>
      </p:pic>
      <p:sp>
        <p:nvSpPr>
          <p:cNvPr id="10" name="Title 1">
            <a:extLst>
              <a:ext uri="{FF2B5EF4-FFF2-40B4-BE49-F238E27FC236}">
                <a16:creationId xmlns:a16="http://schemas.microsoft.com/office/drawing/2014/main" id="{3F3BE6BB-D7C0-3C9B-44F9-5D564E48D8B6}"/>
              </a:ext>
            </a:extLst>
          </p:cNvPr>
          <p:cNvSpPr>
            <a:spLocks noGrp="1"/>
          </p:cNvSpPr>
          <p:nvPr>
            <p:ph type="title"/>
          </p:nvPr>
        </p:nvSpPr>
        <p:spPr>
          <a:xfrm>
            <a:off x="287963" y="155575"/>
            <a:ext cx="5049878" cy="3654425"/>
          </a:xfrm>
        </p:spPr>
        <p:txBody>
          <a:bodyPr/>
          <a:lstStyle>
            <a:lvl1pPr>
              <a:lnSpc>
                <a:spcPct val="100000"/>
              </a:lnSpc>
              <a:defRPr sz="4199">
                <a:solidFill>
                  <a:schemeClr val="tx2"/>
                </a:solidFill>
              </a:defRPr>
            </a:lvl1pPr>
          </a:lstStyle>
          <a:p>
            <a:r>
              <a:rPr lang="en-US"/>
              <a:t>Click to edit Master title style</a:t>
            </a:r>
          </a:p>
        </p:txBody>
      </p:sp>
    </p:spTree>
    <p:extLst>
      <p:ext uri="{BB962C8B-B14F-4D97-AF65-F5344CB8AC3E}">
        <p14:creationId xmlns:p14="http://schemas.microsoft.com/office/powerpoint/2010/main" val="94918561"/>
      </p:ext>
    </p:extLst>
  </p:cSld>
  <p:clrMapOvr>
    <a:masterClrMapping/>
  </p:clrMapOvr>
  <p:transition spd="med"/>
</p:sldLayout>
</file>

<file path=ppt/slideLayouts/slideLayout206.xml><?xml version="1.0" encoding="utf-8"?>
<p:sldLayout xmlns:a="http://schemas.openxmlformats.org/drawingml/2006/main" xmlns:r="http://schemas.openxmlformats.org/officeDocument/2006/relationships" xmlns:p="http://schemas.openxmlformats.org/presentationml/2006/main" preserve="1" userDrawn="1">
  <p:cSld name="Cover, cyan">
    <p:spTree>
      <p:nvGrpSpPr>
        <p:cNvPr id="1" name=""/>
        <p:cNvGrpSpPr/>
        <p:nvPr/>
      </p:nvGrpSpPr>
      <p:grpSpPr>
        <a:xfrm>
          <a:off x="0" y="0"/>
          <a:ext cx="0" cy="0"/>
          <a:chOff x="0" y="0"/>
          <a:chExt cx="0" cy="0"/>
        </a:xfrm>
      </p:grpSpPr>
      <p:sp>
        <p:nvSpPr>
          <p:cNvPr id="3" name="Rectangle 2" descr="Blue 10 full slide background ">
            <a:extLst>
              <a:ext uri="{FF2B5EF4-FFF2-40B4-BE49-F238E27FC236}">
                <a16:creationId xmlns:a16="http://schemas.microsoft.com/office/drawing/2014/main" id="{8D23798D-A03E-2BC6-136A-14C1E387E723}"/>
              </a:ext>
            </a:extLst>
          </p:cNvPr>
          <p:cNvSpPr/>
          <p:nvPr userDrawn="1"/>
        </p:nvSpPr>
        <p:spPr bwMode="auto">
          <a:xfrm>
            <a:off x="0" y="0"/>
            <a:ext cx="12192000" cy="6097588"/>
          </a:xfrm>
          <a:prstGeom prst="rect">
            <a:avLst/>
          </a:prstGeom>
          <a:solidFill>
            <a:srgbClr val="E5F6FF"/>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marL="0" marR="0" indent="0" algn="l" defTabSz="457109" rtl="0" eaLnBrk="1" fontAlgn="base" latinLnBrk="0" hangingPunct="1">
              <a:lnSpc>
                <a:spcPct val="100000"/>
              </a:lnSpc>
              <a:spcBef>
                <a:spcPct val="0"/>
              </a:spcBef>
              <a:spcAft>
                <a:spcPct val="0"/>
              </a:spcAft>
              <a:buClrTx/>
              <a:buSzTx/>
              <a:buFont typeface="IBM Plex Sans Light"/>
              <a:buNone/>
              <a:tabLst/>
            </a:pPr>
            <a:endParaRPr kumimoji="0" lang="en-US" sz="700" b="0" i="0" u="none" strike="noStrike" cap="none" normalizeH="0" baseline="0">
              <a:ln>
                <a:noFill/>
              </a:ln>
              <a:solidFill>
                <a:schemeClr val="bg1"/>
              </a:solidFill>
              <a:effectLst/>
              <a:latin typeface="+mn-lt"/>
            </a:endParaRPr>
          </a:p>
        </p:txBody>
      </p:sp>
      <p:pic>
        <p:nvPicPr>
          <p:cNvPr id="7" name="Picture 6" descr="IBM 8-bar logo">
            <a:extLst>
              <a:ext uri="{FF2B5EF4-FFF2-40B4-BE49-F238E27FC236}">
                <a16:creationId xmlns:a16="http://schemas.microsoft.com/office/drawing/2014/main" id="{B4B109D8-FCAE-74D0-0B39-85BF626C84C5}"/>
              </a:ext>
            </a:extLst>
          </p:cNvPr>
          <p:cNvPicPr>
            <a:picLocks noChangeAspect="1"/>
          </p:cNvPicPr>
          <p:nvPr userDrawn="1"/>
        </p:nvPicPr>
        <p:blipFill>
          <a:blip r:embed="rId2"/>
          <a:stretch>
            <a:fillRect/>
          </a:stretch>
        </p:blipFill>
        <p:spPr>
          <a:xfrm>
            <a:off x="11185445" y="6288882"/>
            <a:ext cx="769062" cy="286200"/>
          </a:xfrm>
          <a:prstGeom prst="rect">
            <a:avLst/>
          </a:prstGeom>
        </p:spPr>
      </p:pic>
      <p:sp>
        <p:nvSpPr>
          <p:cNvPr id="8" name="Text Placeholder 6">
            <a:extLst>
              <a:ext uri="{FF2B5EF4-FFF2-40B4-BE49-F238E27FC236}">
                <a16:creationId xmlns:a16="http://schemas.microsoft.com/office/drawing/2014/main" id="{A9FACBA3-656A-1C9D-A350-7759736DCC4B}"/>
              </a:ext>
            </a:extLst>
          </p:cNvPr>
          <p:cNvSpPr>
            <a:spLocks noGrp="1"/>
          </p:cNvSpPr>
          <p:nvPr>
            <p:ph type="body" sz="quarter" idx="12"/>
          </p:nvPr>
        </p:nvSpPr>
        <p:spPr>
          <a:xfrm>
            <a:off x="287963" y="6083300"/>
            <a:ext cx="2470906" cy="537147"/>
          </a:xfrm>
        </p:spPr>
        <p:txBody>
          <a:bodyPr anchor="b"/>
          <a:lstStyle>
            <a:lvl1pPr>
              <a:lnSpc>
                <a:spcPct val="110000"/>
              </a:lnSpc>
              <a:spcBef>
                <a:spcPts val="0"/>
              </a:spcBef>
              <a:defRPr sz="1200">
                <a:solidFill>
                  <a:schemeClr val="tx1"/>
                </a:solidFill>
              </a:defRPr>
            </a:lvl1pPr>
            <a:lvl2pPr marL="127990" indent="-127990">
              <a:lnSpc>
                <a:spcPct val="110000"/>
              </a:lnSpc>
              <a:spcBef>
                <a:spcPts val="0"/>
              </a:spcBef>
              <a:defRPr sz="1200">
                <a:solidFill>
                  <a:schemeClr val="tx1"/>
                </a:solidFill>
              </a:defRPr>
            </a:lvl2pPr>
            <a:lvl3pPr marL="255981" indent="-127990">
              <a:lnSpc>
                <a:spcPct val="110000"/>
              </a:lnSpc>
              <a:spcBef>
                <a:spcPts val="0"/>
              </a:spcBef>
              <a:defRPr sz="1200">
                <a:solidFill>
                  <a:schemeClr val="tx1"/>
                </a:solidFill>
              </a:defRPr>
            </a:lvl3pPr>
            <a:lvl4pPr marL="383971" indent="-127990">
              <a:lnSpc>
                <a:spcPct val="110000"/>
              </a:lnSpc>
              <a:spcBef>
                <a:spcPts val="0"/>
              </a:spcBef>
              <a:defRPr sz="12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5">
            <a:extLst>
              <a:ext uri="{FF2B5EF4-FFF2-40B4-BE49-F238E27FC236}">
                <a16:creationId xmlns:a16="http://schemas.microsoft.com/office/drawing/2014/main" id="{FA47F09F-F9D8-7B01-E53E-EE9451C6A6EB}"/>
              </a:ext>
            </a:extLst>
          </p:cNvPr>
          <p:cNvSpPr>
            <a:spLocks noGrp="1"/>
          </p:cNvSpPr>
          <p:nvPr>
            <p:ph type="body" sz="quarter" idx="13"/>
          </p:nvPr>
        </p:nvSpPr>
        <p:spPr>
          <a:xfrm>
            <a:off x="3335316" y="6083300"/>
            <a:ext cx="2473384" cy="538507"/>
          </a:xfrm>
        </p:spPr>
        <p:txBody>
          <a:bodyPr anchor="b"/>
          <a:lstStyle>
            <a:lvl1pPr>
              <a:lnSpc>
                <a:spcPct val="110000"/>
              </a:lnSpc>
              <a:spcBef>
                <a:spcPts val="0"/>
              </a:spcBef>
              <a:defRPr sz="1200">
                <a:solidFill>
                  <a:schemeClr val="tx1"/>
                </a:solidFill>
              </a:defRPr>
            </a:lvl1pPr>
            <a:lvl2pPr marL="127990" indent="-127990">
              <a:lnSpc>
                <a:spcPct val="110000"/>
              </a:lnSpc>
              <a:spcBef>
                <a:spcPts val="0"/>
              </a:spcBef>
              <a:defRPr sz="1200">
                <a:solidFill>
                  <a:schemeClr val="tx1"/>
                </a:solidFill>
              </a:defRPr>
            </a:lvl2pPr>
            <a:lvl3pPr marL="255981" indent="-127990">
              <a:lnSpc>
                <a:spcPct val="110000"/>
              </a:lnSpc>
              <a:spcBef>
                <a:spcPts val="0"/>
              </a:spcBef>
              <a:defRPr sz="1200">
                <a:solidFill>
                  <a:schemeClr val="tx1"/>
                </a:solidFill>
              </a:defRPr>
            </a:lvl3pPr>
            <a:lvl4pPr marL="383971" indent="-127990">
              <a:lnSpc>
                <a:spcPct val="110000"/>
              </a:lnSpc>
              <a:spcBef>
                <a:spcPts val="0"/>
              </a:spcBef>
              <a:defRPr sz="12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itle 1">
            <a:extLst>
              <a:ext uri="{FF2B5EF4-FFF2-40B4-BE49-F238E27FC236}">
                <a16:creationId xmlns:a16="http://schemas.microsoft.com/office/drawing/2014/main" id="{B8FFB679-F0FF-1DD1-8243-9D4ADEF3889F}"/>
              </a:ext>
            </a:extLst>
          </p:cNvPr>
          <p:cNvSpPr>
            <a:spLocks noGrp="1"/>
          </p:cNvSpPr>
          <p:nvPr>
            <p:ph type="title"/>
          </p:nvPr>
        </p:nvSpPr>
        <p:spPr>
          <a:xfrm>
            <a:off x="287963" y="155575"/>
            <a:ext cx="5049878" cy="3654425"/>
          </a:xfrm>
        </p:spPr>
        <p:txBody>
          <a:bodyPr/>
          <a:lstStyle>
            <a:lvl1pPr>
              <a:lnSpc>
                <a:spcPct val="100000"/>
              </a:lnSpc>
              <a:defRPr sz="4199">
                <a:solidFill>
                  <a:schemeClr val="tx2"/>
                </a:solidFill>
              </a:defRPr>
            </a:lvl1pPr>
          </a:lstStyle>
          <a:p>
            <a:r>
              <a:rPr lang="en-US"/>
              <a:t>Click to edit Master title style</a:t>
            </a:r>
          </a:p>
        </p:txBody>
      </p:sp>
    </p:spTree>
    <p:extLst>
      <p:ext uri="{BB962C8B-B14F-4D97-AF65-F5344CB8AC3E}">
        <p14:creationId xmlns:p14="http://schemas.microsoft.com/office/powerpoint/2010/main" val="3914140340"/>
      </p:ext>
    </p:extLst>
  </p:cSld>
  <p:clrMapOvr>
    <a:masterClrMapping/>
  </p:clrMapOvr>
  <p:transition spd="med"/>
</p:sldLayout>
</file>

<file path=ppt/slideLayouts/slideLayout207.xml><?xml version="1.0" encoding="utf-8"?>
<p:sldLayout xmlns:a="http://schemas.openxmlformats.org/drawingml/2006/main" xmlns:r="http://schemas.openxmlformats.org/officeDocument/2006/relationships" xmlns:p="http://schemas.openxmlformats.org/presentationml/2006/main" preserve="1" userDrawn="1">
  <p:cSld name="Cover, plain">
    <p:bg>
      <p:bgPr>
        <a:solidFill>
          <a:schemeClr val="bg1"/>
        </a:solidFill>
        <a:effectLst/>
      </p:bgPr>
    </p:bg>
    <p:spTree>
      <p:nvGrpSpPr>
        <p:cNvPr id="1" name=""/>
        <p:cNvGrpSpPr/>
        <p:nvPr/>
      </p:nvGrpSpPr>
      <p:grpSpPr>
        <a:xfrm>
          <a:off x="0" y="0"/>
          <a:ext cx="0" cy="0"/>
          <a:chOff x="0" y="0"/>
          <a:chExt cx="0" cy="0"/>
        </a:xfrm>
      </p:grpSpPr>
      <p:pic>
        <p:nvPicPr>
          <p:cNvPr id="4" name="Picture 3" descr="IBM 8-bar logo">
            <a:extLst>
              <a:ext uri="{FF2B5EF4-FFF2-40B4-BE49-F238E27FC236}">
                <a16:creationId xmlns:a16="http://schemas.microsoft.com/office/drawing/2014/main" id="{E4F73B63-FCC7-DAFC-5E97-E0D29B2DBF2C}"/>
              </a:ext>
            </a:extLst>
          </p:cNvPr>
          <p:cNvPicPr>
            <a:picLocks noChangeAspect="1"/>
          </p:cNvPicPr>
          <p:nvPr userDrawn="1"/>
        </p:nvPicPr>
        <p:blipFill>
          <a:blip r:embed="rId2"/>
          <a:stretch>
            <a:fillRect/>
          </a:stretch>
        </p:blipFill>
        <p:spPr>
          <a:xfrm>
            <a:off x="11185445" y="6288882"/>
            <a:ext cx="769062" cy="286200"/>
          </a:xfrm>
          <a:prstGeom prst="rect">
            <a:avLst/>
          </a:prstGeom>
        </p:spPr>
      </p:pic>
      <p:sp>
        <p:nvSpPr>
          <p:cNvPr id="8" name="Title 1">
            <a:extLst>
              <a:ext uri="{FF2B5EF4-FFF2-40B4-BE49-F238E27FC236}">
                <a16:creationId xmlns:a16="http://schemas.microsoft.com/office/drawing/2014/main" id="{31EEBBCD-6628-78CD-1209-20B2834A647D}"/>
              </a:ext>
            </a:extLst>
          </p:cNvPr>
          <p:cNvSpPr>
            <a:spLocks noGrp="1"/>
          </p:cNvSpPr>
          <p:nvPr>
            <p:ph type="title"/>
          </p:nvPr>
        </p:nvSpPr>
        <p:spPr>
          <a:xfrm>
            <a:off x="287963" y="155575"/>
            <a:ext cx="5049878" cy="5178425"/>
          </a:xfrm>
        </p:spPr>
        <p:txBody>
          <a:bodyPr/>
          <a:lstStyle>
            <a:lvl1pPr>
              <a:lnSpc>
                <a:spcPct val="100000"/>
              </a:lnSpc>
              <a:defRPr sz="4199">
                <a:solidFill>
                  <a:schemeClr val="tx2"/>
                </a:solidFill>
              </a:defRPr>
            </a:lvl1pPr>
          </a:lstStyle>
          <a:p>
            <a:r>
              <a:rPr lang="en-US"/>
              <a:t>Click to edit Master title style</a:t>
            </a:r>
          </a:p>
        </p:txBody>
      </p:sp>
    </p:spTree>
    <p:extLst>
      <p:ext uri="{BB962C8B-B14F-4D97-AF65-F5344CB8AC3E}">
        <p14:creationId xmlns:p14="http://schemas.microsoft.com/office/powerpoint/2010/main" val="2249545951"/>
      </p:ext>
    </p:extLst>
  </p:cSld>
  <p:clrMapOvr>
    <a:masterClrMapping/>
  </p:clrMapOvr>
  <p:transition spd="med"/>
</p:sldLayout>
</file>

<file path=ppt/slideLayouts/slideLayout208.xml><?xml version="1.0" encoding="utf-8"?>
<p:sldLayout xmlns:a="http://schemas.openxmlformats.org/drawingml/2006/main" xmlns:r="http://schemas.openxmlformats.org/officeDocument/2006/relationships" xmlns:p="http://schemas.openxmlformats.org/presentationml/2006/main" preserve="1" userDrawn="1">
  <p:cSld name="Cover, plain, label">
    <p:bg>
      <p:bgPr>
        <a:solidFill>
          <a:schemeClr val="bg1"/>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F3A2629C-3C99-5809-3D6C-46ACEB922F7C}"/>
              </a:ext>
            </a:extLst>
          </p:cNvPr>
          <p:cNvSpPr>
            <a:spLocks noGrp="1"/>
          </p:cNvSpPr>
          <p:nvPr>
            <p:ph type="body" sz="quarter" idx="10"/>
          </p:nvPr>
        </p:nvSpPr>
        <p:spPr>
          <a:xfrm>
            <a:off x="287963" y="6239574"/>
            <a:ext cx="5518504" cy="381000"/>
          </a:xfrm>
        </p:spPr>
        <p:txBody>
          <a:bodyPr anchor="b"/>
          <a:lstStyle>
            <a:lvl1pPr>
              <a:lnSpc>
                <a:spcPct val="110000"/>
              </a:lnSpc>
              <a:spcBef>
                <a:spcPts val="0"/>
              </a:spcBef>
              <a:defRPr sz="1400">
                <a:solidFill>
                  <a:schemeClr val="tx1"/>
                </a:solidFill>
              </a:defRPr>
            </a:lvl1pPr>
          </a:lstStyle>
          <a:p>
            <a:pPr lvl="0"/>
            <a:r>
              <a:rPr lang="en-US"/>
              <a:t>Click to edit Master text styles</a:t>
            </a:r>
          </a:p>
        </p:txBody>
      </p:sp>
      <p:pic>
        <p:nvPicPr>
          <p:cNvPr id="4" name="Picture 3" descr="IBM 8-bar logo">
            <a:extLst>
              <a:ext uri="{FF2B5EF4-FFF2-40B4-BE49-F238E27FC236}">
                <a16:creationId xmlns:a16="http://schemas.microsoft.com/office/drawing/2014/main" id="{81A5AEF9-6465-6773-9724-1305F8245375}"/>
              </a:ext>
            </a:extLst>
          </p:cNvPr>
          <p:cNvPicPr>
            <a:picLocks noChangeAspect="1"/>
          </p:cNvPicPr>
          <p:nvPr userDrawn="1"/>
        </p:nvPicPr>
        <p:blipFill>
          <a:blip r:embed="rId2"/>
          <a:stretch>
            <a:fillRect/>
          </a:stretch>
        </p:blipFill>
        <p:spPr>
          <a:xfrm>
            <a:off x="11185445" y="6288882"/>
            <a:ext cx="769062" cy="286200"/>
          </a:xfrm>
          <a:prstGeom prst="rect">
            <a:avLst/>
          </a:prstGeom>
        </p:spPr>
      </p:pic>
      <p:sp>
        <p:nvSpPr>
          <p:cNvPr id="10" name="Title 1">
            <a:extLst>
              <a:ext uri="{FF2B5EF4-FFF2-40B4-BE49-F238E27FC236}">
                <a16:creationId xmlns:a16="http://schemas.microsoft.com/office/drawing/2014/main" id="{D0F40089-D6C5-B905-B7FE-24BFF3580F12}"/>
              </a:ext>
            </a:extLst>
          </p:cNvPr>
          <p:cNvSpPr>
            <a:spLocks noGrp="1"/>
          </p:cNvSpPr>
          <p:nvPr>
            <p:ph type="title"/>
          </p:nvPr>
        </p:nvSpPr>
        <p:spPr>
          <a:xfrm>
            <a:off x="287963" y="155575"/>
            <a:ext cx="5049878" cy="5178425"/>
          </a:xfrm>
        </p:spPr>
        <p:txBody>
          <a:bodyPr/>
          <a:lstStyle>
            <a:lvl1pPr>
              <a:lnSpc>
                <a:spcPct val="100000"/>
              </a:lnSpc>
              <a:defRPr sz="4199">
                <a:solidFill>
                  <a:schemeClr val="tx2"/>
                </a:solidFill>
              </a:defRPr>
            </a:lvl1pPr>
          </a:lstStyle>
          <a:p>
            <a:r>
              <a:rPr lang="en-US"/>
              <a:t>Click to edit Master title style</a:t>
            </a:r>
          </a:p>
        </p:txBody>
      </p:sp>
    </p:spTree>
    <p:extLst>
      <p:ext uri="{BB962C8B-B14F-4D97-AF65-F5344CB8AC3E}">
        <p14:creationId xmlns:p14="http://schemas.microsoft.com/office/powerpoint/2010/main" val="2156776919"/>
      </p:ext>
    </p:extLst>
  </p:cSld>
  <p:clrMapOvr>
    <a:masterClrMapping/>
  </p:clrMapOvr>
  <p:transition spd="med"/>
</p:sldLayout>
</file>

<file path=ppt/slideLayouts/slideLayout209.xml><?xml version="1.0" encoding="utf-8"?>
<p:sldLayout xmlns:a="http://schemas.openxmlformats.org/drawingml/2006/main" xmlns:r="http://schemas.openxmlformats.org/officeDocument/2006/relationships" xmlns:p="http://schemas.openxmlformats.org/presentationml/2006/main" preserve="1" userDrawn="1">
  <p:cSld name="Cover, imagery, half ">
    <p:bg>
      <p:bgPr>
        <a:solidFill>
          <a:schemeClr val="bg1"/>
        </a:solidFill>
        <a:effectLst/>
      </p:bgPr>
    </p:bg>
    <p:spTree>
      <p:nvGrpSpPr>
        <p:cNvPr id="1" name=""/>
        <p:cNvGrpSpPr/>
        <p:nvPr/>
      </p:nvGrpSpPr>
      <p:grpSpPr>
        <a:xfrm>
          <a:off x="0" y="0"/>
          <a:ext cx="0" cy="0"/>
          <a:chOff x="0" y="0"/>
          <a:chExt cx="0" cy="0"/>
        </a:xfrm>
      </p:grpSpPr>
      <p:sp>
        <p:nvSpPr>
          <p:cNvPr id="7" name="Picture Placeholder 6" descr="Place imagery here">
            <a:extLst>
              <a:ext uri="{FF2B5EF4-FFF2-40B4-BE49-F238E27FC236}">
                <a16:creationId xmlns:a16="http://schemas.microsoft.com/office/drawing/2014/main" id="{9CD5B627-E439-376E-A00C-87BAFF059FD8}"/>
              </a:ext>
            </a:extLst>
          </p:cNvPr>
          <p:cNvSpPr>
            <a:spLocks noGrp="1"/>
          </p:cNvSpPr>
          <p:nvPr>
            <p:ph type="pic" sz="quarter" idx="12" hasCustomPrompt="1"/>
          </p:nvPr>
        </p:nvSpPr>
        <p:spPr>
          <a:xfrm>
            <a:off x="6380919" y="285750"/>
            <a:ext cx="5520847" cy="6289332"/>
          </a:xfrm>
          <a:solidFill>
            <a:srgbClr val="E0E0E0"/>
          </a:solidFill>
        </p:spPr>
        <p:txBody>
          <a:bodyPr anchor="ctr"/>
          <a:lstStyle>
            <a:lvl1pPr algn="ctr">
              <a:defRPr>
                <a:solidFill>
                  <a:schemeClr val="accent5"/>
                </a:solidFill>
              </a:defRPr>
            </a:lvl1pPr>
          </a:lstStyle>
          <a:p>
            <a:r>
              <a:rPr lang="en-US"/>
              <a:t>Place imagery here</a:t>
            </a:r>
          </a:p>
        </p:txBody>
      </p:sp>
      <p:pic>
        <p:nvPicPr>
          <p:cNvPr id="3" name="Picture 2" descr="IBM 8-bar logo">
            <a:extLst>
              <a:ext uri="{FF2B5EF4-FFF2-40B4-BE49-F238E27FC236}">
                <a16:creationId xmlns:a16="http://schemas.microsoft.com/office/drawing/2014/main" id="{5C99EA1F-50F2-8D44-9784-4C9D55555354}"/>
              </a:ext>
            </a:extLst>
          </p:cNvPr>
          <p:cNvPicPr>
            <a:picLocks noChangeAspect="1"/>
          </p:cNvPicPr>
          <p:nvPr userDrawn="1"/>
        </p:nvPicPr>
        <p:blipFill>
          <a:blip r:embed="rId2"/>
          <a:stretch>
            <a:fillRect/>
          </a:stretch>
        </p:blipFill>
        <p:spPr>
          <a:xfrm>
            <a:off x="290006" y="6288882"/>
            <a:ext cx="769062" cy="286200"/>
          </a:xfrm>
          <a:prstGeom prst="rect">
            <a:avLst/>
          </a:prstGeom>
        </p:spPr>
      </p:pic>
      <p:sp>
        <p:nvSpPr>
          <p:cNvPr id="6" name="Title 1">
            <a:extLst>
              <a:ext uri="{FF2B5EF4-FFF2-40B4-BE49-F238E27FC236}">
                <a16:creationId xmlns:a16="http://schemas.microsoft.com/office/drawing/2014/main" id="{EC22CE22-4A72-C394-2534-3F9CEE594205}"/>
              </a:ext>
            </a:extLst>
          </p:cNvPr>
          <p:cNvSpPr>
            <a:spLocks noGrp="1"/>
          </p:cNvSpPr>
          <p:nvPr>
            <p:ph type="title"/>
          </p:nvPr>
        </p:nvSpPr>
        <p:spPr>
          <a:xfrm>
            <a:off x="287963" y="155575"/>
            <a:ext cx="5049878" cy="5178425"/>
          </a:xfrm>
        </p:spPr>
        <p:txBody>
          <a:bodyPr/>
          <a:lstStyle>
            <a:lvl1pPr>
              <a:lnSpc>
                <a:spcPct val="100000"/>
              </a:lnSpc>
              <a:defRPr sz="4199">
                <a:solidFill>
                  <a:schemeClr val="tx2"/>
                </a:solidFill>
              </a:defRPr>
            </a:lvl1pPr>
          </a:lstStyle>
          <a:p>
            <a:r>
              <a:rPr lang="en-US"/>
              <a:t>Click to edit Master title style</a:t>
            </a:r>
          </a:p>
        </p:txBody>
      </p:sp>
    </p:spTree>
    <p:extLst>
      <p:ext uri="{BB962C8B-B14F-4D97-AF65-F5344CB8AC3E}">
        <p14:creationId xmlns:p14="http://schemas.microsoft.com/office/powerpoint/2010/main" val="711886579"/>
      </p:ext>
    </p:extLst>
  </p:cSld>
  <p:clrMapOvr>
    <a:masterClrMapping/>
  </p:clrMapOvr>
  <p:transition spd="med"/>
</p:sldLayout>
</file>

<file path=ppt/slideLayouts/slideLayout210.xml><?xml version="1.0" encoding="utf-8"?>
<p:sldLayout xmlns:a="http://schemas.openxmlformats.org/drawingml/2006/main" xmlns:r="http://schemas.openxmlformats.org/officeDocument/2006/relationships" xmlns:p="http://schemas.openxmlformats.org/presentationml/2006/main" preserve="1" userDrawn="1">
  <p:cSld name="Cover, imagery, half, label">
    <p:bg>
      <p:bgPr>
        <a:solidFill>
          <a:schemeClr val="bg1"/>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276E74B7-8F2A-46A5-97C4-76677246CFAF}"/>
              </a:ext>
            </a:extLst>
          </p:cNvPr>
          <p:cNvSpPr>
            <a:spLocks noGrp="1"/>
          </p:cNvSpPr>
          <p:nvPr>
            <p:ph type="body" sz="quarter" idx="11"/>
          </p:nvPr>
        </p:nvSpPr>
        <p:spPr>
          <a:xfrm>
            <a:off x="287963" y="288036"/>
            <a:ext cx="5049180" cy="285750"/>
          </a:xfrm>
        </p:spPr>
        <p:txBody>
          <a:bodyPr/>
          <a:lstStyle>
            <a:lvl1pPr>
              <a:spcBef>
                <a:spcPts val="0"/>
              </a:spcBef>
              <a:defRPr sz="1400">
                <a:solidFill>
                  <a:schemeClr val="tx2"/>
                </a:solidFill>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Click to edit Master text styles</a:t>
            </a:r>
          </a:p>
        </p:txBody>
      </p:sp>
      <p:sp>
        <p:nvSpPr>
          <p:cNvPr id="2" name="Title 1">
            <a:extLst>
              <a:ext uri="{FF2B5EF4-FFF2-40B4-BE49-F238E27FC236}">
                <a16:creationId xmlns:a16="http://schemas.microsoft.com/office/drawing/2014/main" id="{413A412C-EE28-6248-612D-41BAAD7F005C}"/>
              </a:ext>
            </a:extLst>
          </p:cNvPr>
          <p:cNvSpPr>
            <a:spLocks noGrp="1"/>
          </p:cNvSpPr>
          <p:nvPr>
            <p:ph type="title"/>
          </p:nvPr>
        </p:nvSpPr>
        <p:spPr>
          <a:xfrm>
            <a:off x="287963" y="756000"/>
            <a:ext cx="5049180" cy="4573588"/>
          </a:xfrm>
        </p:spPr>
        <p:txBody>
          <a:bodyPr/>
          <a:lstStyle>
            <a:lvl1pPr>
              <a:lnSpc>
                <a:spcPct val="100000"/>
              </a:lnSpc>
              <a:defRPr sz="4199">
                <a:solidFill>
                  <a:schemeClr val="tx2"/>
                </a:solidFill>
              </a:defRPr>
            </a:lvl1pPr>
          </a:lstStyle>
          <a:p>
            <a:r>
              <a:rPr lang="en-US"/>
              <a:t>Click to edit Master title style</a:t>
            </a:r>
          </a:p>
        </p:txBody>
      </p:sp>
      <p:pic>
        <p:nvPicPr>
          <p:cNvPr id="3" name="Picture 2" descr="IBM 8-bar logo">
            <a:extLst>
              <a:ext uri="{FF2B5EF4-FFF2-40B4-BE49-F238E27FC236}">
                <a16:creationId xmlns:a16="http://schemas.microsoft.com/office/drawing/2014/main" id="{0A3BE97F-BB78-DA67-3A9B-B2FBFA0DFC6D}"/>
              </a:ext>
            </a:extLst>
          </p:cNvPr>
          <p:cNvPicPr>
            <a:picLocks noChangeAspect="1"/>
          </p:cNvPicPr>
          <p:nvPr userDrawn="1"/>
        </p:nvPicPr>
        <p:blipFill>
          <a:blip r:embed="rId2"/>
          <a:stretch>
            <a:fillRect/>
          </a:stretch>
        </p:blipFill>
        <p:spPr>
          <a:xfrm>
            <a:off x="290006" y="6288882"/>
            <a:ext cx="769062" cy="286200"/>
          </a:xfrm>
          <a:prstGeom prst="rect">
            <a:avLst/>
          </a:prstGeom>
        </p:spPr>
      </p:pic>
      <p:sp>
        <p:nvSpPr>
          <p:cNvPr id="6" name="Picture Placeholder 6" descr="Place imagery here">
            <a:extLst>
              <a:ext uri="{FF2B5EF4-FFF2-40B4-BE49-F238E27FC236}">
                <a16:creationId xmlns:a16="http://schemas.microsoft.com/office/drawing/2014/main" id="{54AE768F-E6B1-F789-5E61-E59B3DBA779A}"/>
              </a:ext>
            </a:extLst>
          </p:cNvPr>
          <p:cNvSpPr>
            <a:spLocks noGrp="1"/>
          </p:cNvSpPr>
          <p:nvPr>
            <p:ph type="pic" sz="quarter" idx="12" hasCustomPrompt="1"/>
          </p:nvPr>
        </p:nvSpPr>
        <p:spPr>
          <a:xfrm>
            <a:off x="6380919" y="284957"/>
            <a:ext cx="5520847" cy="6290125"/>
          </a:xfrm>
          <a:solidFill>
            <a:srgbClr val="E0E0E0"/>
          </a:solidFill>
        </p:spPr>
        <p:txBody>
          <a:bodyPr anchor="ctr"/>
          <a:lstStyle>
            <a:lvl1pPr algn="ctr">
              <a:defRPr>
                <a:solidFill>
                  <a:schemeClr val="accent5"/>
                </a:solidFill>
              </a:defRPr>
            </a:lvl1pPr>
          </a:lstStyle>
          <a:p>
            <a:r>
              <a:rPr lang="en-US"/>
              <a:t>Place imagery here</a:t>
            </a:r>
          </a:p>
        </p:txBody>
      </p:sp>
    </p:spTree>
    <p:extLst>
      <p:ext uri="{BB962C8B-B14F-4D97-AF65-F5344CB8AC3E}">
        <p14:creationId xmlns:p14="http://schemas.microsoft.com/office/powerpoint/2010/main" val="1778954758"/>
      </p:ext>
    </p:extLst>
  </p:cSld>
  <p:clrMapOvr>
    <a:masterClrMapping/>
  </p:clrMapOvr>
  <p:transition spd="med"/>
</p:sldLayout>
</file>

<file path=ppt/slideLayouts/slideLayout211.xml><?xml version="1.0" encoding="utf-8"?>
<p:sldLayout xmlns:a="http://schemas.openxmlformats.org/drawingml/2006/main" xmlns:r="http://schemas.openxmlformats.org/officeDocument/2006/relationships" xmlns:p="http://schemas.openxmlformats.org/presentationml/2006/main" preserve="1" userDrawn="1">
  <p:cSld name="Content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287963" y="192024"/>
            <a:ext cx="2470717" cy="2105025"/>
          </a:xfrm>
        </p:spPr>
        <p:txBody>
          <a:bodyPr/>
          <a:lstStyle>
            <a:lvl1pPr>
              <a:lnSpc>
                <a:spcPct val="100000"/>
              </a:lnSpc>
              <a:defRPr sz="3399">
                <a:solidFill>
                  <a:schemeClr val="tx2"/>
                </a:solidFill>
              </a:defRPr>
            </a:lvl1pPr>
          </a:lstStyle>
          <a:p>
            <a:r>
              <a:rPr lang="en-US"/>
              <a:t>Click to edit Master title style</a:t>
            </a:r>
          </a:p>
        </p:txBody>
      </p:sp>
      <p:sp>
        <p:nvSpPr>
          <p:cNvPr id="7" name="Text Placeholder 6">
            <a:extLst>
              <a:ext uri="{FF2B5EF4-FFF2-40B4-BE49-F238E27FC236}">
                <a16:creationId xmlns:a16="http://schemas.microsoft.com/office/drawing/2014/main" id="{675443B4-0187-FC99-0FDE-8EB191B6CEF4}"/>
              </a:ext>
            </a:extLst>
          </p:cNvPr>
          <p:cNvSpPr>
            <a:spLocks noGrp="1"/>
          </p:cNvSpPr>
          <p:nvPr>
            <p:ph type="body" sz="quarter" idx="10"/>
          </p:nvPr>
        </p:nvSpPr>
        <p:spPr>
          <a:xfrm>
            <a:off x="6382506" y="287338"/>
            <a:ext cx="2476178" cy="5808659"/>
          </a:xfrm>
        </p:spPr>
        <p:txBody>
          <a:bodyPr/>
          <a:lstStyle>
            <a:lvl1pPr defTabSz="580528">
              <a:spcBef>
                <a:spcPts val="0"/>
              </a:spcBef>
              <a:defRPr>
                <a:solidFill>
                  <a:schemeClr val="tx1"/>
                </a:solidFill>
              </a:defRPr>
            </a:lvl1pPr>
            <a:lvl2pPr defTabSz="580528">
              <a:spcBef>
                <a:spcPts val="0"/>
              </a:spcBef>
              <a:defRPr>
                <a:solidFill>
                  <a:schemeClr val="tx1"/>
                </a:solidFill>
              </a:defRPr>
            </a:lvl2pPr>
            <a:lvl3pPr defTabSz="580528">
              <a:spcBef>
                <a:spcPts val="0"/>
              </a:spcBef>
              <a:defRPr>
                <a:solidFill>
                  <a:schemeClr val="tx1"/>
                </a:solidFill>
              </a:defRPr>
            </a:lvl3pPr>
            <a:lvl4pPr defTabSz="580528">
              <a:spcBef>
                <a:spcPts val="0"/>
              </a:spcBef>
              <a:defRPr>
                <a:solidFill>
                  <a:schemeClr val="tx1"/>
                </a:solidFill>
              </a:defRPr>
            </a:lvl4pPr>
            <a:lvl5pPr defTabSz="58052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9">
            <a:extLst>
              <a:ext uri="{FF2B5EF4-FFF2-40B4-BE49-F238E27FC236}">
                <a16:creationId xmlns:a16="http://schemas.microsoft.com/office/drawing/2014/main" id="{5A647AD3-098B-D1AB-C8D8-463E38402F94}"/>
              </a:ext>
            </a:extLst>
          </p:cNvPr>
          <p:cNvSpPr>
            <a:spLocks noGrp="1"/>
          </p:cNvSpPr>
          <p:nvPr>
            <p:ph type="body" sz="quarter" idx="11"/>
          </p:nvPr>
        </p:nvSpPr>
        <p:spPr>
          <a:xfrm>
            <a:off x="9430110" y="287337"/>
            <a:ext cx="2470622" cy="5810250"/>
          </a:xfrm>
        </p:spPr>
        <p:txBody>
          <a:bodyPr/>
          <a:lstStyle>
            <a:lvl1pPr defTabSz="580528">
              <a:spcBef>
                <a:spcPts val="0"/>
              </a:spcBef>
              <a:defRPr>
                <a:solidFill>
                  <a:schemeClr val="tx1"/>
                </a:solidFill>
              </a:defRPr>
            </a:lvl1pPr>
            <a:lvl2pPr defTabSz="580528">
              <a:spcBef>
                <a:spcPts val="0"/>
              </a:spcBef>
              <a:defRPr>
                <a:solidFill>
                  <a:schemeClr val="tx1"/>
                </a:solidFill>
              </a:defRPr>
            </a:lvl2pPr>
            <a:lvl3pPr defTabSz="580528">
              <a:spcBef>
                <a:spcPts val="0"/>
              </a:spcBef>
              <a:defRPr>
                <a:solidFill>
                  <a:schemeClr val="tx1"/>
                </a:solidFill>
              </a:defRPr>
            </a:lvl3pPr>
            <a:lvl4pPr defTabSz="580528">
              <a:spcBef>
                <a:spcPts val="0"/>
              </a:spcBef>
              <a:defRPr>
                <a:solidFill>
                  <a:schemeClr val="tx1"/>
                </a:solidFill>
              </a:defRPr>
            </a:lvl4pPr>
            <a:lvl5pPr defTabSz="58052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Footer Placeholder 3">
            <a:extLst>
              <a:ext uri="{FF2B5EF4-FFF2-40B4-BE49-F238E27FC236}">
                <a16:creationId xmlns:a16="http://schemas.microsoft.com/office/drawing/2014/main" id="{028AA764-A00C-AFFF-7F3F-49A733DCD474}"/>
              </a:ext>
            </a:extLst>
          </p:cNvPr>
          <p:cNvSpPr>
            <a:spLocks noGrp="1"/>
          </p:cNvSpPr>
          <p:nvPr>
            <p:ph type="ftr" sz="quarter" idx="18"/>
          </p:nvPr>
        </p:nvSpPr>
        <p:spPr>
          <a:xfrm>
            <a:off x="287963" y="6408000"/>
            <a:ext cx="2477765" cy="190500"/>
          </a:xfrm>
        </p:spPr>
        <p:txBody>
          <a:bodyPr/>
          <a:lstStyle/>
          <a:p>
            <a:endParaRPr lang="en-US"/>
          </a:p>
        </p:txBody>
      </p:sp>
      <p:sp>
        <p:nvSpPr>
          <p:cNvPr id="4" name="Slide Number">
            <a:extLst>
              <a:ext uri="{FF2B5EF4-FFF2-40B4-BE49-F238E27FC236}">
                <a16:creationId xmlns:a16="http://schemas.microsoft.com/office/drawing/2014/main" id="{D5D1D2A7-CF30-5698-14FC-F71CB82D5BCC}"/>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456117113"/>
      </p:ext>
    </p:extLst>
  </p:cSld>
  <p:clrMapOvr>
    <a:masterClrMapping/>
  </p:clrMapOvr>
  <p:transition spd="med"/>
</p:sldLayout>
</file>

<file path=ppt/slideLayouts/slideLayout212.xml><?xml version="1.0" encoding="utf-8"?>
<p:sldLayout xmlns:a="http://schemas.openxmlformats.org/drawingml/2006/main" xmlns:r="http://schemas.openxmlformats.org/officeDocument/2006/relationships" xmlns:p="http://schemas.openxmlformats.org/presentationml/2006/main" preserve="1" userDrawn="1">
  <p:cSld name="Section divid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287963" y="192024"/>
            <a:ext cx="5517527" cy="1331913"/>
          </a:xfrm>
        </p:spPr>
        <p:txBody>
          <a:bodyPr rIns="457200"/>
          <a:lstStyle>
            <a:lvl1pPr>
              <a:lnSpc>
                <a:spcPct val="100000"/>
              </a:lnSpc>
              <a:defRPr sz="3399">
                <a:solidFill>
                  <a:schemeClr val="tx2"/>
                </a:solidFill>
              </a:defRPr>
            </a:lvl1pPr>
          </a:lstStyle>
          <a:p>
            <a:r>
              <a:rPr lang="en-US"/>
              <a:t>Click to edit Master title style</a:t>
            </a:r>
          </a:p>
        </p:txBody>
      </p:sp>
      <p:sp>
        <p:nvSpPr>
          <p:cNvPr id="3" name="Footer Placeholder 3">
            <a:extLst>
              <a:ext uri="{FF2B5EF4-FFF2-40B4-BE49-F238E27FC236}">
                <a16:creationId xmlns:a16="http://schemas.microsoft.com/office/drawing/2014/main" id="{42F412B5-726F-373A-86F7-2FBA60F14014}"/>
              </a:ext>
            </a:extLst>
          </p:cNvPr>
          <p:cNvSpPr>
            <a:spLocks noGrp="1"/>
          </p:cNvSpPr>
          <p:nvPr>
            <p:ph type="ftr" sz="quarter" idx="18"/>
          </p:nvPr>
        </p:nvSpPr>
        <p:spPr>
          <a:xfrm>
            <a:off x="287963" y="6408000"/>
            <a:ext cx="2477765" cy="190500"/>
          </a:xfrm>
        </p:spPr>
        <p:txBody>
          <a:bodyPr/>
          <a:lstStyle/>
          <a:p>
            <a:endParaRPr lang="en-US"/>
          </a:p>
        </p:txBody>
      </p:sp>
      <p:sp>
        <p:nvSpPr>
          <p:cNvPr id="6" name="Slide Number">
            <a:extLst>
              <a:ext uri="{FF2B5EF4-FFF2-40B4-BE49-F238E27FC236}">
                <a16:creationId xmlns:a16="http://schemas.microsoft.com/office/drawing/2014/main" id="{6E2B1415-A9D9-645B-4DF0-7D16976DF727}"/>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88399227"/>
      </p:ext>
    </p:extLst>
  </p:cSld>
  <p:clrMapOvr>
    <a:masterClrMapping/>
  </p:clrMapOvr>
  <p:transition spd="med"/>
</p:sldLayout>
</file>

<file path=ppt/slideLayouts/slideLayout213.xml><?xml version="1.0" encoding="utf-8"?>
<p:sldLayout xmlns:a="http://schemas.openxmlformats.org/drawingml/2006/main" xmlns:r="http://schemas.openxmlformats.org/officeDocument/2006/relationships" xmlns:p="http://schemas.openxmlformats.org/presentationml/2006/main" preserve="1" userDrawn="1">
  <p:cSld name="Large tex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C7EC0-4BFB-A603-5703-0D692C62692D}"/>
              </a:ext>
            </a:extLst>
          </p:cNvPr>
          <p:cNvSpPr>
            <a:spLocks noGrp="1"/>
          </p:cNvSpPr>
          <p:nvPr>
            <p:ph type="title"/>
          </p:nvPr>
        </p:nvSpPr>
        <p:spPr>
          <a:xfrm>
            <a:off x="287963" y="154800"/>
            <a:ext cx="8569797" cy="4416425"/>
          </a:xfrm>
        </p:spPr>
        <p:txBody>
          <a:bodyPr/>
          <a:lstStyle>
            <a:lvl1pPr>
              <a:defRPr sz="8398" b="0" i="0">
                <a:solidFill>
                  <a:schemeClr val="tx2"/>
                </a:solidFill>
                <a:latin typeface="IBM Plex Sans ExtLt" panose="020B0303050203000203" pitchFamily="34" charset="0"/>
              </a:defRPr>
            </a:lvl1pPr>
          </a:lstStyle>
          <a:p>
            <a:r>
              <a:rPr lang="en-US"/>
              <a:t>Click to edit Master title style</a:t>
            </a:r>
          </a:p>
        </p:txBody>
      </p:sp>
      <p:sp>
        <p:nvSpPr>
          <p:cNvPr id="3" name="Footer Placeholder 3">
            <a:extLst>
              <a:ext uri="{FF2B5EF4-FFF2-40B4-BE49-F238E27FC236}">
                <a16:creationId xmlns:a16="http://schemas.microsoft.com/office/drawing/2014/main" id="{B98A3D4B-A3E1-0D38-F80E-1D86FCFA4DAE}"/>
              </a:ext>
            </a:extLst>
          </p:cNvPr>
          <p:cNvSpPr>
            <a:spLocks noGrp="1"/>
          </p:cNvSpPr>
          <p:nvPr>
            <p:ph type="ftr" sz="quarter" idx="18"/>
          </p:nvPr>
        </p:nvSpPr>
        <p:spPr>
          <a:xfrm>
            <a:off x="287963" y="6408000"/>
            <a:ext cx="2477765" cy="190500"/>
          </a:xfrm>
        </p:spPr>
        <p:txBody>
          <a:bodyPr/>
          <a:lstStyle/>
          <a:p>
            <a:endParaRPr lang="en-US"/>
          </a:p>
        </p:txBody>
      </p:sp>
      <p:sp>
        <p:nvSpPr>
          <p:cNvPr id="6" name="Slide Number">
            <a:extLst>
              <a:ext uri="{FF2B5EF4-FFF2-40B4-BE49-F238E27FC236}">
                <a16:creationId xmlns:a16="http://schemas.microsoft.com/office/drawing/2014/main" id="{3CF46425-C9F2-46CE-AAEE-89D8A19E0F2E}"/>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854045511"/>
      </p:ext>
    </p:extLst>
  </p:cSld>
  <p:clrMapOvr>
    <a:masterClrMapping/>
  </p:clrMapOvr>
  <p:transition spd="med"/>
</p:sldLayout>
</file>

<file path=ppt/slideLayouts/slideLayout214.xml><?xml version="1.0" encoding="utf-8"?>
<p:sldLayout xmlns:a="http://schemas.openxmlformats.org/drawingml/2006/main" xmlns:r="http://schemas.openxmlformats.org/officeDocument/2006/relationships" xmlns:p="http://schemas.openxmlformats.org/presentationml/2006/main" preserve="1" userDrawn="1">
  <p:cSld name="Callout, headlin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287963" y="192024"/>
            <a:ext cx="4953942" cy="2104835"/>
          </a:xfrm>
        </p:spPr>
        <p:txBody>
          <a:bodyPr/>
          <a:lstStyle>
            <a:lvl1pPr>
              <a:lnSpc>
                <a:spcPct val="100000"/>
              </a:lnSpc>
              <a:defRPr sz="3399">
                <a:solidFill>
                  <a:schemeClr val="tx2"/>
                </a:solidFill>
              </a:defRPr>
            </a:lvl1pPr>
          </a:lstStyle>
          <a:p>
            <a:r>
              <a:rPr lang="en-US"/>
              <a:t>Click to edit Master title style</a:t>
            </a:r>
          </a:p>
        </p:txBody>
      </p:sp>
      <p:sp>
        <p:nvSpPr>
          <p:cNvPr id="4" name="Text Placeholder 3">
            <a:extLst>
              <a:ext uri="{FF2B5EF4-FFF2-40B4-BE49-F238E27FC236}">
                <a16:creationId xmlns:a16="http://schemas.microsoft.com/office/drawing/2014/main" id="{0354631A-4ED7-F527-1CBC-9AF7BE2CB676}"/>
              </a:ext>
            </a:extLst>
          </p:cNvPr>
          <p:cNvSpPr>
            <a:spLocks noGrp="1"/>
          </p:cNvSpPr>
          <p:nvPr>
            <p:ph type="body" sz="quarter" idx="10"/>
          </p:nvPr>
        </p:nvSpPr>
        <p:spPr>
          <a:xfrm>
            <a:off x="6389168" y="192024"/>
            <a:ext cx="5520318" cy="4389247"/>
          </a:xfrm>
        </p:spPr>
        <p:txBody>
          <a:bodyPr/>
          <a:lstStyle>
            <a:lvl1pPr>
              <a:lnSpc>
                <a:spcPct val="100000"/>
              </a:lnSpc>
              <a:spcBef>
                <a:spcPts val="0"/>
              </a:spcBef>
              <a:defRPr sz="3399">
                <a:solidFill>
                  <a:schemeClr val="tx2"/>
                </a:solidFill>
              </a:defRPr>
            </a:lvl1pPr>
            <a:lvl2pPr marL="292549" indent="-292549">
              <a:lnSpc>
                <a:spcPct val="100000"/>
              </a:lnSpc>
              <a:spcBef>
                <a:spcPts val="0"/>
              </a:spcBef>
              <a:defRPr sz="3399">
                <a:solidFill>
                  <a:schemeClr val="tx2"/>
                </a:solidFill>
              </a:defRPr>
            </a:lvl2pPr>
            <a:lvl3pPr marL="548530" indent="-292549">
              <a:lnSpc>
                <a:spcPct val="100000"/>
              </a:lnSpc>
              <a:spcBef>
                <a:spcPts val="0"/>
              </a:spcBef>
              <a:defRPr sz="3399">
                <a:solidFill>
                  <a:schemeClr val="tx2"/>
                </a:solidFill>
              </a:defRPr>
            </a:lvl3pPr>
            <a:lvl4pPr marL="877648">
              <a:lnSpc>
                <a:spcPct val="100000"/>
              </a:lnSpc>
              <a:spcBef>
                <a:spcPts val="0"/>
              </a:spcBef>
              <a:defRPr sz="3399">
                <a:solidFill>
                  <a:schemeClr val="tx2"/>
                </a:solidFill>
              </a:defRPr>
            </a:lvl4pPr>
            <a:lvl5pPr>
              <a:lnSpc>
                <a:spcPct val="100000"/>
              </a:lnSpc>
              <a:spcBef>
                <a:spcPts val="0"/>
              </a:spcBef>
              <a:defRPr sz="3199"/>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20FC8337-4A61-6950-CEE5-DDB270D10746}"/>
              </a:ext>
            </a:extLst>
          </p:cNvPr>
          <p:cNvSpPr>
            <a:spLocks noGrp="1"/>
          </p:cNvSpPr>
          <p:nvPr>
            <p:ph type="ftr" sz="quarter" idx="18"/>
          </p:nvPr>
        </p:nvSpPr>
        <p:spPr>
          <a:xfrm>
            <a:off x="287963" y="6408000"/>
            <a:ext cx="2477765" cy="190500"/>
          </a:xfrm>
        </p:spPr>
        <p:txBody>
          <a:bodyPr/>
          <a:lstStyle/>
          <a:p>
            <a:endParaRPr lang="en-US"/>
          </a:p>
        </p:txBody>
      </p:sp>
      <p:sp>
        <p:nvSpPr>
          <p:cNvPr id="7" name="Slide Number">
            <a:extLst>
              <a:ext uri="{FF2B5EF4-FFF2-40B4-BE49-F238E27FC236}">
                <a16:creationId xmlns:a16="http://schemas.microsoft.com/office/drawing/2014/main" id="{F8F57643-D39B-662E-5D14-6D9BFA200F39}"/>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4248098889"/>
      </p:ext>
    </p:extLst>
  </p:cSld>
  <p:clrMapOvr>
    <a:masterClrMapping/>
  </p:clrMapOvr>
  <p:transition spd="med"/>
</p:sldLayout>
</file>

<file path=ppt/slideLayouts/slideLayout215.xml><?xml version="1.0" encoding="utf-8"?>
<p:sldLayout xmlns:a="http://schemas.openxmlformats.org/drawingml/2006/main" xmlns:r="http://schemas.openxmlformats.org/officeDocument/2006/relationships" xmlns:p="http://schemas.openxmlformats.org/presentationml/2006/main" preserve="1" userDrawn="1">
  <p:cSld name="Callout, stand-alone">
    <p:bg>
      <p:bgPr>
        <a:solidFill>
          <a:schemeClr val="bg1"/>
        </a:solidFill>
        <a:effectLst/>
      </p:bgPr>
    </p:bg>
    <p:spTree>
      <p:nvGrpSpPr>
        <p:cNvPr id="1" name=""/>
        <p:cNvGrpSpPr/>
        <p:nvPr/>
      </p:nvGrpSpPr>
      <p:grpSpPr>
        <a:xfrm>
          <a:off x="0" y="0"/>
          <a:ext cx="0" cy="0"/>
          <a:chOff x="0" y="0"/>
          <a:chExt cx="0" cy="0"/>
        </a:xfrm>
      </p:grpSpPr>
      <p:sp>
        <p:nvSpPr>
          <p:cNvPr id="3" name="Footer Placeholder 3">
            <a:extLst>
              <a:ext uri="{FF2B5EF4-FFF2-40B4-BE49-F238E27FC236}">
                <a16:creationId xmlns:a16="http://schemas.microsoft.com/office/drawing/2014/main" id="{949EB6B2-A4A6-F162-D0FE-417694FC70FD}"/>
              </a:ext>
            </a:extLst>
          </p:cNvPr>
          <p:cNvSpPr>
            <a:spLocks noGrp="1"/>
          </p:cNvSpPr>
          <p:nvPr>
            <p:ph type="ftr" sz="quarter" idx="18"/>
          </p:nvPr>
        </p:nvSpPr>
        <p:spPr>
          <a:xfrm>
            <a:off x="287963" y="6408000"/>
            <a:ext cx="2471416" cy="190500"/>
          </a:xfrm>
        </p:spPr>
        <p:txBody>
          <a:bodyPr/>
          <a:lstStyle/>
          <a:p>
            <a:endParaRPr lang="en-US"/>
          </a:p>
        </p:txBody>
      </p:sp>
      <p:sp>
        <p:nvSpPr>
          <p:cNvPr id="6" name="Slide Number">
            <a:extLst>
              <a:ext uri="{FF2B5EF4-FFF2-40B4-BE49-F238E27FC236}">
                <a16:creationId xmlns:a16="http://schemas.microsoft.com/office/drawing/2014/main" id="{4DAC6A96-E5C9-E8BD-2383-926167440939}"/>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9" name="Text Placeholder 8">
            <a:extLst>
              <a:ext uri="{FF2B5EF4-FFF2-40B4-BE49-F238E27FC236}">
                <a16:creationId xmlns:a16="http://schemas.microsoft.com/office/drawing/2014/main" id="{E0CC16BE-B09A-0C84-8A0B-5FE3F85FB19B}"/>
              </a:ext>
            </a:extLst>
          </p:cNvPr>
          <p:cNvSpPr>
            <a:spLocks noGrp="1"/>
          </p:cNvSpPr>
          <p:nvPr>
            <p:ph type="body" sz="quarter" idx="19"/>
          </p:nvPr>
        </p:nvSpPr>
        <p:spPr>
          <a:xfrm>
            <a:off x="287963" y="154800"/>
            <a:ext cx="7323771" cy="5178133"/>
          </a:xfrm>
        </p:spPr>
        <p:txBody>
          <a:bodyPr/>
          <a:lstStyle>
            <a:lvl1pPr>
              <a:lnSpc>
                <a:spcPct val="100000"/>
              </a:lnSpc>
              <a:defRPr sz="4199"/>
            </a:lvl1pPr>
          </a:lstStyle>
          <a:p>
            <a:pPr lvl="0"/>
            <a:r>
              <a:rPr lang="en-US"/>
              <a:t>Click to edit Master text styles</a:t>
            </a:r>
          </a:p>
        </p:txBody>
      </p:sp>
    </p:spTree>
    <p:extLst>
      <p:ext uri="{BB962C8B-B14F-4D97-AF65-F5344CB8AC3E}">
        <p14:creationId xmlns:p14="http://schemas.microsoft.com/office/powerpoint/2010/main" val="2835922688"/>
      </p:ext>
    </p:extLst>
  </p:cSld>
  <p:clrMapOvr>
    <a:masterClrMapping/>
  </p:clrMapOvr>
  <p:transition spd="med"/>
</p:sldLayout>
</file>

<file path=ppt/slideLayouts/slideLayout216.xml><?xml version="1.0" encoding="utf-8"?>
<p:sldLayout xmlns:a="http://schemas.openxmlformats.org/drawingml/2006/main" xmlns:r="http://schemas.openxmlformats.org/officeDocument/2006/relationships" xmlns:p="http://schemas.openxmlformats.org/presentationml/2006/main" preserve="1" userDrawn="1">
  <p:cSld name="Data, 2 callouts, vertical">
    <p:bg>
      <p:bgPr>
        <a:solidFill>
          <a:schemeClr val="bg1"/>
        </a:solidFill>
        <a:effectLst/>
      </p:bgPr>
    </p:bg>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D5E03B0-C633-E81D-0D42-3FCCAFD64B0F}"/>
              </a:ext>
            </a:extLst>
          </p:cNvPr>
          <p:cNvSpPr>
            <a:spLocks noGrp="1"/>
          </p:cNvSpPr>
          <p:nvPr>
            <p:ph type="body" sz="quarter" idx="12"/>
          </p:nvPr>
        </p:nvSpPr>
        <p:spPr>
          <a:xfrm>
            <a:off x="287963" y="288036"/>
            <a:ext cx="3811091" cy="3521964"/>
          </a:xfrm>
        </p:spPr>
        <p:txBody>
          <a:bodyPr/>
          <a:lstStyle>
            <a:lvl1pPr>
              <a:lnSpc>
                <a:spcPct val="100000"/>
              </a:lnSpc>
              <a:spcBef>
                <a:spcPts val="0"/>
              </a:spcBef>
              <a:defRPr sz="2100">
                <a:solidFill>
                  <a:schemeClr val="tx1"/>
                </a:solidFill>
              </a:defRPr>
            </a:lvl1pPr>
            <a:lvl2pPr marL="201128" indent="-201128">
              <a:lnSpc>
                <a:spcPct val="100000"/>
              </a:lnSpc>
              <a:spcBef>
                <a:spcPts val="0"/>
              </a:spcBef>
              <a:defRPr sz="2100">
                <a:solidFill>
                  <a:schemeClr val="tx1"/>
                </a:solidFill>
              </a:defRPr>
            </a:lvl2pPr>
            <a:lvl3pPr marL="402256" indent="-201128">
              <a:lnSpc>
                <a:spcPct val="100000"/>
              </a:lnSpc>
              <a:spcBef>
                <a:spcPts val="0"/>
              </a:spcBef>
              <a:defRPr sz="2100">
                <a:solidFill>
                  <a:schemeClr val="tx1"/>
                </a:solidFill>
              </a:defRPr>
            </a:lvl3pPr>
            <a:lvl4pPr marL="557672" indent="-201128">
              <a:lnSpc>
                <a:spcPct val="100000"/>
              </a:lnSpc>
              <a:spcBef>
                <a:spcPts val="0"/>
              </a:spcBef>
              <a:defRPr sz="2100">
                <a:solidFill>
                  <a:schemeClr val="tx1"/>
                </a:solidFill>
              </a:defRPr>
            </a:lvl4pPr>
            <a:lvl5pPr>
              <a:lnSpc>
                <a:spcPct val="100000"/>
              </a:lnSpc>
              <a:spcBef>
                <a:spcPts val="0"/>
              </a:spcBef>
              <a:defRPr sz="2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9">
            <a:extLst>
              <a:ext uri="{FF2B5EF4-FFF2-40B4-BE49-F238E27FC236}">
                <a16:creationId xmlns:a16="http://schemas.microsoft.com/office/drawing/2014/main" id="{DB20D7FD-6784-59C5-938D-4728A153F52B}"/>
              </a:ext>
            </a:extLst>
          </p:cNvPr>
          <p:cNvSpPr>
            <a:spLocks noGrp="1"/>
          </p:cNvSpPr>
          <p:nvPr>
            <p:ph type="body" sz="quarter" idx="13" hasCustomPrompt="1"/>
          </p:nvPr>
        </p:nvSpPr>
        <p:spPr>
          <a:xfrm>
            <a:off x="287962" y="4814111"/>
            <a:ext cx="5524575" cy="1676533"/>
          </a:xfrm>
        </p:spPr>
        <p:txBody>
          <a:bodyPr anchor="b"/>
          <a:lstStyle>
            <a:lvl1pPr>
              <a:lnSpc>
                <a:spcPct val="90000"/>
              </a:lnSpc>
              <a:spcBef>
                <a:spcPts val="0"/>
              </a:spcBef>
              <a:defRPr sz="12597" b="0" i="0">
                <a:solidFill>
                  <a:schemeClr val="accent1"/>
                </a:solidFill>
                <a:latin typeface="IBM Plex Sans ExtLt" panose="020B0303050203000203" pitchFamily="34" charset="0"/>
              </a:defRPr>
            </a:lvl1pPr>
          </a:lstStyle>
          <a:p>
            <a:r>
              <a:rPr lang="en-US"/>
              <a:t>↗︎00M</a:t>
            </a:r>
          </a:p>
        </p:txBody>
      </p:sp>
      <p:cxnSp>
        <p:nvCxnSpPr>
          <p:cNvPr id="9" name="Straight Connector 8" descr="Vertical column divider">
            <a:extLst>
              <a:ext uri="{FF2B5EF4-FFF2-40B4-BE49-F238E27FC236}">
                <a16:creationId xmlns:a16="http://schemas.microsoft.com/office/drawing/2014/main" id="{1C44518A-7FBB-67DA-E35B-8BC0AAFC6062}"/>
              </a:ext>
            </a:extLst>
          </p:cNvPr>
          <p:cNvCxnSpPr>
            <a:cxnSpLocks/>
          </p:cNvCxnSpPr>
          <p:nvPr userDrawn="1"/>
        </p:nvCxnSpPr>
        <p:spPr bwMode="auto">
          <a:xfrm>
            <a:off x="6096000" y="284956"/>
            <a:ext cx="0" cy="5812631"/>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6" name="Text Placeholder 5">
            <a:extLst>
              <a:ext uri="{FF2B5EF4-FFF2-40B4-BE49-F238E27FC236}">
                <a16:creationId xmlns:a16="http://schemas.microsoft.com/office/drawing/2014/main" id="{0A7285B0-4A1E-8885-0C0E-77D0ECA9CACD}"/>
              </a:ext>
            </a:extLst>
          </p:cNvPr>
          <p:cNvSpPr>
            <a:spLocks noGrp="1"/>
          </p:cNvSpPr>
          <p:nvPr>
            <p:ph type="body" sz="quarter" idx="11"/>
          </p:nvPr>
        </p:nvSpPr>
        <p:spPr>
          <a:xfrm>
            <a:off x="6389168" y="288036"/>
            <a:ext cx="3809504" cy="3521964"/>
          </a:xfrm>
        </p:spPr>
        <p:txBody>
          <a:bodyPr/>
          <a:lstStyle>
            <a:lvl1pPr>
              <a:lnSpc>
                <a:spcPct val="100000"/>
              </a:lnSpc>
              <a:spcBef>
                <a:spcPts val="0"/>
              </a:spcBef>
              <a:defRPr sz="2100">
                <a:solidFill>
                  <a:schemeClr val="tx1"/>
                </a:solidFill>
              </a:defRPr>
            </a:lvl1pPr>
            <a:lvl2pPr marL="201128" indent="-201128">
              <a:lnSpc>
                <a:spcPct val="100000"/>
              </a:lnSpc>
              <a:spcBef>
                <a:spcPts val="0"/>
              </a:spcBef>
              <a:defRPr sz="2100">
                <a:solidFill>
                  <a:schemeClr val="tx1"/>
                </a:solidFill>
              </a:defRPr>
            </a:lvl2pPr>
            <a:lvl3pPr marL="402256" indent="-201128">
              <a:lnSpc>
                <a:spcPct val="100000"/>
              </a:lnSpc>
              <a:spcBef>
                <a:spcPts val="0"/>
              </a:spcBef>
              <a:defRPr sz="2100">
                <a:solidFill>
                  <a:schemeClr val="tx1"/>
                </a:solidFill>
              </a:defRPr>
            </a:lvl3pPr>
            <a:lvl4pPr marL="557672" indent="-201128">
              <a:lnSpc>
                <a:spcPct val="100000"/>
              </a:lnSpc>
              <a:spcBef>
                <a:spcPts val="0"/>
              </a:spcBef>
              <a:defRPr sz="2100">
                <a:solidFill>
                  <a:schemeClr val="tx1"/>
                </a:solidFill>
              </a:defRPr>
            </a:lvl4pPr>
            <a:lvl5pPr>
              <a:lnSpc>
                <a:spcPct val="100000"/>
              </a:lnSpc>
              <a:spcBef>
                <a:spcPts val="0"/>
              </a:spcBef>
              <a:defRPr sz="2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1">
            <a:extLst>
              <a:ext uri="{FF2B5EF4-FFF2-40B4-BE49-F238E27FC236}">
                <a16:creationId xmlns:a16="http://schemas.microsoft.com/office/drawing/2014/main" id="{5F395CBF-E65B-9A42-BAE5-C2B2BD9B7BD2}"/>
              </a:ext>
            </a:extLst>
          </p:cNvPr>
          <p:cNvSpPr>
            <a:spLocks noGrp="1"/>
          </p:cNvSpPr>
          <p:nvPr>
            <p:ph type="body" sz="quarter" idx="14" hasCustomPrompt="1"/>
          </p:nvPr>
        </p:nvSpPr>
        <p:spPr>
          <a:xfrm>
            <a:off x="6389168" y="4814111"/>
            <a:ext cx="5523781" cy="1677147"/>
          </a:xfrm>
        </p:spPr>
        <p:txBody>
          <a:bodyPr anchor="b"/>
          <a:lstStyle>
            <a:lvl1pPr>
              <a:lnSpc>
                <a:spcPct val="90000"/>
              </a:lnSpc>
              <a:spcBef>
                <a:spcPts val="0"/>
              </a:spcBef>
              <a:defRPr sz="12597" b="0" i="0">
                <a:solidFill>
                  <a:schemeClr val="accent1"/>
                </a:solidFill>
                <a:latin typeface="IBM Plex Sans ExtLt" panose="020B0303050203000203" pitchFamily="34" charset="0"/>
              </a:defRPr>
            </a:lvl1pPr>
          </a:lstStyle>
          <a:p>
            <a:r>
              <a:rPr lang="en-US"/>
              <a:t>+00%</a:t>
            </a:r>
          </a:p>
        </p:txBody>
      </p:sp>
      <p:sp>
        <p:nvSpPr>
          <p:cNvPr id="2" name="Footer Placeholder 3">
            <a:extLst>
              <a:ext uri="{FF2B5EF4-FFF2-40B4-BE49-F238E27FC236}">
                <a16:creationId xmlns:a16="http://schemas.microsoft.com/office/drawing/2014/main" id="{21A64AF3-E67B-E80B-A5D3-6B3533C87F91}"/>
              </a:ext>
            </a:extLst>
          </p:cNvPr>
          <p:cNvSpPr>
            <a:spLocks noGrp="1"/>
          </p:cNvSpPr>
          <p:nvPr>
            <p:ph type="ftr" sz="quarter" idx="18"/>
          </p:nvPr>
        </p:nvSpPr>
        <p:spPr>
          <a:xfrm>
            <a:off x="287963" y="6408000"/>
            <a:ext cx="2477765" cy="190500"/>
          </a:xfrm>
        </p:spPr>
        <p:txBody>
          <a:bodyPr/>
          <a:lstStyle/>
          <a:p>
            <a:endParaRPr lang="en-US"/>
          </a:p>
        </p:txBody>
      </p:sp>
      <p:sp>
        <p:nvSpPr>
          <p:cNvPr id="5" name="Slide Number">
            <a:extLst>
              <a:ext uri="{FF2B5EF4-FFF2-40B4-BE49-F238E27FC236}">
                <a16:creationId xmlns:a16="http://schemas.microsoft.com/office/drawing/2014/main" id="{28C4F134-9B5D-407C-F525-B2FC25B7B5CD}"/>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550425962"/>
      </p:ext>
    </p:extLst>
  </p:cSld>
  <p:clrMapOvr>
    <a:masterClrMapping/>
  </p:clrMapOvr>
  <p:transition spd="med"/>
</p:sldLayout>
</file>

<file path=ppt/slideLayouts/slideLayout217.xml><?xml version="1.0" encoding="utf-8"?>
<p:sldLayout xmlns:a="http://schemas.openxmlformats.org/drawingml/2006/main" xmlns:r="http://schemas.openxmlformats.org/officeDocument/2006/relationships" xmlns:p="http://schemas.openxmlformats.org/presentationml/2006/main" preserve="1" userDrawn="1">
  <p:cSld name="Data, 3 callouts, vertical">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6D02D-89A9-0455-FACB-7B6D03346E4C}"/>
              </a:ext>
            </a:extLst>
          </p:cNvPr>
          <p:cNvSpPr>
            <a:spLocks noGrp="1"/>
          </p:cNvSpPr>
          <p:nvPr>
            <p:ph type="title"/>
          </p:nvPr>
        </p:nvSpPr>
        <p:spPr>
          <a:xfrm>
            <a:off x="287999" y="288036"/>
            <a:ext cx="2474590" cy="1642364"/>
          </a:xfrm>
        </p:spPr>
        <p:txBody>
          <a:bodyPr/>
          <a:lstStyle>
            <a:lvl1pPr>
              <a:lnSpc>
                <a:spcPct val="110000"/>
              </a:lnSpc>
              <a:defRPr sz="1800">
                <a:solidFill>
                  <a:schemeClr val="tx2"/>
                </a:solidFill>
              </a:defRPr>
            </a:lvl1pPr>
          </a:lstStyle>
          <a:p>
            <a:r>
              <a:rPr lang="en-US"/>
              <a:t>Click to edit Master title style</a:t>
            </a:r>
          </a:p>
        </p:txBody>
      </p:sp>
      <p:sp>
        <p:nvSpPr>
          <p:cNvPr id="16" name="Text Placeholder 15">
            <a:extLst>
              <a:ext uri="{FF2B5EF4-FFF2-40B4-BE49-F238E27FC236}">
                <a16:creationId xmlns:a16="http://schemas.microsoft.com/office/drawing/2014/main" id="{BBB79390-98CC-5F62-D373-F6646F767DD0}"/>
              </a:ext>
            </a:extLst>
          </p:cNvPr>
          <p:cNvSpPr>
            <a:spLocks noGrp="1"/>
          </p:cNvSpPr>
          <p:nvPr>
            <p:ph type="body" sz="quarter" idx="15" hasCustomPrompt="1"/>
          </p:nvPr>
        </p:nvSpPr>
        <p:spPr>
          <a:xfrm>
            <a:off x="3333316" y="192600"/>
            <a:ext cx="2475384" cy="953956"/>
          </a:xfrm>
        </p:spPr>
        <p:txBody>
          <a:bodyPr/>
          <a:lstStyle>
            <a:lvl1pPr>
              <a:lnSpc>
                <a:spcPct val="90000"/>
              </a:lnSpc>
              <a:defRPr sz="6599">
                <a:solidFill>
                  <a:schemeClr val="accent1"/>
                </a:solidFill>
              </a:defRPr>
            </a:lvl1pPr>
            <a:lvl2pPr marL="0" indent="0">
              <a:buNone/>
              <a:defRPr/>
            </a:lvl2pPr>
          </a:lstStyle>
          <a:p>
            <a:pPr lvl="0"/>
            <a:r>
              <a:rPr lang="en-US"/>
              <a:t>00%</a:t>
            </a:r>
          </a:p>
        </p:txBody>
      </p:sp>
      <p:sp>
        <p:nvSpPr>
          <p:cNvPr id="7" name="Text Placeholder 6">
            <a:extLst>
              <a:ext uri="{FF2B5EF4-FFF2-40B4-BE49-F238E27FC236}">
                <a16:creationId xmlns:a16="http://schemas.microsoft.com/office/drawing/2014/main" id="{FDDE7F16-A938-0D17-3BFA-034F142A8082}"/>
              </a:ext>
            </a:extLst>
          </p:cNvPr>
          <p:cNvSpPr>
            <a:spLocks noGrp="1"/>
          </p:cNvSpPr>
          <p:nvPr>
            <p:ph type="body" sz="quarter" idx="12"/>
          </p:nvPr>
        </p:nvSpPr>
        <p:spPr>
          <a:xfrm>
            <a:off x="3333316" y="1166533"/>
            <a:ext cx="2475384" cy="4931054"/>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Text Placeholder 17">
            <a:extLst>
              <a:ext uri="{FF2B5EF4-FFF2-40B4-BE49-F238E27FC236}">
                <a16:creationId xmlns:a16="http://schemas.microsoft.com/office/drawing/2014/main" id="{3516E6B1-7020-1EA5-CDD4-B1FC6CE2740C}"/>
              </a:ext>
            </a:extLst>
          </p:cNvPr>
          <p:cNvSpPr>
            <a:spLocks noGrp="1"/>
          </p:cNvSpPr>
          <p:nvPr>
            <p:ph type="body" sz="quarter" idx="16" hasCustomPrompt="1"/>
          </p:nvPr>
        </p:nvSpPr>
        <p:spPr>
          <a:xfrm>
            <a:off x="6389168" y="192600"/>
            <a:ext cx="2474590" cy="953294"/>
          </a:xfrm>
        </p:spPr>
        <p:txBody>
          <a:bodyPr/>
          <a:lstStyle>
            <a:lvl1pPr>
              <a:lnSpc>
                <a:spcPct val="90000"/>
              </a:lnSpc>
              <a:defRPr sz="6599">
                <a:solidFill>
                  <a:schemeClr val="accent1"/>
                </a:solidFill>
              </a:defRPr>
            </a:lvl1pPr>
          </a:lstStyle>
          <a:p>
            <a:pPr lvl="0"/>
            <a:r>
              <a:rPr lang="en-US"/>
              <a:t>00%</a:t>
            </a:r>
          </a:p>
        </p:txBody>
      </p:sp>
      <p:sp>
        <p:nvSpPr>
          <p:cNvPr id="9" name="Text Placeholder 8">
            <a:extLst>
              <a:ext uri="{FF2B5EF4-FFF2-40B4-BE49-F238E27FC236}">
                <a16:creationId xmlns:a16="http://schemas.microsoft.com/office/drawing/2014/main" id="{3F3FD8FB-143C-CB66-123C-0495EB1C33B7}"/>
              </a:ext>
            </a:extLst>
          </p:cNvPr>
          <p:cNvSpPr>
            <a:spLocks noGrp="1"/>
          </p:cNvSpPr>
          <p:nvPr>
            <p:ph type="body" sz="quarter" idx="13"/>
          </p:nvPr>
        </p:nvSpPr>
        <p:spPr>
          <a:xfrm>
            <a:off x="6389168" y="1167327"/>
            <a:ext cx="2476178" cy="4931054"/>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Text Placeholder 19">
            <a:extLst>
              <a:ext uri="{FF2B5EF4-FFF2-40B4-BE49-F238E27FC236}">
                <a16:creationId xmlns:a16="http://schemas.microsoft.com/office/drawing/2014/main" id="{AC11D906-6DD0-910D-48BA-0C197C90AA45}"/>
              </a:ext>
            </a:extLst>
          </p:cNvPr>
          <p:cNvSpPr>
            <a:spLocks noGrp="1"/>
          </p:cNvSpPr>
          <p:nvPr>
            <p:ph type="body" sz="quarter" idx="17" hasCustomPrompt="1"/>
          </p:nvPr>
        </p:nvSpPr>
        <p:spPr>
          <a:xfrm>
            <a:off x="9428523" y="192600"/>
            <a:ext cx="2474590" cy="951707"/>
          </a:xfrm>
        </p:spPr>
        <p:txBody>
          <a:bodyPr/>
          <a:lstStyle>
            <a:lvl1pPr>
              <a:lnSpc>
                <a:spcPct val="90000"/>
              </a:lnSpc>
              <a:defRPr sz="6599">
                <a:solidFill>
                  <a:schemeClr val="accent1"/>
                </a:solidFill>
              </a:defRPr>
            </a:lvl1pPr>
          </a:lstStyle>
          <a:p>
            <a:pPr lvl="0"/>
            <a:r>
              <a:rPr lang="en-US"/>
              <a:t>00%</a:t>
            </a:r>
          </a:p>
        </p:txBody>
      </p:sp>
      <p:sp>
        <p:nvSpPr>
          <p:cNvPr id="11" name="Text Placeholder 10">
            <a:extLst>
              <a:ext uri="{FF2B5EF4-FFF2-40B4-BE49-F238E27FC236}">
                <a16:creationId xmlns:a16="http://schemas.microsoft.com/office/drawing/2014/main" id="{BA1063D1-FD79-491C-791B-87858EA0CB85}"/>
              </a:ext>
            </a:extLst>
          </p:cNvPr>
          <p:cNvSpPr>
            <a:spLocks noGrp="1"/>
          </p:cNvSpPr>
          <p:nvPr>
            <p:ph type="body" sz="quarter" idx="14"/>
          </p:nvPr>
        </p:nvSpPr>
        <p:spPr>
          <a:xfrm>
            <a:off x="9428522" y="1166533"/>
            <a:ext cx="2476178" cy="4931054"/>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1B7E465D-4B5F-2DAE-57C4-590983308A95}"/>
              </a:ext>
            </a:extLst>
          </p:cNvPr>
          <p:cNvSpPr>
            <a:spLocks noGrp="1"/>
          </p:cNvSpPr>
          <p:nvPr>
            <p:ph type="body" sz="quarter" idx="11"/>
          </p:nvPr>
        </p:nvSpPr>
        <p:spPr>
          <a:xfrm>
            <a:off x="3334904" y="6029325"/>
            <a:ext cx="2475384" cy="571500"/>
          </a:xfrm>
        </p:spPr>
        <p:txBody>
          <a:bodyPr anchor="b"/>
          <a:lstStyle>
            <a:lvl1pPr>
              <a:lnSpc>
                <a:spcPct val="120000"/>
              </a:lnSpc>
              <a:spcBef>
                <a:spcPts val="0"/>
              </a:spcBef>
              <a:defRPr sz="800" b="0" i="0">
                <a:solidFill>
                  <a:schemeClr val="tx1"/>
                </a:solidFill>
                <a:latin typeface="IBM Plex Sans" panose="020B0503050203000203" pitchFamily="34" charset="0"/>
              </a:defRPr>
            </a:lvl1pPr>
            <a:lvl2pPr marL="73137" indent="-73137">
              <a:lnSpc>
                <a:spcPct val="120000"/>
              </a:lnSpc>
              <a:spcBef>
                <a:spcPts val="0"/>
              </a:spcBef>
              <a:defRPr sz="800" b="0" i="0">
                <a:solidFill>
                  <a:schemeClr val="tx1"/>
                </a:solidFill>
                <a:latin typeface="IBM Plex Sans" panose="020B0503050203000203" pitchFamily="34" charset="0"/>
              </a:defRPr>
            </a:lvl2pPr>
            <a:lvl3pPr marL="146275" indent="-73137">
              <a:lnSpc>
                <a:spcPct val="120000"/>
              </a:lnSpc>
              <a:spcBef>
                <a:spcPts val="0"/>
              </a:spcBef>
              <a:defRPr sz="800" b="0" i="0">
                <a:solidFill>
                  <a:schemeClr val="tx1"/>
                </a:solidFill>
                <a:latin typeface="IBM Plex Sans" panose="020B0503050203000203" pitchFamily="34" charset="0"/>
              </a:defRPr>
            </a:lvl3pPr>
            <a:lvl4pPr marL="219412" indent="-73137">
              <a:lnSpc>
                <a:spcPct val="120000"/>
              </a:lnSpc>
              <a:spcBef>
                <a:spcPts val="0"/>
              </a:spcBef>
              <a:defRPr sz="800" b="0" i="0">
                <a:solidFill>
                  <a:schemeClr val="tx1"/>
                </a:solidFill>
                <a:latin typeface="IBM Plex Sans" panose="020B0503050203000203" pitchFamily="34" charset="0"/>
              </a:defRPr>
            </a:lvl4pPr>
            <a:lvl5pPr>
              <a:lnSpc>
                <a:spcPct val="120000"/>
              </a:lnSpc>
              <a:spcBef>
                <a:spcPts val="0"/>
              </a:spcBef>
              <a:defRPr sz="8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C856FFD0-F317-D3D7-DE9D-AA1F4AB27EEB}"/>
              </a:ext>
            </a:extLst>
          </p:cNvPr>
          <p:cNvSpPr>
            <a:spLocks noGrp="1"/>
          </p:cNvSpPr>
          <p:nvPr>
            <p:ph type="ftr" sz="quarter" idx="18"/>
          </p:nvPr>
        </p:nvSpPr>
        <p:spPr>
          <a:xfrm>
            <a:off x="287963" y="6408000"/>
            <a:ext cx="2477765" cy="190500"/>
          </a:xfrm>
        </p:spPr>
        <p:txBody>
          <a:bodyPr/>
          <a:lstStyle/>
          <a:p>
            <a:endParaRPr lang="en-US"/>
          </a:p>
        </p:txBody>
      </p:sp>
      <p:sp>
        <p:nvSpPr>
          <p:cNvPr id="8" name="Slide Number">
            <a:extLst>
              <a:ext uri="{FF2B5EF4-FFF2-40B4-BE49-F238E27FC236}">
                <a16:creationId xmlns:a16="http://schemas.microsoft.com/office/drawing/2014/main" id="{899D670E-69CE-BB86-FB88-291343BDEE2E}"/>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394157997"/>
      </p:ext>
    </p:extLst>
  </p:cSld>
  <p:clrMapOvr>
    <a:masterClrMapping/>
  </p:clrMapOvr>
  <p:transition spd="med"/>
</p:sldLayout>
</file>

<file path=ppt/slideLayouts/slideLayout218.xml><?xml version="1.0" encoding="utf-8"?>
<p:sldLayout xmlns:a="http://schemas.openxmlformats.org/drawingml/2006/main" xmlns:r="http://schemas.openxmlformats.org/officeDocument/2006/relationships" xmlns:p="http://schemas.openxmlformats.org/presentationml/2006/main" preserve="1" userDrawn="1">
  <p:cSld name="Data, 2 callouts, horizontal">
    <p:bg>
      <p:bgPr>
        <a:solidFill>
          <a:schemeClr val="bg1"/>
        </a:solidFill>
        <a:effectLst/>
      </p:bgPr>
    </p:bg>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2C97FE8A-75E3-6FC8-02DD-50E0A4C8C958}"/>
              </a:ext>
            </a:extLst>
          </p:cNvPr>
          <p:cNvSpPr>
            <a:spLocks noGrp="1"/>
          </p:cNvSpPr>
          <p:nvPr>
            <p:ph type="body" sz="quarter" idx="13"/>
          </p:nvPr>
        </p:nvSpPr>
        <p:spPr>
          <a:xfrm>
            <a:off x="3333316" y="3297238"/>
            <a:ext cx="5522257" cy="2670048"/>
          </a:xfrm>
        </p:spPr>
        <p:txBody>
          <a:bodyPr/>
          <a:lstStyle>
            <a:lvl1pPr>
              <a:lnSpc>
                <a:spcPct val="100000"/>
              </a:lnSpc>
              <a:spcBef>
                <a:spcPts val="0"/>
              </a:spcBef>
              <a:defRPr sz="4199">
                <a:solidFill>
                  <a:schemeClr val="tx1"/>
                </a:solidFill>
              </a:defRPr>
            </a:lvl1pPr>
            <a:lvl2pPr marL="393113" indent="-393113">
              <a:lnSpc>
                <a:spcPct val="100000"/>
              </a:lnSpc>
              <a:spcBef>
                <a:spcPts val="0"/>
              </a:spcBef>
              <a:defRPr sz="4199">
                <a:solidFill>
                  <a:schemeClr val="tx1"/>
                </a:solidFill>
              </a:defRPr>
            </a:lvl2pPr>
            <a:lvl3pPr marL="749658" indent="-393113">
              <a:lnSpc>
                <a:spcPct val="100000"/>
              </a:lnSpc>
              <a:spcBef>
                <a:spcPts val="0"/>
              </a:spcBef>
              <a:defRPr sz="4199">
                <a:solidFill>
                  <a:schemeClr val="tx1"/>
                </a:solidFill>
              </a:defRPr>
            </a:lvl3pPr>
            <a:lvl4pPr marL="1142771" indent="-393113">
              <a:lnSpc>
                <a:spcPct val="100000"/>
              </a:lnSpc>
              <a:spcBef>
                <a:spcPts val="0"/>
              </a:spcBef>
              <a:defRPr sz="4199">
                <a:solidFill>
                  <a:schemeClr val="tx1"/>
                </a:solidFill>
              </a:defRPr>
            </a:lvl4pPr>
            <a:lvl5pPr>
              <a:lnSpc>
                <a:spcPct val="100000"/>
              </a:lnSpc>
              <a:spcBef>
                <a:spcPts val="0"/>
              </a:spcBef>
              <a:defRPr sz="4299">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 name="Title 1">
            <a:extLst>
              <a:ext uri="{FF2B5EF4-FFF2-40B4-BE49-F238E27FC236}">
                <a16:creationId xmlns:a16="http://schemas.microsoft.com/office/drawing/2014/main" id="{D4B48808-B77B-7E67-E7EA-BCC945D4D51B}"/>
              </a:ext>
            </a:extLst>
          </p:cNvPr>
          <p:cNvSpPr>
            <a:spLocks noGrp="1"/>
          </p:cNvSpPr>
          <p:nvPr>
            <p:ph type="title" hasCustomPrompt="1"/>
          </p:nvPr>
        </p:nvSpPr>
        <p:spPr>
          <a:xfrm>
            <a:off x="287963" y="154800"/>
            <a:ext cx="2474590" cy="2667793"/>
          </a:xfrm>
        </p:spPr>
        <p:txBody>
          <a:bodyPr/>
          <a:lstStyle>
            <a:lvl1pPr>
              <a:lnSpc>
                <a:spcPct val="100000"/>
              </a:lnSpc>
              <a:defRPr sz="4199">
                <a:solidFill>
                  <a:schemeClr val="accent1"/>
                </a:solidFill>
              </a:defRPr>
            </a:lvl1pPr>
          </a:lstStyle>
          <a:p>
            <a:r>
              <a:rPr lang="en-US"/>
              <a:t>+000%</a:t>
            </a:r>
          </a:p>
        </p:txBody>
      </p:sp>
      <p:sp>
        <p:nvSpPr>
          <p:cNvPr id="5" name="Text Placeholder 4">
            <a:extLst>
              <a:ext uri="{FF2B5EF4-FFF2-40B4-BE49-F238E27FC236}">
                <a16:creationId xmlns:a16="http://schemas.microsoft.com/office/drawing/2014/main" id="{88378CF2-9CD6-2749-A489-08A4608D0BDA}"/>
              </a:ext>
            </a:extLst>
          </p:cNvPr>
          <p:cNvSpPr>
            <a:spLocks noGrp="1"/>
          </p:cNvSpPr>
          <p:nvPr>
            <p:ph type="body" sz="quarter" idx="11"/>
          </p:nvPr>
        </p:nvSpPr>
        <p:spPr>
          <a:xfrm>
            <a:off x="3333316" y="154800"/>
            <a:ext cx="5523781" cy="2667794"/>
          </a:xfrm>
        </p:spPr>
        <p:txBody>
          <a:bodyPr/>
          <a:lstStyle>
            <a:lvl1pPr>
              <a:lnSpc>
                <a:spcPct val="100000"/>
              </a:lnSpc>
              <a:spcBef>
                <a:spcPts val="0"/>
              </a:spcBef>
              <a:defRPr sz="4199">
                <a:solidFill>
                  <a:schemeClr val="tx1"/>
                </a:solidFill>
              </a:defRPr>
            </a:lvl1pPr>
            <a:lvl2pPr marL="393113" indent="-393113">
              <a:lnSpc>
                <a:spcPct val="100000"/>
              </a:lnSpc>
              <a:spcBef>
                <a:spcPts val="0"/>
              </a:spcBef>
              <a:defRPr sz="4199">
                <a:solidFill>
                  <a:schemeClr val="tx1"/>
                </a:solidFill>
              </a:defRPr>
            </a:lvl2pPr>
            <a:lvl3pPr marL="749658" indent="-393113">
              <a:lnSpc>
                <a:spcPct val="100000"/>
              </a:lnSpc>
              <a:spcBef>
                <a:spcPts val="0"/>
              </a:spcBef>
              <a:defRPr sz="4199">
                <a:solidFill>
                  <a:schemeClr val="tx1"/>
                </a:solidFill>
              </a:defRPr>
            </a:lvl3pPr>
            <a:lvl4pPr marL="1142771" indent="-393113">
              <a:lnSpc>
                <a:spcPct val="100000"/>
              </a:lnSpc>
              <a:spcBef>
                <a:spcPts val="0"/>
              </a:spcBef>
              <a:defRPr sz="4199">
                <a:solidFill>
                  <a:schemeClr val="tx1"/>
                </a:solidFill>
              </a:defRPr>
            </a:lvl4pPr>
            <a:lvl5pPr>
              <a:lnSpc>
                <a:spcPct val="100000"/>
              </a:lnSpc>
              <a:spcBef>
                <a:spcPts val="0"/>
              </a:spcBef>
              <a:defRPr sz="4299">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0" name="Straight Connector 9" descr="Horizontal row divider">
            <a:extLst>
              <a:ext uri="{FF2B5EF4-FFF2-40B4-BE49-F238E27FC236}">
                <a16:creationId xmlns:a16="http://schemas.microsoft.com/office/drawing/2014/main" id="{3D81813D-DA09-FCA0-D570-1E2D428C59E9}"/>
              </a:ext>
            </a:extLst>
          </p:cNvPr>
          <p:cNvCxnSpPr>
            <a:cxnSpLocks/>
          </p:cNvCxnSpPr>
          <p:nvPr userDrawn="1"/>
        </p:nvCxnSpPr>
        <p:spPr bwMode="auto">
          <a:xfrm>
            <a:off x="288887" y="3048866"/>
            <a:ext cx="11615813"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9" name="Text Placeholder 8">
            <a:extLst>
              <a:ext uri="{FF2B5EF4-FFF2-40B4-BE49-F238E27FC236}">
                <a16:creationId xmlns:a16="http://schemas.microsoft.com/office/drawing/2014/main" id="{A16C1F9D-1D2C-5BDA-E821-35CB4A8708F5}"/>
              </a:ext>
            </a:extLst>
          </p:cNvPr>
          <p:cNvSpPr>
            <a:spLocks noGrp="1"/>
          </p:cNvSpPr>
          <p:nvPr>
            <p:ph type="body" sz="quarter" idx="12" hasCustomPrompt="1"/>
          </p:nvPr>
        </p:nvSpPr>
        <p:spPr>
          <a:xfrm>
            <a:off x="287962" y="3297238"/>
            <a:ext cx="2473130" cy="2670048"/>
          </a:xfrm>
        </p:spPr>
        <p:txBody>
          <a:bodyPr/>
          <a:lstStyle>
            <a:lvl1pPr>
              <a:lnSpc>
                <a:spcPct val="100000"/>
              </a:lnSpc>
              <a:defRPr sz="4199">
                <a:solidFill>
                  <a:schemeClr val="accent1"/>
                </a:solidFill>
              </a:defRPr>
            </a:lvl1pPr>
            <a:lvl2pPr>
              <a:lnSpc>
                <a:spcPct val="100000"/>
              </a:lnSpc>
              <a:defRPr sz="4299">
                <a:solidFill>
                  <a:schemeClr val="accent1"/>
                </a:solidFill>
              </a:defRPr>
            </a:lvl2pPr>
            <a:lvl3pPr>
              <a:lnSpc>
                <a:spcPct val="100000"/>
              </a:lnSpc>
              <a:defRPr sz="4299">
                <a:solidFill>
                  <a:schemeClr val="accent1"/>
                </a:solidFill>
              </a:defRPr>
            </a:lvl3pPr>
            <a:lvl4pPr>
              <a:lnSpc>
                <a:spcPct val="100000"/>
              </a:lnSpc>
              <a:defRPr sz="4299">
                <a:solidFill>
                  <a:schemeClr val="accent1"/>
                </a:solidFill>
              </a:defRPr>
            </a:lvl4pPr>
            <a:lvl5pPr>
              <a:lnSpc>
                <a:spcPct val="100000"/>
              </a:lnSpc>
              <a:defRPr sz="4299">
                <a:solidFill>
                  <a:schemeClr val="accent1"/>
                </a:solidFill>
              </a:defRPr>
            </a:lvl5pPr>
          </a:lstStyle>
          <a:p>
            <a:pPr lvl="0"/>
            <a:r>
              <a:rPr lang="en-US"/>
              <a:t>+000M</a:t>
            </a:r>
          </a:p>
        </p:txBody>
      </p:sp>
      <p:sp>
        <p:nvSpPr>
          <p:cNvPr id="4" name="Footer Placeholder 3">
            <a:extLst>
              <a:ext uri="{FF2B5EF4-FFF2-40B4-BE49-F238E27FC236}">
                <a16:creationId xmlns:a16="http://schemas.microsoft.com/office/drawing/2014/main" id="{7B9ABB71-218D-3F6E-E3F7-5348FD395D22}"/>
              </a:ext>
            </a:extLst>
          </p:cNvPr>
          <p:cNvSpPr>
            <a:spLocks noGrp="1"/>
          </p:cNvSpPr>
          <p:nvPr>
            <p:ph type="ftr" sz="quarter" idx="18"/>
          </p:nvPr>
        </p:nvSpPr>
        <p:spPr>
          <a:xfrm>
            <a:off x="287963" y="6408000"/>
            <a:ext cx="2477765" cy="190500"/>
          </a:xfrm>
        </p:spPr>
        <p:txBody>
          <a:bodyPr/>
          <a:lstStyle/>
          <a:p>
            <a:endParaRPr lang="en-US"/>
          </a:p>
        </p:txBody>
      </p:sp>
      <p:sp>
        <p:nvSpPr>
          <p:cNvPr id="7" name="Slide Number">
            <a:extLst>
              <a:ext uri="{FF2B5EF4-FFF2-40B4-BE49-F238E27FC236}">
                <a16:creationId xmlns:a16="http://schemas.microsoft.com/office/drawing/2014/main" id="{B77BD92D-3A6C-2396-61D4-51D7CC5B1C0A}"/>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162892388"/>
      </p:ext>
    </p:extLst>
  </p:cSld>
  <p:clrMapOvr>
    <a:masterClrMapping/>
  </p:clrMapOvr>
  <p:transition spd="med"/>
</p:sldLayout>
</file>

<file path=ppt/slideLayouts/slideLayout219.xml><?xml version="1.0" encoding="utf-8"?>
<p:sldLayout xmlns:a="http://schemas.openxmlformats.org/drawingml/2006/main" xmlns:r="http://schemas.openxmlformats.org/officeDocument/2006/relationships" xmlns:p="http://schemas.openxmlformats.org/presentationml/2006/main" preserve="1" userDrawn="1">
  <p:cSld name="Data, 3 callouts, horizontal">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6D02D-89A9-0455-FACB-7B6D03346E4C}"/>
              </a:ext>
            </a:extLst>
          </p:cNvPr>
          <p:cNvSpPr>
            <a:spLocks noGrp="1"/>
          </p:cNvSpPr>
          <p:nvPr>
            <p:ph type="title"/>
          </p:nvPr>
        </p:nvSpPr>
        <p:spPr>
          <a:xfrm>
            <a:off x="287999" y="288036"/>
            <a:ext cx="2474590" cy="1642364"/>
          </a:xfrm>
        </p:spPr>
        <p:txBody>
          <a:bodyPr/>
          <a:lstStyle>
            <a:lvl1pPr>
              <a:lnSpc>
                <a:spcPct val="110000"/>
              </a:lnSpc>
              <a:defRPr sz="1800">
                <a:solidFill>
                  <a:schemeClr val="tx2"/>
                </a:solidFill>
              </a:defRPr>
            </a:lvl1pPr>
          </a:lstStyle>
          <a:p>
            <a:r>
              <a:rPr lang="en-US"/>
              <a:t>Click to edit Master title style</a:t>
            </a:r>
          </a:p>
        </p:txBody>
      </p:sp>
      <p:sp>
        <p:nvSpPr>
          <p:cNvPr id="16" name="Text Placeholder 15">
            <a:extLst>
              <a:ext uri="{FF2B5EF4-FFF2-40B4-BE49-F238E27FC236}">
                <a16:creationId xmlns:a16="http://schemas.microsoft.com/office/drawing/2014/main" id="{BBB79390-98CC-5F62-D373-F6646F767DD0}"/>
              </a:ext>
            </a:extLst>
          </p:cNvPr>
          <p:cNvSpPr>
            <a:spLocks noGrp="1"/>
          </p:cNvSpPr>
          <p:nvPr>
            <p:ph type="body" sz="quarter" idx="15" hasCustomPrompt="1"/>
          </p:nvPr>
        </p:nvSpPr>
        <p:spPr>
          <a:xfrm>
            <a:off x="3333316" y="192024"/>
            <a:ext cx="2475384" cy="1429544"/>
          </a:xfrm>
        </p:spPr>
        <p:txBody>
          <a:bodyPr/>
          <a:lstStyle>
            <a:lvl1pPr>
              <a:lnSpc>
                <a:spcPct val="90000"/>
              </a:lnSpc>
              <a:defRPr sz="6599">
                <a:solidFill>
                  <a:schemeClr val="accent1"/>
                </a:solidFill>
              </a:defRPr>
            </a:lvl1pPr>
            <a:lvl2pPr marL="0" indent="0">
              <a:buNone/>
              <a:defRPr/>
            </a:lvl2pPr>
          </a:lstStyle>
          <a:p>
            <a:r>
              <a:rPr lang="en-US"/>
              <a:t>00%</a:t>
            </a:r>
          </a:p>
        </p:txBody>
      </p:sp>
      <p:sp>
        <p:nvSpPr>
          <p:cNvPr id="7" name="Text Placeholder 6">
            <a:extLst>
              <a:ext uri="{FF2B5EF4-FFF2-40B4-BE49-F238E27FC236}">
                <a16:creationId xmlns:a16="http://schemas.microsoft.com/office/drawing/2014/main" id="{FDDE7F16-A938-0D17-3BFA-034F142A8082}"/>
              </a:ext>
            </a:extLst>
          </p:cNvPr>
          <p:cNvSpPr>
            <a:spLocks noGrp="1"/>
          </p:cNvSpPr>
          <p:nvPr>
            <p:ph type="body" sz="quarter" idx="12"/>
          </p:nvPr>
        </p:nvSpPr>
        <p:spPr>
          <a:xfrm>
            <a:off x="6380919" y="286449"/>
            <a:ext cx="3809504" cy="1429544"/>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7" name="Straight Connector 16" descr="Horizontal row divider">
            <a:extLst>
              <a:ext uri="{FF2B5EF4-FFF2-40B4-BE49-F238E27FC236}">
                <a16:creationId xmlns:a16="http://schemas.microsoft.com/office/drawing/2014/main" id="{1103109C-6DA9-8F27-B4B1-EE276442E489}"/>
              </a:ext>
            </a:extLst>
          </p:cNvPr>
          <p:cNvCxnSpPr/>
          <p:nvPr userDrawn="1"/>
        </p:nvCxnSpPr>
        <p:spPr bwMode="auto">
          <a:xfrm>
            <a:off x="3333316" y="2287588"/>
            <a:ext cx="8571384"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8" name="Text Placeholder 17">
            <a:extLst>
              <a:ext uri="{FF2B5EF4-FFF2-40B4-BE49-F238E27FC236}">
                <a16:creationId xmlns:a16="http://schemas.microsoft.com/office/drawing/2014/main" id="{3516E6B1-7020-1EA5-CDD4-B1FC6CE2740C}"/>
              </a:ext>
            </a:extLst>
          </p:cNvPr>
          <p:cNvSpPr>
            <a:spLocks noGrp="1"/>
          </p:cNvSpPr>
          <p:nvPr>
            <p:ph type="body" sz="quarter" idx="16" hasCustomPrompt="1"/>
          </p:nvPr>
        </p:nvSpPr>
        <p:spPr>
          <a:xfrm>
            <a:off x="3333316" y="2478911"/>
            <a:ext cx="2475384" cy="1428753"/>
          </a:xfrm>
        </p:spPr>
        <p:txBody>
          <a:bodyPr/>
          <a:lstStyle>
            <a:lvl1pPr>
              <a:lnSpc>
                <a:spcPct val="90000"/>
              </a:lnSpc>
              <a:defRPr sz="6599">
                <a:solidFill>
                  <a:schemeClr val="accent1"/>
                </a:solidFill>
              </a:defRPr>
            </a:lvl1pPr>
          </a:lstStyle>
          <a:p>
            <a:r>
              <a:rPr lang="en-US"/>
              <a:t>00%</a:t>
            </a:r>
          </a:p>
        </p:txBody>
      </p:sp>
      <p:sp>
        <p:nvSpPr>
          <p:cNvPr id="9" name="Text Placeholder 8">
            <a:extLst>
              <a:ext uri="{FF2B5EF4-FFF2-40B4-BE49-F238E27FC236}">
                <a16:creationId xmlns:a16="http://schemas.microsoft.com/office/drawing/2014/main" id="{3F3FD8FB-143C-CB66-123C-0495EB1C33B7}"/>
              </a:ext>
            </a:extLst>
          </p:cNvPr>
          <p:cNvSpPr>
            <a:spLocks noGrp="1"/>
          </p:cNvSpPr>
          <p:nvPr>
            <p:ph type="body" sz="quarter" idx="13"/>
          </p:nvPr>
        </p:nvSpPr>
        <p:spPr>
          <a:xfrm>
            <a:off x="6380919" y="2562985"/>
            <a:ext cx="3809504" cy="142875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5" name="Straight Connector 14" descr="Horizontal row divider">
            <a:extLst>
              <a:ext uri="{FF2B5EF4-FFF2-40B4-BE49-F238E27FC236}">
                <a16:creationId xmlns:a16="http://schemas.microsoft.com/office/drawing/2014/main" id="{687931BB-B3EF-829C-B354-B048514D5138}"/>
              </a:ext>
            </a:extLst>
          </p:cNvPr>
          <p:cNvCxnSpPr/>
          <p:nvPr userDrawn="1"/>
        </p:nvCxnSpPr>
        <p:spPr bwMode="auto">
          <a:xfrm>
            <a:off x="3333316" y="4570413"/>
            <a:ext cx="8571384"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20" name="Text Placeholder 19">
            <a:extLst>
              <a:ext uri="{FF2B5EF4-FFF2-40B4-BE49-F238E27FC236}">
                <a16:creationId xmlns:a16="http://schemas.microsoft.com/office/drawing/2014/main" id="{AC11D906-6DD0-910D-48BA-0C197C90AA45}"/>
              </a:ext>
            </a:extLst>
          </p:cNvPr>
          <p:cNvSpPr>
            <a:spLocks noGrp="1"/>
          </p:cNvSpPr>
          <p:nvPr>
            <p:ph type="body" sz="quarter" idx="17" hasCustomPrompt="1"/>
          </p:nvPr>
        </p:nvSpPr>
        <p:spPr>
          <a:xfrm>
            <a:off x="3333317" y="4763323"/>
            <a:ext cx="2475383" cy="1334265"/>
          </a:xfrm>
        </p:spPr>
        <p:txBody>
          <a:bodyPr/>
          <a:lstStyle>
            <a:lvl1pPr>
              <a:lnSpc>
                <a:spcPct val="90000"/>
              </a:lnSpc>
              <a:defRPr sz="6599">
                <a:solidFill>
                  <a:schemeClr val="accent1"/>
                </a:solidFill>
              </a:defRPr>
            </a:lvl1pPr>
          </a:lstStyle>
          <a:p>
            <a:r>
              <a:rPr lang="en-US"/>
              <a:t>00%</a:t>
            </a:r>
          </a:p>
        </p:txBody>
      </p:sp>
      <p:sp>
        <p:nvSpPr>
          <p:cNvPr id="11" name="Text Placeholder 10">
            <a:extLst>
              <a:ext uri="{FF2B5EF4-FFF2-40B4-BE49-F238E27FC236}">
                <a16:creationId xmlns:a16="http://schemas.microsoft.com/office/drawing/2014/main" id="{BA1063D1-FD79-491C-791B-87858EA0CB85}"/>
              </a:ext>
            </a:extLst>
          </p:cNvPr>
          <p:cNvSpPr>
            <a:spLocks noGrp="1"/>
          </p:cNvSpPr>
          <p:nvPr>
            <p:ph type="body" sz="quarter" idx="14"/>
          </p:nvPr>
        </p:nvSpPr>
        <p:spPr>
          <a:xfrm>
            <a:off x="6380919" y="4835205"/>
            <a:ext cx="3809504" cy="1262383"/>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1B7E465D-4B5F-2DAE-57C4-590983308A95}"/>
              </a:ext>
            </a:extLst>
          </p:cNvPr>
          <p:cNvSpPr>
            <a:spLocks noGrp="1"/>
          </p:cNvSpPr>
          <p:nvPr>
            <p:ph type="body" sz="quarter" idx="11"/>
          </p:nvPr>
        </p:nvSpPr>
        <p:spPr>
          <a:xfrm>
            <a:off x="3333316" y="6029325"/>
            <a:ext cx="2475384" cy="571500"/>
          </a:xfrm>
        </p:spPr>
        <p:txBody>
          <a:bodyPr anchor="b"/>
          <a:lstStyle>
            <a:lvl1pPr>
              <a:lnSpc>
                <a:spcPct val="120000"/>
              </a:lnSpc>
              <a:spcBef>
                <a:spcPts val="0"/>
              </a:spcBef>
              <a:defRPr sz="800" b="0" i="0">
                <a:solidFill>
                  <a:schemeClr val="tx1"/>
                </a:solidFill>
                <a:latin typeface="IBM Plex Sans" panose="020B0503050203000203" pitchFamily="34" charset="0"/>
              </a:defRPr>
            </a:lvl1pPr>
            <a:lvl2pPr>
              <a:lnSpc>
                <a:spcPct val="120000"/>
              </a:lnSpc>
              <a:spcBef>
                <a:spcPts val="0"/>
              </a:spcBef>
              <a:defRPr sz="800" b="0" i="0">
                <a:solidFill>
                  <a:schemeClr val="tx1"/>
                </a:solidFill>
                <a:latin typeface="IBM Plex Sans" panose="020B0503050203000203" pitchFamily="34" charset="0"/>
              </a:defRPr>
            </a:lvl2pPr>
            <a:lvl3pPr>
              <a:lnSpc>
                <a:spcPct val="120000"/>
              </a:lnSpc>
              <a:spcBef>
                <a:spcPts val="0"/>
              </a:spcBef>
              <a:defRPr sz="800" b="0" i="0">
                <a:solidFill>
                  <a:schemeClr val="tx1"/>
                </a:solidFill>
                <a:latin typeface="IBM Plex Sans" panose="020B0503050203000203" pitchFamily="34" charset="0"/>
              </a:defRPr>
            </a:lvl3pPr>
            <a:lvl4pPr>
              <a:lnSpc>
                <a:spcPct val="120000"/>
              </a:lnSpc>
              <a:spcBef>
                <a:spcPts val="0"/>
              </a:spcBef>
              <a:defRPr sz="800" b="0" i="0">
                <a:solidFill>
                  <a:schemeClr val="tx1"/>
                </a:solidFill>
                <a:latin typeface="IBM Plex Sans" panose="020B0503050203000203" pitchFamily="34" charset="0"/>
              </a:defRPr>
            </a:lvl4pPr>
            <a:lvl5pPr>
              <a:lnSpc>
                <a:spcPct val="120000"/>
              </a:lnSpc>
              <a:spcBef>
                <a:spcPts val="0"/>
              </a:spcBef>
              <a:defRPr sz="800" b="0" i="0">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8495C3AC-E4B9-F837-204B-FF01953D40BE}"/>
              </a:ext>
            </a:extLst>
          </p:cNvPr>
          <p:cNvSpPr>
            <a:spLocks noGrp="1"/>
          </p:cNvSpPr>
          <p:nvPr>
            <p:ph type="ftr" sz="quarter" idx="18"/>
          </p:nvPr>
        </p:nvSpPr>
        <p:spPr>
          <a:xfrm>
            <a:off x="287963" y="6408000"/>
            <a:ext cx="2477765" cy="190500"/>
          </a:xfrm>
        </p:spPr>
        <p:txBody>
          <a:bodyPr/>
          <a:lstStyle/>
          <a:p>
            <a:endParaRPr lang="en-US"/>
          </a:p>
        </p:txBody>
      </p:sp>
      <p:sp>
        <p:nvSpPr>
          <p:cNvPr id="8" name="Slide Number">
            <a:extLst>
              <a:ext uri="{FF2B5EF4-FFF2-40B4-BE49-F238E27FC236}">
                <a16:creationId xmlns:a16="http://schemas.microsoft.com/office/drawing/2014/main" id="{22119C11-B0BD-168C-0C07-D70B259D3906}"/>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962245478"/>
      </p:ext>
    </p:extLst>
  </p:cSld>
  <p:clrMapOvr>
    <a:masterClrMapping/>
  </p:clrMapOvr>
  <p:transition spd="med"/>
</p:sldLayout>
</file>

<file path=ppt/slideLayouts/slideLayout220.xml><?xml version="1.0" encoding="utf-8"?>
<p:sldLayout xmlns:a="http://schemas.openxmlformats.org/drawingml/2006/main" xmlns:r="http://schemas.openxmlformats.org/officeDocument/2006/relationships" xmlns:p="http://schemas.openxmlformats.org/presentationml/2006/main" preserve="1" userDrawn="1">
  <p:cSld name="Text, 4 columns ">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7963" y="288036"/>
            <a:ext cx="2470717" cy="762794"/>
          </a:xfrm>
        </p:spPr>
        <p:txBody>
          <a:bodyPr/>
          <a:lstStyle>
            <a:lvl1pPr>
              <a:lnSpc>
                <a:spcPct val="110000"/>
              </a:lnSpc>
              <a:defRPr sz="1400">
                <a:solidFill>
                  <a:schemeClr val="tx2"/>
                </a:solidFill>
              </a:defRPr>
            </a:lvl1pPr>
          </a:lstStyle>
          <a:p>
            <a:r>
              <a:rPr lang="en-US"/>
              <a:t>Click to edit Master title style</a:t>
            </a:r>
          </a:p>
        </p:txBody>
      </p:sp>
      <p:sp>
        <p:nvSpPr>
          <p:cNvPr id="5" name="Text Placeholder 4">
            <a:extLst>
              <a:ext uri="{FF2B5EF4-FFF2-40B4-BE49-F238E27FC236}">
                <a16:creationId xmlns:a16="http://schemas.microsoft.com/office/drawing/2014/main" id="{1C17B282-9F6A-839A-442D-69BC9DF3749A}"/>
              </a:ext>
            </a:extLst>
          </p:cNvPr>
          <p:cNvSpPr>
            <a:spLocks noGrp="1"/>
          </p:cNvSpPr>
          <p:nvPr>
            <p:ph type="body" sz="quarter" idx="11"/>
          </p:nvPr>
        </p:nvSpPr>
        <p:spPr>
          <a:xfrm>
            <a:off x="287963" y="1524000"/>
            <a:ext cx="2477765" cy="4576763"/>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3334904" y="1524000"/>
            <a:ext cx="2475384" cy="4576763"/>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6389168" y="1524000"/>
            <a:ext cx="2476178" cy="4576763"/>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9430110" y="1524000"/>
            <a:ext cx="2479352" cy="4576763"/>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2D830AE7-F6A6-A339-0B24-876A9554C9E3}"/>
              </a:ext>
            </a:extLst>
          </p:cNvPr>
          <p:cNvSpPr>
            <a:spLocks noGrp="1"/>
          </p:cNvSpPr>
          <p:nvPr>
            <p:ph type="ftr" sz="quarter" idx="18"/>
          </p:nvPr>
        </p:nvSpPr>
        <p:spPr>
          <a:xfrm>
            <a:off x="287963" y="6408000"/>
            <a:ext cx="2477765" cy="190500"/>
          </a:xfrm>
        </p:spPr>
        <p:txBody>
          <a:bodyPr/>
          <a:lstStyle/>
          <a:p>
            <a:endParaRPr lang="en-US"/>
          </a:p>
        </p:txBody>
      </p:sp>
      <p:sp>
        <p:nvSpPr>
          <p:cNvPr id="8" name="Slide Number">
            <a:extLst>
              <a:ext uri="{FF2B5EF4-FFF2-40B4-BE49-F238E27FC236}">
                <a16:creationId xmlns:a16="http://schemas.microsoft.com/office/drawing/2014/main" id="{31A616C3-34A8-1D7A-67C9-8B76F2D30BD0}"/>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253073526"/>
      </p:ext>
    </p:extLst>
  </p:cSld>
  <p:clrMapOvr>
    <a:masterClrMapping/>
  </p:clrMapOvr>
  <p:transition spd="med"/>
</p:sldLayout>
</file>

<file path=ppt/slideLayouts/slideLayout221.xml><?xml version="1.0" encoding="utf-8"?>
<p:sldLayout xmlns:a="http://schemas.openxmlformats.org/drawingml/2006/main" xmlns:r="http://schemas.openxmlformats.org/officeDocument/2006/relationships" xmlns:p="http://schemas.openxmlformats.org/presentationml/2006/main" preserve="1" userDrawn="1">
  <p:cSld name="Text, 4 columns, short divider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7963" y="288036"/>
            <a:ext cx="2474590" cy="762794"/>
          </a:xfrm>
        </p:spPr>
        <p:txBody>
          <a:bodyPr/>
          <a:lstStyle>
            <a:lvl1pPr>
              <a:lnSpc>
                <a:spcPct val="110000"/>
              </a:lnSpc>
              <a:defRPr sz="1400">
                <a:solidFill>
                  <a:schemeClr val="tx2"/>
                </a:solidFill>
              </a:defRPr>
            </a:lvl1pPr>
          </a:lstStyle>
          <a:p>
            <a:r>
              <a:rPr lang="en-US"/>
              <a:t>Click to edit Master title style</a:t>
            </a:r>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3334903" y="288036"/>
            <a:ext cx="2477765" cy="762794"/>
          </a:xfrm>
        </p:spPr>
        <p:txBody>
          <a:bodyPr/>
          <a:lstStyle>
            <a:lvl1pPr>
              <a:lnSpc>
                <a:spcPct val="110000"/>
              </a:lnSpc>
              <a:spcBef>
                <a:spcPts val="0"/>
              </a:spcBef>
              <a:defRPr sz="1000" b="0" i="0">
                <a:solidFill>
                  <a:schemeClr val="tx1"/>
                </a:solidFill>
                <a:latin typeface="IBM Plex Sans" panose="020B0503050203000203" pitchFamily="34" charset="0"/>
              </a:defRPr>
            </a:lvl1pPr>
            <a:lvl2pPr marL="91422" indent="-91422">
              <a:lnSpc>
                <a:spcPct val="110000"/>
              </a:lnSpc>
              <a:spcBef>
                <a:spcPts val="0"/>
              </a:spcBef>
              <a:defRPr sz="1000" b="0" i="0">
                <a:solidFill>
                  <a:schemeClr val="tx1"/>
                </a:solidFill>
                <a:latin typeface="IBM Plex Sans" panose="020B0503050203000203" pitchFamily="34" charset="0"/>
              </a:defRPr>
            </a:lvl2pPr>
            <a:lvl3pPr marL="182843" indent="-91422">
              <a:lnSpc>
                <a:spcPct val="110000"/>
              </a:lnSpc>
              <a:spcBef>
                <a:spcPts val="0"/>
              </a:spcBef>
              <a:defRPr sz="1000" b="0" i="0">
                <a:solidFill>
                  <a:schemeClr val="tx1"/>
                </a:solidFill>
                <a:latin typeface="IBM Plex Sans" panose="020B0503050203000203" pitchFamily="34" charset="0"/>
              </a:defRPr>
            </a:lvl3pPr>
            <a:lvl4pPr marL="274265" indent="-91422">
              <a:lnSpc>
                <a:spcPct val="110000"/>
              </a:lnSpc>
              <a:spcBef>
                <a:spcPts val="0"/>
              </a:spcBef>
              <a:defRPr sz="1000" b="0" i="0">
                <a:solidFill>
                  <a:schemeClr val="tx1"/>
                </a:solidFill>
                <a:latin typeface="IBM Plex Sans" panose="020B0503050203000203" pitchFamily="34" charset="0"/>
              </a:defRPr>
            </a:lvl4pPr>
            <a:lvl5pPr>
              <a:lnSpc>
                <a:spcPct val="110000"/>
              </a:lnSpc>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20" name="Straight Connector 19" descr="Vertical column divider">
            <a:extLst>
              <a:ext uri="{FF2B5EF4-FFF2-40B4-BE49-F238E27FC236}">
                <a16:creationId xmlns:a16="http://schemas.microsoft.com/office/drawing/2014/main" id="{ABAB2974-AD95-0BF2-C41A-265AEF03B4F7}"/>
              </a:ext>
            </a:extLst>
          </p:cNvPr>
          <p:cNvCxnSpPr>
            <a:cxnSpLocks/>
          </p:cNvCxnSpPr>
          <p:nvPr userDrawn="1"/>
        </p:nvCxnSpPr>
        <p:spPr bwMode="auto">
          <a:xfrm>
            <a:off x="3047603" y="1522413"/>
            <a:ext cx="0" cy="4572736"/>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1" name="Straight Connector 20" descr="Vertical column divider">
            <a:extLst>
              <a:ext uri="{FF2B5EF4-FFF2-40B4-BE49-F238E27FC236}">
                <a16:creationId xmlns:a16="http://schemas.microsoft.com/office/drawing/2014/main" id="{CDB8CB8D-C4DB-E357-4948-59CD6A18A9DC}"/>
              </a:ext>
            </a:extLst>
          </p:cNvPr>
          <p:cNvCxnSpPr/>
          <p:nvPr userDrawn="1"/>
        </p:nvCxnSpPr>
        <p:spPr bwMode="auto">
          <a:xfrm>
            <a:off x="6093683" y="1522413"/>
            <a:ext cx="0" cy="4575175"/>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2" name="Straight Connector 21" descr="Vertical column divider">
            <a:extLst>
              <a:ext uri="{FF2B5EF4-FFF2-40B4-BE49-F238E27FC236}">
                <a16:creationId xmlns:a16="http://schemas.microsoft.com/office/drawing/2014/main" id="{8B5887E5-28C4-AA99-EBD5-E34B88F46F25}"/>
              </a:ext>
            </a:extLst>
          </p:cNvPr>
          <p:cNvCxnSpPr/>
          <p:nvPr userDrawn="1"/>
        </p:nvCxnSpPr>
        <p:spPr bwMode="auto">
          <a:xfrm>
            <a:off x="9142810" y="1522413"/>
            <a:ext cx="0" cy="4575175"/>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4" name="Footer Placeholder 3">
            <a:extLst>
              <a:ext uri="{FF2B5EF4-FFF2-40B4-BE49-F238E27FC236}">
                <a16:creationId xmlns:a16="http://schemas.microsoft.com/office/drawing/2014/main" id="{9A5E154F-497D-F356-4526-C17B1B098AC9}"/>
              </a:ext>
            </a:extLst>
          </p:cNvPr>
          <p:cNvSpPr>
            <a:spLocks noGrp="1"/>
          </p:cNvSpPr>
          <p:nvPr userDrawn="1">
            <p:ph type="ftr" sz="quarter" idx="18"/>
          </p:nvPr>
        </p:nvSpPr>
        <p:spPr>
          <a:xfrm>
            <a:off x="287963" y="6408000"/>
            <a:ext cx="2477765" cy="190500"/>
          </a:xfrm>
        </p:spPr>
        <p:txBody>
          <a:bodyPr/>
          <a:lstStyle/>
          <a:p>
            <a:endParaRPr lang="en-US"/>
          </a:p>
        </p:txBody>
      </p:sp>
      <p:sp>
        <p:nvSpPr>
          <p:cNvPr id="8" name="Slide Number">
            <a:extLst>
              <a:ext uri="{FF2B5EF4-FFF2-40B4-BE49-F238E27FC236}">
                <a16:creationId xmlns:a16="http://schemas.microsoft.com/office/drawing/2014/main" id="{A3714515-3CA1-0F75-0503-3208A09DFA76}"/>
              </a:ext>
            </a:extLst>
          </p:cNvPr>
          <p:cNvSpPr txBox="1">
            <a:spLocks noGrp="1"/>
          </p:cNvSpPr>
          <p:nvPr userDrawn="1">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10" name="Text Placeholder 4">
            <a:extLst>
              <a:ext uri="{FF2B5EF4-FFF2-40B4-BE49-F238E27FC236}">
                <a16:creationId xmlns:a16="http://schemas.microsoft.com/office/drawing/2014/main" id="{4B531E36-2064-83A6-3D5A-E40E324F8495}"/>
              </a:ext>
            </a:extLst>
          </p:cNvPr>
          <p:cNvSpPr>
            <a:spLocks noGrp="1"/>
          </p:cNvSpPr>
          <p:nvPr userDrawn="1">
            <p:ph type="body" sz="quarter" idx="11"/>
          </p:nvPr>
        </p:nvSpPr>
        <p:spPr>
          <a:xfrm>
            <a:off x="291173" y="1524000"/>
            <a:ext cx="2477765" cy="4576763"/>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6">
            <a:extLst>
              <a:ext uri="{FF2B5EF4-FFF2-40B4-BE49-F238E27FC236}">
                <a16:creationId xmlns:a16="http://schemas.microsoft.com/office/drawing/2014/main" id="{70587680-FBD6-A326-93E3-B3437A4124A3}"/>
              </a:ext>
            </a:extLst>
          </p:cNvPr>
          <p:cNvSpPr>
            <a:spLocks noGrp="1"/>
          </p:cNvSpPr>
          <p:nvPr userDrawn="1">
            <p:ph type="body" sz="quarter" idx="12"/>
          </p:nvPr>
        </p:nvSpPr>
        <p:spPr>
          <a:xfrm>
            <a:off x="3334904" y="1524000"/>
            <a:ext cx="2475384" cy="4576763"/>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8">
            <a:extLst>
              <a:ext uri="{FF2B5EF4-FFF2-40B4-BE49-F238E27FC236}">
                <a16:creationId xmlns:a16="http://schemas.microsoft.com/office/drawing/2014/main" id="{CAE80882-A798-33A6-BF3F-DF9C75646C23}"/>
              </a:ext>
            </a:extLst>
          </p:cNvPr>
          <p:cNvSpPr>
            <a:spLocks noGrp="1"/>
          </p:cNvSpPr>
          <p:nvPr userDrawn="1">
            <p:ph type="body" sz="quarter" idx="13"/>
          </p:nvPr>
        </p:nvSpPr>
        <p:spPr>
          <a:xfrm>
            <a:off x="6389168" y="1524000"/>
            <a:ext cx="2476178" cy="4576763"/>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5" name="Text Placeholder 10">
            <a:extLst>
              <a:ext uri="{FF2B5EF4-FFF2-40B4-BE49-F238E27FC236}">
                <a16:creationId xmlns:a16="http://schemas.microsoft.com/office/drawing/2014/main" id="{1809E051-5EDC-532B-0D86-AA9349AAA053}"/>
              </a:ext>
            </a:extLst>
          </p:cNvPr>
          <p:cNvSpPr>
            <a:spLocks noGrp="1"/>
          </p:cNvSpPr>
          <p:nvPr userDrawn="1">
            <p:ph type="body" sz="quarter" idx="14"/>
          </p:nvPr>
        </p:nvSpPr>
        <p:spPr>
          <a:xfrm>
            <a:off x="9430110" y="1524000"/>
            <a:ext cx="2479352" cy="4576763"/>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949819732"/>
      </p:ext>
    </p:extLst>
  </p:cSld>
  <p:clrMapOvr>
    <a:masterClrMapping/>
  </p:clrMapOvr>
  <p:transition spd="med"/>
</p:sldLayout>
</file>

<file path=ppt/slideLayouts/slideLayout222.xml><?xml version="1.0" encoding="utf-8"?>
<p:sldLayout xmlns:a="http://schemas.openxmlformats.org/drawingml/2006/main" xmlns:r="http://schemas.openxmlformats.org/officeDocument/2006/relationships" xmlns:p="http://schemas.openxmlformats.org/presentationml/2006/main" preserve="1" userDrawn="1">
  <p:cSld name="Text, 4 columns, dividers, headline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7963" y="288036"/>
            <a:ext cx="2474590" cy="1234377"/>
          </a:xfrm>
        </p:spPr>
        <p:txBody>
          <a:bodyPr/>
          <a:lstStyle>
            <a:lvl1pPr>
              <a:lnSpc>
                <a:spcPct val="110000"/>
              </a:lnSpc>
              <a:defRPr sz="1400">
                <a:solidFill>
                  <a:schemeClr val="tx2"/>
                </a:solidFill>
              </a:defRPr>
            </a:lvl1pPr>
          </a:lstStyle>
          <a:p>
            <a:r>
              <a:rPr lang="en-US"/>
              <a:t>Click to edit Master title style</a:t>
            </a:r>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3333316" y="288036"/>
            <a:ext cx="2477765" cy="921519"/>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3333316" y="1523999"/>
            <a:ext cx="2475384" cy="4578351"/>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6389168" y="288036"/>
            <a:ext cx="2476178" cy="921519"/>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6389168" y="1524000"/>
            <a:ext cx="2476178" cy="4578350"/>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4" name="Straight Connector 13" descr="Vertical column divider">
            <a:extLst>
              <a:ext uri="{FF2B5EF4-FFF2-40B4-BE49-F238E27FC236}">
                <a16:creationId xmlns:a16="http://schemas.microsoft.com/office/drawing/2014/main" id="{C6EB28FF-C21F-A83D-2D19-2242B76C6B09}"/>
              </a:ext>
            </a:extLst>
          </p:cNvPr>
          <p:cNvCxnSpPr>
            <a:cxnSpLocks/>
          </p:cNvCxnSpPr>
          <p:nvPr userDrawn="1"/>
        </p:nvCxnSpPr>
        <p:spPr bwMode="auto">
          <a:xfrm>
            <a:off x="3047603" y="285051"/>
            <a:ext cx="0" cy="581104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8" name="Straight Connector 17" descr="Vertical column divider">
            <a:extLst>
              <a:ext uri="{FF2B5EF4-FFF2-40B4-BE49-F238E27FC236}">
                <a16:creationId xmlns:a16="http://schemas.microsoft.com/office/drawing/2014/main" id="{3D7A0E74-695D-C6F5-07CD-01209D58A70A}"/>
              </a:ext>
            </a:extLst>
          </p:cNvPr>
          <p:cNvCxnSpPr>
            <a:cxnSpLocks/>
          </p:cNvCxnSpPr>
          <p:nvPr userDrawn="1"/>
        </p:nvCxnSpPr>
        <p:spPr bwMode="auto">
          <a:xfrm>
            <a:off x="6093683" y="285051"/>
            <a:ext cx="0" cy="5812536"/>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9" name="Straight Connector 18" descr="Vertical column divider">
            <a:extLst>
              <a:ext uri="{FF2B5EF4-FFF2-40B4-BE49-F238E27FC236}">
                <a16:creationId xmlns:a16="http://schemas.microsoft.com/office/drawing/2014/main" id="{19E1AC9A-B000-435B-E4BC-54B09FB7957C}"/>
              </a:ext>
            </a:extLst>
          </p:cNvPr>
          <p:cNvCxnSpPr>
            <a:cxnSpLocks/>
          </p:cNvCxnSpPr>
          <p:nvPr userDrawn="1"/>
        </p:nvCxnSpPr>
        <p:spPr bwMode="auto">
          <a:xfrm>
            <a:off x="9142810" y="285051"/>
            <a:ext cx="0" cy="581104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3" name="Text Placeholder 12">
            <a:extLst>
              <a:ext uri="{FF2B5EF4-FFF2-40B4-BE49-F238E27FC236}">
                <a16:creationId xmlns:a16="http://schemas.microsoft.com/office/drawing/2014/main" id="{2A62B128-D226-0D9B-89EC-51AFD07F30CF}"/>
              </a:ext>
            </a:extLst>
          </p:cNvPr>
          <p:cNvSpPr>
            <a:spLocks noGrp="1"/>
          </p:cNvSpPr>
          <p:nvPr userDrawn="1">
            <p:ph type="body" sz="quarter" idx="17"/>
          </p:nvPr>
        </p:nvSpPr>
        <p:spPr>
          <a:xfrm>
            <a:off x="9428522" y="288036"/>
            <a:ext cx="2479352" cy="921519"/>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userDrawn="1">
            <p:ph type="body" sz="quarter" idx="14"/>
          </p:nvPr>
        </p:nvSpPr>
        <p:spPr>
          <a:xfrm>
            <a:off x="9428522" y="1524000"/>
            <a:ext cx="2479352" cy="4578350"/>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6C3F2C39-1D80-7B1C-F53D-B11D6327AF07}"/>
              </a:ext>
            </a:extLst>
          </p:cNvPr>
          <p:cNvSpPr>
            <a:spLocks noGrp="1"/>
          </p:cNvSpPr>
          <p:nvPr userDrawn="1">
            <p:ph type="ftr" sz="quarter" idx="18"/>
          </p:nvPr>
        </p:nvSpPr>
        <p:spPr>
          <a:xfrm>
            <a:off x="287963" y="6408000"/>
            <a:ext cx="2477765" cy="190500"/>
          </a:xfrm>
        </p:spPr>
        <p:txBody>
          <a:bodyPr/>
          <a:lstStyle/>
          <a:p>
            <a:endParaRPr lang="en-US"/>
          </a:p>
        </p:txBody>
      </p:sp>
      <p:sp>
        <p:nvSpPr>
          <p:cNvPr id="8" name="Slide Number">
            <a:extLst>
              <a:ext uri="{FF2B5EF4-FFF2-40B4-BE49-F238E27FC236}">
                <a16:creationId xmlns:a16="http://schemas.microsoft.com/office/drawing/2014/main" id="{56961C62-D766-8A68-1FA3-BF6BE095543D}"/>
              </a:ext>
            </a:extLst>
          </p:cNvPr>
          <p:cNvSpPr txBox="1">
            <a:spLocks noGrp="1"/>
          </p:cNvSpPr>
          <p:nvPr userDrawn="1">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674347664"/>
      </p:ext>
    </p:extLst>
  </p:cSld>
  <p:clrMapOvr>
    <a:masterClrMapping/>
  </p:clrMapOvr>
  <p:transition spd="med"/>
</p:sldLayout>
</file>

<file path=ppt/slideLayouts/slideLayout223.xml><?xml version="1.0" encoding="utf-8"?>
<p:sldLayout xmlns:a="http://schemas.openxmlformats.org/drawingml/2006/main" xmlns:r="http://schemas.openxmlformats.org/officeDocument/2006/relationships" xmlns:p="http://schemas.openxmlformats.org/presentationml/2006/main" preserve="1" userDrawn="1">
  <p:cSld name="Text, 4 columns, dividers, pictogram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34332-B5B5-4358-3C72-8B35F374A887}"/>
              </a:ext>
            </a:extLst>
          </p:cNvPr>
          <p:cNvSpPr>
            <a:spLocks noGrp="1"/>
          </p:cNvSpPr>
          <p:nvPr>
            <p:ph type="title"/>
          </p:nvPr>
        </p:nvSpPr>
        <p:spPr>
          <a:xfrm>
            <a:off x="287999" y="288036"/>
            <a:ext cx="2474590" cy="1048544"/>
          </a:xfrm>
        </p:spPr>
        <p:txBody>
          <a:bodyPr/>
          <a:lstStyle>
            <a:lvl1pPr>
              <a:lnSpc>
                <a:spcPct val="110000"/>
              </a:lnSpc>
              <a:defRPr sz="1200">
                <a:solidFill>
                  <a:schemeClr val="tx2"/>
                </a:solidFill>
              </a:defRPr>
            </a:lvl1pPr>
          </a:lstStyle>
          <a:p>
            <a:r>
              <a:rPr lang="en-US"/>
              <a:t>Click to edit Master title style</a:t>
            </a:r>
          </a:p>
        </p:txBody>
      </p:sp>
      <p:sp>
        <p:nvSpPr>
          <p:cNvPr id="5" name="Text Placeholder 4">
            <a:extLst>
              <a:ext uri="{FF2B5EF4-FFF2-40B4-BE49-F238E27FC236}">
                <a16:creationId xmlns:a16="http://schemas.microsoft.com/office/drawing/2014/main" id="{A59C4772-2960-241E-274D-18A4B5568DAB}"/>
              </a:ext>
            </a:extLst>
          </p:cNvPr>
          <p:cNvSpPr>
            <a:spLocks noGrp="1"/>
          </p:cNvSpPr>
          <p:nvPr>
            <p:ph type="body" sz="quarter" idx="11"/>
          </p:nvPr>
        </p:nvSpPr>
        <p:spPr>
          <a:xfrm>
            <a:off x="287963" y="1524000"/>
            <a:ext cx="2470717" cy="2289175"/>
          </a:xfrm>
        </p:spPr>
        <p:txBody>
          <a:bodyPr/>
          <a:lstStyle>
            <a:lvl1pPr>
              <a:lnSpc>
                <a:spcPct val="100000"/>
              </a:lnSpc>
              <a:spcBef>
                <a:spcPts val="0"/>
              </a:spcBef>
              <a:defRPr sz="1800">
                <a:solidFill>
                  <a:schemeClr val="tx1"/>
                </a:solidFill>
              </a:defRPr>
            </a:lvl1pPr>
          </a:lstStyle>
          <a:p>
            <a:pPr lvl="0"/>
            <a:r>
              <a:rPr lang="en-US"/>
              <a:t>Click to edit Master text styles</a:t>
            </a:r>
          </a:p>
        </p:txBody>
      </p:sp>
      <p:sp>
        <p:nvSpPr>
          <p:cNvPr id="14" name="Picture Placeholder 13" descr="Place pictogram here">
            <a:extLst>
              <a:ext uri="{FF2B5EF4-FFF2-40B4-BE49-F238E27FC236}">
                <a16:creationId xmlns:a16="http://schemas.microsoft.com/office/drawing/2014/main" id="{637C5D5A-A533-DB2D-8BBE-C9DAA013CA01}"/>
              </a:ext>
            </a:extLst>
          </p:cNvPr>
          <p:cNvSpPr>
            <a:spLocks noGrp="1"/>
          </p:cNvSpPr>
          <p:nvPr>
            <p:ph type="pic" sz="quarter" idx="15" hasCustomPrompt="1"/>
          </p:nvPr>
        </p:nvSpPr>
        <p:spPr>
          <a:xfrm>
            <a:off x="3333316" y="288036"/>
            <a:ext cx="607997" cy="608076"/>
          </a:xfrm>
        </p:spPr>
        <p:txBody>
          <a:bodyPr anchor="ctr"/>
          <a:lstStyle>
            <a:lvl1pPr algn="ctr">
              <a:defRPr sz="800">
                <a:solidFill>
                  <a:schemeClr val="tx1"/>
                </a:solidFill>
              </a:defRPr>
            </a:lvl1pPr>
          </a:lstStyle>
          <a:p>
            <a:r>
              <a:rPr lang="en-US"/>
              <a:t>Pictogram</a:t>
            </a:r>
          </a:p>
        </p:txBody>
      </p:sp>
      <p:sp>
        <p:nvSpPr>
          <p:cNvPr id="10" name="Text Placeholder 9">
            <a:extLst>
              <a:ext uri="{FF2B5EF4-FFF2-40B4-BE49-F238E27FC236}">
                <a16:creationId xmlns:a16="http://schemas.microsoft.com/office/drawing/2014/main" id="{627CF39F-F0FC-7815-2582-A13E0599BC21}"/>
              </a:ext>
            </a:extLst>
          </p:cNvPr>
          <p:cNvSpPr>
            <a:spLocks noGrp="1"/>
          </p:cNvSpPr>
          <p:nvPr>
            <p:ph type="body" sz="quarter" idx="12"/>
          </p:nvPr>
        </p:nvSpPr>
        <p:spPr>
          <a:xfrm>
            <a:off x="3334904" y="1524000"/>
            <a:ext cx="2475384" cy="4576763"/>
          </a:xfrm>
        </p:spPr>
        <p:txBody>
          <a:bodyPr/>
          <a:lstStyle>
            <a:lvl1pPr>
              <a:lnSpc>
                <a:spcPct val="110000"/>
              </a:lnSpc>
              <a:spcBef>
                <a:spcPts val="0"/>
              </a:spcBef>
              <a:defRPr sz="1200">
                <a:solidFill>
                  <a:schemeClr val="tx1"/>
                </a:solidFill>
              </a:defRPr>
            </a:lvl1pPr>
            <a:lvl2pPr marL="109706" indent="-109706">
              <a:lnSpc>
                <a:spcPct val="110000"/>
              </a:lnSpc>
              <a:spcBef>
                <a:spcPts val="0"/>
              </a:spcBef>
              <a:defRPr sz="1200">
                <a:solidFill>
                  <a:schemeClr val="tx1"/>
                </a:solidFill>
              </a:defRPr>
            </a:lvl2pPr>
            <a:lvl3pPr marL="219412" indent="-109706">
              <a:lnSpc>
                <a:spcPct val="110000"/>
              </a:lnSpc>
              <a:spcBef>
                <a:spcPts val="0"/>
              </a:spcBef>
              <a:defRPr sz="1200">
                <a:solidFill>
                  <a:schemeClr val="tx1"/>
                </a:solidFill>
              </a:defRPr>
            </a:lvl3pPr>
            <a:lvl4pPr marL="329118" indent="-109706">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5" name="Picture Placeholder 13" descr="Place pictogram here">
            <a:extLst>
              <a:ext uri="{FF2B5EF4-FFF2-40B4-BE49-F238E27FC236}">
                <a16:creationId xmlns:a16="http://schemas.microsoft.com/office/drawing/2014/main" id="{81413BEF-DDD1-548F-409B-224DE030B67E}"/>
              </a:ext>
            </a:extLst>
          </p:cNvPr>
          <p:cNvSpPr>
            <a:spLocks noGrp="1"/>
          </p:cNvSpPr>
          <p:nvPr>
            <p:ph type="pic" sz="quarter" idx="16" hasCustomPrompt="1"/>
          </p:nvPr>
        </p:nvSpPr>
        <p:spPr>
          <a:xfrm>
            <a:off x="6389168" y="288036"/>
            <a:ext cx="607997" cy="608076"/>
          </a:xfrm>
        </p:spPr>
        <p:txBody>
          <a:bodyPr anchor="ctr"/>
          <a:lstStyle>
            <a:lvl1pPr algn="ctr">
              <a:defRPr sz="800">
                <a:solidFill>
                  <a:schemeClr val="tx1"/>
                </a:solidFill>
              </a:defRPr>
            </a:lvl1pPr>
          </a:lstStyle>
          <a:p>
            <a:r>
              <a:rPr lang="en-US"/>
              <a:t>Pictogram</a:t>
            </a:r>
          </a:p>
        </p:txBody>
      </p:sp>
      <p:sp>
        <p:nvSpPr>
          <p:cNvPr id="11" name="Text Placeholder 9">
            <a:extLst>
              <a:ext uri="{FF2B5EF4-FFF2-40B4-BE49-F238E27FC236}">
                <a16:creationId xmlns:a16="http://schemas.microsoft.com/office/drawing/2014/main" id="{68C92137-8AC3-46D8-C9A2-F6F058938BEF}"/>
              </a:ext>
            </a:extLst>
          </p:cNvPr>
          <p:cNvSpPr>
            <a:spLocks noGrp="1"/>
          </p:cNvSpPr>
          <p:nvPr>
            <p:ph type="body" sz="quarter" idx="13"/>
          </p:nvPr>
        </p:nvSpPr>
        <p:spPr>
          <a:xfrm>
            <a:off x="6389168" y="1524000"/>
            <a:ext cx="2470738" cy="4576762"/>
          </a:xfrm>
        </p:spPr>
        <p:txBody>
          <a:bodyPr/>
          <a:lstStyle>
            <a:lvl1pPr>
              <a:lnSpc>
                <a:spcPct val="110000"/>
              </a:lnSpc>
              <a:spcBef>
                <a:spcPts val="0"/>
              </a:spcBef>
              <a:defRPr sz="1200">
                <a:solidFill>
                  <a:schemeClr val="tx1"/>
                </a:solidFill>
              </a:defRPr>
            </a:lvl1pPr>
            <a:lvl2pPr marL="109706" indent="-109706">
              <a:lnSpc>
                <a:spcPct val="110000"/>
              </a:lnSpc>
              <a:spcBef>
                <a:spcPts val="0"/>
              </a:spcBef>
              <a:defRPr sz="1200">
                <a:solidFill>
                  <a:schemeClr val="tx1"/>
                </a:solidFill>
              </a:defRPr>
            </a:lvl2pPr>
            <a:lvl3pPr marL="219412" indent="-109706">
              <a:lnSpc>
                <a:spcPct val="110000"/>
              </a:lnSpc>
              <a:spcBef>
                <a:spcPts val="0"/>
              </a:spcBef>
              <a:defRPr sz="1200">
                <a:solidFill>
                  <a:schemeClr val="tx1"/>
                </a:solidFill>
              </a:defRPr>
            </a:lvl3pPr>
            <a:lvl4pPr marL="329118" indent="-109706">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6" name="Picture Placeholder 13" descr="Place pictogram here">
            <a:extLst>
              <a:ext uri="{FF2B5EF4-FFF2-40B4-BE49-F238E27FC236}">
                <a16:creationId xmlns:a16="http://schemas.microsoft.com/office/drawing/2014/main" id="{B37C3DBB-1177-5FC6-7F7F-E6C5931C9620}"/>
              </a:ext>
            </a:extLst>
          </p:cNvPr>
          <p:cNvSpPr>
            <a:spLocks noGrp="1"/>
          </p:cNvSpPr>
          <p:nvPr>
            <p:ph type="pic" sz="quarter" idx="17" hasCustomPrompt="1"/>
          </p:nvPr>
        </p:nvSpPr>
        <p:spPr>
          <a:xfrm>
            <a:off x="9428522" y="288036"/>
            <a:ext cx="607997" cy="608076"/>
          </a:xfrm>
        </p:spPr>
        <p:txBody>
          <a:bodyPr anchor="ctr"/>
          <a:lstStyle>
            <a:lvl1pPr algn="ctr">
              <a:defRPr sz="800">
                <a:solidFill>
                  <a:schemeClr val="tx1"/>
                </a:solidFill>
              </a:defRPr>
            </a:lvl1pPr>
          </a:lstStyle>
          <a:p>
            <a:r>
              <a:rPr lang="en-US"/>
              <a:t>Pictogram</a:t>
            </a:r>
          </a:p>
        </p:txBody>
      </p:sp>
      <p:sp>
        <p:nvSpPr>
          <p:cNvPr id="12" name="Text Placeholder 9">
            <a:extLst>
              <a:ext uri="{FF2B5EF4-FFF2-40B4-BE49-F238E27FC236}">
                <a16:creationId xmlns:a16="http://schemas.microsoft.com/office/drawing/2014/main" id="{AC380211-AA5F-2F8D-309F-DC766DF1EF52}"/>
              </a:ext>
            </a:extLst>
          </p:cNvPr>
          <p:cNvSpPr>
            <a:spLocks noGrp="1"/>
          </p:cNvSpPr>
          <p:nvPr>
            <p:ph type="body" sz="quarter" idx="14"/>
          </p:nvPr>
        </p:nvSpPr>
        <p:spPr>
          <a:xfrm>
            <a:off x="9430111" y="1524000"/>
            <a:ext cx="2470621" cy="4576763"/>
          </a:xfrm>
        </p:spPr>
        <p:txBody>
          <a:bodyPr/>
          <a:lstStyle>
            <a:lvl1pPr>
              <a:lnSpc>
                <a:spcPct val="110000"/>
              </a:lnSpc>
              <a:spcBef>
                <a:spcPts val="0"/>
              </a:spcBef>
              <a:defRPr sz="1200">
                <a:solidFill>
                  <a:schemeClr val="tx1"/>
                </a:solidFill>
              </a:defRPr>
            </a:lvl1pPr>
            <a:lvl2pPr marL="109706" indent="-109706">
              <a:lnSpc>
                <a:spcPct val="110000"/>
              </a:lnSpc>
              <a:spcBef>
                <a:spcPts val="0"/>
              </a:spcBef>
              <a:defRPr sz="1200">
                <a:solidFill>
                  <a:schemeClr val="tx1"/>
                </a:solidFill>
              </a:defRPr>
            </a:lvl2pPr>
            <a:lvl3pPr marL="219412" indent="-109706">
              <a:lnSpc>
                <a:spcPct val="110000"/>
              </a:lnSpc>
              <a:spcBef>
                <a:spcPts val="0"/>
              </a:spcBef>
              <a:defRPr sz="1200">
                <a:solidFill>
                  <a:schemeClr val="tx1"/>
                </a:solidFill>
              </a:defRPr>
            </a:lvl3pPr>
            <a:lvl4pPr marL="329118" indent="-109706">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8C59ECBB-8567-F0FF-2B81-7CCA543AC3AF}"/>
              </a:ext>
            </a:extLst>
          </p:cNvPr>
          <p:cNvSpPr>
            <a:spLocks noGrp="1"/>
          </p:cNvSpPr>
          <p:nvPr>
            <p:ph type="ftr" sz="quarter" idx="18"/>
          </p:nvPr>
        </p:nvSpPr>
        <p:spPr>
          <a:xfrm>
            <a:off x="287963" y="6408000"/>
            <a:ext cx="2477765" cy="190500"/>
          </a:xfrm>
        </p:spPr>
        <p:txBody>
          <a:bodyPr/>
          <a:lstStyle/>
          <a:p>
            <a:endParaRPr lang="en-US"/>
          </a:p>
        </p:txBody>
      </p:sp>
      <p:sp>
        <p:nvSpPr>
          <p:cNvPr id="7" name="Slide Number">
            <a:extLst>
              <a:ext uri="{FF2B5EF4-FFF2-40B4-BE49-F238E27FC236}">
                <a16:creationId xmlns:a16="http://schemas.microsoft.com/office/drawing/2014/main" id="{193F0BFF-6925-3869-6436-5F209217E4E7}"/>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cxnSp>
        <p:nvCxnSpPr>
          <p:cNvPr id="4" name="Straight Connector 3" descr="Vertical column divider">
            <a:extLst>
              <a:ext uri="{FF2B5EF4-FFF2-40B4-BE49-F238E27FC236}">
                <a16:creationId xmlns:a16="http://schemas.microsoft.com/office/drawing/2014/main" id="{3EC1ADC5-863A-1C19-32F5-F71459CCBF15}"/>
              </a:ext>
            </a:extLst>
          </p:cNvPr>
          <p:cNvCxnSpPr>
            <a:cxnSpLocks/>
          </p:cNvCxnSpPr>
          <p:nvPr userDrawn="1"/>
        </p:nvCxnSpPr>
        <p:spPr bwMode="auto">
          <a:xfrm>
            <a:off x="3047603" y="285052"/>
            <a:ext cx="0" cy="581571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 name="Straight Connector 5" descr="Vertical column divider">
            <a:extLst>
              <a:ext uri="{FF2B5EF4-FFF2-40B4-BE49-F238E27FC236}">
                <a16:creationId xmlns:a16="http://schemas.microsoft.com/office/drawing/2014/main" id="{72E1DB67-171C-F7FE-B9F6-5778755FF746}"/>
              </a:ext>
            </a:extLst>
          </p:cNvPr>
          <p:cNvCxnSpPr>
            <a:cxnSpLocks/>
          </p:cNvCxnSpPr>
          <p:nvPr userDrawn="1"/>
        </p:nvCxnSpPr>
        <p:spPr bwMode="auto">
          <a:xfrm>
            <a:off x="6095270" y="285051"/>
            <a:ext cx="0" cy="5812536"/>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8" name="Straight Connector 7" descr="Vertical column divider">
            <a:extLst>
              <a:ext uri="{FF2B5EF4-FFF2-40B4-BE49-F238E27FC236}">
                <a16:creationId xmlns:a16="http://schemas.microsoft.com/office/drawing/2014/main" id="{6EF3DAE3-95FD-80AD-F6F4-79B5745FA451}"/>
              </a:ext>
            </a:extLst>
          </p:cNvPr>
          <p:cNvCxnSpPr>
            <a:cxnSpLocks/>
          </p:cNvCxnSpPr>
          <p:nvPr userDrawn="1"/>
        </p:nvCxnSpPr>
        <p:spPr bwMode="auto">
          <a:xfrm>
            <a:off x="9142810" y="285051"/>
            <a:ext cx="0" cy="581104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654744259"/>
      </p:ext>
    </p:extLst>
  </p:cSld>
  <p:clrMapOvr>
    <a:masterClrMapping/>
  </p:clrMapOvr>
  <p:transition spd="med"/>
</p:sldLayout>
</file>

<file path=ppt/slideLayouts/slideLayout224.xml><?xml version="1.0" encoding="utf-8"?>
<p:sldLayout xmlns:a="http://schemas.openxmlformats.org/drawingml/2006/main" xmlns:r="http://schemas.openxmlformats.org/officeDocument/2006/relationships" xmlns:p="http://schemas.openxmlformats.org/presentationml/2006/main" preserve="1" userDrawn="1">
  <p:cSld name="Text, 1 wide column, divid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7963" y="192024"/>
            <a:ext cx="2470717" cy="1558989"/>
          </a:xfrm>
        </p:spPr>
        <p:txBody>
          <a:bodyPr/>
          <a:lstStyle>
            <a:lvl1pPr>
              <a:lnSpc>
                <a:spcPct val="100000"/>
              </a:lnSpc>
              <a:defRPr sz="3399">
                <a:solidFill>
                  <a:schemeClr val="tx2"/>
                </a:solidFill>
              </a:defRPr>
            </a:lvl1pPr>
          </a:lstStyle>
          <a:p>
            <a:r>
              <a:rPr lang="en-US"/>
              <a:t>Click to edit Master title style</a:t>
            </a:r>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3334142" y="192024"/>
            <a:ext cx="2475385" cy="1100635"/>
          </a:xfrm>
        </p:spPr>
        <p:txBody>
          <a:bodyPr/>
          <a:lstStyle>
            <a:lvl1pPr>
              <a:lnSpc>
                <a:spcPct val="100000"/>
              </a:lnSpc>
              <a:spcBef>
                <a:spcPts val="0"/>
              </a:spcBef>
              <a:defRPr sz="3399">
                <a:solidFill>
                  <a:schemeClr val="tx2"/>
                </a:solidFill>
              </a:defRPr>
            </a:lvl1pPr>
            <a:lvl2pPr>
              <a:spcBef>
                <a:spcPts val="0"/>
              </a:spcBef>
              <a:defRPr sz="1400"/>
            </a:lvl2pPr>
            <a:lvl3pPr>
              <a:spcBef>
                <a:spcPts val="0"/>
              </a:spcBef>
              <a:defRPr sz="1400"/>
            </a:lvl3pPr>
            <a:lvl4pPr>
              <a:spcBef>
                <a:spcPts val="0"/>
              </a:spcBef>
              <a:defRPr sz="1400"/>
            </a:lvl4pPr>
            <a:lvl5pPr>
              <a:spcBef>
                <a:spcPts val="0"/>
              </a:spcBef>
              <a:defRPr sz="1400"/>
            </a:lvl5pPr>
          </a:lstStyle>
          <a:p>
            <a:pPr lvl="0"/>
            <a:r>
              <a:rPr lang="en-US"/>
              <a:t>Click to edit Master text styles</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3334143" y="1524000"/>
            <a:ext cx="2475384" cy="4576763"/>
          </a:xfrm>
        </p:spPr>
        <p:txBody>
          <a:bodyPr/>
          <a:lstStyle>
            <a:lvl1pPr>
              <a:spcBef>
                <a:spcPts val="0"/>
              </a:spcBef>
              <a:defRPr sz="1400" b="0" i="0">
                <a:solidFill>
                  <a:schemeClr val="tx1"/>
                </a:solidFill>
                <a:latin typeface="IBM Plex Sans Light" panose="020B0403050203000203" pitchFamily="34" charset="0"/>
              </a:defRPr>
            </a:lvl1pPr>
            <a:lvl2pPr marL="127990" indent="-127990">
              <a:spcBef>
                <a:spcPts val="0"/>
              </a:spcBef>
              <a:defRPr sz="1400" b="0" i="0">
                <a:solidFill>
                  <a:schemeClr val="tx1"/>
                </a:solidFill>
                <a:latin typeface="IBM Plex Sans Light" panose="020B0403050203000203" pitchFamily="34" charset="0"/>
              </a:defRPr>
            </a:lvl2pPr>
            <a:lvl3pPr marL="255981" indent="-127990">
              <a:spcBef>
                <a:spcPts val="0"/>
              </a:spcBef>
              <a:defRPr sz="1400" b="0" i="0">
                <a:solidFill>
                  <a:schemeClr val="tx1"/>
                </a:solidFill>
                <a:latin typeface="IBM Plex Sans Light" panose="020B0403050203000203" pitchFamily="34" charset="0"/>
              </a:defRPr>
            </a:lvl3pPr>
            <a:lvl4pPr marL="383971" indent="-127990">
              <a:spcBef>
                <a:spcPts val="0"/>
              </a:spcBef>
              <a:defRPr sz="1400" b="0" i="0">
                <a:solidFill>
                  <a:schemeClr val="tx1"/>
                </a:solidFill>
                <a:latin typeface="IBM Plex Sans Light" panose="020B0403050203000203" pitchFamily="34" charset="0"/>
              </a:defRPr>
            </a:lvl4pPr>
            <a:lvl5pPr>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6381745" y="1524000"/>
            <a:ext cx="5047593" cy="4576763"/>
          </a:xfrm>
        </p:spPr>
        <p:txBody>
          <a:bodyPr/>
          <a:lstStyle>
            <a:lvl1pPr>
              <a:spcBef>
                <a:spcPts val="0"/>
              </a:spcBef>
              <a:defRPr sz="1400" b="0" i="0">
                <a:solidFill>
                  <a:schemeClr val="tx1"/>
                </a:solidFill>
                <a:latin typeface="IBM Plex Sans Light" panose="020B0403050203000203" pitchFamily="34" charset="0"/>
              </a:defRPr>
            </a:lvl1pPr>
            <a:lvl2pPr marL="127990" indent="-127990">
              <a:spcBef>
                <a:spcPts val="0"/>
              </a:spcBef>
              <a:defRPr sz="1400" b="0" i="0">
                <a:solidFill>
                  <a:schemeClr val="tx1"/>
                </a:solidFill>
                <a:latin typeface="IBM Plex Sans Light" panose="020B0403050203000203" pitchFamily="34" charset="0"/>
              </a:defRPr>
            </a:lvl2pPr>
            <a:lvl3pPr marL="255981" indent="-127990">
              <a:spcBef>
                <a:spcPts val="0"/>
              </a:spcBef>
              <a:defRPr sz="1400" b="0" i="0">
                <a:solidFill>
                  <a:schemeClr val="tx1"/>
                </a:solidFill>
                <a:latin typeface="IBM Plex Sans Light" panose="020B0403050203000203" pitchFamily="34" charset="0"/>
              </a:defRPr>
            </a:lvl3pPr>
            <a:lvl4pPr marL="383971" indent="-127990">
              <a:spcBef>
                <a:spcPts val="0"/>
              </a:spcBef>
              <a:defRPr sz="1400" b="0" i="0">
                <a:solidFill>
                  <a:schemeClr val="tx1"/>
                </a:solidFill>
                <a:latin typeface="IBM Plex Sans Light" panose="020B0403050203000203" pitchFamily="34" charset="0"/>
              </a:defRPr>
            </a:lvl4pPr>
            <a:lvl5pPr>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FC93AC5E-9451-FF93-87DD-889A48A00DD1}"/>
              </a:ext>
            </a:extLst>
          </p:cNvPr>
          <p:cNvSpPr>
            <a:spLocks noGrp="1"/>
          </p:cNvSpPr>
          <p:nvPr>
            <p:ph type="ftr" sz="quarter" idx="18"/>
          </p:nvPr>
        </p:nvSpPr>
        <p:spPr>
          <a:xfrm>
            <a:off x="287963" y="6408000"/>
            <a:ext cx="2477765" cy="190500"/>
          </a:xfrm>
        </p:spPr>
        <p:txBody>
          <a:bodyPr/>
          <a:lstStyle/>
          <a:p>
            <a:endParaRPr lang="en-US"/>
          </a:p>
        </p:txBody>
      </p:sp>
      <p:sp>
        <p:nvSpPr>
          <p:cNvPr id="8" name="Slide Number">
            <a:extLst>
              <a:ext uri="{FF2B5EF4-FFF2-40B4-BE49-F238E27FC236}">
                <a16:creationId xmlns:a16="http://schemas.microsoft.com/office/drawing/2014/main" id="{D1F6E83E-BB80-D71A-7819-884C0CD4799E}"/>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703819364"/>
      </p:ext>
    </p:extLst>
  </p:cSld>
  <p:clrMapOvr>
    <a:masterClrMapping/>
  </p:clrMapOvr>
  <p:transition spd="med"/>
</p:sldLayout>
</file>

<file path=ppt/slideLayouts/slideLayout225.xml><?xml version="1.0" encoding="utf-8"?>
<p:sldLayout xmlns:a="http://schemas.openxmlformats.org/drawingml/2006/main" xmlns:r="http://schemas.openxmlformats.org/officeDocument/2006/relationships" xmlns:p="http://schemas.openxmlformats.org/presentationml/2006/main" preserve="1" userDrawn="1">
  <p:cSld name="Text, 2 wide column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46C39-902F-3DA0-AAF4-319DA8AE384D}"/>
              </a:ext>
            </a:extLst>
          </p:cNvPr>
          <p:cNvSpPr>
            <a:spLocks noGrp="1"/>
          </p:cNvSpPr>
          <p:nvPr>
            <p:ph type="title"/>
          </p:nvPr>
        </p:nvSpPr>
        <p:spPr>
          <a:xfrm>
            <a:off x="287963" y="288036"/>
            <a:ext cx="3711980" cy="953294"/>
          </a:xfrm>
        </p:spPr>
        <p:txBody>
          <a:bodyPr/>
          <a:lstStyle>
            <a:lvl1pPr>
              <a:lnSpc>
                <a:spcPct val="110000"/>
              </a:lnSpc>
              <a:defRPr sz="1800">
                <a:solidFill>
                  <a:schemeClr val="tx2"/>
                </a:solidFill>
              </a:defRPr>
            </a:lvl1pPr>
          </a:lstStyle>
          <a:p>
            <a:r>
              <a:rPr lang="en-US"/>
              <a:t>Click to edit Master title style</a:t>
            </a:r>
          </a:p>
        </p:txBody>
      </p:sp>
      <p:sp>
        <p:nvSpPr>
          <p:cNvPr id="5" name="Text Placeholder 4">
            <a:extLst>
              <a:ext uri="{FF2B5EF4-FFF2-40B4-BE49-F238E27FC236}">
                <a16:creationId xmlns:a16="http://schemas.microsoft.com/office/drawing/2014/main" id="{DABBA43D-8D00-4EDB-B803-D1EEE6CE2CB5}"/>
              </a:ext>
            </a:extLst>
          </p:cNvPr>
          <p:cNvSpPr>
            <a:spLocks noGrp="1"/>
          </p:cNvSpPr>
          <p:nvPr>
            <p:ph type="body" sz="quarter" idx="11"/>
          </p:nvPr>
        </p:nvSpPr>
        <p:spPr>
          <a:xfrm>
            <a:off x="287963" y="1524000"/>
            <a:ext cx="5049180" cy="4576762"/>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4">
            <a:extLst>
              <a:ext uri="{FF2B5EF4-FFF2-40B4-BE49-F238E27FC236}">
                <a16:creationId xmlns:a16="http://schemas.microsoft.com/office/drawing/2014/main" id="{D32DCE7C-29C5-BC86-B154-7DD0C4F0553A}"/>
              </a:ext>
            </a:extLst>
          </p:cNvPr>
          <p:cNvSpPr>
            <a:spLocks noGrp="1"/>
          </p:cNvSpPr>
          <p:nvPr>
            <p:ph type="body" sz="quarter" idx="12"/>
          </p:nvPr>
        </p:nvSpPr>
        <p:spPr>
          <a:xfrm>
            <a:off x="6389168" y="1524000"/>
            <a:ext cx="5047593" cy="4576763"/>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C9E836C4-97D9-E198-E7C4-C2E94BADE6BD}"/>
              </a:ext>
            </a:extLst>
          </p:cNvPr>
          <p:cNvSpPr>
            <a:spLocks noGrp="1"/>
          </p:cNvSpPr>
          <p:nvPr>
            <p:ph type="ftr" sz="quarter" idx="18"/>
          </p:nvPr>
        </p:nvSpPr>
        <p:spPr>
          <a:xfrm>
            <a:off x="287963" y="6408000"/>
            <a:ext cx="2477765" cy="190500"/>
          </a:xfrm>
        </p:spPr>
        <p:txBody>
          <a:bodyPr/>
          <a:lstStyle/>
          <a:p>
            <a:endParaRPr lang="en-US"/>
          </a:p>
        </p:txBody>
      </p:sp>
      <p:sp>
        <p:nvSpPr>
          <p:cNvPr id="8" name="Slide Number">
            <a:extLst>
              <a:ext uri="{FF2B5EF4-FFF2-40B4-BE49-F238E27FC236}">
                <a16:creationId xmlns:a16="http://schemas.microsoft.com/office/drawing/2014/main" id="{A861A72C-9D4B-8178-79CE-382DDE87CD24}"/>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680782924"/>
      </p:ext>
    </p:extLst>
  </p:cSld>
  <p:clrMapOvr>
    <a:masterClrMapping/>
  </p:clrMapOvr>
  <p:transition spd="med"/>
</p:sldLayout>
</file>

<file path=ppt/slideLayouts/slideLayout226.xml><?xml version="1.0" encoding="utf-8"?>
<p:sldLayout xmlns:a="http://schemas.openxmlformats.org/drawingml/2006/main" xmlns:r="http://schemas.openxmlformats.org/officeDocument/2006/relationships" xmlns:p="http://schemas.openxmlformats.org/presentationml/2006/main" preserve="1" userDrawn="1">
  <p:cSld name="Text, 2 columns,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691A7-388D-D543-2C74-58FA1F3BC20C}"/>
              </a:ext>
            </a:extLst>
          </p:cNvPr>
          <p:cNvSpPr>
            <a:spLocks noGrp="1"/>
          </p:cNvSpPr>
          <p:nvPr>
            <p:ph type="title"/>
          </p:nvPr>
        </p:nvSpPr>
        <p:spPr>
          <a:xfrm>
            <a:off x="287963" y="192024"/>
            <a:ext cx="5517527" cy="2105089"/>
          </a:xfrm>
        </p:spPr>
        <p:txBody>
          <a:bodyPr rIns="457200"/>
          <a:lstStyle>
            <a:lvl1pPr>
              <a:lnSpc>
                <a:spcPct val="100000"/>
              </a:lnSpc>
              <a:defRPr sz="3399">
                <a:solidFill>
                  <a:schemeClr val="tx2"/>
                </a:solidFill>
              </a:defRPr>
            </a:lvl1pPr>
          </a:lstStyle>
          <a:p>
            <a:r>
              <a:rPr lang="en-US"/>
              <a:t>Click to edit Master title style</a:t>
            </a:r>
          </a:p>
        </p:txBody>
      </p:sp>
      <p:sp>
        <p:nvSpPr>
          <p:cNvPr id="5" name="Text Placeholder 4">
            <a:extLst>
              <a:ext uri="{FF2B5EF4-FFF2-40B4-BE49-F238E27FC236}">
                <a16:creationId xmlns:a16="http://schemas.microsoft.com/office/drawing/2014/main" id="{CDE09569-73DF-2226-A7D7-ABBE84A47048}"/>
              </a:ext>
            </a:extLst>
          </p:cNvPr>
          <p:cNvSpPr>
            <a:spLocks noGrp="1"/>
          </p:cNvSpPr>
          <p:nvPr>
            <p:ph type="body" sz="quarter" idx="11"/>
          </p:nvPr>
        </p:nvSpPr>
        <p:spPr>
          <a:xfrm>
            <a:off x="6382507" y="288035"/>
            <a:ext cx="2474590" cy="5809552"/>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4">
            <a:extLst>
              <a:ext uri="{FF2B5EF4-FFF2-40B4-BE49-F238E27FC236}">
                <a16:creationId xmlns:a16="http://schemas.microsoft.com/office/drawing/2014/main" id="{9B0D0BB0-9896-0353-D972-26B687C3D8DD}"/>
              </a:ext>
            </a:extLst>
          </p:cNvPr>
          <p:cNvSpPr>
            <a:spLocks noGrp="1"/>
          </p:cNvSpPr>
          <p:nvPr>
            <p:ph type="body" sz="quarter" idx="12"/>
          </p:nvPr>
        </p:nvSpPr>
        <p:spPr>
          <a:xfrm>
            <a:off x="9430110" y="288035"/>
            <a:ext cx="2470622" cy="5809552"/>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A8BE2778-A9AA-3756-3479-C4A6DD4F0F00}"/>
              </a:ext>
            </a:extLst>
          </p:cNvPr>
          <p:cNvSpPr>
            <a:spLocks noGrp="1"/>
          </p:cNvSpPr>
          <p:nvPr>
            <p:ph type="ftr" sz="quarter" idx="18"/>
          </p:nvPr>
        </p:nvSpPr>
        <p:spPr>
          <a:xfrm>
            <a:off x="287963" y="6408000"/>
            <a:ext cx="2477765" cy="190500"/>
          </a:xfrm>
        </p:spPr>
        <p:txBody>
          <a:bodyPr/>
          <a:lstStyle/>
          <a:p>
            <a:endParaRPr lang="en-US"/>
          </a:p>
        </p:txBody>
      </p:sp>
      <p:sp>
        <p:nvSpPr>
          <p:cNvPr id="8" name="Slide Number">
            <a:extLst>
              <a:ext uri="{FF2B5EF4-FFF2-40B4-BE49-F238E27FC236}">
                <a16:creationId xmlns:a16="http://schemas.microsoft.com/office/drawing/2014/main" id="{31D49C41-81F4-5A73-2F6D-EF2D5E383721}"/>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672076068"/>
      </p:ext>
    </p:extLst>
  </p:cSld>
  <p:clrMapOvr>
    <a:masterClrMapping/>
  </p:clrMapOvr>
  <p:transition spd="med"/>
</p:sldLayout>
</file>

<file path=ppt/slideLayouts/slideLayout227.xml><?xml version="1.0" encoding="utf-8"?>
<p:sldLayout xmlns:a="http://schemas.openxmlformats.org/drawingml/2006/main" xmlns:r="http://schemas.openxmlformats.org/officeDocument/2006/relationships" xmlns:p="http://schemas.openxmlformats.org/presentationml/2006/main" preserve="1" userDrawn="1">
  <p:cSld name="Text, 2 columns,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691A7-388D-D543-2C74-58FA1F3BC20C}"/>
              </a:ext>
            </a:extLst>
          </p:cNvPr>
          <p:cNvSpPr>
            <a:spLocks noGrp="1"/>
          </p:cNvSpPr>
          <p:nvPr>
            <p:ph type="title"/>
          </p:nvPr>
        </p:nvSpPr>
        <p:spPr>
          <a:xfrm>
            <a:off x="287963" y="288036"/>
            <a:ext cx="2470717" cy="1997964"/>
          </a:xfrm>
        </p:spPr>
        <p:txBody>
          <a:bodyPr/>
          <a:lstStyle>
            <a:lvl1pPr>
              <a:lnSpc>
                <a:spcPct val="110000"/>
              </a:lnSpc>
              <a:defRPr sz="1800">
                <a:solidFill>
                  <a:schemeClr val="tx2"/>
                </a:solidFill>
              </a:defRPr>
            </a:lvl1pPr>
          </a:lstStyle>
          <a:p>
            <a:r>
              <a:rPr lang="en-US"/>
              <a:t>Click to edit Master title style</a:t>
            </a:r>
          </a:p>
        </p:txBody>
      </p:sp>
      <p:sp>
        <p:nvSpPr>
          <p:cNvPr id="5" name="Text Placeholder 4">
            <a:extLst>
              <a:ext uri="{FF2B5EF4-FFF2-40B4-BE49-F238E27FC236}">
                <a16:creationId xmlns:a16="http://schemas.microsoft.com/office/drawing/2014/main" id="{CDE09569-73DF-2226-A7D7-ABBE84A47048}"/>
              </a:ext>
            </a:extLst>
          </p:cNvPr>
          <p:cNvSpPr>
            <a:spLocks noGrp="1"/>
          </p:cNvSpPr>
          <p:nvPr>
            <p:ph type="body" sz="quarter" idx="11"/>
          </p:nvPr>
        </p:nvSpPr>
        <p:spPr>
          <a:xfrm>
            <a:off x="6389168" y="288000"/>
            <a:ext cx="2476178" cy="581104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4">
            <a:extLst>
              <a:ext uri="{FF2B5EF4-FFF2-40B4-BE49-F238E27FC236}">
                <a16:creationId xmlns:a16="http://schemas.microsoft.com/office/drawing/2014/main" id="{9B0D0BB0-9896-0353-D972-26B687C3D8DD}"/>
              </a:ext>
            </a:extLst>
          </p:cNvPr>
          <p:cNvSpPr>
            <a:spLocks noGrp="1"/>
          </p:cNvSpPr>
          <p:nvPr>
            <p:ph type="body" sz="quarter" idx="12"/>
          </p:nvPr>
        </p:nvSpPr>
        <p:spPr>
          <a:xfrm>
            <a:off x="9430110" y="288000"/>
            <a:ext cx="2470622" cy="581104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CB9B0455-A1CF-B58E-3124-86D0B0DD2BB2}"/>
              </a:ext>
            </a:extLst>
          </p:cNvPr>
          <p:cNvSpPr>
            <a:spLocks noGrp="1"/>
          </p:cNvSpPr>
          <p:nvPr>
            <p:ph type="ftr" sz="quarter" idx="18"/>
          </p:nvPr>
        </p:nvSpPr>
        <p:spPr>
          <a:xfrm>
            <a:off x="287963" y="6408000"/>
            <a:ext cx="2477765" cy="190500"/>
          </a:xfrm>
        </p:spPr>
        <p:txBody>
          <a:bodyPr/>
          <a:lstStyle/>
          <a:p>
            <a:endParaRPr lang="en-US"/>
          </a:p>
        </p:txBody>
      </p:sp>
      <p:sp>
        <p:nvSpPr>
          <p:cNvPr id="8" name="Slide Number">
            <a:extLst>
              <a:ext uri="{FF2B5EF4-FFF2-40B4-BE49-F238E27FC236}">
                <a16:creationId xmlns:a16="http://schemas.microsoft.com/office/drawing/2014/main" id="{964E5562-E403-533D-BEAD-AB50713ED183}"/>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545447743"/>
      </p:ext>
    </p:extLst>
  </p:cSld>
  <p:clrMapOvr>
    <a:masterClrMapping/>
  </p:clrMapOvr>
  <p:transition spd="med"/>
</p:sldLayout>
</file>

<file path=ppt/slideLayouts/slideLayout228.xml><?xml version="1.0" encoding="utf-8"?>
<p:sldLayout xmlns:a="http://schemas.openxmlformats.org/drawingml/2006/main" xmlns:r="http://schemas.openxmlformats.org/officeDocument/2006/relationships" xmlns:p="http://schemas.openxmlformats.org/presentationml/2006/main" preserve="1" userDrawn="1">
  <p:cSld name="Text, 2 columns, dividers,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E75BA-E283-08AE-B230-A89A2245C127}"/>
              </a:ext>
            </a:extLst>
          </p:cNvPr>
          <p:cNvSpPr>
            <a:spLocks noGrp="1"/>
          </p:cNvSpPr>
          <p:nvPr>
            <p:ph type="title"/>
          </p:nvPr>
        </p:nvSpPr>
        <p:spPr>
          <a:xfrm>
            <a:off x="287963" y="192024"/>
            <a:ext cx="5519019" cy="2105088"/>
          </a:xfrm>
        </p:spPr>
        <p:txBody>
          <a:bodyPr rIns="457200"/>
          <a:lstStyle>
            <a:lvl1pPr>
              <a:lnSpc>
                <a:spcPct val="100000"/>
              </a:lnSpc>
              <a:defRPr sz="3399">
                <a:solidFill>
                  <a:schemeClr val="tx2"/>
                </a:solidFill>
              </a:defRPr>
            </a:lvl1pPr>
          </a:lstStyle>
          <a:p>
            <a:r>
              <a:rPr lang="en-US"/>
              <a:t>Click to edit Master title style</a:t>
            </a:r>
          </a:p>
        </p:txBody>
      </p:sp>
      <p:sp>
        <p:nvSpPr>
          <p:cNvPr id="4" name="Text Placeholder 9">
            <a:extLst>
              <a:ext uri="{FF2B5EF4-FFF2-40B4-BE49-F238E27FC236}">
                <a16:creationId xmlns:a16="http://schemas.microsoft.com/office/drawing/2014/main" id="{8AF10F27-0178-9C93-8741-F0241501B4B0}"/>
              </a:ext>
            </a:extLst>
          </p:cNvPr>
          <p:cNvSpPr>
            <a:spLocks noGrp="1"/>
          </p:cNvSpPr>
          <p:nvPr>
            <p:ph type="body" sz="quarter" idx="16"/>
          </p:nvPr>
        </p:nvSpPr>
        <p:spPr>
          <a:xfrm>
            <a:off x="6389168" y="288036"/>
            <a:ext cx="2476178" cy="938881"/>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5898D950-EA52-ABF9-D15D-C6C8FE946495}"/>
              </a:ext>
            </a:extLst>
          </p:cNvPr>
          <p:cNvSpPr>
            <a:spLocks noGrp="1"/>
          </p:cNvSpPr>
          <p:nvPr>
            <p:ph type="body" sz="quarter" idx="18"/>
          </p:nvPr>
        </p:nvSpPr>
        <p:spPr>
          <a:xfrm>
            <a:off x="6389168" y="1524000"/>
            <a:ext cx="2476178" cy="4576763"/>
          </a:xfrm>
        </p:spPr>
        <p:txBody>
          <a:bodyPr/>
          <a:lstStyle>
            <a:lvl1pPr>
              <a:lnSpc>
                <a:spcPct val="110000"/>
              </a:lnSpc>
              <a:spcBef>
                <a:spcPts val="0"/>
              </a:spcBef>
              <a:defRPr sz="1000" b="0" i="0">
                <a:solidFill>
                  <a:schemeClr val="tx1"/>
                </a:solidFill>
                <a:latin typeface="IBM Plex Sans" panose="020B0503050203000203" pitchFamily="34" charset="0"/>
              </a:defRPr>
            </a:lvl1pPr>
            <a:lvl2pPr marL="91422" indent="-91422">
              <a:lnSpc>
                <a:spcPct val="110000"/>
              </a:lnSpc>
              <a:spcBef>
                <a:spcPts val="0"/>
              </a:spcBef>
              <a:defRPr sz="1000" b="0" i="0">
                <a:solidFill>
                  <a:schemeClr val="tx1"/>
                </a:solidFill>
                <a:latin typeface="IBM Plex Sans" panose="020B0503050203000203" pitchFamily="34" charset="0"/>
              </a:defRPr>
            </a:lvl2pPr>
            <a:lvl3pPr marL="182843" indent="-91422">
              <a:lnSpc>
                <a:spcPct val="110000"/>
              </a:lnSpc>
              <a:spcBef>
                <a:spcPts val="0"/>
              </a:spcBef>
              <a:defRPr sz="1000" b="0" i="0">
                <a:solidFill>
                  <a:schemeClr val="tx1"/>
                </a:solidFill>
                <a:latin typeface="IBM Plex Sans" panose="020B0503050203000203" pitchFamily="34" charset="0"/>
              </a:defRPr>
            </a:lvl3pPr>
            <a:lvl4pPr marL="274265" indent="-91422">
              <a:lnSpc>
                <a:spcPct val="110000"/>
              </a:lnSpc>
              <a:spcBef>
                <a:spcPts val="0"/>
              </a:spcBef>
              <a:defRPr sz="1000" b="0" i="0">
                <a:solidFill>
                  <a:schemeClr val="tx1"/>
                </a:solidFill>
                <a:latin typeface="IBM Plex Sans" panose="020B0503050203000203" pitchFamily="34" charset="0"/>
              </a:defRPr>
            </a:lvl4pPr>
            <a:lvl5pPr>
              <a:lnSpc>
                <a:spcPct val="110000"/>
              </a:lnSpc>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12">
            <a:extLst>
              <a:ext uri="{FF2B5EF4-FFF2-40B4-BE49-F238E27FC236}">
                <a16:creationId xmlns:a16="http://schemas.microsoft.com/office/drawing/2014/main" id="{17CD3DC6-7946-2D82-C3E4-10BC579C88DE}"/>
              </a:ext>
            </a:extLst>
          </p:cNvPr>
          <p:cNvSpPr>
            <a:spLocks noGrp="1"/>
          </p:cNvSpPr>
          <p:nvPr>
            <p:ph type="body" sz="quarter" idx="17"/>
          </p:nvPr>
        </p:nvSpPr>
        <p:spPr>
          <a:xfrm>
            <a:off x="9428522" y="288036"/>
            <a:ext cx="2479352" cy="938881"/>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8">
            <a:extLst>
              <a:ext uri="{FF2B5EF4-FFF2-40B4-BE49-F238E27FC236}">
                <a16:creationId xmlns:a16="http://schemas.microsoft.com/office/drawing/2014/main" id="{A501ADC5-5846-FF23-F5DB-93E8D05863E8}"/>
              </a:ext>
            </a:extLst>
          </p:cNvPr>
          <p:cNvSpPr>
            <a:spLocks noGrp="1"/>
          </p:cNvSpPr>
          <p:nvPr>
            <p:ph type="body" sz="quarter" idx="19"/>
          </p:nvPr>
        </p:nvSpPr>
        <p:spPr>
          <a:xfrm>
            <a:off x="9430109" y="1524000"/>
            <a:ext cx="2476178" cy="4576762"/>
          </a:xfrm>
        </p:spPr>
        <p:txBody>
          <a:bodyPr/>
          <a:lstStyle>
            <a:lvl1pPr>
              <a:lnSpc>
                <a:spcPct val="110000"/>
              </a:lnSpc>
              <a:spcBef>
                <a:spcPts val="0"/>
              </a:spcBef>
              <a:defRPr sz="1000" b="0" i="0">
                <a:solidFill>
                  <a:schemeClr val="tx1"/>
                </a:solidFill>
                <a:latin typeface="IBM Plex Sans" panose="020B0503050203000203" pitchFamily="34" charset="0"/>
              </a:defRPr>
            </a:lvl1pPr>
            <a:lvl2pPr marL="91422" indent="-91422">
              <a:lnSpc>
                <a:spcPct val="110000"/>
              </a:lnSpc>
              <a:spcBef>
                <a:spcPts val="0"/>
              </a:spcBef>
              <a:defRPr sz="1000" b="0" i="0">
                <a:solidFill>
                  <a:schemeClr val="tx1"/>
                </a:solidFill>
                <a:latin typeface="IBM Plex Sans" panose="020B0503050203000203" pitchFamily="34" charset="0"/>
              </a:defRPr>
            </a:lvl2pPr>
            <a:lvl3pPr marL="182843" indent="-91422">
              <a:lnSpc>
                <a:spcPct val="110000"/>
              </a:lnSpc>
              <a:spcBef>
                <a:spcPts val="0"/>
              </a:spcBef>
              <a:defRPr sz="1000" b="0" i="0">
                <a:solidFill>
                  <a:schemeClr val="tx1"/>
                </a:solidFill>
                <a:latin typeface="IBM Plex Sans" panose="020B0503050203000203" pitchFamily="34" charset="0"/>
              </a:defRPr>
            </a:lvl3pPr>
            <a:lvl4pPr marL="274265" indent="-91422">
              <a:lnSpc>
                <a:spcPct val="110000"/>
              </a:lnSpc>
              <a:spcBef>
                <a:spcPts val="0"/>
              </a:spcBef>
              <a:defRPr sz="1000" b="0" i="0">
                <a:solidFill>
                  <a:schemeClr val="tx1"/>
                </a:solidFill>
                <a:latin typeface="IBM Plex Sans" panose="020B0503050203000203" pitchFamily="34" charset="0"/>
              </a:defRPr>
            </a:lvl4pPr>
            <a:lvl5pPr>
              <a:lnSpc>
                <a:spcPct val="110000"/>
              </a:lnSpc>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C196BE21-C69D-85CB-EE77-49D2E4993A04}"/>
              </a:ext>
            </a:extLst>
          </p:cNvPr>
          <p:cNvSpPr>
            <a:spLocks noGrp="1"/>
          </p:cNvSpPr>
          <p:nvPr>
            <p:ph type="ftr" sz="quarter" idx="20"/>
          </p:nvPr>
        </p:nvSpPr>
        <p:spPr>
          <a:xfrm>
            <a:off x="287963" y="6408000"/>
            <a:ext cx="2477765" cy="190500"/>
          </a:xfrm>
        </p:spPr>
        <p:txBody>
          <a:bodyPr/>
          <a:lstStyle/>
          <a:p>
            <a:endParaRPr lang="en-US"/>
          </a:p>
        </p:txBody>
      </p:sp>
      <p:sp>
        <p:nvSpPr>
          <p:cNvPr id="8" name="Slide Number">
            <a:extLst>
              <a:ext uri="{FF2B5EF4-FFF2-40B4-BE49-F238E27FC236}">
                <a16:creationId xmlns:a16="http://schemas.microsoft.com/office/drawing/2014/main" id="{DBB179B0-7DF8-112C-BC38-B65090C6DD68}"/>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752783729"/>
      </p:ext>
    </p:extLst>
  </p:cSld>
  <p:clrMapOvr>
    <a:masterClrMapping/>
  </p:clrMapOvr>
  <p:transition spd="med"/>
</p:sldLayout>
</file>

<file path=ppt/slideLayouts/slideLayout229.xml><?xml version="1.0" encoding="utf-8"?>
<p:sldLayout xmlns:a="http://schemas.openxmlformats.org/drawingml/2006/main" xmlns:r="http://schemas.openxmlformats.org/officeDocument/2006/relationships" xmlns:p="http://schemas.openxmlformats.org/presentationml/2006/main" preserve="1" userDrawn="1">
  <p:cSld name="Text, 2 columns, dividers,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E75BA-E283-08AE-B230-A89A2245C127}"/>
              </a:ext>
            </a:extLst>
          </p:cNvPr>
          <p:cNvSpPr>
            <a:spLocks noGrp="1"/>
          </p:cNvSpPr>
          <p:nvPr>
            <p:ph type="title"/>
          </p:nvPr>
        </p:nvSpPr>
        <p:spPr>
          <a:xfrm>
            <a:off x="287962" y="288036"/>
            <a:ext cx="2474591" cy="1997964"/>
          </a:xfrm>
        </p:spPr>
        <p:txBody>
          <a:bodyPr rIns="0"/>
          <a:lstStyle>
            <a:lvl1pPr>
              <a:lnSpc>
                <a:spcPct val="110000"/>
              </a:lnSpc>
              <a:defRPr sz="1400">
                <a:solidFill>
                  <a:schemeClr val="tx2"/>
                </a:solidFill>
              </a:defRPr>
            </a:lvl1pPr>
          </a:lstStyle>
          <a:p>
            <a:r>
              <a:rPr lang="en-US"/>
              <a:t>Click to edit Master title style</a:t>
            </a:r>
          </a:p>
        </p:txBody>
      </p:sp>
      <p:sp>
        <p:nvSpPr>
          <p:cNvPr id="4" name="Text Placeholder 9">
            <a:extLst>
              <a:ext uri="{FF2B5EF4-FFF2-40B4-BE49-F238E27FC236}">
                <a16:creationId xmlns:a16="http://schemas.microsoft.com/office/drawing/2014/main" id="{8AF10F27-0178-9C93-8741-F0241501B4B0}"/>
              </a:ext>
            </a:extLst>
          </p:cNvPr>
          <p:cNvSpPr>
            <a:spLocks noGrp="1"/>
          </p:cNvSpPr>
          <p:nvPr>
            <p:ph type="body" sz="quarter" idx="16"/>
          </p:nvPr>
        </p:nvSpPr>
        <p:spPr>
          <a:xfrm>
            <a:off x="6389168" y="288036"/>
            <a:ext cx="2476178" cy="938881"/>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5898D950-EA52-ABF9-D15D-C6C8FE946495}"/>
              </a:ext>
            </a:extLst>
          </p:cNvPr>
          <p:cNvSpPr>
            <a:spLocks noGrp="1"/>
          </p:cNvSpPr>
          <p:nvPr>
            <p:ph type="body" sz="quarter" idx="18"/>
          </p:nvPr>
        </p:nvSpPr>
        <p:spPr>
          <a:xfrm>
            <a:off x="6389168" y="1524000"/>
            <a:ext cx="2476178" cy="4576763"/>
          </a:xfrm>
        </p:spPr>
        <p:txBody>
          <a:bodyPr/>
          <a:lstStyle>
            <a:lvl1pPr>
              <a:lnSpc>
                <a:spcPct val="110000"/>
              </a:lnSpc>
              <a:spcBef>
                <a:spcPts val="0"/>
              </a:spcBef>
              <a:defRPr sz="1000" b="0" i="0">
                <a:solidFill>
                  <a:schemeClr val="tx1"/>
                </a:solidFill>
                <a:latin typeface="IBM Plex Sans" panose="020B0503050203000203" pitchFamily="34" charset="0"/>
              </a:defRPr>
            </a:lvl1pPr>
            <a:lvl2pPr marL="91422" indent="-91422">
              <a:lnSpc>
                <a:spcPct val="110000"/>
              </a:lnSpc>
              <a:spcBef>
                <a:spcPts val="0"/>
              </a:spcBef>
              <a:defRPr sz="1000" b="0" i="0">
                <a:solidFill>
                  <a:schemeClr val="tx1"/>
                </a:solidFill>
                <a:latin typeface="IBM Plex Sans" panose="020B0503050203000203" pitchFamily="34" charset="0"/>
              </a:defRPr>
            </a:lvl2pPr>
            <a:lvl3pPr marL="182843" indent="-91422">
              <a:lnSpc>
                <a:spcPct val="110000"/>
              </a:lnSpc>
              <a:spcBef>
                <a:spcPts val="0"/>
              </a:spcBef>
              <a:defRPr sz="1000" b="0" i="0">
                <a:solidFill>
                  <a:schemeClr val="tx1"/>
                </a:solidFill>
                <a:latin typeface="IBM Plex Sans" panose="020B0503050203000203" pitchFamily="34" charset="0"/>
              </a:defRPr>
            </a:lvl3pPr>
            <a:lvl4pPr marL="274265" indent="-91422">
              <a:lnSpc>
                <a:spcPct val="110000"/>
              </a:lnSpc>
              <a:spcBef>
                <a:spcPts val="0"/>
              </a:spcBef>
              <a:defRPr sz="1000" b="0" i="0">
                <a:solidFill>
                  <a:schemeClr val="tx1"/>
                </a:solidFill>
                <a:latin typeface="IBM Plex Sans" panose="020B0503050203000203" pitchFamily="34" charset="0"/>
              </a:defRPr>
            </a:lvl4pPr>
            <a:lvl5pPr>
              <a:lnSpc>
                <a:spcPct val="110000"/>
              </a:lnSpc>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12">
            <a:extLst>
              <a:ext uri="{FF2B5EF4-FFF2-40B4-BE49-F238E27FC236}">
                <a16:creationId xmlns:a16="http://schemas.microsoft.com/office/drawing/2014/main" id="{17CD3DC6-7946-2D82-C3E4-10BC579C88DE}"/>
              </a:ext>
            </a:extLst>
          </p:cNvPr>
          <p:cNvSpPr>
            <a:spLocks noGrp="1"/>
          </p:cNvSpPr>
          <p:nvPr>
            <p:ph type="body" sz="quarter" idx="17"/>
          </p:nvPr>
        </p:nvSpPr>
        <p:spPr>
          <a:xfrm>
            <a:off x="9430110" y="288036"/>
            <a:ext cx="2470717" cy="938881"/>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8">
            <a:extLst>
              <a:ext uri="{FF2B5EF4-FFF2-40B4-BE49-F238E27FC236}">
                <a16:creationId xmlns:a16="http://schemas.microsoft.com/office/drawing/2014/main" id="{A501ADC5-5846-FF23-F5DB-93E8D05863E8}"/>
              </a:ext>
            </a:extLst>
          </p:cNvPr>
          <p:cNvSpPr>
            <a:spLocks noGrp="1"/>
          </p:cNvSpPr>
          <p:nvPr>
            <p:ph type="body" sz="quarter" idx="19"/>
          </p:nvPr>
        </p:nvSpPr>
        <p:spPr>
          <a:xfrm>
            <a:off x="9430109" y="1524000"/>
            <a:ext cx="2476178" cy="4576763"/>
          </a:xfrm>
        </p:spPr>
        <p:txBody>
          <a:bodyPr/>
          <a:lstStyle>
            <a:lvl1pPr>
              <a:lnSpc>
                <a:spcPct val="110000"/>
              </a:lnSpc>
              <a:spcBef>
                <a:spcPts val="0"/>
              </a:spcBef>
              <a:defRPr sz="1000" b="0" i="0">
                <a:solidFill>
                  <a:schemeClr val="tx1"/>
                </a:solidFill>
                <a:latin typeface="IBM Plex Sans" panose="020B0503050203000203" pitchFamily="34" charset="0"/>
              </a:defRPr>
            </a:lvl1pPr>
            <a:lvl2pPr marL="91422" indent="-91422">
              <a:lnSpc>
                <a:spcPct val="110000"/>
              </a:lnSpc>
              <a:spcBef>
                <a:spcPts val="0"/>
              </a:spcBef>
              <a:defRPr sz="1000" b="0" i="0">
                <a:solidFill>
                  <a:schemeClr val="tx1"/>
                </a:solidFill>
                <a:latin typeface="IBM Plex Sans" panose="020B0503050203000203" pitchFamily="34" charset="0"/>
              </a:defRPr>
            </a:lvl2pPr>
            <a:lvl3pPr marL="182843" indent="-91422">
              <a:lnSpc>
                <a:spcPct val="110000"/>
              </a:lnSpc>
              <a:spcBef>
                <a:spcPts val="0"/>
              </a:spcBef>
              <a:defRPr sz="1000" b="0" i="0">
                <a:solidFill>
                  <a:schemeClr val="tx1"/>
                </a:solidFill>
                <a:latin typeface="IBM Plex Sans" panose="020B0503050203000203" pitchFamily="34" charset="0"/>
              </a:defRPr>
            </a:lvl3pPr>
            <a:lvl4pPr marL="274265" indent="-91422">
              <a:lnSpc>
                <a:spcPct val="110000"/>
              </a:lnSpc>
              <a:spcBef>
                <a:spcPts val="0"/>
              </a:spcBef>
              <a:defRPr sz="1000" b="0" i="0">
                <a:solidFill>
                  <a:schemeClr val="tx1"/>
                </a:solidFill>
                <a:latin typeface="IBM Plex Sans" panose="020B0503050203000203" pitchFamily="34" charset="0"/>
              </a:defRPr>
            </a:lvl4pPr>
            <a:lvl5pPr>
              <a:lnSpc>
                <a:spcPct val="110000"/>
              </a:lnSpc>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12FA1770-E046-DD8F-9F28-19D80D1D67C2}"/>
              </a:ext>
            </a:extLst>
          </p:cNvPr>
          <p:cNvSpPr>
            <a:spLocks noGrp="1"/>
          </p:cNvSpPr>
          <p:nvPr>
            <p:ph type="ftr" sz="quarter" idx="20"/>
          </p:nvPr>
        </p:nvSpPr>
        <p:spPr>
          <a:xfrm>
            <a:off x="287963" y="6408000"/>
            <a:ext cx="2477765" cy="190500"/>
          </a:xfrm>
        </p:spPr>
        <p:txBody>
          <a:bodyPr/>
          <a:lstStyle/>
          <a:p>
            <a:endParaRPr lang="en-US"/>
          </a:p>
        </p:txBody>
      </p:sp>
      <p:sp>
        <p:nvSpPr>
          <p:cNvPr id="8" name="Slide Number">
            <a:extLst>
              <a:ext uri="{FF2B5EF4-FFF2-40B4-BE49-F238E27FC236}">
                <a16:creationId xmlns:a16="http://schemas.microsoft.com/office/drawing/2014/main" id="{91ADA982-549A-4D2D-490A-DE5610A50878}"/>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362261122"/>
      </p:ext>
    </p:extLst>
  </p:cSld>
  <p:clrMapOvr>
    <a:masterClrMapping/>
  </p:clrMapOvr>
  <p:transition spd="med"/>
</p:sldLayout>
</file>

<file path=ppt/slideLayouts/slideLayout230.xml><?xml version="1.0" encoding="utf-8"?>
<p:sldLayout xmlns:a="http://schemas.openxmlformats.org/drawingml/2006/main" xmlns:r="http://schemas.openxmlformats.org/officeDocument/2006/relationships" xmlns:p="http://schemas.openxmlformats.org/presentationml/2006/main" preserve="1" userDrawn="1">
  <p:cSld name="Text, 2 columns, dividers, pictogram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7963" y="192024"/>
            <a:ext cx="2474590" cy="2105089"/>
          </a:xfrm>
        </p:spPr>
        <p:txBody>
          <a:bodyPr/>
          <a:lstStyle>
            <a:lvl1pPr>
              <a:lnSpc>
                <a:spcPct val="100000"/>
              </a:lnSpc>
              <a:defRPr sz="3399">
                <a:solidFill>
                  <a:schemeClr val="tx2"/>
                </a:solidFill>
              </a:defRPr>
            </a:lvl1pPr>
          </a:lstStyle>
          <a:p>
            <a:r>
              <a:rPr lang="en-US"/>
              <a:t>Click to edit Master title style</a:t>
            </a:r>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3334142" y="192024"/>
            <a:ext cx="2477765" cy="1555292"/>
          </a:xfrm>
        </p:spPr>
        <p:txBody>
          <a:bodyPr/>
          <a:lstStyle>
            <a:lvl1pPr>
              <a:lnSpc>
                <a:spcPct val="100000"/>
              </a:lnSpc>
              <a:spcBef>
                <a:spcPts val="0"/>
              </a:spcBef>
              <a:defRPr sz="3399">
                <a:solidFill>
                  <a:schemeClr val="tx2"/>
                </a:solidFill>
              </a:defRPr>
            </a:lvl1pPr>
            <a:lvl2pPr>
              <a:lnSpc>
                <a:spcPct val="90000"/>
              </a:lnSpc>
              <a:spcBef>
                <a:spcPts val="0"/>
              </a:spcBef>
              <a:defRPr sz="1400"/>
            </a:lvl2pPr>
            <a:lvl3pPr>
              <a:lnSpc>
                <a:spcPct val="90000"/>
              </a:lnSpc>
              <a:spcBef>
                <a:spcPts val="0"/>
              </a:spcBef>
              <a:defRPr sz="1400"/>
            </a:lvl3pPr>
            <a:lvl4pPr>
              <a:lnSpc>
                <a:spcPct val="90000"/>
              </a:lnSpc>
              <a:spcBef>
                <a:spcPts val="0"/>
              </a:spcBef>
              <a:defRPr sz="1400"/>
            </a:lvl4pPr>
            <a:lvl5pPr>
              <a:lnSpc>
                <a:spcPct val="90000"/>
              </a:lnSpc>
              <a:spcBef>
                <a:spcPts val="0"/>
              </a:spcBef>
              <a:defRPr sz="1400"/>
            </a:lvl5pPr>
          </a:lstStyle>
          <a:p>
            <a:pPr lvl="0"/>
            <a:r>
              <a:rPr lang="en-US"/>
              <a:t>Click to edit Master text styles</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3334904" y="1508395"/>
            <a:ext cx="2475384" cy="4594294"/>
          </a:xfrm>
        </p:spPr>
        <p:txBody>
          <a:bodyPr/>
          <a:lstStyle>
            <a:lvl1pPr>
              <a:spcBef>
                <a:spcPts val="0"/>
              </a:spcBef>
              <a:defRPr sz="1400" b="0" i="0">
                <a:solidFill>
                  <a:schemeClr val="tx1"/>
                </a:solidFill>
                <a:latin typeface="IBM Plex Sans Light" panose="020B0403050203000203" pitchFamily="34" charset="0"/>
              </a:defRPr>
            </a:lvl1pPr>
            <a:lvl2pPr marL="127990" indent="-127990">
              <a:spcBef>
                <a:spcPts val="0"/>
              </a:spcBef>
              <a:defRPr sz="1400" b="0" i="0">
                <a:solidFill>
                  <a:schemeClr val="tx1"/>
                </a:solidFill>
                <a:latin typeface="IBM Plex Sans Light" panose="020B0403050203000203" pitchFamily="34" charset="0"/>
              </a:defRPr>
            </a:lvl2pPr>
            <a:lvl3pPr marL="255981" indent="-127990">
              <a:spcBef>
                <a:spcPts val="0"/>
              </a:spcBef>
              <a:defRPr sz="1400" b="0" i="0">
                <a:solidFill>
                  <a:schemeClr val="tx1"/>
                </a:solidFill>
                <a:latin typeface="IBM Plex Sans Light" panose="020B0403050203000203" pitchFamily="34" charset="0"/>
              </a:defRPr>
            </a:lvl3pPr>
            <a:lvl4pPr marL="383971" indent="-127990">
              <a:spcBef>
                <a:spcPts val="0"/>
              </a:spcBef>
              <a:defRPr sz="1400" b="0" i="0">
                <a:solidFill>
                  <a:schemeClr val="tx1"/>
                </a:solidFill>
                <a:latin typeface="IBM Plex Sans Light" panose="020B0403050203000203" pitchFamily="34" charset="0"/>
              </a:defRPr>
            </a:lvl4pPr>
            <a:lvl5pPr>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Picture Placeholder 4" descr="Place pictogram here">
            <a:extLst>
              <a:ext uri="{FF2B5EF4-FFF2-40B4-BE49-F238E27FC236}">
                <a16:creationId xmlns:a16="http://schemas.microsoft.com/office/drawing/2014/main" id="{4E8FFEFF-CCD0-A436-418A-5FB8624CCC89}"/>
              </a:ext>
            </a:extLst>
          </p:cNvPr>
          <p:cNvSpPr>
            <a:spLocks noGrp="1" noChangeAspect="1"/>
          </p:cNvSpPr>
          <p:nvPr>
            <p:ph type="pic" sz="quarter" idx="16" hasCustomPrompt="1"/>
          </p:nvPr>
        </p:nvSpPr>
        <p:spPr>
          <a:xfrm>
            <a:off x="6389168" y="288036"/>
            <a:ext cx="607997" cy="607231"/>
          </a:xfrm>
        </p:spPr>
        <p:txBody>
          <a:bodyPr anchor="ctr"/>
          <a:lstStyle>
            <a:lvl1pPr algn="ctr">
              <a:defRPr sz="800">
                <a:solidFill>
                  <a:schemeClr val="tx1"/>
                </a:solidFill>
              </a:defRPr>
            </a:lvl1pPr>
          </a:lstStyle>
          <a:p>
            <a:r>
              <a:rPr lang="en-US"/>
              <a:t>Pictogram</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6389168" y="1524000"/>
            <a:ext cx="2476178" cy="4576763"/>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Picture Placeholder 11" descr="Place pictogram here">
            <a:extLst>
              <a:ext uri="{FF2B5EF4-FFF2-40B4-BE49-F238E27FC236}">
                <a16:creationId xmlns:a16="http://schemas.microsoft.com/office/drawing/2014/main" id="{484E55D7-CBB2-992D-3E77-5CB7B7CADA9C}"/>
              </a:ext>
            </a:extLst>
          </p:cNvPr>
          <p:cNvSpPr>
            <a:spLocks noGrp="1" noChangeAspect="1"/>
          </p:cNvSpPr>
          <p:nvPr>
            <p:ph type="pic" sz="quarter" idx="17" hasCustomPrompt="1"/>
          </p:nvPr>
        </p:nvSpPr>
        <p:spPr>
          <a:xfrm>
            <a:off x="9428522" y="288036"/>
            <a:ext cx="608843" cy="608076"/>
          </a:xfrm>
        </p:spPr>
        <p:txBody>
          <a:bodyPr anchor="ctr"/>
          <a:lstStyle>
            <a:lvl1pPr algn="ctr">
              <a:defRPr sz="800">
                <a:solidFill>
                  <a:schemeClr val="tx1"/>
                </a:solidFill>
              </a:defRPr>
            </a:lvl1pPr>
          </a:lstStyle>
          <a:p>
            <a:r>
              <a:rPr lang="en-US"/>
              <a:t>Pictogram</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9428522" y="1524000"/>
            <a:ext cx="2479352" cy="4576763"/>
          </a:xfrm>
        </p:spPr>
        <p:txBody>
          <a:bodyPr/>
          <a:lstStyle>
            <a:lvl1pPr>
              <a:spcBef>
                <a:spcPts val="0"/>
              </a:spcBef>
              <a:defRPr sz="1000" b="0" i="0">
                <a:solidFill>
                  <a:schemeClr val="tx1"/>
                </a:solidFill>
                <a:latin typeface="IBM Plex Sans" panose="020B0503050203000203" pitchFamily="34" charset="0"/>
              </a:defRPr>
            </a:lvl1pPr>
            <a:lvl2pPr marL="91422" indent="-91422">
              <a:spcBef>
                <a:spcPts val="0"/>
              </a:spcBef>
              <a:defRPr sz="1000" b="0" i="0">
                <a:solidFill>
                  <a:schemeClr val="tx1"/>
                </a:solidFill>
                <a:latin typeface="IBM Plex Sans" panose="020B0503050203000203" pitchFamily="34" charset="0"/>
              </a:defRPr>
            </a:lvl2pPr>
            <a:lvl3pPr marL="182843" indent="-91422">
              <a:spcBef>
                <a:spcPts val="0"/>
              </a:spcBef>
              <a:defRPr sz="1000" b="0" i="0">
                <a:solidFill>
                  <a:schemeClr val="tx1"/>
                </a:solidFill>
                <a:latin typeface="IBM Plex Sans" panose="020B0503050203000203" pitchFamily="34" charset="0"/>
              </a:defRPr>
            </a:lvl3pPr>
            <a:lvl4pPr marL="274265" indent="-91422">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E7E14D98-D346-214C-0437-7A0B4A7F3F06}"/>
              </a:ext>
            </a:extLst>
          </p:cNvPr>
          <p:cNvSpPr>
            <a:spLocks noGrp="1"/>
          </p:cNvSpPr>
          <p:nvPr>
            <p:ph type="ftr" sz="quarter" idx="18"/>
          </p:nvPr>
        </p:nvSpPr>
        <p:spPr>
          <a:xfrm>
            <a:off x="290474" y="6411643"/>
            <a:ext cx="2477765" cy="190500"/>
          </a:xfrm>
        </p:spPr>
        <p:txBody>
          <a:bodyPr/>
          <a:lstStyle/>
          <a:p>
            <a:endParaRPr lang="en-US"/>
          </a:p>
        </p:txBody>
      </p:sp>
      <p:sp>
        <p:nvSpPr>
          <p:cNvPr id="10" name="Slide Number">
            <a:extLst>
              <a:ext uri="{FF2B5EF4-FFF2-40B4-BE49-F238E27FC236}">
                <a16:creationId xmlns:a16="http://schemas.microsoft.com/office/drawing/2014/main" id="{8CDC5D22-5EFB-A82A-2192-76A569B4B0D5}"/>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cxnSp>
        <p:nvCxnSpPr>
          <p:cNvPr id="8" name="Straight Connector 7" descr="Vertical column divider">
            <a:extLst>
              <a:ext uri="{FF2B5EF4-FFF2-40B4-BE49-F238E27FC236}">
                <a16:creationId xmlns:a16="http://schemas.microsoft.com/office/drawing/2014/main" id="{75E2B956-D8A8-9075-0842-BD0DAFFD4122}"/>
              </a:ext>
            </a:extLst>
          </p:cNvPr>
          <p:cNvCxnSpPr>
            <a:cxnSpLocks/>
          </p:cNvCxnSpPr>
          <p:nvPr userDrawn="1"/>
        </p:nvCxnSpPr>
        <p:spPr bwMode="auto">
          <a:xfrm>
            <a:off x="6095270" y="285051"/>
            <a:ext cx="0" cy="5812536"/>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5" name="Straight Connector 14" descr="Vertical column divider">
            <a:extLst>
              <a:ext uri="{FF2B5EF4-FFF2-40B4-BE49-F238E27FC236}">
                <a16:creationId xmlns:a16="http://schemas.microsoft.com/office/drawing/2014/main" id="{BE2C4D34-A499-856F-2ED0-C6A511B884A1}"/>
              </a:ext>
            </a:extLst>
          </p:cNvPr>
          <p:cNvCxnSpPr>
            <a:cxnSpLocks/>
          </p:cNvCxnSpPr>
          <p:nvPr userDrawn="1"/>
        </p:nvCxnSpPr>
        <p:spPr bwMode="auto">
          <a:xfrm>
            <a:off x="9142810" y="285051"/>
            <a:ext cx="0" cy="5812536"/>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751391731"/>
      </p:ext>
    </p:extLst>
  </p:cSld>
  <p:clrMapOvr>
    <a:masterClrMapping/>
  </p:clrMapOvr>
  <p:transition spd="med"/>
</p:sldLayout>
</file>

<file path=ppt/slideLayouts/slideLayout231.xml><?xml version="1.0" encoding="utf-8"?>
<p:sldLayout xmlns:a="http://schemas.openxmlformats.org/drawingml/2006/main" xmlns:r="http://schemas.openxmlformats.org/officeDocument/2006/relationships" xmlns:p="http://schemas.openxmlformats.org/presentationml/2006/main" preserve="1" userDrawn="1">
  <p:cSld name="Boxes, 4 stacked wide, pictograms">
    <p:bg>
      <p:bgPr>
        <a:solidFill>
          <a:schemeClr val="bg1"/>
        </a:solidFill>
        <a:effectLst/>
      </p:bgPr>
    </p:bg>
    <p:spTree>
      <p:nvGrpSpPr>
        <p:cNvPr id="1" name=""/>
        <p:cNvGrpSpPr/>
        <p:nvPr/>
      </p:nvGrpSpPr>
      <p:grpSpPr>
        <a:xfrm>
          <a:off x="0" y="0"/>
          <a:ext cx="0" cy="0"/>
          <a:chOff x="0" y="0"/>
          <a:chExt cx="0" cy="0"/>
        </a:xfrm>
      </p:grpSpPr>
      <p:sp>
        <p:nvSpPr>
          <p:cNvPr id="13" name="Picture Placeholder 12" descr="Place pictogram here">
            <a:extLst>
              <a:ext uri="{FF2B5EF4-FFF2-40B4-BE49-F238E27FC236}">
                <a16:creationId xmlns:a16="http://schemas.microsoft.com/office/drawing/2014/main" id="{30AB5158-BCB8-39EE-DA85-F2CD01699FBB}"/>
              </a:ext>
            </a:extLst>
          </p:cNvPr>
          <p:cNvSpPr>
            <a:spLocks noGrp="1"/>
          </p:cNvSpPr>
          <p:nvPr>
            <p:ph type="pic" sz="quarter" idx="15" hasCustomPrompt="1"/>
          </p:nvPr>
        </p:nvSpPr>
        <p:spPr>
          <a:xfrm>
            <a:off x="287998" y="288036"/>
            <a:ext cx="607997" cy="608076"/>
          </a:xfrm>
        </p:spPr>
        <p:txBody>
          <a:bodyPr anchor="ctr"/>
          <a:lstStyle>
            <a:lvl1pPr algn="ctr">
              <a:defRPr sz="800"/>
            </a:lvl1pPr>
          </a:lstStyle>
          <a:p>
            <a:r>
              <a:rPr lang="en-US"/>
              <a:t>Pictogram</a:t>
            </a:r>
          </a:p>
        </p:txBody>
      </p:sp>
      <p:sp>
        <p:nvSpPr>
          <p:cNvPr id="5" name="Text Placeholder 4">
            <a:extLst>
              <a:ext uri="{FF2B5EF4-FFF2-40B4-BE49-F238E27FC236}">
                <a16:creationId xmlns:a16="http://schemas.microsoft.com/office/drawing/2014/main" id="{931099CB-CB87-D5D5-506D-4B49C08161D3}"/>
              </a:ext>
            </a:extLst>
          </p:cNvPr>
          <p:cNvSpPr>
            <a:spLocks noGrp="1"/>
          </p:cNvSpPr>
          <p:nvPr>
            <p:ph type="body" sz="quarter" idx="11"/>
          </p:nvPr>
        </p:nvSpPr>
        <p:spPr>
          <a:xfrm>
            <a:off x="287999" y="1239012"/>
            <a:ext cx="3334903" cy="1524000"/>
          </a:xfrm>
        </p:spPr>
        <p:txBody>
          <a:bodyPr/>
          <a:lstStyle>
            <a:lvl1pPr>
              <a:lnSpc>
                <a:spcPct val="100000"/>
              </a:lnSpc>
              <a:spcBef>
                <a:spcPts val="0"/>
              </a:spcBef>
              <a:defRPr sz="2100">
                <a:solidFill>
                  <a:schemeClr val="tx1"/>
                </a:solidFill>
              </a:defRPr>
            </a:lvl1pPr>
            <a:lvl2pPr marL="201128" indent="-201128">
              <a:lnSpc>
                <a:spcPct val="100000"/>
              </a:lnSpc>
              <a:spcBef>
                <a:spcPts val="0"/>
              </a:spcBef>
              <a:defRPr sz="2100">
                <a:solidFill>
                  <a:schemeClr val="tx1"/>
                </a:solidFill>
              </a:defRPr>
            </a:lvl2pPr>
            <a:lvl3pPr marL="402256" indent="-201128">
              <a:lnSpc>
                <a:spcPct val="100000"/>
              </a:lnSpc>
              <a:spcBef>
                <a:spcPts val="0"/>
              </a:spcBef>
              <a:defRPr sz="2100">
                <a:solidFill>
                  <a:schemeClr val="tx1"/>
                </a:solidFill>
              </a:defRPr>
            </a:lvl3pPr>
            <a:lvl4pPr marL="557672" indent="-201128">
              <a:lnSpc>
                <a:spcPct val="100000"/>
              </a:lnSpc>
              <a:spcBef>
                <a:spcPts val="0"/>
              </a:spcBef>
              <a:defRPr sz="2100">
                <a:solidFill>
                  <a:schemeClr val="tx1"/>
                </a:solidFill>
              </a:defRPr>
            </a:lvl4pPr>
            <a:lvl5pPr>
              <a:lnSpc>
                <a:spcPct val="100000"/>
              </a:lnSpc>
              <a:spcBef>
                <a:spcPts val="0"/>
              </a:spcBef>
              <a:defRPr sz="2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5" name="Picture Placeholder 14" descr="Place pictogram here">
            <a:extLst>
              <a:ext uri="{FF2B5EF4-FFF2-40B4-BE49-F238E27FC236}">
                <a16:creationId xmlns:a16="http://schemas.microsoft.com/office/drawing/2014/main" id="{3C3730E5-61EB-7405-CC85-AB04242CDBC4}"/>
              </a:ext>
            </a:extLst>
          </p:cNvPr>
          <p:cNvSpPr>
            <a:spLocks noGrp="1"/>
          </p:cNvSpPr>
          <p:nvPr>
            <p:ph type="pic" sz="quarter" idx="16" hasCustomPrompt="1"/>
          </p:nvPr>
        </p:nvSpPr>
        <p:spPr>
          <a:xfrm>
            <a:off x="6389168" y="288036"/>
            <a:ext cx="607997" cy="608076"/>
          </a:xfrm>
        </p:spPr>
        <p:txBody>
          <a:bodyPr anchor="ctr"/>
          <a:lstStyle>
            <a:lvl1pPr algn="ctr">
              <a:defRPr sz="800"/>
            </a:lvl1pPr>
          </a:lstStyle>
          <a:p>
            <a:r>
              <a:rPr lang="en-US"/>
              <a:t>Pictogram</a:t>
            </a:r>
          </a:p>
        </p:txBody>
      </p:sp>
      <p:sp>
        <p:nvSpPr>
          <p:cNvPr id="7" name="Text Placeholder 6">
            <a:extLst>
              <a:ext uri="{FF2B5EF4-FFF2-40B4-BE49-F238E27FC236}">
                <a16:creationId xmlns:a16="http://schemas.microsoft.com/office/drawing/2014/main" id="{FC1DA3C4-E728-0E45-C91D-8EDF4B495FFC}"/>
              </a:ext>
            </a:extLst>
          </p:cNvPr>
          <p:cNvSpPr>
            <a:spLocks noGrp="1"/>
          </p:cNvSpPr>
          <p:nvPr>
            <p:ph type="body" sz="quarter" idx="12"/>
          </p:nvPr>
        </p:nvSpPr>
        <p:spPr>
          <a:xfrm>
            <a:off x="6389168" y="1238250"/>
            <a:ext cx="3337125" cy="1524000"/>
          </a:xfrm>
        </p:spPr>
        <p:txBody>
          <a:bodyPr/>
          <a:lstStyle>
            <a:lvl1pPr>
              <a:lnSpc>
                <a:spcPct val="100000"/>
              </a:lnSpc>
              <a:spcBef>
                <a:spcPts val="0"/>
              </a:spcBef>
              <a:defRPr sz="2100">
                <a:solidFill>
                  <a:schemeClr val="tx1"/>
                </a:solidFill>
              </a:defRPr>
            </a:lvl1pPr>
            <a:lvl2pPr marL="201128" indent="-201128">
              <a:lnSpc>
                <a:spcPct val="100000"/>
              </a:lnSpc>
              <a:spcBef>
                <a:spcPts val="0"/>
              </a:spcBef>
              <a:defRPr sz="2100">
                <a:solidFill>
                  <a:schemeClr val="tx1"/>
                </a:solidFill>
              </a:defRPr>
            </a:lvl2pPr>
            <a:lvl3pPr marL="402256" indent="-201128">
              <a:lnSpc>
                <a:spcPct val="100000"/>
              </a:lnSpc>
              <a:spcBef>
                <a:spcPts val="0"/>
              </a:spcBef>
              <a:defRPr sz="2100">
                <a:solidFill>
                  <a:schemeClr val="tx1"/>
                </a:solidFill>
              </a:defRPr>
            </a:lvl3pPr>
            <a:lvl4pPr marL="557672" indent="-201128">
              <a:lnSpc>
                <a:spcPct val="100000"/>
              </a:lnSpc>
              <a:spcBef>
                <a:spcPts val="0"/>
              </a:spcBef>
              <a:defRPr sz="2100">
                <a:solidFill>
                  <a:schemeClr val="tx1"/>
                </a:solidFill>
              </a:defRPr>
            </a:lvl4pPr>
            <a:lvl5pPr>
              <a:lnSpc>
                <a:spcPct val="100000"/>
              </a:lnSpc>
              <a:spcBef>
                <a:spcPts val="0"/>
              </a:spcBef>
              <a:defRPr sz="2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6" name="Straight Connector 15" descr="Horizontal row divider">
            <a:extLst>
              <a:ext uri="{FF2B5EF4-FFF2-40B4-BE49-F238E27FC236}">
                <a16:creationId xmlns:a16="http://schemas.microsoft.com/office/drawing/2014/main" id="{9C5483A0-0E31-72CE-21C3-6248FAEBC09A}"/>
              </a:ext>
              <a:ext uri="{C183D7F6-B498-43B3-948B-1728B52AA6E4}">
                <adec:decorative xmlns:adec="http://schemas.microsoft.com/office/drawing/2017/decorative" val="0"/>
              </a:ext>
            </a:extLst>
          </p:cNvPr>
          <p:cNvCxnSpPr>
            <a:cxnSpLocks/>
          </p:cNvCxnSpPr>
          <p:nvPr userDrawn="1"/>
        </p:nvCxnSpPr>
        <p:spPr bwMode="auto">
          <a:xfrm>
            <a:off x="287999" y="3048000"/>
            <a:ext cx="11616701"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7" name="Picture Placeholder 16" descr="Place pictogram here">
            <a:extLst>
              <a:ext uri="{FF2B5EF4-FFF2-40B4-BE49-F238E27FC236}">
                <a16:creationId xmlns:a16="http://schemas.microsoft.com/office/drawing/2014/main" id="{62C94928-6A9B-2EA7-301C-71E5F2547C8A}"/>
              </a:ext>
            </a:extLst>
          </p:cNvPr>
          <p:cNvSpPr>
            <a:spLocks noGrp="1"/>
          </p:cNvSpPr>
          <p:nvPr>
            <p:ph type="pic" sz="quarter" idx="17" hasCustomPrompt="1"/>
          </p:nvPr>
        </p:nvSpPr>
        <p:spPr>
          <a:xfrm>
            <a:off x="287998" y="3236976"/>
            <a:ext cx="607997" cy="608076"/>
          </a:xfrm>
        </p:spPr>
        <p:txBody>
          <a:bodyPr anchor="ctr"/>
          <a:lstStyle>
            <a:lvl1pPr algn="ctr">
              <a:defRPr sz="800"/>
            </a:lvl1pPr>
          </a:lstStyle>
          <a:p>
            <a:r>
              <a:rPr lang="en-US"/>
              <a:t>Pictogram</a:t>
            </a:r>
          </a:p>
        </p:txBody>
      </p:sp>
      <p:sp>
        <p:nvSpPr>
          <p:cNvPr id="9" name="Text Placeholder 8">
            <a:extLst>
              <a:ext uri="{FF2B5EF4-FFF2-40B4-BE49-F238E27FC236}">
                <a16:creationId xmlns:a16="http://schemas.microsoft.com/office/drawing/2014/main" id="{B0565063-698E-31B0-B619-B99A9A0B3DB6}"/>
              </a:ext>
            </a:extLst>
          </p:cNvPr>
          <p:cNvSpPr>
            <a:spLocks noGrp="1"/>
          </p:cNvSpPr>
          <p:nvPr>
            <p:ph type="body" sz="quarter" idx="13"/>
          </p:nvPr>
        </p:nvSpPr>
        <p:spPr>
          <a:xfrm>
            <a:off x="287998" y="4192524"/>
            <a:ext cx="3334904" cy="1524000"/>
          </a:xfrm>
        </p:spPr>
        <p:txBody>
          <a:bodyPr/>
          <a:lstStyle>
            <a:lvl1pPr>
              <a:lnSpc>
                <a:spcPct val="100000"/>
              </a:lnSpc>
              <a:spcBef>
                <a:spcPts val="0"/>
              </a:spcBef>
              <a:defRPr sz="2100">
                <a:solidFill>
                  <a:schemeClr val="tx1"/>
                </a:solidFill>
              </a:defRPr>
            </a:lvl1pPr>
            <a:lvl2pPr marL="201128" indent="-201128">
              <a:lnSpc>
                <a:spcPct val="100000"/>
              </a:lnSpc>
              <a:spcBef>
                <a:spcPts val="0"/>
              </a:spcBef>
              <a:defRPr sz="2100">
                <a:solidFill>
                  <a:schemeClr val="tx1"/>
                </a:solidFill>
              </a:defRPr>
            </a:lvl2pPr>
            <a:lvl3pPr marL="402256" indent="-201128">
              <a:lnSpc>
                <a:spcPct val="100000"/>
              </a:lnSpc>
              <a:spcBef>
                <a:spcPts val="0"/>
              </a:spcBef>
              <a:defRPr sz="2100">
                <a:solidFill>
                  <a:schemeClr val="tx1"/>
                </a:solidFill>
              </a:defRPr>
            </a:lvl3pPr>
            <a:lvl4pPr marL="557672" indent="-201128">
              <a:lnSpc>
                <a:spcPct val="100000"/>
              </a:lnSpc>
              <a:spcBef>
                <a:spcPts val="0"/>
              </a:spcBef>
              <a:defRPr sz="2100">
                <a:solidFill>
                  <a:schemeClr val="tx1"/>
                </a:solidFill>
              </a:defRPr>
            </a:lvl4pPr>
            <a:lvl5pPr>
              <a:lnSpc>
                <a:spcPct val="100000"/>
              </a:lnSpc>
              <a:spcBef>
                <a:spcPts val="0"/>
              </a:spcBef>
              <a:defRPr sz="2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Picture Placeholder 18" descr="Place pictogram here">
            <a:extLst>
              <a:ext uri="{FF2B5EF4-FFF2-40B4-BE49-F238E27FC236}">
                <a16:creationId xmlns:a16="http://schemas.microsoft.com/office/drawing/2014/main" id="{2E840026-2FAF-826F-DCFD-3FF0082B0823}"/>
              </a:ext>
            </a:extLst>
          </p:cNvPr>
          <p:cNvSpPr>
            <a:spLocks noGrp="1"/>
          </p:cNvSpPr>
          <p:nvPr>
            <p:ph type="pic" sz="quarter" idx="18" hasCustomPrompt="1"/>
          </p:nvPr>
        </p:nvSpPr>
        <p:spPr>
          <a:xfrm>
            <a:off x="6389168" y="3238500"/>
            <a:ext cx="607997" cy="608076"/>
          </a:xfrm>
        </p:spPr>
        <p:txBody>
          <a:bodyPr anchor="ctr"/>
          <a:lstStyle>
            <a:lvl1pPr algn="ctr">
              <a:defRPr sz="800"/>
            </a:lvl1pPr>
          </a:lstStyle>
          <a:p>
            <a:r>
              <a:rPr lang="en-US"/>
              <a:t>Pictogram</a:t>
            </a:r>
          </a:p>
        </p:txBody>
      </p:sp>
      <p:sp>
        <p:nvSpPr>
          <p:cNvPr id="11" name="Text Placeholder 10">
            <a:extLst>
              <a:ext uri="{FF2B5EF4-FFF2-40B4-BE49-F238E27FC236}">
                <a16:creationId xmlns:a16="http://schemas.microsoft.com/office/drawing/2014/main" id="{B4E44FFD-1EB7-1873-F6D1-67DE839EF09E}"/>
              </a:ext>
            </a:extLst>
          </p:cNvPr>
          <p:cNvSpPr>
            <a:spLocks noGrp="1"/>
          </p:cNvSpPr>
          <p:nvPr>
            <p:ph type="body" sz="quarter" idx="14"/>
          </p:nvPr>
        </p:nvSpPr>
        <p:spPr>
          <a:xfrm>
            <a:off x="6389168" y="4191000"/>
            <a:ext cx="3337125" cy="1524000"/>
          </a:xfrm>
        </p:spPr>
        <p:txBody>
          <a:bodyPr/>
          <a:lstStyle>
            <a:lvl1pPr>
              <a:lnSpc>
                <a:spcPct val="100000"/>
              </a:lnSpc>
              <a:spcBef>
                <a:spcPts val="0"/>
              </a:spcBef>
              <a:defRPr sz="2100">
                <a:solidFill>
                  <a:schemeClr val="tx1"/>
                </a:solidFill>
              </a:defRPr>
            </a:lvl1pPr>
            <a:lvl2pPr marL="201128" indent="-201128">
              <a:lnSpc>
                <a:spcPct val="100000"/>
              </a:lnSpc>
              <a:spcBef>
                <a:spcPts val="0"/>
              </a:spcBef>
              <a:defRPr sz="2100">
                <a:solidFill>
                  <a:schemeClr val="tx1"/>
                </a:solidFill>
              </a:defRPr>
            </a:lvl2pPr>
            <a:lvl3pPr marL="402256" indent="-201128">
              <a:lnSpc>
                <a:spcPct val="100000"/>
              </a:lnSpc>
              <a:spcBef>
                <a:spcPts val="0"/>
              </a:spcBef>
              <a:defRPr sz="2100">
                <a:solidFill>
                  <a:schemeClr val="tx1"/>
                </a:solidFill>
              </a:defRPr>
            </a:lvl3pPr>
            <a:lvl4pPr marL="557672" indent="-201128">
              <a:lnSpc>
                <a:spcPct val="100000"/>
              </a:lnSpc>
              <a:spcBef>
                <a:spcPts val="0"/>
              </a:spcBef>
              <a:defRPr sz="2100">
                <a:solidFill>
                  <a:schemeClr val="tx1"/>
                </a:solidFill>
              </a:defRPr>
            </a:lvl4pPr>
            <a:lvl5pPr>
              <a:lnSpc>
                <a:spcPct val="100000"/>
              </a:lnSpc>
              <a:spcBef>
                <a:spcPts val="0"/>
              </a:spcBef>
              <a:defRPr sz="2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1FC9DA86-6E63-7EF1-DAC1-73040332758F}"/>
              </a:ext>
            </a:extLst>
          </p:cNvPr>
          <p:cNvSpPr>
            <a:spLocks noGrp="1"/>
          </p:cNvSpPr>
          <p:nvPr>
            <p:ph type="ftr" sz="quarter" idx="19"/>
          </p:nvPr>
        </p:nvSpPr>
        <p:spPr>
          <a:xfrm>
            <a:off x="287963" y="6408000"/>
            <a:ext cx="2477765" cy="190500"/>
          </a:xfrm>
        </p:spPr>
        <p:txBody>
          <a:bodyPr/>
          <a:lstStyle/>
          <a:p>
            <a:endParaRPr lang="en-US"/>
          </a:p>
        </p:txBody>
      </p:sp>
      <p:sp>
        <p:nvSpPr>
          <p:cNvPr id="6" name="Slide Number">
            <a:extLst>
              <a:ext uri="{FF2B5EF4-FFF2-40B4-BE49-F238E27FC236}">
                <a16:creationId xmlns:a16="http://schemas.microsoft.com/office/drawing/2014/main" id="{BE7CD285-42F9-CF03-AB5C-1DC86205FBC3}"/>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cxnSp>
        <p:nvCxnSpPr>
          <p:cNvPr id="4" name="Straight Connector 3" descr="Vertical column divider">
            <a:extLst>
              <a:ext uri="{FF2B5EF4-FFF2-40B4-BE49-F238E27FC236}">
                <a16:creationId xmlns:a16="http://schemas.microsoft.com/office/drawing/2014/main" id="{E664AD27-CDB8-1E16-6F0A-1A4FF8BD97F5}"/>
              </a:ext>
            </a:extLst>
          </p:cNvPr>
          <p:cNvCxnSpPr>
            <a:cxnSpLocks/>
          </p:cNvCxnSpPr>
          <p:nvPr userDrawn="1"/>
        </p:nvCxnSpPr>
        <p:spPr bwMode="auto">
          <a:xfrm>
            <a:off x="6095270" y="285051"/>
            <a:ext cx="0" cy="5812536"/>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080751090"/>
      </p:ext>
    </p:extLst>
  </p:cSld>
  <p:clrMapOvr>
    <a:masterClrMapping/>
  </p:clrMapOvr>
  <p:transition spd="med"/>
</p:sldLayout>
</file>

<file path=ppt/slideLayouts/slideLayout232.xml><?xml version="1.0" encoding="utf-8"?>
<p:sldLayout xmlns:a="http://schemas.openxmlformats.org/drawingml/2006/main" xmlns:r="http://schemas.openxmlformats.org/officeDocument/2006/relationships" xmlns:p="http://schemas.openxmlformats.org/presentationml/2006/main" preserve="1" userDrawn="1">
  <p:cSld name="Boxes, 4 stacked, small title">
    <p:bg>
      <p:bgPr>
        <a:solidFill>
          <a:schemeClr val="bg1"/>
        </a:soli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E29EF9E2-1551-8357-22BD-8C43EF5EBE34}"/>
              </a:ext>
            </a:extLst>
          </p:cNvPr>
          <p:cNvSpPr>
            <a:spLocks noGrp="1"/>
          </p:cNvSpPr>
          <p:nvPr>
            <p:ph type="body" sz="quarter" idx="21"/>
          </p:nvPr>
        </p:nvSpPr>
        <p:spPr>
          <a:xfrm>
            <a:off x="287963" y="288036"/>
            <a:ext cx="2480241" cy="231077"/>
          </a:xfrm>
        </p:spPr>
        <p:txBody>
          <a:bodyPr/>
          <a:lstStyle>
            <a:lvl1pPr>
              <a:defRPr sz="1400">
                <a:solidFill>
                  <a:schemeClr val="tx2"/>
                </a:solidFill>
              </a:defRPr>
            </a:lvl1pPr>
          </a:lstStyle>
          <a:p>
            <a:pPr lvl="0"/>
            <a:r>
              <a:rPr lang="en-US"/>
              <a:t>Click to edit Master text styles</a:t>
            </a:r>
          </a:p>
        </p:txBody>
      </p:sp>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7962" y="762000"/>
            <a:ext cx="2473892" cy="1524000"/>
          </a:xfrm>
        </p:spPr>
        <p:txBody>
          <a:bodyPr/>
          <a:lstStyle>
            <a:lvl1pPr>
              <a:lnSpc>
                <a:spcPct val="110000"/>
              </a:lnSpc>
              <a:defRPr sz="1800">
                <a:solidFill>
                  <a:schemeClr val="tx2"/>
                </a:solidFill>
              </a:defRPr>
            </a:lvl1pPr>
          </a:lstStyle>
          <a:p>
            <a:r>
              <a:rPr lang="en-US"/>
              <a:t>Click to edit Master title style</a:t>
            </a:r>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6389168" y="288036"/>
            <a:ext cx="2476178" cy="2474214"/>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9430110" y="288036"/>
            <a:ext cx="2479352" cy="2474214"/>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A5DD5CF1-28D6-74AF-B345-5911CB10D454}"/>
              </a:ext>
            </a:extLst>
          </p:cNvPr>
          <p:cNvSpPr>
            <a:spLocks noGrp="1"/>
          </p:cNvSpPr>
          <p:nvPr>
            <p:ph type="body" sz="quarter" idx="18"/>
          </p:nvPr>
        </p:nvSpPr>
        <p:spPr>
          <a:xfrm>
            <a:off x="6389168" y="3335338"/>
            <a:ext cx="2476178" cy="2474214"/>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1">
            <a:extLst>
              <a:ext uri="{FF2B5EF4-FFF2-40B4-BE49-F238E27FC236}">
                <a16:creationId xmlns:a16="http://schemas.microsoft.com/office/drawing/2014/main" id="{67B1C684-915C-90D4-C69F-C24979A42EFC}"/>
              </a:ext>
            </a:extLst>
          </p:cNvPr>
          <p:cNvSpPr>
            <a:spLocks noGrp="1"/>
          </p:cNvSpPr>
          <p:nvPr>
            <p:ph type="body" sz="quarter" idx="19"/>
          </p:nvPr>
        </p:nvSpPr>
        <p:spPr>
          <a:xfrm>
            <a:off x="9430109" y="3335338"/>
            <a:ext cx="2476178" cy="2474214"/>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4D288907-977D-2E2D-D334-59684842A637}"/>
              </a:ext>
            </a:extLst>
          </p:cNvPr>
          <p:cNvSpPr>
            <a:spLocks noGrp="1"/>
          </p:cNvSpPr>
          <p:nvPr>
            <p:ph type="ftr" sz="quarter" idx="22"/>
          </p:nvPr>
        </p:nvSpPr>
        <p:spPr>
          <a:xfrm>
            <a:off x="287963" y="6408000"/>
            <a:ext cx="2477765" cy="190500"/>
          </a:xfrm>
        </p:spPr>
        <p:txBody>
          <a:bodyPr/>
          <a:lstStyle/>
          <a:p>
            <a:endParaRPr lang="en-US"/>
          </a:p>
        </p:txBody>
      </p:sp>
      <p:sp>
        <p:nvSpPr>
          <p:cNvPr id="8" name="Slide Number">
            <a:extLst>
              <a:ext uri="{FF2B5EF4-FFF2-40B4-BE49-F238E27FC236}">
                <a16:creationId xmlns:a16="http://schemas.microsoft.com/office/drawing/2014/main" id="{299C7C32-4361-2D42-DB76-E3E2316F597E}"/>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765758287"/>
      </p:ext>
    </p:extLst>
  </p:cSld>
  <p:clrMapOvr>
    <a:masterClrMapping/>
  </p:clrMapOvr>
  <p:transition spd="med"/>
</p:sldLayout>
</file>

<file path=ppt/slideLayouts/slideLayout233.xml><?xml version="1.0" encoding="utf-8"?>
<p:sldLayout xmlns:a="http://schemas.openxmlformats.org/drawingml/2006/main" xmlns:r="http://schemas.openxmlformats.org/officeDocument/2006/relationships" xmlns:p="http://schemas.openxmlformats.org/presentationml/2006/main" preserve="1" userDrawn="1">
  <p:cSld name="Boxes, 4 stacked, large title">
    <p:bg>
      <p:bgPr>
        <a:solidFill>
          <a:schemeClr val="bg1"/>
        </a:soli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E29EF9E2-1551-8357-22BD-8C43EF5EBE34}"/>
              </a:ext>
            </a:extLst>
          </p:cNvPr>
          <p:cNvSpPr>
            <a:spLocks noGrp="1"/>
          </p:cNvSpPr>
          <p:nvPr>
            <p:ph type="body" sz="quarter" idx="21"/>
          </p:nvPr>
        </p:nvSpPr>
        <p:spPr>
          <a:xfrm>
            <a:off x="287963" y="288036"/>
            <a:ext cx="2480241" cy="231077"/>
          </a:xfrm>
        </p:spPr>
        <p:txBody>
          <a:bodyPr/>
          <a:lstStyle>
            <a:lvl1pPr>
              <a:defRPr sz="1400">
                <a:solidFill>
                  <a:schemeClr val="tx2"/>
                </a:solidFill>
              </a:defRPr>
            </a:lvl1pPr>
          </a:lstStyle>
          <a:p>
            <a:pPr lvl="0"/>
            <a:r>
              <a:rPr lang="en-US"/>
              <a:t>Click to edit Master text styles</a:t>
            </a:r>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6389168" y="288036"/>
            <a:ext cx="2476178" cy="2474214"/>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9430110" y="288036"/>
            <a:ext cx="2479352" cy="2474214"/>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A5DD5CF1-28D6-74AF-B345-5911CB10D454}"/>
              </a:ext>
            </a:extLst>
          </p:cNvPr>
          <p:cNvSpPr>
            <a:spLocks noGrp="1"/>
          </p:cNvSpPr>
          <p:nvPr>
            <p:ph type="body" sz="quarter" idx="18"/>
          </p:nvPr>
        </p:nvSpPr>
        <p:spPr>
          <a:xfrm>
            <a:off x="6389168" y="3335338"/>
            <a:ext cx="2476178" cy="2474214"/>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1">
            <a:extLst>
              <a:ext uri="{FF2B5EF4-FFF2-40B4-BE49-F238E27FC236}">
                <a16:creationId xmlns:a16="http://schemas.microsoft.com/office/drawing/2014/main" id="{67B1C684-915C-90D4-C69F-C24979A42EFC}"/>
              </a:ext>
            </a:extLst>
          </p:cNvPr>
          <p:cNvSpPr>
            <a:spLocks noGrp="1"/>
          </p:cNvSpPr>
          <p:nvPr>
            <p:ph type="body" sz="quarter" idx="19"/>
          </p:nvPr>
        </p:nvSpPr>
        <p:spPr>
          <a:xfrm>
            <a:off x="9430109" y="3335338"/>
            <a:ext cx="2476178" cy="2474214"/>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4D288907-977D-2E2D-D334-59684842A637}"/>
              </a:ext>
            </a:extLst>
          </p:cNvPr>
          <p:cNvSpPr>
            <a:spLocks noGrp="1"/>
          </p:cNvSpPr>
          <p:nvPr>
            <p:ph type="ftr" sz="quarter" idx="22"/>
          </p:nvPr>
        </p:nvSpPr>
        <p:spPr>
          <a:xfrm>
            <a:off x="287963" y="6408000"/>
            <a:ext cx="2477765" cy="190500"/>
          </a:xfrm>
        </p:spPr>
        <p:txBody>
          <a:bodyPr/>
          <a:lstStyle/>
          <a:p>
            <a:endParaRPr lang="en-US"/>
          </a:p>
        </p:txBody>
      </p:sp>
      <p:sp>
        <p:nvSpPr>
          <p:cNvPr id="8" name="Slide Number">
            <a:extLst>
              <a:ext uri="{FF2B5EF4-FFF2-40B4-BE49-F238E27FC236}">
                <a16:creationId xmlns:a16="http://schemas.microsoft.com/office/drawing/2014/main" id="{299C7C32-4361-2D42-DB76-E3E2316F597E}"/>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4" name="Title 1">
            <a:extLst>
              <a:ext uri="{FF2B5EF4-FFF2-40B4-BE49-F238E27FC236}">
                <a16:creationId xmlns:a16="http://schemas.microsoft.com/office/drawing/2014/main" id="{8009016F-5759-0B27-8DB2-77BDD7980942}"/>
              </a:ext>
            </a:extLst>
          </p:cNvPr>
          <p:cNvSpPr>
            <a:spLocks noGrp="1"/>
          </p:cNvSpPr>
          <p:nvPr>
            <p:ph type="title"/>
          </p:nvPr>
        </p:nvSpPr>
        <p:spPr>
          <a:xfrm>
            <a:off x="287963" y="761936"/>
            <a:ext cx="5521401" cy="2286064"/>
          </a:xfrm>
        </p:spPr>
        <p:txBody>
          <a:bodyPr rIns="457200"/>
          <a:lstStyle>
            <a:lvl1pPr>
              <a:lnSpc>
                <a:spcPct val="110000"/>
              </a:lnSpc>
              <a:defRPr sz="3399">
                <a:solidFill>
                  <a:schemeClr val="tx2"/>
                </a:solidFill>
              </a:defRPr>
            </a:lvl1pPr>
          </a:lstStyle>
          <a:p>
            <a:r>
              <a:rPr lang="en-US"/>
              <a:t>Click to edit Master title style</a:t>
            </a:r>
          </a:p>
        </p:txBody>
      </p:sp>
    </p:spTree>
    <p:extLst>
      <p:ext uri="{BB962C8B-B14F-4D97-AF65-F5344CB8AC3E}">
        <p14:creationId xmlns:p14="http://schemas.microsoft.com/office/powerpoint/2010/main" val="1602568785"/>
      </p:ext>
    </p:extLst>
  </p:cSld>
  <p:clrMapOvr>
    <a:masterClrMapping/>
  </p:clrMapOvr>
  <p:transition spd="med"/>
</p:sldLayout>
</file>

<file path=ppt/slideLayouts/slideLayout234.xml><?xml version="1.0" encoding="utf-8"?>
<p:sldLayout xmlns:a="http://schemas.openxmlformats.org/drawingml/2006/main" xmlns:r="http://schemas.openxmlformats.org/officeDocument/2006/relationships" xmlns:p="http://schemas.openxmlformats.org/presentationml/2006/main" preserve="1" userDrawn="1">
  <p:cSld name="Boxes, 4 horizontal, small title">
    <p:bg>
      <p:bgPr>
        <a:solidFill>
          <a:schemeClr val="bg1"/>
        </a:solidFill>
        <a:effectLst/>
      </p:bgPr>
    </p:bg>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2A71C2BF-857E-B291-7D82-5920AF4A5278}"/>
              </a:ext>
            </a:extLst>
          </p:cNvPr>
          <p:cNvSpPr>
            <a:spLocks noGrp="1"/>
          </p:cNvSpPr>
          <p:nvPr>
            <p:ph type="body" sz="quarter" idx="11"/>
          </p:nvPr>
        </p:nvSpPr>
        <p:spPr>
          <a:xfrm>
            <a:off x="287999" y="3337941"/>
            <a:ext cx="2474590" cy="2759647"/>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0">
            <a:extLst>
              <a:ext uri="{FF2B5EF4-FFF2-40B4-BE49-F238E27FC236}">
                <a16:creationId xmlns:a16="http://schemas.microsoft.com/office/drawing/2014/main" id="{257EC586-7CBB-7AC4-C2FA-85F4BA8AA030}"/>
              </a:ext>
            </a:extLst>
          </p:cNvPr>
          <p:cNvSpPr>
            <a:spLocks noGrp="1"/>
          </p:cNvSpPr>
          <p:nvPr>
            <p:ph type="body" sz="quarter" idx="12"/>
          </p:nvPr>
        </p:nvSpPr>
        <p:spPr>
          <a:xfrm>
            <a:off x="3331187" y="3336926"/>
            <a:ext cx="2474590" cy="2760662"/>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0">
            <a:extLst>
              <a:ext uri="{FF2B5EF4-FFF2-40B4-BE49-F238E27FC236}">
                <a16:creationId xmlns:a16="http://schemas.microsoft.com/office/drawing/2014/main" id="{A0ABD1EA-F6CD-F56B-B5E1-034EEB64D63E}"/>
              </a:ext>
            </a:extLst>
          </p:cNvPr>
          <p:cNvSpPr>
            <a:spLocks noGrp="1"/>
          </p:cNvSpPr>
          <p:nvPr>
            <p:ph type="body" sz="quarter" idx="13"/>
          </p:nvPr>
        </p:nvSpPr>
        <p:spPr>
          <a:xfrm>
            <a:off x="6383049" y="3336926"/>
            <a:ext cx="2474590" cy="2760662"/>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Text Placeholder 10">
            <a:extLst>
              <a:ext uri="{FF2B5EF4-FFF2-40B4-BE49-F238E27FC236}">
                <a16:creationId xmlns:a16="http://schemas.microsoft.com/office/drawing/2014/main" id="{0F2DD97F-E181-3C33-32D8-844B57967D83}"/>
              </a:ext>
            </a:extLst>
          </p:cNvPr>
          <p:cNvSpPr>
            <a:spLocks noGrp="1"/>
          </p:cNvSpPr>
          <p:nvPr>
            <p:ph type="body" sz="quarter" idx="14"/>
          </p:nvPr>
        </p:nvSpPr>
        <p:spPr>
          <a:xfrm>
            <a:off x="9428523" y="3336926"/>
            <a:ext cx="2474590" cy="2760662"/>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EB933E98-EDAA-167B-D822-384AE57CFD41}"/>
              </a:ext>
            </a:extLst>
          </p:cNvPr>
          <p:cNvSpPr>
            <a:spLocks noGrp="1"/>
          </p:cNvSpPr>
          <p:nvPr>
            <p:ph type="ftr" sz="quarter" idx="18"/>
          </p:nvPr>
        </p:nvSpPr>
        <p:spPr>
          <a:xfrm>
            <a:off x="287963" y="6408000"/>
            <a:ext cx="2477765" cy="190500"/>
          </a:xfrm>
        </p:spPr>
        <p:txBody>
          <a:bodyPr/>
          <a:lstStyle/>
          <a:p>
            <a:endParaRPr lang="en-US"/>
          </a:p>
        </p:txBody>
      </p:sp>
      <p:sp>
        <p:nvSpPr>
          <p:cNvPr id="6" name="Slide Number">
            <a:extLst>
              <a:ext uri="{FF2B5EF4-FFF2-40B4-BE49-F238E27FC236}">
                <a16:creationId xmlns:a16="http://schemas.microsoft.com/office/drawing/2014/main" id="{9CE74F70-DD3B-B787-1122-8CC2F06AD01A}"/>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17" name="Text Placeholder 6">
            <a:extLst>
              <a:ext uri="{FF2B5EF4-FFF2-40B4-BE49-F238E27FC236}">
                <a16:creationId xmlns:a16="http://schemas.microsoft.com/office/drawing/2014/main" id="{73047254-F916-4821-F269-6EDEB3A3FAD7}"/>
              </a:ext>
            </a:extLst>
          </p:cNvPr>
          <p:cNvSpPr>
            <a:spLocks noGrp="1"/>
          </p:cNvSpPr>
          <p:nvPr>
            <p:ph type="body" sz="quarter" idx="21"/>
          </p:nvPr>
        </p:nvSpPr>
        <p:spPr>
          <a:xfrm>
            <a:off x="287963" y="288036"/>
            <a:ext cx="2470717" cy="1997964"/>
          </a:xfrm>
        </p:spPr>
        <p:txBody>
          <a:bodyPr/>
          <a:lstStyle>
            <a:lvl1pPr>
              <a:defRPr sz="1400">
                <a:solidFill>
                  <a:schemeClr val="tx2"/>
                </a:solidFill>
              </a:defRPr>
            </a:lvl1pPr>
          </a:lstStyle>
          <a:p>
            <a:pPr lvl="0"/>
            <a:r>
              <a:rPr lang="en-US"/>
              <a:t>Click to edit Master text styles</a:t>
            </a:r>
          </a:p>
        </p:txBody>
      </p:sp>
    </p:spTree>
    <p:extLst>
      <p:ext uri="{BB962C8B-B14F-4D97-AF65-F5344CB8AC3E}">
        <p14:creationId xmlns:p14="http://schemas.microsoft.com/office/powerpoint/2010/main" val="2763770276"/>
      </p:ext>
    </p:extLst>
  </p:cSld>
  <p:clrMapOvr>
    <a:masterClrMapping/>
  </p:clrMapOvr>
  <p:transition spd="med"/>
</p:sldLayout>
</file>

<file path=ppt/slideLayouts/slideLayout235.xml><?xml version="1.0" encoding="utf-8"?>
<p:sldLayout xmlns:a="http://schemas.openxmlformats.org/drawingml/2006/main" xmlns:r="http://schemas.openxmlformats.org/officeDocument/2006/relationships" xmlns:p="http://schemas.openxmlformats.org/presentationml/2006/main" preserve="1" userDrawn="1">
  <p:cSld name="Boxes, 4 horizontal,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4353C-7670-AC55-CDA3-888971A5482E}"/>
              </a:ext>
            </a:extLst>
          </p:cNvPr>
          <p:cNvSpPr>
            <a:spLocks noGrp="1"/>
          </p:cNvSpPr>
          <p:nvPr>
            <p:ph type="title"/>
          </p:nvPr>
        </p:nvSpPr>
        <p:spPr>
          <a:xfrm>
            <a:off x="287962" y="192024"/>
            <a:ext cx="5517779" cy="2105089"/>
          </a:xfrm>
        </p:spPr>
        <p:txBody>
          <a:bodyPr rIns="457200"/>
          <a:lstStyle>
            <a:lvl1pPr>
              <a:lnSpc>
                <a:spcPct val="100000"/>
              </a:lnSpc>
              <a:defRPr sz="3399">
                <a:solidFill>
                  <a:schemeClr val="tx2"/>
                </a:solidFill>
              </a:defRPr>
            </a:lvl1pPr>
          </a:lstStyle>
          <a:p>
            <a:r>
              <a:rPr lang="en-US"/>
              <a:t>Click to edit Master title style</a:t>
            </a:r>
          </a:p>
        </p:txBody>
      </p:sp>
      <p:sp>
        <p:nvSpPr>
          <p:cNvPr id="3" name="Footer Placeholder 3">
            <a:extLst>
              <a:ext uri="{FF2B5EF4-FFF2-40B4-BE49-F238E27FC236}">
                <a16:creationId xmlns:a16="http://schemas.microsoft.com/office/drawing/2014/main" id="{A61589D3-5821-F43C-9924-D7FBDD5E84A5}"/>
              </a:ext>
            </a:extLst>
          </p:cNvPr>
          <p:cNvSpPr>
            <a:spLocks noGrp="1"/>
          </p:cNvSpPr>
          <p:nvPr>
            <p:ph type="ftr" sz="quarter" idx="18"/>
          </p:nvPr>
        </p:nvSpPr>
        <p:spPr>
          <a:xfrm>
            <a:off x="290474" y="6411643"/>
            <a:ext cx="2477765" cy="190500"/>
          </a:xfrm>
        </p:spPr>
        <p:txBody>
          <a:bodyPr/>
          <a:lstStyle/>
          <a:p>
            <a:endParaRPr lang="en-US"/>
          </a:p>
        </p:txBody>
      </p:sp>
      <p:sp>
        <p:nvSpPr>
          <p:cNvPr id="6" name="Slide Number">
            <a:extLst>
              <a:ext uri="{FF2B5EF4-FFF2-40B4-BE49-F238E27FC236}">
                <a16:creationId xmlns:a16="http://schemas.microsoft.com/office/drawing/2014/main" id="{9EA471B4-B30A-F4D7-84E4-C54A4D1ACDB2}"/>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4" name="Text Placeholder 10">
            <a:extLst>
              <a:ext uri="{FF2B5EF4-FFF2-40B4-BE49-F238E27FC236}">
                <a16:creationId xmlns:a16="http://schemas.microsoft.com/office/drawing/2014/main" id="{C5CEBFE7-AD2E-DFE8-B046-3B866828612E}"/>
              </a:ext>
            </a:extLst>
          </p:cNvPr>
          <p:cNvSpPr>
            <a:spLocks noGrp="1"/>
          </p:cNvSpPr>
          <p:nvPr>
            <p:ph type="body" sz="quarter" idx="11"/>
          </p:nvPr>
        </p:nvSpPr>
        <p:spPr>
          <a:xfrm>
            <a:off x="287999" y="3337941"/>
            <a:ext cx="2474590" cy="2759647"/>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10">
            <a:extLst>
              <a:ext uri="{FF2B5EF4-FFF2-40B4-BE49-F238E27FC236}">
                <a16:creationId xmlns:a16="http://schemas.microsoft.com/office/drawing/2014/main" id="{42695C8E-740F-09FE-EEF5-F2D3F3F88137}"/>
              </a:ext>
            </a:extLst>
          </p:cNvPr>
          <p:cNvSpPr>
            <a:spLocks noGrp="1"/>
          </p:cNvSpPr>
          <p:nvPr>
            <p:ph type="body" sz="quarter" idx="12"/>
          </p:nvPr>
        </p:nvSpPr>
        <p:spPr>
          <a:xfrm>
            <a:off x="3331187" y="3336926"/>
            <a:ext cx="2474590" cy="2760662"/>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10">
            <a:extLst>
              <a:ext uri="{FF2B5EF4-FFF2-40B4-BE49-F238E27FC236}">
                <a16:creationId xmlns:a16="http://schemas.microsoft.com/office/drawing/2014/main" id="{59937119-9484-C422-CDBB-7ACF8FB463EA}"/>
              </a:ext>
            </a:extLst>
          </p:cNvPr>
          <p:cNvSpPr>
            <a:spLocks noGrp="1"/>
          </p:cNvSpPr>
          <p:nvPr>
            <p:ph type="body" sz="quarter" idx="13"/>
          </p:nvPr>
        </p:nvSpPr>
        <p:spPr>
          <a:xfrm>
            <a:off x="6383049" y="3336926"/>
            <a:ext cx="2474590" cy="2760662"/>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Text Placeholder 10">
            <a:extLst>
              <a:ext uri="{FF2B5EF4-FFF2-40B4-BE49-F238E27FC236}">
                <a16:creationId xmlns:a16="http://schemas.microsoft.com/office/drawing/2014/main" id="{031FDB97-22F2-B958-137D-E25328D2B01D}"/>
              </a:ext>
            </a:extLst>
          </p:cNvPr>
          <p:cNvSpPr>
            <a:spLocks noGrp="1"/>
          </p:cNvSpPr>
          <p:nvPr>
            <p:ph type="body" sz="quarter" idx="14"/>
          </p:nvPr>
        </p:nvSpPr>
        <p:spPr>
          <a:xfrm>
            <a:off x="9428523" y="3336926"/>
            <a:ext cx="2474590" cy="2760662"/>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547630039"/>
      </p:ext>
    </p:extLst>
  </p:cSld>
  <p:clrMapOvr>
    <a:masterClrMapping/>
  </p:clrMapOvr>
  <p:transition spd="med"/>
</p:sldLayout>
</file>

<file path=ppt/slideLayouts/slideLayout236.xml><?xml version="1.0" encoding="utf-8"?>
<p:sldLayout xmlns:a="http://schemas.openxmlformats.org/drawingml/2006/main" xmlns:r="http://schemas.openxmlformats.org/officeDocument/2006/relationships" xmlns:p="http://schemas.openxmlformats.org/presentationml/2006/main" preserve="1" userDrawn="1">
  <p:cSld name="Boxes, 6 stacke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7963" y="288036"/>
            <a:ext cx="2474590" cy="1997964"/>
          </a:xfrm>
        </p:spPr>
        <p:txBody>
          <a:bodyPr/>
          <a:lstStyle>
            <a:lvl1pPr>
              <a:lnSpc>
                <a:spcPct val="110000"/>
              </a:lnSpc>
              <a:defRPr sz="1400">
                <a:solidFill>
                  <a:schemeClr val="tx2"/>
                </a:solidFill>
              </a:defRPr>
            </a:lvl1pPr>
          </a:lstStyle>
          <a:p>
            <a:r>
              <a:rPr lang="en-US"/>
              <a:t>Click to edit Master title style</a:t>
            </a:r>
          </a:p>
        </p:txBody>
      </p:sp>
      <p:sp>
        <p:nvSpPr>
          <p:cNvPr id="14" name="Text Placeholder 9">
            <a:extLst>
              <a:ext uri="{FF2B5EF4-FFF2-40B4-BE49-F238E27FC236}">
                <a16:creationId xmlns:a16="http://schemas.microsoft.com/office/drawing/2014/main" id="{B1D44C30-196F-B4B1-540A-E556579735DB}"/>
              </a:ext>
            </a:extLst>
          </p:cNvPr>
          <p:cNvSpPr>
            <a:spLocks noGrp="1"/>
          </p:cNvSpPr>
          <p:nvPr>
            <p:ph type="body" sz="quarter" idx="20"/>
          </p:nvPr>
        </p:nvSpPr>
        <p:spPr>
          <a:xfrm>
            <a:off x="3332774" y="288035"/>
            <a:ext cx="2477701" cy="2478024"/>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6380919" y="288035"/>
            <a:ext cx="2477701" cy="2478024"/>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9428522" y="288035"/>
            <a:ext cx="2473130" cy="2478024"/>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06DFE032-E717-840D-774E-AC6218CA01A8}"/>
              </a:ext>
            </a:extLst>
          </p:cNvPr>
          <p:cNvSpPr>
            <a:spLocks noGrp="1"/>
          </p:cNvSpPr>
          <p:nvPr>
            <p:ph type="ftr" sz="quarter" idx="22"/>
          </p:nvPr>
        </p:nvSpPr>
        <p:spPr>
          <a:xfrm>
            <a:off x="290474" y="6411643"/>
            <a:ext cx="2477765" cy="190500"/>
          </a:xfrm>
        </p:spPr>
        <p:txBody>
          <a:bodyPr/>
          <a:lstStyle/>
          <a:p>
            <a:endParaRPr lang="en-US"/>
          </a:p>
        </p:txBody>
      </p:sp>
      <p:sp>
        <p:nvSpPr>
          <p:cNvPr id="7" name="Slide Number">
            <a:extLst>
              <a:ext uri="{FF2B5EF4-FFF2-40B4-BE49-F238E27FC236}">
                <a16:creationId xmlns:a16="http://schemas.microsoft.com/office/drawing/2014/main" id="{219EFD5E-874A-DCAB-55D5-D376C79F2C67}"/>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6" name="Text Placeholder 10">
            <a:extLst>
              <a:ext uri="{FF2B5EF4-FFF2-40B4-BE49-F238E27FC236}">
                <a16:creationId xmlns:a16="http://schemas.microsoft.com/office/drawing/2014/main" id="{0813F20A-BEE4-B8A6-B7C6-A452A39FAD7F}"/>
              </a:ext>
            </a:extLst>
          </p:cNvPr>
          <p:cNvSpPr>
            <a:spLocks noGrp="1"/>
          </p:cNvSpPr>
          <p:nvPr>
            <p:ph type="body" sz="quarter" idx="12"/>
          </p:nvPr>
        </p:nvSpPr>
        <p:spPr>
          <a:xfrm>
            <a:off x="3332774" y="3336925"/>
            <a:ext cx="2477701" cy="247802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Text Placeholder 10">
            <a:extLst>
              <a:ext uri="{FF2B5EF4-FFF2-40B4-BE49-F238E27FC236}">
                <a16:creationId xmlns:a16="http://schemas.microsoft.com/office/drawing/2014/main" id="{150973AC-ED14-F5BF-FFA2-3AA73BE9F47C}"/>
              </a:ext>
            </a:extLst>
          </p:cNvPr>
          <p:cNvSpPr>
            <a:spLocks noGrp="1"/>
          </p:cNvSpPr>
          <p:nvPr>
            <p:ph type="body" sz="quarter" idx="13"/>
          </p:nvPr>
        </p:nvSpPr>
        <p:spPr>
          <a:xfrm>
            <a:off x="6380919" y="3336925"/>
            <a:ext cx="2477701" cy="247802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10">
            <a:extLst>
              <a:ext uri="{FF2B5EF4-FFF2-40B4-BE49-F238E27FC236}">
                <a16:creationId xmlns:a16="http://schemas.microsoft.com/office/drawing/2014/main" id="{BE127C12-10BF-D35C-4112-2B9F89481529}"/>
              </a:ext>
            </a:extLst>
          </p:cNvPr>
          <p:cNvSpPr>
            <a:spLocks noGrp="1"/>
          </p:cNvSpPr>
          <p:nvPr>
            <p:ph type="body" sz="quarter" idx="14"/>
          </p:nvPr>
        </p:nvSpPr>
        <p:spPr>
          <a:xfrm>
            <a:off x="9428522" y="3336925"/>
            <a:ext cx="2473130" cy="247802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286088450"/>
      </p:ext>
    </p:extLst>
  </p:cSld>
  <p:clrMapOvr>
    <a:masterClrMapping/>
  </p:clrMapOvr>
  <p:transition spd="med"/>
</p:sldLayout>
</file>

<file path=ppt/slideLayouts/slideLayout237.xml><?xml version="1.0" encoding="utf-8"?>
<p:sldLayout xmlns:a="http://schemas.openxmlformats.org/drawingml/2006/main" xmlns:r="http://schemas.openxmlformats.org/officeDocument/2006/relationships" xmlns:p="http://schemas.openxmlformats.org/presentationml/2006/main" preserve="1" userDrawn="1">
  <p:cSld name="Boxes, 6 stacked, icon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A5819-78ED-4475-16CD-65C8A2C5EC85}"/>
              </a:ext>
            </a:extLst>
          </p:cNvPr>
          <p:cNvSpPr>
            <a:spLocks noGrp="1"/>
          </p:cNvSpPr>
          <p:nvPr>
            <p:ph type="title"/>
          </p:nvPr>
        </p:nvSpPr>
        <p:spPr>
          <a:xfrm>
            <a:off x="287963" y="288036"/>
            <a:ext cx="2474590" cy="1997964"/>
          </a:xfrm>
        </p:spPr>
        <p:txBody>
          <a:bodyPr/>
          <a:lstStyle>
            <a:lvl1pPr>
              <a:lnSpc>
                <a:spcPct val="110000"/>
              </a:lnSpc>
              <a:defRPr sz="1400">
                <a:solidFill>
                  <a:schemeClr val="tx2"/>
                </a:solidFill>
              </a:defRPr>
            </a:lvl1pPr>
          </a:lstStyle>
          <a:p>
            <a:r>
              <a:rPr lang="en-US"/>
              <a:t>Click to edit Master title style</a:t>
            </a:r>
          </a:p>
        </p:txBody>
      </p:sp>
      <p:sp>
        <p:nvSpPr>
          <p:cNvPr id="16" name="Picture Placeholder 15" descr="Place icon here">
            <a:extLst>
              <a:ext uri="{FF2B5EF4-FFF2-40B4-BE49-F238E27FC236}">
                <a16:creationId xmlns:a16="http://schemas.microsoft.com/office/drawing/2014/main" id="{DD1F0C48-79E5-E356-43FC-0FCF2DE89A20}"/>
              </a:ext>
            </a:extLst>
          </p:cNvPr>
          <p:cNvSpPr>
            <a:spLocks noGrp="1"/>
          </p:cNvSpPr>
          <p:nvPr>
            <p:ph type="pic" sz="quarter" idx="17" hasCustomPrompt="1"/>
          </p:nvPr>
        </p:nvSpPr>
        <p:spPr>
          <a:xfrm>
            <a:off x="3333316" y="288036"/>
            <a:ext cx="201142" cy="201613"/>
          </a:xfrm>
        </p:spPr>
        <p:txBody>
          <a:bodyPr/>
          <a:lstStyle>
            <a:lvl1pPr>
              <a:defRPr sz="700">
                <a:solidFill>
                  <a:schemeClr val="tx1"/>
                </a:solidFill>
              </a:defRPr>
            </a:lvl1pPr>
          </a:lstStyle>
          <a:p>
            <a:r>
              <a:rPr lang="en-US"/>
              <a:t>Icon</a:t>
            </a:r>
          </a:p>
        </p:txBody>
      </p:sp>
      <p:sp>
        <p:nvSpPr>
          <p:cNvPr id="5" name="Text Placeholder 4">
            <a:extLst>
              <a:ext uri="{FF2B5EF4-FFF2-40B4-BE49-F238E27FC236}">
                <a16:creationId xmlns:a16="http://schemas.microsoft.com/office/drawing/2014/main" id="{B3148C06-F3C6-0E95-A225-29F730DD158B}"/>
              </a:ext>
            </a:extLst>
          </p:cNvPr>
          <p:cNvSpPr>
            <a:spLocks noGrp="1"/>
          </p:cNvSpPr>
          <p:nvPr>
            <p:ph type="body" sz="quarter" idx="11"/>
          </p:nvPr>
        </p:nvSpPr>
        <p:spPr>
          <a:xfrm>
            <a:off x="3333316" y="762000"/>
            <a:ext cx="2477701" cy="1999551"/>
          </a:xfrm>
        </p:spPr>
        <p:txBody>
          <a:bodyPr/>
          <a:lstStyle>
            <a:lvl1pPr>
              <a:lnSpc>
                <a:spcPct val="110000"/>
              </a:lnSpc>
              <a:spcBef>
                <a:spcPts val="0"/>
              </a:spcBef>
              <a:defRPr sz="1200">
                <a:solidFill>
                  <a:schemeClr val="tx1"/>
                </a:solidFill>
              </a:defRPr>
            </a:lvl1pPr>
            <a:lvl2pPr marL="109706" indent="-109706">
              <a:lnSpc>
                <a:spcPct val="110000"/>
              </a:lnSpc>
              <a:spcBef>
                <a:spcPts val="0"/>
              </a:spcBef>
              <a:defRPr sz="1200">
                <a:solidFill>
                  <a:schemeClr val="tx1"/>
                </a:solidFill>
              </a:defRPr>
            </a:lvl2pPr>
            <a:lvl3pPr marL="219412" indent="-109706">
              <a:lnSpc>
                <a:spcPct val="110000"/>
              </a:lnSpc>
              <a:spcBef>
                <a:spcPts val="0"/>
              </a:spcBef>
              <a:defRPr sz="1200">
                <a:solidFill>
                  <a:schemeClr val="tx1"/>
                </a:solidFill>
              </a:defRPr>
            </a:lvl3pPr>
            <a:lvl4pPr marL="329118" indent="-109706">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7" name="Picture Placeholder 15" descr="Place icon here">
            <a:extLst>
              <a:ext uri="{FF2B5EF4-FFF2-40B4-BE49-F238E27FC236}">
                <a16:creationId xmlns:a16="http://schemas.microsoft.com/office/drawing/2014/main" id="{18E9E323-0756-7849-8F52-19C58A517BD5}"/>
              </a:ext>
            </a:extLst>
          </p:cNvPr>
          <p:cNvSpPr>
            <a:spLocks noGrp="1"/>
          </p:cNvSpPr>
          <p:nvPr>
            <p:ph type="pic" sz="quarter" idx="18" hasCustomPrompt="1"/>
          </p:nvPr>
        </p:nvSpPr>
        <p:spPr>
          <a:xfrm>
            <a:off x="6389168" y="288036"/>
            <a:ext cx="201142" cy="201613"/>
          </a:xfrm>
        </p:spPr>
        <p:txBody>
          <a:bodyPr/>
          <a:lstStyle>
            <a:lvl1pPr>
              <a:defRPr sz="700">
                <a:solidFill>
                  <a:schemeClr val="tx1"/>
                </a:solidFill>
              </a:defRPr>
            </a:lvl1pPr>
          </a:lstStyle>
          <a:p>
            <a:r>
              <a:rPr lang="en-US"/>
              <a:t>Icon</a:t>
            </a:r>
          </a:p>
        </p:txBody>
      </p:sp>
      <p:sp>
        <p:nvSpPr>
          <p:cNvPr id="6" name="Text Placeholder 4">
            <a:extLst>
              <a:ext uri="{FF2B5EF4-FFF2-40B4-BE49-F238E27FC236}">
                <a16:creationId xmlns:a16="http://schemas.microsoft.com/office/drawing/2014/main" id="{81FD5E03-A007-B728-4616-E05622A43A3D}"/>
              </a:ext>
            </a:extLst>
          </p:cNvPr>
          <p:cNvSpPr>
            <a:spLocks noGrp="1"/>
          </p:cNvSpPr>
          <p:nvPr>
            <p:ph type="body" sz="quarter" idx="12"/>
          </p:nvPr>
        </p:nvSpPr>
        <p:spPr>
          <a:xfrm>
            <a:off x="6389168" y="762000"/>
            <a:ext cx="2476178" cy="1999551"/>
          </a:xfrm>
        </p:spPr>
        <p:txBody>
          <a:bodyPr/>
          <a:lstStyle>
            <a:lvl1pPr>
              <a:lnSpc>
                <a:spcPct val="110000"/>
              </a:lnSpc>
              <a:spcBef>
                <a:spcPts val="0"/>
              </a:spcBef>
              <a:defRPr sz="1200">
                <a:solidFill>
                  <a:schemeClr val="tx1"/>
                </a:solidFill>
              </a:defRPr>
            </a:lvl1pPr>
            <a:lvl2pPr marL="109706" indent="-109706">
              <a:lnSpc>
                <a:spcPct val="110000"/>
              </a:lnSpc>
              <a:spcBef>
                <a:spcPts val="0"/>
              </a:spcBef>
              <a:defRPr sz="1200">
                <a:solidFill>
                  <a:schemeClr val="tx1"/>
                </a:solidFill>
              </a:defRPr>
            </a:lvl2pPr>
            <a:lvl3pPr marL="219412" indent="-109706">
              <a:lnSpc>
                <a:spcPct val="110000"/>
              </a:lnSpc>
              <a:spcBef>
                <a:spcPts val="0"/>
              </a:spcBef>
              <a:defRPr sz="1200">
                <a:solidFill>
                  <a:schemeClr val="tx1"/>
                </a:solidFill>
              </a:defRPr>
            </a:lvl3pPr>
            <a:lvl4pPr marL="329118" indent="-109706">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Picture Placeholder 15" descr="Place icon here">
            <a:extLst>
              <a:ext uri="{FF2B5EF4-FFF2-40B4-BE49-F238E27FC236}">
                <a16:creationId xmlns:a16="http://schemas.microsoft.com/office/drawing/2014/main" id="{7C3BFFDB-5499-B3D7-98B2-1ABDA7D5C9DD}"/>
              </a:ext>
            </a:extLst>
          </p:cNvPr>
          <p:cNvSpPr>
            <a:spLocks noGrp="1"/>
          </p:cNvSpPr>
          <p:nvPr>
            <p:ph type="pic" sz="quarter" idx="19" hasCustomPrompt="1"/>
          </p:nvPr>
        </p:nvSpPr>
        <p:spPr>
          <a:xfrm>
            <a:off x="9428523" y="288036"/>
            <a:ext cx="201142" cy="201613"/>
          </a:xfrm>
        </p:spPr>
        <p:txBody>
          <a:bodyPr/>
          <a:lstStyle>
            <a:lvl1pPr>
              <a:defRPr sz="700">
                <a:solidFill>
                  <a:schemeClr val="tx1"/>
                </a:solidFill>
              </a:defRPr>
            </a:lvl1pPr>
          </a:lstStyle>
          <a:p>
            <a:r>
              <a:rPr lang="en-US"/>
              <a:t>Icon</a:t>
            </a:r>
          </a:p>
        </p:txBody>
      </p:sp>
      <p:sp>
        <p:nvSpPr>
          <p:cNvPr id="7" name="Text Placeholder 4">
            <a:extLst>
              <a:ext uri="{FF2B5EF4-FFF2-40B4-BE49-F238E27FC236}">
                <a16:creationId xmlns:a16="http://schemas.microsoft.com/office/drawing/2014/main" id="{EEC06719-7195-BBE7-0154-56A039A4B388}"/>
              </a:ext>
            </a:extLst>
          </p:cNvPr>
          <p:cNvSpPr>
            <a:spLocks noGrp="1"/>
          </p:cNvSpPr>
          <p:nvPr>
            <p:ph type="body" sz="quarter" idx="13"/>
          </p:nvPr>
        </p:nvSpPr>
        <p:spPr>
          <a:xfrm>
            <a:off x="9428523" y="761999"/>
            <a:ext cx="2473130" cy="1999550"/>
          </a:xfrm>
        </p:spPr>
        <p:txBody>
          <a:bodyPr/>
          <a:lstStyle>
            <a:lvl1pPr>
              <a:lnSpc>
                <a:spcPct val="110000"/>
              </a:lnSpc>
              <a:spcBef>
                <a:spcPts val="0"/>
              </a:spcBef>
              <a:defRPr sz="1200">
                <a:solidFill>
                  <a:schemeClr val="tx1"/>
                </a:solidFill>
              </a:defRPr>
            </a:lvl1pPr>
            <a:lvl2pPr marL="109706" indent="-109706">
              <a:lnSpc>
                <a:spcPct val="110000"/>
              </a:lnSpc>
              <a:spcBef>
                <a:spcPts val="0"/>
              </a:spcBef>
              <a:defRPr sz="1200">
                <a:solidFill>
                  <a:schemeClr val="tx1"/>
                </a:solidFill>
              </a:defRPr>
            </a:lvl2pPr>
            <a:lvl3pPr marL="219412" indent="-109706">
              <a:lnSpc>
                <a:spcPct val="110000"/>
              </a:lnSpc>
              <a:spcBef>
                <a:spcPts val="0"/>
              </a:spcBef>
              <a:defRPr sz="1200">
                <a:solidFill>
                  <a:schemeClr val="tx1"/>
                </a:solidFill>
              </a:defRPr>
            </a:lvl3pPr>
            <a:lvl4pPr marL="329118" indent="-109706">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23" name="Straight Connector 22" descr="Horizontal row divider">
            <a:extLst>
              <a:ext uri="{FF2B5EF4-FFF2-40B4-BE49-F238E27FC236}">
                <a16:creationId xmlns:a16="http://schemas.microsoft.com/office/drawing/2014/main" id="{252CDB94-BA57-B58F-95F0-D406FE34BB40}"/>
              </a:ext>
              <a:ext uri="{C183D7F6-B498-43B3-948B-1728B52AA6E4}">
                <adec:decorative xmlns:adec="http://schemas.microsoft.com/office/drawing/2017/decorative" val="0"/>
              </a:ext>
            </a:extLst>
          </p:cNvPr>
          <p:cNvCxnSpPr>
            <a:cxnSpLocks/>
          </p:cNvCxnSpPr>
          <p:nvPr userDrawn="1"/>
        </p:nvCxnSpPr>
        <p:spPr bwMode="auto">
          <a:xfrm>
            <a:off x="3047603" y="3048000"/>
            <a:ext cx="8860271"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9" name="Picture Placeholder 15" descr="Place icon here">
            <a:extLst>
              <a:ext uri="{FF2B5EF4-FFF2-40B4-BE49-F238E27FC236}">
                <a16:creationId xmlns:a16="http://schemas.microsoft.com/office/drawing/2014/main" id="{C00295A2-8D30-455D-EBB9-FA7A46791936}"/>
              </a:ext>
            </a:extLst>
          </p:cNvPr>
          <p:cNvSpPr>
            <a:spLocks noGrp="1"/>
          </p:cNvSpPr>
          <p:nvPr>
            <p:ph type="pic" sz="quarter" idx="20" hasCustomPrompt="1"/>
          </p:nvPr>
        </p:nvSpPr>
        <p:spPr>
          <a:xfrm>
            <a:off x="3333316" y="3347315"/>
            <a:ext cx="201142" cy="201613"/>
          </a:xfrm>
        </p:spPr>
        <p:txBody>
          <a:bodyPr/>
          <a:lstStyle>
            <a:lvl1pPr>
              <a:defRPr sz="700">
                <a:solidFill>
                  <a:schemeClr val="tx1"/>
                </a:solidFill>
              </a:defRPr>
            </a:lvl1pPr>
          </a:lstStyle>
          <a:p>
            <a:r>
              <a:rPr lang="en-US"/>
              <a:t>Icon</a:t>
            </a:r>
          </a:p>
        </p:txBody>
      </p:sp>
      <p:sp>
        <p:nvSpPr>
          <p:cNvPr id="8" name="Text Placeholder 4">
            <a:extLst>
              <a:ext uri="{FF2B5EF4-FFF2-40B4-BE49-F238E27FC236}">
                <a16:creationId xmlns:a16="http://schemas.microsoft.com/office/drawing/2014/main" id="{2704E464-B0E0-CDD0-B14B-FA6386285AEC}"/>
              </a:ext>
            </a:extLst>
          </p:cNvPr>
          <p:cNvSpPr>
            <a:spLocks noGrp="1"/>
          </p:cNvSpPr>
          <p:nvPr>
            <p:ph type="body" sz="quarter" idx="14"/>
          </p:nvPr>
        </p:nvSpPr>
        <p:spPr>
          <a:xfrm>
            <a:off x="3333316" y="3811797"/>
            <a:ext cx="2477701" cy="1999148"/>
          </a:xfrm>
        </p:spPr>
        <p:txBody>
          <a:bodyPr/>
          <a:lstStyle>
            <a:lvl1pPr>
              <a:lnSpc>
                <a:spcPct val="110000"/>
              </a:lnSpc>
              <a:spcBef>
                <a:spcPts val="0"/>
              </a:spcBef>
              <a:defRPr sz="1200">
                <a:solidFill>
                  <a:schemeClr val="tx1"/>
                </a:solidFill>
              </a:defRPr>
            </a:lvl1pPr>
            <a:lvl2pPr marL="109706" indent="-109706">
              <a:lnSpc>
                <a:spcPct val="110000"/>
              </a:lnSpc>
              <a:spcBef>
                <a:spcPts val="0"/>
              </a:spcBef>
              <a:defRPr sz="1200">
                <a:solidFill>
                  <a:schemeClr val="tx1"/>
                </a:solidFill>
              </a:defRPr>
            </a:lvl2pPr>
            <a:lvl3pPr marL="219412" indent="-109706">
              <a:lnSpc>
                <a:spcPct val="110000"/>
              </a:lnSpc>
              <a:spcBef>
                <a:spcPts val="0"/>
              </a:spcBef>
              <a:defRPr sz="1200">
                <a:solidFill>
                  <a:schemeClr val="tx1"/>
                </a:solidFill>
              </a:defRPr>
            </a:lvl3pPr>
            <a:lvl4pPr marL="329118" indent="-109706">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Picture Placeholder 15" descr="Place icon here">
            <a:extLst>
              <a:ext uri="{FF2B5EF4-FFF2-40B4-BE49-F238E27FC236}">
                <a16:creationId xmlns:a16="http://schemas.microsoft.com/office/drawing/2014/main" id="{F30F0F2C-CA19-3A79-4375-EB8A00FA887C}"/>
              </a:ext>
            </a:extLst>
          </p:cNvPr>
          <p:cNvSpPr>
            <a:spLocks noGrp="1"/>
          </p:cNvSpPr>
          <p:nvPr>
            <p:ph type="pic" sz="quarter" idx="21" hasCustomPrompt="1"/>
          </p:nvPr>
        </p:nvSpPr>
        <p:spPr>
          <a:xfrm>
            <a:off x="6389168" y="3347315"/>
            <a:ext cx="201142" cy="201613"/>
          </a:xfrm>
        </p:spPr>
        <p:txBody>
          <a:bodyPr/>
          <a:lstStyle>
            <a:lvl1pPr>
              <a:defRPr sz="700">
                <a:solidFill>
                  <a:schemeClr val="tx1"/>
                </a:solidFill>
              </a:defRPr>
            </a:lvl1pPr>
          </a:lstStyle>
          <a:p>
            <a:r>
              <a:rPr lang="en-US"/>
              <a:t>Icon</a:t>
            </a:r>
          </a:p>
        </p:txBody>
      </p:sp>
      <p:sp>
        <p:nvSpPr>
          <p:cNvPr id="9" name="Text Placeholder 4">
            <a:extLst>
              <a:ext uri="{FF2B5EF4-FFF2-40B4-BE49-F238E27FC236}">
                <a16:creationId xmlns:a16="http://schemas.microsoft.com/office/drawing/2014/main" id="{E96B64B8-6DA8-8704-DD30-37587B3E6824}"/>
              </a:ext>
            </a:extLst>
          </p:cNvPr>
          <p:cNvSpPr>
            <a:spLocks noGrp="1"/>
          </p:cNvSpPr>
          <p:nvPr>
            <p:ph type="body" sz="quarter" idx="15"/>
          </p:nvPr>
        </p:nvSpPr>
        <p:spPr>
          <a:xfrm>
            <a:off x="6389168" y="3811797"/>
            <a:ext cx="2477701" cy="1999146"/>
          </a:xfrm>
        </p:spPr>
        <p:txBody>
          <a:bodyPr/>
          <a:lstStyle>
            <a:lvl1pPr>
              <a:lnSpc>
                <a:spcPct val="110000"/>
              </a:lnSpc>
              <a:spcBef>
                <a:spcPts val="0"/>
              </a:spcBef>
              <a:defRPr sz="1200">
                <a:solidFill>
                  <a:schemeClr val="tx1"/>
                </a:solidFill>
              </a:defRPr>
            </a:lvl1pPr>
            <a:lvl2pPr marL="109706" indent="-109706">
              <a:lnSpc>
                <a:spcPct val="110000"/>
              </a:lnSpc>
              <a:spcBef>
                <a:spcPts val="0"/>
              </a:spcBef>
              <a:defRPr sz="1200">
                <a:solidFill>
                  <a:schemeClr val="tx1"/>
                </a:solidFill>
              </a:defRPr>
            </a:lvl2pPr>
            <a:lvl3pPr marL="219412" indent="-109706">
              <a:lnSpc>
                <a:spcPct val="110000"/>
              </a:lnSpc>
              <a:spcBef>
                <a:spcPts val="0"/>
              </a:spcBef>
              <a:defRPr sz="1200">
                <a:solidFill>
                  <a:schemeClr val="tx1"/>
                </a:solidFill>
              </a:defRPr>
            </a:lvl3pPr>
            <a:lvl4pPr marL="329118" indent="-109706">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1" name="Picture Placeholder 15" descr="Place icon here">
            <a:extLst>
              <a:ext uri="{FF2B5EF4-FFF2-40B4-BE49-F238E27FC236}">
                <a16:creationId xmlns:a16="http://schemas.microsoft.com/office/drawing/2014/main" id="{9354D8C6-F61D-3FC1-07F8-FEE730E2D7A8}"/>
              </a:ext>
            </a:extLst>
          </p:cNvPr>
          <p:cNvSpPr>
            <a:spLocks noGrp="1"/>
          </p:cNvSpPr>
          <p:nvPr>
            <p:ph type="pic" sz="quarter" idx="22" hasCustomPrompt="1"/>
          </p:nvPr>
        </p:nvSpPr>
        <p:spPr>
          <a:xfrm>
            <a:off x="9428523" y="3347315"/>
            <a:ext cx="201142" cy="201613"/>
          </a:xfrm>
        </p:spPr>
        <p:txBody>
          <a:bodyPr/>
          <a:lstStyle>
            <a:lvl1pPr>
              <a:defRPr sz="700">
                <a:solidFill>
                  <a:schemeClr val="tx1"/>
                </a:solidFill>
              </a:defRPr>
            </a:lvl1pPr>
          </a:lstStyle>
          <a:p>
            <a:r>
              <a:rPr lang="en-US"/>
              <a:t>Icon</a:t>
            </a:r>
          </a:p>
        </p:txBody>
      </p:sp>
      <p:sp>
        <p:nvSpPr>
          <p:cNvPr id="10" name="Text Placeholder 4">
            <a:extLst>
              <a:ext uri="{FF2B5EF4-FFF2-40B4-BE49-F238E27FC236}">
                <a16:creationId xmlns:a16="http://schemas.microsoft.com/office/drawing/2014/main" id="{AF965C82-A0A6-A670-C10A-6073DD3549EB}"/>
              </a:ext>
            </a:extLst>
          </p:cNvPr>
          <p:cNvSpPr>
            <a:spLocks noGrp="1"/>
          </p:cNvSpPr>
          <p:nvPr>
            <p:ph type="body" sz="quarter" idx="16"/>
          </p:nvPr>
        </p:nvSpPr>
        <p:spPr>
          <a:xfrm>
            <a:off x="9428523" y="3811797"/>
            <a:ext cx="2473130" cy="1999144"/>
          </a:xfrm>
        </p:spPr>
        <p:txBody>
          <a:bodyPr/>
          <a:lstStyle>
            <a:lvl1pPr>
              <a:lnSpc>
                <a:spcPct val="110000"/>
              </a:lnSpc>
              <a:spcBef>
                <a:spcPts val="0"/>
              </a:spcBef>
              <a:defRPr sz="1200">
                <a:solidFill>
                  <a:schemeClr val="tx1"/>
                </a:solidFill>
              </a:defRPr>
            </a:lvl1pPr>
            <a:lvl2pPr marL="109706" indent="-109706">
              <a:lnSpc>
                <a:spcPct val="110000"/>
              </a:lnSpc>
              <a:spcBef>
                <a:spcPts val="0"/>
              </a:spcBef>
              <a:defRPr sz="1200">
                <a:solidFill>
                  <a:schemeClr val="tx1"/>
                </a:solidFill>
              </a:defRPr>
            </a:lvl2pPr>
            <a:lvl3pPr marL="219412" indent="-109706">
              <a:lnSpc>
                <a:spcPct val="110000"/>
              </a:lnSpc>
              <a:spcBef>
                <a:spcPts val="0"/>
              </a:spcBef>
              <a:defRPr sz="1200">
                <a:solidFill>
                  <a:schemeClr val="tx1"/>
                </a:solidFill>
              </a:defRPr>
            </a:lvl3pPr>
            <a:lvl4pPr marL="329118" indent="-109706">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56C9A7FC-6BA2-EF1D-18D5-F605D8C7C003}"/>
              </a:ext>
            </a:extLst>
          </p:cNvPr>
          <p:cNvSpPr>
            <a:spLocks noGrp="1"/>
          </p:cNvSpPr>
          <p:nvPr>
            <p:ph type="ftr" sz="quarter" idx="23"/>
          </p:nvPr>
        </p:nvSpPr>
        <p:spPr>
          <a:xfrm>
            <a:off x="287963" y="6408000"/>
            <a:ext cx="2477765" cy="190500"/>
          </a:xfrm>
        </p:spPr>
        <p:txBody>
          <a:bodyPr/>
          <a:lstStyle/>
          <a:p>
            <a:endParaRPr lang="en-US"/>
          </a:p>
        </p:txBody>
      </p:sp>
      <p:sp>
        <p:nvSpPr>
          <p:cNvPr id="12" name="Slide Number">
            <a:extLst>
              <a:ext uri="{FF2B5EF4-FFF2-40B4-BE49-F238E27FC236}">
                <a16:creationId xmlns:a16="http://schemas.microsoft.com/office/drawing/2014/main" id="{C0294F07-890E-B2F9-0CAD-1B5AFB7648AB}"/>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cxnSp>
        <p:nvCxnSpPr>
          <p:cNvPr id="4" name="Straight Connector 3" descr="Vertical column divider">
            <a:extLst>
              <a:ext uri="{FF2B5EF4-FFF2-40B4-BE49-F238E27FC236}">
                <a16:creationId xmlns:a16="http://schemas.microsoft.com/office/drawing/2014/main" id="{0E795639-6102-AB6C-5918-29F86236BFD2}"/>
              </a:ext>
            </a:extLst>
          </p:cNvPr>
          <p:cNvCxnSpPr>
            <a:cxnSpLocks/>
          </p:cNvCxnSpPr>
          <p:nvPr userDrawn="1"/>
        </p:nvCxnSpPr>
        <p:spPr bwMode="auto">
          <a:xfrm>
            <a:off x="3047603" y="285051"/>
            <a:ext cx="0" cy="581104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1" name="Straight Connector 10" descr="Vertical column divider">
            <a:extLst>
              <a:ext uri="{FF2B5EF4-FFF2-40B4-BE49-F238E27FC236}">
                <a16:creationId xmlns:a16="http://schemas.microsoft.com/office/drawing/2014/main" id="{357E5319-53C7-E291-189E-B5A9A71EC85F}"/>
              </a:ext>
            </a:extLst>
          </p:cNvPr>
          <p:cNvCxnSpPr>
            <a:cxnSpLocks/>
          </p:cNvCxnSpPr>
          <p:nvPr userDrawn="1"/>
        </p:nvCxnSpPr>
        <p:spPr bwMode="auto">
          <a:xfrm>
            <a:off x="6095270" y="285051"/>
            <a:ext cx="0" cy="5812536"/>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 name="Straight Connector 12" descr="Vertical column divider">
            <a:extLst>
              <a:ext uri="{FF2B5EF4-FFF2-40B4-BE49-F238E27FC236}">
                <a16:creationId xmlns:a16="http://schemas.microsoft.com/office/drawing/2014/main" id="{C5786CF5-FEFB-F111-90C8-4410630FD7A3}"/>
              </a:ext>
            </a:extLst>
          </p:cNvPr>
          <p:cNvCxnSpPr>
            <a:cxnSpLocks/>
          </p:cNvCxnSpPr>
          <p:nvPr userDrawn="1"/>
        </p:nvCxnSpPr>
        <p:spPr bwMode="auto">
          <a:xfrm>
            <a:off x="9142810" y="285051"/>
            <a:ext cx="0" cy="581104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773066052"/>
      </p:ext>
    </p:extLst>
  </p:cSld>
  <p:clrMapOvr>
    <a:masterClrMapping/>
  </p:clrMapOvr>
  <p:transition spd="med"/>
</p:sldLayout>
</file>

<file path=ppt/slideLayouts/slideLayout238.xml><?xml version="1.0" encoding="utf-8"?>
<p:sldLayout xmlns:a="http://schemas.openxmlformats.org/drawingml/2006/main" xmlns:r="http://schemas.openxmlformats.org/officeDocument/2006/relationships" xmlns:p="http://schemas.openxmlformats.org/presentationml/2006/main" preserve="1" userDrawn="1">
  <p:cSld name="Boxes, 6 stacked, alternate,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3E52F-EEA1-D56F-5E7A-C1983151DCC0}"/>
              </a:ext>
            </a:extLst>
          </p:cNvPr>
          <p:cNvSpPr>
            <a:spLocks noGrp="1"/>
          </p:cNvSpPr>
          <p:nvPr>
            <p:ph type="title"/>
          </p:nvPr>
        </p:nvSpPr>
        <p:spPr>
          <a:xfrm>
            <a:off x="287963" y="192024"/>
            <a:ext cx="5519019" cy="1706563"/>
          </a:xfrm>
        </p:spPr>
        <p:txBody>
          <a:bodyPr rIns="457200"/>
          <a:lstStyle>
            <a:lvl1pPr>
              <a:lnSpc>
                <a:spcPct val="100000"/>
              </a:lnSpc>
              <a:defRPr sz="3399">
                <a:solidFill>
                  <a:schemeClr val="tx2"/>
                </a:solidFill>
              </a:defRPr>
            </a:lvl1pPr>
          </a:lstStyle>
          <a:p>
            <a:r>
              <a:rPr lang="en-US"/>
              <a:t>Click to edit Master title style</a:t>
            </a:r>
          </a:p>
        </p:txBody>
      </p:sp>
      <p:sp>
        <p:nvSpPr>
          <p:cNvPr id="7" name="Text Placeholder 6">
            <a:extLst>
              <a:ext uri="{FF2B5EF4-FFF2-40B4-BE49-F238E27FC236}">
                <a16:creationId xmlns:a16="http://schemas.microsoft.com/office/drawing/2014/main" id="{6D534223-A15F-A9E6-C7FA-95FFDF117A57}"/>
              </a:ext>
            </a:extLst>
          </p:cNvPr>
          <p:cNvSpPr>
            <a:spLocks noGrp="1"/>
          </p:cNvSpPr>
          <p:nvPr>
            <p:ph type="body" sz="quarter" idx="12"/>
          </p:nvPr>
        </p:nvSpPr>
        <p:spPr>
          <a:xfrm>
            <a:off x="6389168" y="288036"/>
            <a:ext cx="2476178" cy="247729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9" name="Straight Connector 18" descr="Vertical column divider">
            <a:extLst>
              <a:ext uri="{FF2B5EF4-FFF2-40B4-BE49-F238E27FC236}">
                <a16:creationId xmlns:a16="http://schemas.microsoft.com/office/drawing/2014/main" id="{B87B78A1-A315-98D3-1692-18AAAF4C6002}"/>
              </a:ext>
              <a:ext uri="{C183D7F6-B498-43B3-948B-1728B52AA6E4}">
                <adec:decorative xmlns:adec="http://schemas.microsoft.com/office/drawing/2017/decorative" val="0"/>
              </a:ext>
            </a:extLst>
          </p:cNvPr>
          <p:cNvCxnSpPr>
            <a:cxnSpLocks/>
          </p:cNvCxnSpPr>
          <p:nvPr userDrawn="1"/>
        </p:nvCxnSpPr>
        <p:spPr bwMode="auto">
          <a:xfrm>
            <a:off x="9142810" y="286569"/>
            <a:ext cx="0" cy="5811019"/>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8" name="Text Placeholder 6">
            <a:extLst>
              <a:ext uri="{FF2B5EF4-FFF2-40B4-BE49-F238E27FC236}">
                <a16:creationId xmlns:a16="http://schemas.microsoft.com/office/drawing/2014/main" id="{C1675E3B-BB72-1CF2-CC6C-1977AEAF5921}"/>
              </a:ext>
            </a:extLst>
          </p:cNvPr>
          <p:cNvSpPr>
            <a:spLocks noGrp="1"/>
          </p:cNvSpPr>
          <p:nvPr userDrawn="1">
            <p:ph type="body" sz="quarter" idx="13"/>
          </p:nvPr>
        </p:nvSpPr>
        <p:spPr>
          <a:xfrm>
            <a:off x="9430109" y="288036"/>
            <a:ext cx="2476178" cy="247729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6" name="Straight Connector 15" descr="Horizontal row divider">
            <a:extLst>
              <a:ext uri="{FF2B5EF4-FFF2-40B4-BE49-F238E27FC236}">
                <a16:creationId xmlns:a16="http://schemas.microsoft.com/office/drawing/2014/main" id="{4F455E69-0B51-1D31-E569-651079398D33}"/>
              </a:ext>
              <a:ext uri="{C183D7F6-B498-43B3-948B-1728B52AA6E4}">
                <adec:decorative xmlns:adec="http://schemas.microsoft.com/office/drawing/2017/decorative" val="0"/>
              </a:ext>
            </a:extLst>
          </p:cNvPr>
          <p:cNvCxnSpPr>
            <a:cxnSpLocks/>
          </p:cNvCxnSpPr>
          <p:nvPr userDrawn="1"/>
        </p:nvCxnSpPr>
        <p:spPr bwMode="auto">
          <a:xfrm>
            <a:off x="287999" y="3048000"/>
            <a:ext cx="11612733"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8" name="Straight Connector 17" descr="Vertical column divider">
            <a:extLst>
              <a:ext uri="{FF2B5EF4-FFF2-40B4-BE49-F238E27FC236}">
                <a16:creationId xmlns:a16="http://schemas.microsoft.com/office/drawing/2014/main" id="{54C560F4-CB2D-6B04-588B-57BB4D4E6DC3}"/>
              </a:ext>
              <a:ext uri="{C183D7F6-B498-43B3-948B-1728B52AA6E4}">
                <adec:decorative xmlns:adec="http://schemas.microsoft.com/office/drawing/2017/decorative" val="0"/>
              </a:ext>
            </a:extLst>
          </p:cNvPr>
          <p:cNvCxnSpPr>
            <a:cxnSpLocks/>
          </p:cNvCxnSpPr>
          <p:nvPr userDrawn="1"/>
        </p:nvCxnSpPr>
        <p:spPr bwMode="auto">
          <a:xfrm>
            <a:off x="3047603" y="3048000"/>
            <a:ext cx="0" cy="304958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3" name="Footer Placeholder 3">
            <a:extLst>
              <a:ext uri="{FF2B5EF4-FFF2-40B4-BE49-F238E27FC236}">
                <a16:creationId xmlns:a16="http://schemas.microsoft.com/office/drawing/2014/main" id="{59A0B1DF-AF8B-38B3-B47C-60722DFBF162}"/>
              </a:ext>
            </a:extLst>
          </p:cNvPr>
          <p:cNvSpPr>
            <a:spLocks noGrp="1"/>
          </p:cNvSpPr>
          <p:nvPr userDrawn="1">
            <p:ph type="ftr" sz="quarter" idx="18"/>
          </p:nvPr>
        </p:nvSpPr>
        <p:spPr>
          <a:xfrm>
            <a:off x="287963" y="6408000"/>
            <a:ext cx="2477765" cy="190500"/>
          </a:xfrm>
        </p:spPr>
        <p:txBody>
          <a:bodyPr/>
          <a:lstStyle/>
          <a:p>
            <a:endParaRPr lang="en-US"/>
          </a:p>
        </p:txBody>
      </p:sp>
      <p:sp>
        <p:nvSpPr>
          <p:cNvPr id="6" name="Slide Number">
            <a:extLst>
              <a:ext uri="{FF2B5EF4-FFF2-40B4-BE49-F238E27FC236}">
                <a16:creationId xmlns:a16="http://schemas.microsoft.com/office/drawing/2014/main" id="{EFD38FC2-A92F-D3A8-74D5-CE6E95D9C133}"/>
              </a:ext>
            </a:extLst>
          </p:cNvPr>
          <p:cNvSpPr txBox="1">
            <a:spLocks noGrp="1"/>
          </p:cNvSpPr>
          <p:nvPr userDrawn="1">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cxnSp>
        <p:nvCxnSpPr>
          <p:cNvPr id="5" name="Straight Connector 4" descr="Vertical column divider">
            <a:extLst>
              <a:ext uri="{FF2B5EF4-FFF2-40B4-BE49-F238E27FC236}">
                <a16:creationId xmlns:a16="http://schemas.microsoft.com/office/drawing/2014/main" id="{A5B6E0FE-2F6F-9D77-9834-2DF9E13E2262}"/>
              </a:ext>
            </a:extLst>
          </p:cNvPr>
          <p:cNvCxnSpPr>
            <a:cxnSpLocks/>
          </p:cNvCxnSpPr>
          <p:nvPr userDrawn="1"/>
        </p:nvCxnSpPr>
        <p:spPr bwMode="auto">
          <a:xfrm>
            <a:off x="6095270" y="285051"/>
            <a:ext cx="0" cy="5812536"/>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9" name="Text Placeholder 10">
            <a:extLst>
              <a:ext uri="{FF2B5EF4-FFF2-40B4-BE49-F238E27FC236}">
                <a16:creationId xmlns:a16="http://schemas.microsoft.com/office/drawing/2014/main" id="{022E65FD-CDEF-1AA2-2521-5B200BF4B6BD}"/>
              </a:ext>
            </a:extLst>
          </p:cNvPr>
          <p:cNvSpPr>
            <a:spLocks noGrp="1"/>
          </p:cNvSpPr>
          <p:nvPr>
            <p:ph type="body" sz="quarter" idx="11"/>
          </p:nvPr>
        </p:nvSpPr>
        <p:spPr>
          <a:xfrm>
            <a:off x="287999" y="3337941"/>
            <a:ext cx="2474590" cy="2759647"/>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10">
            <a:extLst>
              <a:ext uri="{FF2B5EF4-FFF2-40B4-BE49-F238E27FC236}">
                <a16:creationId xmlns:a16="http://schemas.microsoft.com/office/drawing/2014/main" id="{83C43A7A-FFA5-D00F-7BEB-AA5C5DA6FB8E}"/>
              </a:ext>
            </a:extLst>
          </p:cNvPr>
          <p:cNvSpPr>
            <a:spLocks noGrp="1"/>
          </p:cNvSpPr>
          <p:nvPr>
            <p:ph type="body" sz="quarter" idx="19"/>
          </p:nvPr>
        </p:nvSpPr>
        <p:spPr>
          <a:xfrm>
            <a:off x="3331187" y="3336926"/>
            <a:ext cx="2474590" cy="2760662"/>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6558C27E-CF79-F761-3827-DA392178DC8E}"/>
              </a:ext>
            </a:extLst>
          </p:cNvPr>
          <p:cNvSpPr>
            <a:spLocks noGrp="1"/>
          </p:cNvSpPr>
          <p:nvPr>
            <p:ph type="body" sz="quarter" idx="20"/>
          </p:nvPr>
        </p:nvSpPr>
        <p:spPr>
          <a:xfrm>
            <a:off x="6389168" y="3336926"/>
            <a:ext cx="2474590" cy="2760662"/>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0">
            <a:extLst>
              <a:ext uri="{FF2B5EF4-FFF2-40B4-BE49-F238E27FC236}">
                <a16:creationId xmlns:a16="http://schemas.microsoft.com/office/drawing/2014/main" id="{C0BF9C6F-22AC-2FF0-D8C9-37373CDEB3A5}"/>
              </a:ext>
            </a:extLst>
          </p:cNvPr>
          <p:cNvSpPr>
            <a:spLocks noGrp="1"/>
          </p:cNvSpPr>
          <p:nvPr>
            <p:ph type="body" sz="quarter" idx="14"/>
          </p:nvPr>
        </p:nvSpPr>
        <p:spPr>
          <a:xfrm>
            <a:off x="9428523" y="3336926"/>
            <a:ext cx="2474590" cy="2760662"/>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582739109"/>
      </p:ext>
    </p:extLst>
  </p:cSld>
  <p:clrMapOvr>
    <a:masterClrMapping/>
  </p:clrMapOvr>
  <p:transition spd="med"/>
</p:sldLayout>
</file>

<file path=ppt/slideLayouts/slideLayout239.xml><?xml version="1.0" encoding="utf-8"?>
<p:sldLayout xmlns:a="http://schemas.openxmlformats.org/drawingml/2006/main" xmlns:r="http://schemas.openxmlformats.org/officeDocument/2006/relationships" xmlns:p="http://schemas.openxmlformats.org/presentationml/2006/main" preserve="1" userDrawn="1">
  <p:cSld name="Boxes, 6 stacked, alternate,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3E52F-EEA1-D56F-5E7A-C1983151DCC0}"/>
              </a:ext>
            </a:extLst>
          </p:cNvPr>
          <p:cNvSpPr>
            <a:spLocks noGrp="1"/>
          </p:cNvSpPr>
          <p:nvPr>
            <p:ph type="title"/>
          </p:nvPr>
        </p:nvSpPr>
        <p:spPr>
          <a:xfrm>
            <a:off x="287963" y="288036"/>
            <a:ext cx="2474590" cy="1706563"/>
          </a:xfrm>
        </p:spPr>
        <p:txBody>
          <a:bodyPr rIns="0"/>
          <a:lstStyle>
            <a:lvl1pPr>
              <a:lnSpc>
                <a:spcPct val="110000"/>
              </a:lnSpc>
              <a:defRPr sz="1800">
                <a:solidFill>
                  <a:schemeClr val="tx2"/>
                </a:solidFill>
              </a:defRPr>
            </a:lvl1pPr>
          </a:lstStyle>
          <a:p>
            <a:r>
              <a:rPr lang="en-US"/>
              <a:t>Click to edit Master title style</a:t>
            </a:r>
          </a:p>
        </p:txBody>
      </p:sp>
      <p:sp>
        <p:nvSpPr>
          <p:cNvPr id="7" name="Text Placeholder 6">
            <a:extLst>
              <a:ext uri="{FF2B5EF4-FFF2-40B4-BE49-F238E27FC236}">
                <a16:creationId xmlns:a16="http://schemas.microsoft.com/office/drawing/2014/main" id="{6D534223-A15F-A9E6-C7FA-95FFDF117A57}"/>
              </a:ext>
            </a:extLst>
          </p:cNvPr>
          <p:cNvSpPr>
            <a:spLocks noGrp="1"/>
          </p:cNvSpPr>
          <p:nvPr>
            <p:ph type="body" sz="quarter" idx="12"/>
          </p:nvPr>
        </p:nvSpPr>
        <p:spPr>
          <a:xfrm>
            <a:off x="6389168" y="288036"/>
            <a:ext cx="2476178" cy="247729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Text Placeholder 6">
            <a:extLst>
              <a:ext uri="{FF2B5EF4-FFF2-40B4-BE49-F238E27FC236}">
                <a16:creationId xmlns:a16="http://schemas.microsoft.com/office/drawing/2014/main" id="{C1675E3B-BB72-1CF2-CC6C-1977AEAF5921}"/>
              </a:ext>
            </a:extLst>
          </p:cNvPr>
          <p:cNvSpPr>
            <a:spLocks noGrp="1"/>
          </p:cNvSpPr>
          <p:nvPr>
            <p:ph type="body" sz="quarter" idx="13"/>
          </p:nvPr>
        </p:nvSpPr>
        <p:spPr>
          <a:xfrm>
            <a:off x="9430109" y="288036"/>
            <a:ext cx="2476178" cy="247729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7C192388-DAC3-247F-4457-03A65F8CDF36}"/>
              </a:ext>
            </a:extLst>
          </p:cNvPr>
          <p:cNvSpPr>
            <a:spLocks noGrp="1"/>
          </p:cNvSpPr>
          <p:nvPr>
            <p:ph type="ftr" sz="quarter" idx="18"/>
          </p:nvPr>
        </p:nvSpPr>
        <p:spPr>
          <a:xfrm>
            <a:off x="287963" y="6408000"/>
            <a:ext cx="2477765" cy="190500"/>
          </a:xfrm>
        </p:spPr>
        <p:txBody>
          <a:bodyPr/>
          <a:lstStyle/>
          <a:p>
            <a:endParaRPr lang="en-US"/>
          </a:p>
        </p:txBody>
      </p:sp>
      <p:sp>
        <p:nvSpPr>
          <p:cNvPr id="6" name="Slide Number">
            <a:extLst>
              <a:ext uri="{FF2B5EF4-FFF2-40B4-BE49-F238E27FC236}">
                <a16:creationId xmlns:a16="http://schemas.microsoft.com/office/drawing/2014/main" id="{72D75691-23B7-FADC-4357-CB3662EB3779}"/>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cxnSp>
        <p:nvCxnSpPr>
          <p:cNvPr id="5" name="Straight Connector 4" descr="Vertical column divider">
            <a:extLst>
              <a:ext uri="{FF2B5EF4-FFF2-40B4-BE49-F238E27FC236}">
                <a16:creationId xmlns:a16="http://schemas.microsoft.com/office/drawing/2014/main" id="{CB17488F-3B5A-CD3F-8D89-787477C1F946}"/>
              </a:ext>
              <a:ext uri="{C183D7F6-B498-43B3-948B-1728B52AA6E4}">
                <adec:decorative xmlns:adec="http://schemas.microsoft.com/office/drawing/2017/decorative" val="0"/>
              </a:ext>
            </a:extLst>
          </p:cNvPr>
          <p:cNvCxnSpPr>
            <a:cxnSpLocks/>
          </p:cNvCxnSpPr>
          <p:nvPr userDrawn="1"/>
        </p:nvCxnSpPr>
        <p:spPr bwMode="auto">
          <a:xfrm>
            <a:off x="9142810" y="286569"/>
            <a:ext cx="0" cy="5811019"/>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 name="Straight Connector 12" descr="Horizontal row divider">
            <a:extLst>
              <a:ext uri="{FF2B5EF4-FFF2-40B4-BE49-F238E27FC236}">
                <a16:creationId xmlns:a16="http://schemas.microsoft.com/office/drawing/2014/main" id="{7B2108DD-FE3A-F98C-D857-CDFA3DAD9666}"/>
              </a:ext>
              <a:ext uri="{C183D7F6-B498-43B3-948B-1728B52AA6E4}">
                <adec:decorative xmlns:adec="http://schemas.microsoft.com/office/drawing/2017/decorative" val="0"/>
              </a:ext>
            </a:extLst>
          </p:cNvPr>
          <p:cNvCxnSpPr>
            <a:cxnSpLocks/>
          </p:cNvCxnSpPr>
          <p:nvPr userDrawn="1"/>
        </p:nvCxnSpPr>
        <p:spPr bwMode="auto">
          <a:xfrm>
            <a:off x="287999" y="3048000"/>
            <a:ext cx="11612733"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4" name="Straight Connector 13" descr="Vertical column divider">
            <a:extLst>
              <a:ext uri="{FF2B5EF4-FFF2-40B4-BE49-F238E27FC236}">
                <a16:creationId xmlns:a16="http://schemas.microsoft.com/office/drawing/2014/main" id="{03D0E68D-02AF-474A-3224-FF5108D23382}"/>
              </a:ext>
              <a:ext uri="{C183D7F6-B498-43B3-948B-1728B52AA6E4}">
                <adec:decorative xmlns:adec="http://schemas.microsoft.com/office/drawing/2017/decorative" val="0"/>
              </a:ext>
            </a:extLst>
          </p:cNvPr>
          <p:cNvCxnSpPr>
            <a:cxnSpLocks/>
          </p:cNvCxnSpPr>
          <p:nvPr userDrawn="1"/>
        </p:nvCxnSpPr>
        <p:spPr bwMode="auto">
          <a:xfrm>
            <a:off x="3047603" y="3041650"/>
            <a:ext cx="0" cy="3055938"/>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5" name="Straight Connector 14" descr="Vertical column divider">
            <a:extLst>
              <a:ext uri="{FF2B5EF4-FFF2-40B4-BE49-F238E27FC236}">
                <a16:creationId xmlns:a16="http://schemas.microsoft.com/office/drawing/2014/main" id="{5600EFDE-928F-B419-8585-5582A68373F2}"/>
              </a:ext>
            </a:extLst>
          </p:cNvPr>
          <p:cNvCxnSpPr>
            <a:cxnSpLocks/>
          </p:cNvCxnSpPr>
          <p:nvPr userDrawn="1"/>
        </p:nvCxnSpPr>
        <p:spPr bwMode="auto">
          <a:xfrm>
            <a:off x="6095270" y="285051"/>
            <a:ext cx="0" cy="5812536"/>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6" name="Text Placeholder 10">
            <a:extLst>
              <a:ext uri="{FF2B5EF4-FFF2-40B4-BE49-F238E27FC236}">
                <a16:creationId xmlns:a16="http://schemas.microsoft.com/office/drawing/2014/main" id="{5C1B1885-0510-1907-4EAD-DB9018C133E5}"/>
              </a:ext>
            </a:extLst>
          </p:cNvPr>
          <p:cNvSpPr>
            <a:spLocks noGrp="1"/>
          </p:cNvSpPr>
          <p:nvPr>
            <p:ph type="body" sz="quarter" idx="11"/>
          </p:nvPr>
        </p:nvSpPr>
        <p:spPr>
          <a:xfrm>
            <a:off x="287999" y="3337941"/>
            <a:ext cx="2474590" cy="2759647"/>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7" name="Text Placeholder 10">
            <a:extLst>
              <a:ext uri="{FF2B5EF4-FFF2-40B4-BE49-F238E27FC236}">
                <a16:creationId xmlns:a16="http://schemas.microsoft.com/office/drawing/2014/main" id="{5804D2DB-0651-E704-D761-49FB6352B7C3}"/>
              </a:ext>
            </a:extLst>
          </p:cNvPr>
          <p:cNvSpPr>
            <a:spLocks noGrp="1"/>
          </p:cNvSpPr>
          <p:nvPr>
            <p:ph type="body" sz="quarter" idx="19"/>
          </p:nvPr>
        </p:nvSpPr>
        <p:spPr>
          <a:xfrm>
            <a:off x="3331187" y="3336926"/>
            <a:ext cx="2474590" cy="2760662"/>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Text Placeholder 10">
            <a:extLst>
              <a:ext uri="{FF2B5EF4-FFF2-40B4-BE49-F238E27FC236}">
                <a16:creationId xmlns:a16="http://schemas.microsoft.com/office/drawing/2014/main" id="{9900EBA3-CCC2-CE83-A620-B68ADAF8371C}"/>
              </a:ext>
            </a:extLst>
          </p:cNvPr>
          <p:cNvSpPr>
            <a:spLocks noGrp="1"/>
          </p:cNvSpPr>
          <p:nvPr>
            <p:ph type="body" sz="quarter" idx="20"/>
          </p:nvPr>
        </p:nvSpPr>
        <p:spPr>
          <a:xfrm>
            <a:off x="6389168" y="3336926"/>
            <a:ext cx="2474590" cy="2760662"/>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Text Placeholder 10">
            <a:extLst>
              <a:ext uri="{FF2B5EF4-FFF2-40B4-BE49-F238E27FC236}">
                <a16:creationId xmlns:a16="http://schemas.microsoft.com/office/drawing/2014/main" id="{FAB4091C-FF62-7BAF-B996-F22392D5E709}"/>
              </a:ext>
            </a:extLst>
          </p:cNvPr>
          <p:cNvSpPr>
            <a:spLocks noGrp="1"/>
          </p:cNvSpPr>
          <p:nvPr>
            <p:ph type="body" sz="quarter" idx="14"/>
          </p:nvPr>
        </p:nvSpPr>
        <p:spPr>
          <a:xfrm>
            <a:off x="9428523" y="3336926"/>
            <a:ext cx="2474590" cy="2760662"/>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640800068"/>
      </p:ext>
    </p:extLst>
  </p:cSld>
  <p:clrMapOvr>
    <a:masterClrMapping/>
  </p:clrMapOvr>
  <p:transition spd="med"/>
</p:sldLayout>
</file>

<file path=ppt/slideLayouts/slideLayout240.xml><?xml version="1.0" encoding="utf-8"?>
<p:sldLayout xmlns:a="http://schemas.openxmlformats.org/drawingml/2006/main" xmlns:r="http://schemas.openxmlformats.org/officeDocument/2006/relationships" xmlns:p="http://schemas.openxmlformats.org/presentationml/2006/main" preserve="1" userDrawn="1">
  <p:cSld name="Video or imagery, half, inse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63" y="288036"/>
            <a:ext cx="2474590" cy="762794"/>
          </a:xfrm>
        </p:spPr>
        <p:txBody>
          <a:bodyPr/>
          <a:lstStyle>
            <a:lvl1pPr>
              <a:lnSpc>
                <a:spcPct val="110000"/>
              </a:lnSpc>
              <a:defRPr sz="1400">
                <a:solidFill>
                  <a:schemeClr val="tx2"/>
                </a:solidFill>
              </a:defRPr>
            </a:lvl1pPr>
          </a:lstStyle>
          <a:p>
            <a:r>
              <a:rPr lang="en-US"/>
              <a:t>Click to edit Master title style</a:t>
            </a:r>
          </a:p>
        </p:txBody>
      </p:sp>
      <p:sp>
        <p:nvSpPr>
          <p:cNvPr id="6" name="Text Placeholder 5">
            <a:extLst>
              <a:ext uri="{FF2B5EF4-FFF2-40B4-BE49-F238E27FC236}">
                <a16:creationId xmlns:a16="http://schemas.microsoft.com/office/drawing/2014/main" id="{28FE37E5-0FED-B2B2-3150-F02A8956CD38}"/>
              </a:ext>
            </a:extLst>
          </p:cNvPr>
          <p:cNvSpPr>
            <a:spLocks noGrp="1"/>
          </p:cNvSpPr>
          <p:nvPr>
            <p:ph type="body" sz="quarter" idx="12"/>
          </p:nvPr>
        </p:nvSpPr>
        <p:spPr>
          <a:xfrm>
            <a:off x="287962" y="1520825"/>
            <a:ext cx="2473130" cy="4576763"/>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5">
            <a:extLst>
              <a:ext uri="{FF2B5EF4-FFF2-40B4-BE49-F238E27FC236}">
                <a16:creationId xmlns:a16="http://schemas.microsoft.com/office/drawing/2014/main" id="{88F00625-4E10-D884-2256-56B294B4BA89}"/>
              </a:ext>
            </a:extLst>
          </p:cNvPr>
          <p:cNvSpPr>
            <a:spLocks noGrp="1"/>
          </p:cNvSpPr>
          <p:nvPr>
            <p:ph type="body" sz="quarter" idx="13"/>
          </p:nvPr>
        </p:nvSpPr>
        <p:spPr>
          <a:xfrm>
            <a:off x="3334904" y="1520825"/>
            <a:ext cx="2475384" cy="4576763"/>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Picture Placeholder 10" descr="Place imagery here">
            <a:extLst>
              <a:ext uri="{FF2B5EF4-FFF2-40B4-BE49-F238E27FC236}">
                <a16:creationId xmlns:a16="http://schemas.microsoft.com/office/drawing/2014/main" id="{468A48E8-BE84-7972-AB73-8E31C1C13499}"/>
              </a:ext>
            </a:extLst>
          </p:cNvPr>
          <p:cNvSpPr>
            <a:spLocks noGrp="1"/>
          </p:cNvSpPr>
          <p:nvPr>
            <p:ph type="pic" sz="quarter" idx="15" hasCustomPrompt="1"/>
          </p:nvPr>
        </p:nvSpPr>
        <p:spPr>
          <a:xfrm>
            <a:off x="6380919" y="288037"/>
            <a:ext cx="5519908" cy="6285801"/>
          </a:xfrm>
          <a:solidFill>
            <a:srgbClr val="E0E0E0"/>
          </a:solidFill>
        </p:spPr>
        <p:txBody>
          <a:bodyPr anchor="ctr"/>
          <a:lstStyle>
            <a:lvl1pPr algn="ctr">
              <a:defRPr>
                <a:solidFill>
                  <a:schemeClr val="accent5"/>
                </a:solidFill>
              </a:defRPr>
            </a:lvl1pPr>
          </a:lstStyle>
          <a:p>
            <a:r>
              <a:rPr lang="en-US"/>
              <a:t>Place imagery here</a:t>
            </a:r>
          </a:p>
        </p:txBody>
      </p:sp>
      <p:sp>
        <p:nvSpPr>
          <p:cNvPr id="3" name="Footer Placeholder 3">
            <a:extLst>
              <a:ext uri="{FF2B5EF4-FFF2-40B4-BE49-F238E27FC236}">
                <a16:creationId xmlns:a16="http://schemas.microsoft.com/office/drawing/2014/main" id="{765F8DDE-78BD-E2B6-1CAB-2A9EF14E9F71}"/>
              </a:ext>
            </a:extLst>
          </p:cNvPr>
          <p:cNvSpPr>
            <a:spLocks noGrp="1"/>
          </p:cNvSpPr>
          <p:nvPr>
            <p:ph type="ftr" sz="quarter" idx="18"/>
          </p:nvPr>
        </p:nvSpPr>
        <p:spPr>
          <a:xfrm>
            <a:off x="287963" y="6408000"/>
            <a:ext cx="2477765" cy="190500"/>
          </a:xfrm>
        </p:spPr>
        <p:txBody>
          <a:bodyPr/>
          <a:lstStyle/>
          <a:p>
            <a:endParaRPr lang="en-US"/>
          </a:p>
        </p:txBody>
      </p:sp>
    </p:spTree>
    <p:extLst>
      <p:ext uri="{BB962C8B-B14F-4D97-AF65-F5344CB8AC3E}">
        <p14:creationId xmlns:p14="http://schemas.microsoft.com/office/powerpoint/2010/main" val="392683019"/>
      </p:ext>
    </p:extLst>
  </p:cSld>
  <p:clrMapOvr>
    <a:masterClrMapping/>
  </p:clrMapOvr>
  <p:transition spd="med"/>
</p:sldLayout>
</file>

<file path=ppt/slideLayouts/slideLayout241.xml><?xml version="1.0" encoding="utf-8"?>
<p:sldLayout xmlns:a="http://schemas.openxmlformats.org/drawingml/2006/main" xmlns:r="http://schemas.openxmlformats.org/officeDocument/2006/relationships" xmlns:p="http://schemas.openxmlformats.org/presentationml/2006/main" preserve="1" userDrawn="1">
  <p:cSld name="Video or imagery, 3/4, blee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63" y="288036"/>
            <a:ext cx="2474590" cy="762794"/>
          </a:xfrm>
        </p:spPr>
        <p:txBody>
          <a:bodyPr/>
          <a:lstStyle>
            <a:lvl1pPr>
              <a:lnSpc>
                <a:spcPct val="110000"/>
              </a:lnSpc>
              <a:defRPr sz="1400">
                <a:solidFill>
                  <a:schemeClr val="tx2"/>
                </a:solidFill>
              </a:defRPr>
            </a:lvl1pPr>
          </a:lstStyle>
          <a:p>
            <a:r>
              <a:rPr lang="en-US"/>
              <a:t>Click to edit Master title style</a:t>
            </a:r>
          </a:p>
        </p:txBody>
      </p:sp>
      <p:sp>
        <p:nvSpPr>
          <p:cNvPr id="6" name="Text Placeholder 5">
            <a:extLst>
              <a:ext uri="{FF2B5EF4-FFF2-40B4-BE49-F238E27FC236}">
                <a16:creationId xmlns:a16="http://schemas.microsoft.com/office/drawing/2014/main" id="{75EDE688-75EF-DA04-F0B3-24F53FFC6BAF}"/>
              </a:ext>
            </a:extLst>
          </p:cNvPr>
          <p:cNvSpPr>
            <a:spLocks noGrp="1"/>
          </p:cNvSpPr>
          <p:nvPr>
            <p:ph type="body" sz="quarter" idx="13"/>
          </p:nvPr>
        </p:nvSpPr>
        <p:spPr>
          <a:xfrm>
            <a:off x="287963" y="1520825"/>
            <a:ext cx="2477765" cy="4576763"/>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Picture Placeholder 11" descr="Place imagery here">
            <a:extLst>
              <a:ext uri="{FF2B5EF4-FFF2-40B4-BE49-F238E27FC236}">
                <a16:creationId xmlns:a16="http://schemas.microsoft.com/office/drawing/2014/main" id="{DE390102-FDF4-C834-3F45-02B57A70ADB2}"/>
              </a:ext>
            </a:extLst>
          </p:cNvPr>
          <p:cNvSpPr>
            <a:spLocks noGrp="1"/>
          </p:cNvSpPr>
          <p:nvPr>
            <p:ph type="pic" sz="quarter" idx="14" hasCustomPrompt="1"/>
          </p:nvPr>
        </p:nvSpPr>
        <p:spPr>
          <a:xfrm>
            <a:off x="3047603" y="0"/>
            <a:ext cx="9144397" cy="6858000"/>
          </a:xfrm>
          <a:solidFill>
            <a:srgbClr val="E0E0E0"/>
          </a:solidFill>
        </p:spPr>
        <p:txBody>
          <a:bodyPr anchor="ctr"/>
          <a:lstStyle>
            <a:lvl1pPr algn="ctr">
              <a:defRPr>
                <a:solidFill>
                  <a:schemeClr val="accent5"/>
                </a:solidFill>
              </a:defRPr>
            </a:lvl1pPr>
          </a:lstStyle>
          <a:p>
            <a:r>
              <a:rPr lang="en-US"/>
              <a:t>Place imagery here</a:t>
            </a:r>
          </a:p>
        </p:txBody>
      </p:sp>
      <p:sp>
        <p:nvSpPr>
          <p:cNvPr id="5" name="Footer Placeholder 3">
            <a:extLst>
              <a:ext uri="{FF2B5EF4-FFF2-40B4-BE49-F238E27FC236}">
                <a16:creationId xmlns:a16="http://schemas.microsoft.com/office/drawing/2014/main" id="{7B09C899-A6D4-3826-EAB8-A75F78607CE3}"/>
              </a:ext>
            </a:extLst>
          </p:cNvPr>
          <p:cNvSpPr>
            <a:spLocks noGrp="1"/>
          </p:cNvSpPr>
          <p:nvPr>
            <p:ph type="ftr" sz="quarter" idx="18"/>
          </p:nvPr>
        </p:nvSpPr>
        <p:spPr>
          <a:xfrm>
            <a:off x="287963" y="6408000"/>
            <a:ext cx="2477765" cy="190500"/>
          </a:xfrm>
        </p:spPr>
        <p:txBody>
          <a:bodyPr/>
          <a:lstStyle/>
          <a:p>
            <a:endParaRPr lang="en-US"/>
          </a:p>
        </p:txBody>
      </p:sp>
      <p:sp>
        <p:nvSpPr>
          <p:cNvPr id="7" name="Slide Number">
            <a:extLst>
              <a:ext uri="{FF2B5EF4-FFF2-40B4-BE49-F238E27FC236}">
                <a16:creationId xmlns:a16="http://schemas.microsoft.com/office/drawing/2014/main" id="{BEB46264-65A0-272C-CC19-DCA9B586608B}"/>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176384555"/>
      </p:ext>
    </p:extLst>
  </p:cSld>
  <p:clrMapOvr>
    <a:masterClrMapping/>
  </p:clrMapOvr>
  <p:transition spd="med"/>
</p:sldLayout>
</file>

<file path=ppt/slideLayouts/slideLayout242.xml><?xml version="1.0" encoding="utf-8"?>
<p:sldLayout xmlns:a="http://schemas.openxmlformats.org/drawingml/2006/main" xmlns:r="http://schemas.openxmlformats.org/officeDocument/2006/relationships" xmlns:p="http://schemas.openxmlformats.org/presentationml/2006/main" preserve="1" userDrawn="1">
  <p:cSld name="Video or imagery, 3/4, inse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63" y="288036"/>
            <a:ext cx="2474590" cy="762794"/>
          </a:xfrm>
        </p:spPr>
        <p:txBody>
          <a:bodyPr/>
          <a:lstStyle>
            <a:lvl1pPr>
              <a:lnSpc>
                <a:spcPct val="110000"/>
              </a:lnSpc>
              <a:defRPr sz="1400">
                <a:solidFill>
                  <a:schemeClr val="tx2"/>
                </a:solidFill>
              </a:defRPr>
            </a:lvl1pPr>
          </a:lstStyle>
          <a:p>
            <a:r>
              <a:rPr lang="en-US"/>
              <a:t>Click to edit Master title style</a:t>
            </a:r>
          </a:p>
        </p:txBody>
      </p:sp>
      <p:sp>
        <p:nvSpPr>
          <p:cNvPr id="6" name="Text Placeholder 5">
            <a:extLst>
              <a:ext uri="{FF2B5EF4-FFF2-40B4-BE49-F238E27FC236}">
                <a16:creationId xmlns:a16="http://schemas.microsoft.com/office/drawing/2014/main" id="{28FE37E5-0FED-B2B2-3150-F02A8956CD38}"/>
              </a:ext>
            </a:extLst>
          </p:cNvPr>
          <p:cNvSpPr>
            <a:spLocks noGrp="1"/>
          </p:cNvSpPr>
          <p:nvPr>
            <p:ph type="body" sz="quarter" idx="12"/>
          </p:nvPr>
        </p:nvSpPr>
        <p:spPr>
          <a:xfrm>
            <a:off x="287963" y="1520825"/>
            <a:ext cx="2477765" cy="4576763"/>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Picture Placeholder 6" descr="Place imagery here">
            <a:extLst>
              <a:ext uri="{FF2B5EF4-FFF2-40B4-BE49-F238E27FC236}">
                <a16:creationId xmlns:a16="http://schemas.microsoft.com/office/drawing/2014/main" id="{CC70703B-65B6-4B78-8B7C-73857A06C3A8}"/>
              </a:ext>
            </a:extLst>
          </p:cNvPr>
          <p:cNvSpPr>
            <a:spLocks noGrp="1"/>
          </p:cNvSpPr>
          <p:nvPr>
            <p:ph type="pic" sz="quarter" idx="14" hasCustomPrompt="1"/>
          </p:nvPr>
        </p:nvSpPr>
        <p:spPr>
          <a:xfrm>
            <a:off x="3333316" y="285750"/>
            <a:ext cx="8567416" cy="6289675"/>
          </a:xfrm>
          <a:solidFill>
            <a:srgbClr val="E0E0E0"/>
          </a:solidFill>
        </p:spPr>
        <p:txBody>
          <a:bodyPr anchor="ctr"/>
          <a:lstStyle>
            <a:lvl1pPr algn="ctr">
              <a:defRPr>
                <a:solidFill>
                  <a:schemeClr val="accent5"/>
                </a:solidFill>
              </a:defRPr>
            </a:lvl1pPr>
          </a:lstStyle>
          <a:p>
            <a:r>
              <a:rPr lang="en-US"/>
              <a:t>Place imagery here</a:t>
            </a:r>
          </a:p>
        </p:txBody>
      </p:sp>
      <p:sp>
        <p:nvSpPr>
          <p:cNvPr id="3" name="Footer Placeholder 3">
            <a:extLst>
              <a:ext uri="{FF2B5EF4-FFF2-40B4-BE49-F238E27FC236}">
                <a16:creationId xmlns:a16="http://schemas.microsoft.com/office/drawing/2014/main" id="{547D5110-D587-CC11-18F6-FEB7AA2D7851}"/>
              </a:ext>
            </a:extLst>
          </p:cNvPr>
          <p:cNvSpPr>
            <a:spLocks noGrp="1"/>
          </p:cNvSpPr>
          <p:nvPr>
            <p:ph type="ftr" sz="quarter" idx="18"/>
          </p:nvPr>
        </p:nvSpPr>
        <p:spPr>
          <a:xfrm>
            <a:off x="287963" y="6408000"/>
            <a:ext cx="2477765" cy="190500"/>
          </a:xfrm>
        </p:spPr>
        <p:txBody>
          <a:bodyPr/>
          <a:lstStyle/>
          <a:p>
            <a:endParaRPr lang="en-US"/>
          </a:p>
        </p:txBody>
      </p:sp>
    </p:spTree>
    <p:extLst>
      <p:ext uri="{BB962C8B-B14F-4D97-AF65-F5344CB8AC3E}">
        <p14:creationId xmlns:p14="http://schemas.microsoft.com/office/powerpoint/2010/main" val="3637267847"/>
      </p:ext>
    </p:extLst>
  </p:cSld>
  <p:clrMapOvr>
    <a:masterClrMapping/>
  </p:clrMapOvr>
  <p:transition spd="med"/>
</p:sldLayout>
</file>

<file path=ppt/slideLayouts/slideLayout243.xml><?xml version="1.0" encoding="utf-8"?>
<p:sldLayout xmlns:a="http://schemas.openxmlformats.org/drawingml/2006/main" xmlns:r="http://schemas.openxmlformats.org/officeDocument/2006/relationships" xmlns:p="http://schemas.openxmlformats.org/presentationml/2006/main" preserve="1" userDrawn="1">
  <p:cSld name="Video or imagery, bleed">
    <p:bg>
      <p:bgPr>
        <a:solidFill>
          <a:schemeClr val="bg1"/>
        </a:solidFill>
        <a:effectLst/>
      </p:bgPr>
    </p:bg>
    <p:spTree>
      <p:nvGrpSpPr>
        <p:cNvPr id="1" name=""/>
        <p:cNvGrpSpPr/>
        <p:nvPr/>
      </p:nvGrpSpPr>
      <p:grpSpPr>
        <a:xfrm>
          <a:off x="0" y="0"/>
          <a:ext cx="0" cy="0"/>
          <a:chOff x="0" y="0"/>
          <a:chExt cx="0" cy="0"/>
        </a:xfrm>
      </p:grpSpPr>
      <p:sp>
        <p:nvSpPr>
          <p:cNvPr id="4" name="Picture Placeholder 3" descr="Place imagery here">
            <a:extLst>
              <a:ext uri="{FF2B5EF4-FFF2-40B4-BE49-F238E27FC236}">
                <a16:creationId xmlns:a16="http://schemas.microsoft.com/office/drawing/2014/main" id="{F6679120-DB81-97FD-CD5A-00DC1F5E6658}"/>
              </a:ext>
            </a:extLst>
          </p:cNvPr>
          <p:cNvSpPr>
            <a:spLocks noGrp="1"/>
          </p:cNvSpPr>
          <p:nvPr>
            <p:ph type="pic" sz="quarter" idx="11" hasCustomPrompt="1"/>
          </p:nvPr>
        </p:nvSpPr>
        <p:spPr>
          <a:xfrm>
            <a:off x="0" y="0"/>
            <a:ext cx="12192000" cy="6858000"/>
          </a:xfrm>
          <a:solidFill>
            <a:srgbClr val="E0E0E0"/>
          </a:solidFill>
        </p:spPr>
        <p:txBody>
          <a:bodyPr anchor="ctr"/>
          <a:lstStyle>
            <a:lvl1pPr algn="ctr">
              <a:defRPr>
                <a:solidFill>
                  <a:schemeClr val="accent5"/>
                </a:solidFill>
              </a:defRPr>
            </a:lvl1pPr>
          </a:lstStyle>
          <a:p>
            <a:r>
              <a:rPr lang="en-US"/>
              <a:t>Place imagery here</a:t>
            </a:r>
          </a:p>
        </p:txBody>
      </p:sp>
      <p:sp>
        <p:nvSpPr>
          <p:cNvPr id="2" name="Slide Number">
            <a:extLst>
              <a:ext uri="{FF2B5EF4-FFF2-40B4-BE49-F238E27FC236}">
                <a16:creationId xmlns:a16="http://schemas.microsoft.com/office/drawing/2014/main" id="{8A69D316-0792-83BD-3912-71CDE3BB681F}"/>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434776573"/>
      </p:ext>
    </p:extLst>
  </p:cSld>
  <p:clrMapOvr>
    <a:masterClrMapping/>
  </p:clrMapOvr>
  <p:transition spd="med"/>
</p:sldLayout>
</file>

<file path=ppt/slideLayouts/slideLayout244.xml><?xml version="1.0" encoding="utf-8"?>
<p:sldLayout xmlns:a="http://schemas.openxmlformats.org/drawingml/2006/main" xmlns:r="http://schemas.openxmlformats.org/officeDocument/2006/relationships" xmlns:p="http://schemas.openxmlformats.org/presentationml/2006/main" preserve="1" userDrawn="1">
  <p:cSld name="Video or imagery, inset">
    <p:bg>
      <p:bgPr>
        <a:solidFill>
          <a:schemeClr val="bg1"/>
        </a:solidFill>
        <a:effectLst/>
      </p:bgPr>
    </p:bg>
    <p:spTree>
      <p:nvGrpSpPr>
        <p:cNvPr id="1" name=""/>
        <p:cNvGrpSpPr/>
        <p:nvPr/>
      </p:nvGrpSpPr>
      <p:grpSpPr>
        <a:xfrm>
          <a:off x="0" y="0"/>
          <a:ext cx="0" cy="0"/>
          <a:chOff x="0" y="0"/>
          <a:chExt cx="0" cy="0"/>
        </a:xfrm>
      </p:grpSpPr>
      <p:sp>
        <p:nvSpPr>
          <p:cNvPr id="4" name="Picture Placeholder 3" descr="Place imagery here">
            <a:extLst>
              <a:ext uri="{FF2B5EF4-FFF2-40B4-BE49-F238E27FC236}">
                <a16:creationId xmlns:a16="http://schemas.microsoft.com/office/drawing/2014/main" id="{34239CCE-9A38-90E1-F860-FF40FBDA2409}"/>
              </a:ext>
            </a:extLst>
          </p:cNvPr>
          <p:cNvSpPr>
            <a:spLocks noGrp="1"/>
          </p:cNvSpPr>
          <p:nvPr>
            <p:ph type="pic" sz="quarter" idx="11" hasCustomPrompt="1"/>
          </p:nvPr>
        </p:nvSpPr>
        <p:spPr>
          <a:xfrm>
            <a:off x="288887" y="285750"/>
            <a:ext cx="11611845" cy="6289675"/>
          </a:xfrm>
          <a:solidFill>
            <a:srgbClr val="E0E0E0"/>
          </a:solidFill>
        </p:spPr>
        <p:txBody>
          <a:bodyPr anchor="ctr"/>
          <a:lstStyle>
            <a:lvl1pPr algn="ctr">
              <a:defRPr>
                <a:solidFill>
                  <a:schemeClr val="accent5"/>
                </a:solidFill>
              </a:defRPr>
            </a:lvl1pPr>
          </a:lstStyle>
          <a:p>
            <a:r>
              <a:rPr lang="en-US"/>
              <a:t>Place imagery here</a:t>
            </a:r>
          </a:p>
        </p:txBody>
      </p:sp>
    </p:spTree>
    <p:extLst>
      <p:ext uri="{BB962C8B-B14F-4D97-AF65-F5344CB8AC3E}">
        <p14:creationId xmlns:p14="http://schemas.microsoft.com/office/powerpoint/2010/main" val="846803700"/>
      </p:ext>
    </p:extLst>
  </p:cSld>
  <p:clrMapOvr>
    <a:masterClrMapping/>
  </p:clrMapOvr>
  <p:transition spd="med"/>
</p:sldLayout>
</file>

<file path=ppt/slideLayouts/slideLayout245.xml><?xml version="1.0" encoding="utf-8"?>
<p:sldLayout xmlns:a="http://schemas.openxmlformats.org/drawingml/2006/main" xmlns:r="http://schemas.openxmlformats.org/officeDocument/2006/relationships" xmlns:p="http://schemas.openxmlformats.org/presentationml/2006/main" preserve="1" userDrawn="1">
  <p:cSld name="Contacts, profiles, contributors">
    <p:bg>
      <p:bgPr>
        <a:solidFill>
          <a:schemeClr val="bg1"/>
        </a:solidFill>
        <a:effectLst/>
      </p:bgPr>
    </p:bg>
    <p:spTree>
      <p:nvGrpSpPr>
        <p:cNvPr id="1" name=""/>
        <p:cNvGrpSpPr/>
        <p:nvPr/>
      </p:nvGrpSpPr>
      <p:grpSpPr>
        <a:xfrm>
          <a:off x="0" y="0"/>
          <a:ext cx="0" cy="0"/>
          <a:chOff x="0" y="0"/>
          <a:chExt cx="0" cy="0"/>
        </a:xfrm>
      </p:grpSpPr>
      <p:sp>
        <p:nvSpPr>
          <p:cNvPr id="7" name="Picture Placeholder 7" descr="Place bio portrait here">
            <a:extLst>
              <a:ext uri="{FF2B5EF4-FFF2-40B4-BE49-F238E27FC236}">
                <a16:creationId xmlns:a16="http://schemas.microsoft.com/office/drawing/2014/main" id="{0B1677E6-5066-100D-29D6-CCAD04C21BCE}"/>
              </a:ext>
            </a:extLst>
          </p:cNvPr>
          <p:cNvSpPr>
            <a:spLocks noGrp="1"/>
          </p:cNvSpPr>
          <p:nvPr>
            <p:ph type="pic" sz="quarter" idx="28" hasCustomPrompt="1"/>
          </p:nvPr>
        </p:nvSpPr>
        <p:spPr>
          <a:xfrm>
            <a:off x="287962" y="1522412"/>
            <a:ext cx="1231041" cy="1238250"/>
          </a:xfrm>
          <a:solidFill>
            <a:srgbClr val="E0E0E0"/>
          </a:solidFill>
        </p:spPr>
        <p:txBody>
          <a:bodyPr anchor="ctr"/>
          <a:lstStyle>
            <a:lvl1pPr algn="ctr">
              <a:defRPr>
                <a:solidFill>
                  <a:schemeClr val="accent5"/>
                </a:solidFill>
              </a:defRPr>
            </a:lvl1pPr>
          </a:lstStyle>
          <a:p>
            <a:r>
              <a:rPr lang="en-US"/>
              <a:t>Place imagery here</a:t>
            </a:r>
          </a:p>
        </p:txBody>
      </p:sp>
      <p:sp>
        <p:nvSpPr>
          <p:cNvPr id="13" name="Picture Placeholder 7" descr="Place bio portrait here">
            <a:extLst>
              <a:ext uri="{FF2B5EF4-FFF2-40B4-BE49-F238E27FC236}">
                <a16:creationId xmlns:a16="http://schemas.microsoft.com/office/drawing/2014/main" id="{3DCE12BA-53E1-8B67-A029-029F1E6F9163}"/>
              </a:ext>
            </a:extLst>
          </p:cNvPr>
          <p:cNvSpPr>
            <a:spLocks noGrp="1"/>
          </p:cNvSpPr>
          <p:nvPr>
            <p:ph type="pic" sz="quarter" idx="30" hasCustomPrompt="1"/>
          </p:nvPr>
        </p:nvSpPr>
        <p:spPr>
          <a:xfrm>
            <a:off x="287962" y="3048000"/>
            <a:ext cx="1231041" cy="1238250"/>
          </a:xfrm>
          <a:solidFill>
            <a:srgbClr val="E0E0E0"/>
          </a:solidFill>
        </p:spPr>
        <p:txBody>
          <a:bodyPr anchor="ctr"/>
          <a:lstStyle>
            <a:lvl1pPr marL="0" marR="0" indent="0" algn="ctr" defTabSz="1218956"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1218956" rtl="0" eaLnBrk="1" fontAlgn="auto" latinLnBrk="0" hangingPunct="1">
              <a:lnSpc>
                <a:spcPct val="110000"/>
              </a:lnSpc>
              <a:spcBef>
                <a:spcPts val="0"/>
              </a:spcBef>
              <a:spcAft>
                <a:spcPts val="0"/>
              </a:spcAft>
              <a:buClrTx/>
              <a:buSzTx/>
              <a:buFontTx/>
              <a:buNone/>
              <a:tabLst/>
              <a:defRPr/>
            </a:pPr>
            <a:r>
              <a:rPr lang="en-US"/>
              <a:t>Place imagery here</a:t>
            </a:r>
          </a:p>
        </p:txBody>
      </p:sp>
      <p:sp>
        <p:nvSpPr>
          <p:cNvPr id="15" name="Picture Placeholder 7" descr="Place bio portrait here">
            <a:extLst>
              <a:ext uri="{FF2B5EF4-FFF2-40B4-BE49-F238E27FC236}">
                <a16:creationId xmlns:a16="http://schemas.microsoft.com/office/drawing/2014/main" id="{05E149CA-A25F-74EE-93DF-1A877CDE924F}"/>
              </a:ext>
            </a:extLst>
          </p:cNvPr>
          <p:cNvSpPr>
            <a:spLocks noGrp="1"/>
          </p:cNvSpPr>
          <p:nvPr>
            <p:ph type="pic" sz="quarter" idx="32" hasCustomPrompt="1"/>
          </p:nvPr>
        </p:nvSpPr>
        <p:spPr>
          <a:xfrm>
            <a:off x="287962" y="4570413"/>
            <a:ext cx="1231041" cy="1238250"/>
          </a:xfrm>
          <a:solidFill>
            <a:srgbClr val="E0E0E0"/>
          </a:solidFill>
        </p:spPr>
        <p:txBody>
          <a:bodyPr anchor="ctr"/>
          <a:lstStyle>
            <a:lvl1pPr marL="0" marR="0" indent="0" algn="ctr" defTabSz="1218956"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1218956" rtl="0" eaLnBrk="1" fontAlgn="auto" latinLnBrk="0" hangingPunct="1">
              <a:lnSpc>
                <a:spcPct val="110000"/>
              </a:lnSpc>
              <a:spcBef>
                <a:spcPts val="0"/>
              </a:spcBef>
              <a:spcAft>
                <a:spcPts val="0"/>
              </a:spcAft>
              <a:buClrTx/>
              <a:buSzTx/>
              <a:buFontTx/>
              <a:buNone/>
              <a:tabLst/>
              <a:defRPr/>
            </a:pPr>
            <a:r>
              <a:rPr lang="en-US"/>
              <a:t>Place imagery here</a:t>
            </a:r>
          </a:p>
        </p:txBody>
      </p:sp>
      <p:sp>
        <p:nvSpPr>
          <p:cNvPr id="25" name="Picture Placeholder 7" descr="Place bio portrait here">
            <a:extLst>
              <a:ext uri="{FF2B5EF4-FFF2-40B4-BE49-F238E27FC236}">
                <a16:creationId xmlns:a16="http://schemas.microsoft.com/office/drawing/2014/main" id="{AAC7C1AD-0F8C-4D02-0112-981444AFE98D}"/>
              </a:ext>
            </a:extLst>
          </p:cNvPr>
          <p:cNvSpPr>
            <a:spLocks noGrp="1"/>
          </p:cNvSpPr>
          <p:nvPr>
            <p:ph type="pic" sz="quarter" idx="34" hasCustomPrompt="1"/>
          </p:nvPr>
        </p:nvSpPr>
        <p:spPr>
          <a:xfrm>
            <a:off x="6389168" y="1522412"/>
            <a:ext cx="1229708" cy="1238250"/>
          </a:xfrm>
          <a:solidFill>
            <a:srgbClr val="E0E0E0"/>
          </a:solidFill>
        </p:spPr>
        <p:txBody>
          <a:bodyPr anchor="ctr"/>
          <a:lstStyle>
            <a:lvl1pPr marL="0" marR="0" indent="0" algn="ctr" defTabSz="1218956"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1218956" rtl="0" eaLnBrk="1" fontAlgn="auto" latinLnBrk="0" hangingPunct="1">
              <a:lnSpc>
                <a:spcPct val="110000"/>
              </a:lnSpc>
              <a:spcBef>
                <a:spcPts val="0"/>
              </a:spcBef>
              <a:spcAft>
                <a:spcPts val="0"/>
              </a:spcAft>
              <a:buClrTx/>
              <a:buSzTx/>
              <a:buFontTx/>
              <a:buNone/>
              <a:tabLst/>
              <a:defRPr/>
            </a:pPr>
            <a:r>
              <a:rPr lang="en-US"/>
              <a:t>Place imagery here</a:t>
            </a:r>
          </a:p>
        </p:txBody>
      </p:sp>
      <p:sp>
        <p:nvSpPr>
          <p:cNvPr id="27" name="Picture Placeholder 7" descr="Place bio portrait here">
            <a:extLst>
              <a:ext uri="{FF2B5EF4-FFF2-40B4-BE49-F238E27FC236}">
                <a16:creationId xmlns:a16="http://schemas.microsoft.com/office/drawing/2014/main" id="{22271FFB-E2D1-459B-4089-A291A1110AE8}"/>
              </a:ext>
            </a:extLst>
          </p:cNvPr>
          <p:cNvSpPr>
            <a:spLocks noGrp="1"/>
          </p:cNvSpPr>
          <p:nvPr>
            <p:ph type="pic" sz="quarter" idx="36" hasCustomPrompt="1"/>
          </p:nvPr>
        </p:nvSpPr>
        <p:spPr>
          <a:xfrm>
            <a:off x="6389168" y="3048000"/>
            <a:ext cx="1229708" cy="1238250"/>
          </a:xfrm>
          <a:solidFill>
            <a:srgbClr val="E0E0E0"/>
          </a:solidFill>
        </p:spPr>
        <p:txBody>
          <a:bodyPr anchor="ctr"/>
          <a:lstStyle>
            <a:lvl1pPr marL="0" marR="0" indent="0" algn="ctr" defTabSz="1218956"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1218956" rtl="0" eaLnBrk="1" fontAlgn="auto" latinLnBrk="0" hangingPunct="1">
              <a:lnSpc>
                <a:spcPct val="110000"/>
              </a:lnSpc>
              <a:spcBef>
                <a:spcPts val="0"/>
              </a:spcBef>
              <a:spcAft>
                <a:spcPts val="0"/>
              </a:spcAft>
              <a:buClrTx/>
              <a:buSzTx/>
              <a:buFontTx/>
              <a:buNone/>
              <a:tabLst/>
              <a:defRPr/>
            </a:pPr>
            <a:r>
              <a:rPr lang="en-US"/>
              <a:t>Place imagery here</a:t>
            </a:r>
          </a:p>
        </p:txBody>
      </p:sp>
      <p:sp>
        <p:nvSpPr>
          <p:cNvPr id="29" name="Picture Placeholder 7" descr="Place bio portrait here">
            <a:extLst>
              <a:ext uri="{FF2B5EF4-FFF2-40B4-BE49-F238E27FC236}">
                <a16:creationId xmlns:a16="http://schemas.microsoft.com/office/drawing/2014/main" id="{F3C99020-5BF1-8A8C-BDCB-42766A5B9BE5}"/>
              </a:ext>
            </a:extLst>
          </p:cNvPr>
          <p:cNvSpPr>
            <a:spLocks noGrp="1"/>
          </p:cNvSpPr>
          <p:nvPr>
            <p:ph type="pic" sz="quarter" idx="38" hasCustomPrompt="1"/>
          </p:nvPr>
        </p:nvSpPr>
        <p:spPr>
          <a:xfrm>
            <a:off x="6389168" y="4570413"/>
            <a:ext cx="1229708" cy="1238250"/>
          </a:xfrm>
          <a:solidFill>
            <a:srgbClr val="E0E0E0"/>
          </a:solidFill>
        </p:spPr>
        <p:txBody>
          <a:bodyPr anchor="ctr"/>
          <a:lstStyle>
            <a:lvl1pPr marL="0" marR="0" indent="0" algn="ctr" defTabSz="1218956"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1218956" rtl="0" eaLnBrk="1" fontAlgn="auto" latinLnBrk="0" hangingPunct="1">
              <a:lnSpc>
                <a:spcPct val="110000"/>
              </a:lnSpc>
              <a:spcBef>
                <a:spcPts val="0"/>
              </a:spcBef>
              <a:spcAft>
                <a:spcPts val="0"/>
              </a:spcAft>
              <a:buClrTx/>
              <a:buSzTx/>
              <a:buFontTx/>
              <a:buNone/>
              <a:tabLst/>
              <a:defRPr/>
            </a:pPr>
            <a:r>
              <a:rPr lang="en-US"/>
              <a:t>Place imagery here</a:t>
            </a:r>
          </a:p>
        </p:txBody>
      </p:sp>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63" y="288036"/>
            <a:ext cx="2474590" cy="762794"/>
          </a:xfrm>
        </p:spPr>
        <p:txBody>
          <a:bodyPr/>
          <a:lstStyle>
            <a:lvl1pPr>
              <a:lnSpc>
                <a:spcPct val="110000"/>
              </a:lnSpc>
              <a:defRPr sz="1400">
                <a:solidFill>
                  <a:schemeClr val="tx2"/>
                </a:solidFill>
              </a:defRPr>
            </a:lvl1pPr>
          </a:lstStyle>
          <a:p>
            <a:r>
              <a:rPr lang="en-US"/>
              <a:t>Click to edit Master title style</a:t>
            </a:r>
          </a:p>
        </p:txBody>
      </p:sp>
      <p:sp>
        <p:nvSpPr>
          <p:cNvPr id="18" name="Text Placeholder 9">
            <a:extLst>
              <a:ext uri="{FF2B5EF4-FFF2-40B4-BE49-F238E27FC236}">
                <a16:creationId xmlns:a16="http://schemas.microsoft.com/office/drawing/2014/main" id="{31D025A0-5106-DFB0-90B1-8B366B78913F}"/>
              </a:ext>
            </a:extLst>
          </p:cNvPr>
          <p:cNvSpPr>
            <a:spLocks noGrp="1"/>
          </p:cNvSpPr>
          <p:nvPr>
            <p:ph type="body" sz="quarter" idx="21"/>
          </p:nvPr>
        </p:nvSpPr>
        <p:spPr>
          <a:xfrm>
            <a:off x="1714277" y="1522412"/>
            <a:ext cx="2853953" cy="1238250"/>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9">
            <a:extLst>
              <a:ext uri="{FF2B5EF4-FFF2-40B4-BE49-F238E27FC236}">
                <a16:creationId xmlns:a16="http://schemas.microsoft.com/office/drawing/2014/main" id="{126F49A0-96BE-0B44-B1C8-17D765B10B3E}"/>
              </a:ext>
            </a:extLst>
          </p:cNvPr>
          <p:cNvSpPr>
            <a:spLocks noGrp="1"/>
          </p:cNvSpPr>
          <p:nvPr>
            <p:ph type="body" sz="quarter" idx="12"/>
          </p:nvPr>
        </p:nvSpPr>
        <p:spPr>
          <a:xfrm>
            <a:off x="1714277" y="3048000"/>
            <a:ext cx="2853953" cy="1238250"/>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9">
            <a:extLst>
              <a:ext uri="{FF2B5EF4-FFF2-40B4-BE49-F238E27FC236}">
                <a16:creationId xmlns:a16="http://schemas.microsoft.com/office/drawing/2014/main" id="{D4772377-8015-4C99-7ED3-E4475C524D2A}"/>
              </a:ext>
            </a:extLst>
          </p:cNvPr>
          <p:cNvSpPr>
            <a:spLocks noGrp="1"/>
          </p:cNvSpPr>
          <p:nvPr>
            <p:ph type="body" sz="quarter" idx="14"/>
          </p:nvPr>
        </p:nvSpPr>
        <p:spPr>
          <a:xfrm>
            <a:off x="1714277" y="4570413"/>
            <a:ext cx="2853953" cy="1238250"/>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4" name="Text Placeholder 9">
            <a:extLst>
              <a:ext uri="{FF2B5EF4-FFF2-40B4-BE49-F238E27FC236}">
                <a16:creationId xmlns:a16="http://schemas.microsoft.com/office/drawing/2014/main" id="{3E3566C7-C728-77B2-2A34-BBB83D482F56}"/>
              </a:ext>
            </a:extLst>
          </p:cNvPr>
          <p:cNvSpPr>
            <a:spLocks noGrp="1"/>
          </p:cNvSpPr>
          <p:nvPr>
            <p:ph type="body" sz="quarter" idx="27"/>
          </p:nvPr>
        </p:nvSpPr>
        <p:spPr>
          <a:xfrm>
            <a:off x="7807896" y="1522412"/>
            <a:ext cx="2853953" cy="1238250"/>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Text Placeholder 9">
            <a:extLst>
              <a:ext uri="{FF2B5EF4-FFF2-40B4-BE49-F238E27FC236}">
                <a16:creationId xmlns:a16="http://schemas.microsoft.com/office/drawing/2014/main" id="{A52D1EA1-405F-7875-BAB9-B258776E1460}"/>
              </a:ext>
            </a:extLst>
          </p:cNvPr>
          <p:cNvSpPr>
            <a:spLocks noGrp="1"/>
          </p:cNvSpPr>
          <p:nvPr>
            <p:ph type="body" sz="quarter" idx="23"/>
          </p:nvPr>
        </p:nvSpPr>
        <p:spPr>
          <a:xfrm>
            <a:off x="7807896" y="3048000"/>
            <a:ext cx="2853953" cy="1238250"/>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2" name="Text Placeholder 9">
            <a:extLst>
              <a:ext uri="{FF2B5EF4-FFF2-40B4-BE49-F238E27FC236}">
                <a16:creationId xmlns:a16="http://schemas.microsoft.com/office/drawing/2014/main" id="{73849969-24A3-113A-C58E-4A4B0FB29BAD}"/>
              </a:ext>
            </a:extLst>
          </p:cNvPr>
          <p:cNvSpPr>
            <a:spLocks noGrp="1"/>
          </p:cNvSpPr>
          <p:nvPr>
            <p:ph type="body" sz="quarter" idx="25"/>
          </p:nvPr>
        </p:nvSpPr>
        <p:spPr>
          <a:xfrm>
            <a:off x="7807896" y="4570413"/>
            <a:ext cx="2853953" cy="1238250"/>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7D4D4C25-96EE-FF6D-B301-962CD7A63666}"/>
              </a:ext>
            </a:extLst>
          </p:cNvPr>
          <p:cNvSpPr>
            <a:spLocks noGrp="1"/>
          </p:cNvSpPr>
          <p:nvPr>
            <p:ph type="ftr" sz="quarter" idx="18"/>
          </p:nvPr>
        </p:nvSpPr>
        <p:spPr>
          <a:xfrm>
            <a:off x="287963" y="6408000"/>
            <a:ext cx="2477765" cy="190500"/>
          </a:xfrm>
        </p:spPr>
        <p:txBody>
          <a:bodyPr/>
          <a:lstStyle/>
          <a:p>
            <a:endParaRPr lang="en-US"/>
          </a:p>
        </p:txBody>
      </p:sp>
      <p:sp>
        <p:nvSpPr>
          <p:cNvPr id="6" name="Slide Number">
            <a:extLst>
              <a:ext uri="{FF2B5EF4-FFF2-40B4-BE49-F238E27FC236}">
                <a16:creationId xmlns:a16="http://schemas.microsoft.com/office/drawing/2014/main" id="{DA0E5B0D-36A0-4281-7D57-C2CC4453113C}"/>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9722643"/>
      </p:ext>
    </p:extLst>
  </p:cSld>
  <p:clrMapOvr>
    <a:masterClrMapping/>
  </p:clrMapOvr>
  <p:transition spd="med"/>
</p:sldLayout>
</file>

<file path=ppt/slideLayouts/slideLayout246.xml><?xml version="1.0" encoding="utf-8"?>
<p:sldLayout xmlns:a="http://schemas.openxmlformats.org/drawingml/2006/main" xmlns:r="http://schemas.openxmlformats.org/officeDocument/2006/relationships" xmlns:p="http://schemas.openxmlformats.org/presentationml/2006/main" preserve="1" userDrawn="1">
  <p:cSld name="Tab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63" y="288037"/>
            <a:ext cx="2474590" cy="1997964"/>
          </a:xfrm>
        </p:spPr>
        <p:txBody>
          <a:bodyPr/>
          <a:lstStyle>
            <a:lvl1pPr>
              <a:lnSpc>
                <a:spcPct val="110000"/>
              </a:lnSpc>
              <a:defRPr sz="1400">
                <a:solidFill>
                  <a:schemeClr val="tx2"/>
                </a:solidFill>
              </a:defRPr>
            </a:lvl1pPr>
          </a:lstStyle>
          <a:p>
            <a:r>
              <a:rPr lang="en-US"/>
              <a:t>Click to edit Master title style</a:t>
            </a:r>
          </a:p>
        </p:txBody>
      </p:sp>
      <p:sp>
        <p:nvSpPr>
          <p:cNvPr id="5" name="Table Placeholder 4">
            <a:extLst>
              <a:ext uri="{FF2B5EF4-FFF2-40B4-BE49-F238E27FC236}">
                <a16:creationId xmlns:a16="http://schemas.microsoft.com/office/drawing/2014/main" id="{B3D8D357-75A1-F4FD-F531-380CF7DE4340}"/>
              </a:ext>
            </a:extLst>
          </p:cNvPr>
          <p:cNvSpPr>
            <a:spLocks noGrp="1"/>
          </p:cNvSpPr>
          <p:nvPr>
            <p:ph type="tbl" sz="quarter" idx="11"/>
          </p:nvPr>
        </p:nvSpPr>
        <p:spPr>
          <a:xfrm>
            <a:off x="3333316" y="288000"/>
            <a:ext cx="8571384" cy="5811838"/>
          </a:xfrm>
        </p:spPr>
        <p:txBody>
          <a:bodyPr anchor="ctr"/>
          <a:lstStyle>
            <a:lvl1pPr algn="ctr">
              <a:defRPr>
                <a:solidFill>
                  <a:schemeClr val="tx1"/>
                </a:solidFill>
              </a:defRPr>
            </a:lvl1pPr>
          </a:lstStyle>
          <a:p>
            <a:r>
              <a:rPr lang="en-US"/>
              <a:t>Click icon to add table</a:t>
            </a:r>
          </a:p>
        </p:txBody>
      </p:sp>
      <p:sp>
        <p:nvSpPr>
          <p:cNvPr id="3" name="Footer Placeholder 3">
            <a:extLst>
              <a:ext uri="{FF2B5EF4-FFF2-40B4-BE49-F238E27FC236}">
                <a16:creationId xmlns:a16="http://schemas.microsoft.com/office/drawing/2014/main" id="{3694FFFD-5196-625E-C3FC-9AB6BB13FC34}"/>
              </a:ext>
            </a:extLst>
          </p:cNvPr>
          <p:cNvSpPr>
            <a:spLocks noGrp="1"/>
          </p:cNvSpPr>
          <p:nvPr>
            <p:ph type="ftr" sz="quarter" idx="18"/>
          </p:nvPr>
        </p:nvSpPr>
        <p:spPr>
          <a:xfrm>
            <a:off x="287963" y="6408000"/>
            <a:ext cx="2477765" cy="190500"/>
          </a:xfrm>
        </p:spPr>
        <p:txBody>
          <a:bodyPr/>
          <a:lstStyle/>
          <a:p>
            <a:endParaRPr lang="en-US"/>
          </a:p>
        </p:txBody>
      </p:sp>
      <p:sp>
        <p:nvSpPr>
          <p:cNvPr id="7" name="Slide Number">
            <a:extLst>
              <a:ext uri="{FF2B5EF4-FFF2-40B4-BE49-F238E27FC236}">
                <a16:creationId xmlns:a16="http://schemas.microsoft.com/office/drawing/2014/main" id="{DD2D25A8-2AEC-F554-8D58-47C112486D41}"/>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881362585"/>
      </p:ext>
    </p:extLst>
  </p:cSld>
  <p:clrMapOvr>
    <a:masterClrMapping/>
  </p:clrMapOvr>
  <p:transition spd="med"/>
</p:sldLayout>
</file>

<file path=ppt/slideLayouts/slideLayout247.xml><?xml version="1.0" encoding="utf-8"?>
<p:sldLayout xmlns:a="http://schemas.openxmlformats.org/drawingml/2006/main" xmlns:r="http://schemas.openxmlformats.org/officeDocument/2006/relationships" xmlns:p="http://schemas.openxmlformats.org/presentationml/2006/main" preserve="1" userDrawn="1">
  <p:cSld name="Char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63" y="288036"/>
            <a:ext cx="2474590" cy="763525"/>
          </a:xfrm>
        </p:spPr>
        <p:txBody>
          <a:bodyPr/>
          <a:lstStyle>
            <a:lvl1pPr>
              <a:lnSpc>
                <a:spcPct val="110000"/>
              </a:lnSpc>
              <a:defRPr sz="1400">
                <a:solidFill>
                  <a:schemeClr val="tx2"/>
                </a:solidFill>
              </a:defRPr>
            </a:lvl1pPr>
          </a:lstStyle>
          <a:p>
            <a:r>
              <a:rPr lang="en-US"/>
              <a:t>Click to edit Master title style</a:t>
            </a:r>
          </a:p>
        </p:txBody>
      </p:sp>
      <p:sp>
        <p:nvSpPr>
          <p:cNvPr id="3" name="Slide Number">
            <a:extLst>
              <a:ext uri="{FF2B5EF4-FFF2-40B4-BE49-F238E27FC236}">
                <a16:creationId xmlns:a16="http://schemas.microsoft.com/office/drawing/2014/main" id="{B0435695-E156-66C6-5CE4-B0F751F125D2}"/>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10" name="Text Placeholder 9">
            <a:extLst>
              <a:ext uri="{FF2B5EF4-FFF2-40B4-BE49-F238E27FC236}">
                <a16:creationId xmlns:a16="http://schemas.microsoft.com/office/drawing/2014/main" id="{BDFFC916-9B64-A7DC-672D-A4AFA1AE968C}"/>
              </a:ext>
            </a:extLst>
          </p:cNvPr>
          <p:cNvSpPr>
            <a:spLocks noGrp="1"/>
          </p:cNvSpPr>
          <p:nvPr>
            <p:ph type="body" sz="quarter" idx="13" hasCustomPrompt="1"/>
          </p:nvPr>
        </p:nvSpPr>
        <p:spPr>
          <a:xfrm>
            <a:off x="3333316" y="6391244"/>
            <a:ext cx="2761890" cy="212725"/>
          </a:xfrm>
        </p:spPr>
        <p:txBody>
          <a:bodyPr anchor="b" anchorCtr="0"/>
          <a:lstStyle>
            <a:lvl1pPr>
              <a:defRPr sz="800">
                <a:latin typeface="IBM Plex Sans" panose="020B0503050203000203" pitchFamily="34" charset="0"/>
              </a:defRPr>
            </a:lvl1pPr>
            <a:lvl2pPr>
              <a:defRPr sz="800"/>
            </a:lvl2pPr>
            <a:lvl3pPr>
              <a:defRPr sz="800"/>
            </a:lvl3pPr>
            <a:lvl4pPr>
              <a:defRPr sz="800"/>
            </a:lvl4pPr>
            <a:lvl5pPr>
              <a:defRPr sz="800"/>
            </a:lvl5pPr>
          </a:lstStyle>
          <a:p>
            <a:pPr lvl="0"/>
            <a:r>
              <a:rPr lang="en-US"/>
              <a:t>Source</a:t>
            </a:r>
          </a:p>
        </p:txBody>
      </p:sp>
      <p:sp>
        <p:nvSpPr>
          <p:cNvPr id="13" name="Text Placeholder 12">
            <a:extLst>
              <a:ext uri="{FF2B5EF4-FFF2-40B4-BE49-F238E27FC236}">
                <a16:creationId xmlns:a16="http://schemas.microsoft.com/office/drawing/2014/main" id="{81A85749-B0F2-6B16-9E7E-1C979593E9E7}"/>
              </a:ext>
            </a:extLst>
          </p:cNvPr>
          <p:cNvSpPr>
            <a:spLocks noGrp="1"/>
          </p:cNvSpPr>
          <p:nvPr>
            <p:ph type="body" sz="quarter" idx="14" hasCustomPrompt="1"/>
          </p:nvPr>
        </p:nvSpPr>
        <p:spPr>
          <a:xfrm>
            <a:off x="287963" y="1522413"/>
            <a:ext cx="2471416" cy="4575175"/>
          </a:xfrm>
        </p:spPr>
        <p:txBody>
          <a:bodyPr/>
          <a:lstStyle>
            <a:lvl1pPr>
              <a:defRPr sz="1400">
                <a:latin typeface="+mj-lt"/>
              </a:defRPr>
            </a:lvl1pPr>
            <a:lvl2pPr>
              <a:defRPr sz="1400">
                <a:latin typeface="+mj-lt"/>
              </a:defRPr>
            </a:lvl2pPr>
            <a:lvl3pPr>
              <a:defRPr sz="1400">
                <a:latin typeface="+mj-lt"/>
              </a:defRPr>
            </a:lvl3pPr>
            <a:lvl4pPr>
              <a:defRPr sz="1400">
                <a:latin typeface="+mj-lt"/>
              </a:defRPr>
            </a:lvl4pPr>
            <a:lvl5pPr>
              <a:defRPr sz="1400">
                <a:latin typeface="+mj-lt"/>
              </a:defRPr>
            </a:lvl5pPr>
          </a:lstStyle>
          <a:p>
            <a:pPr>
              <a:lnSpc>
                <a:spcPct val="110000"/>
              </a:lnSpc>
            </a:pPr>
            <a:r>
              <a:rPr lang="en-US" sz="1400">
                <a:latin typeface="IBM Plex Sans Light" panose="020B0403050203000203" pitchFamily="34" charset="0"/>
              </a:rPr>
              <a:t>Lorem ipsum dolor sit amet </a:t>
            </a:r>
            <a:r>
              <a:rPr lang="en-US" sz="1400" err="1">
                <a:latin typeface="IBM Plex Sans Light" panose="020B0403050203000203" pitchFamily="34" charset="0"/>
              </a:rPr>
              <a:t>donec</a:t>
            </a:r>
            <a:r>
              <a:rPr lang="en-US" sz="1400">
                <a:latin typeface="IBM Plex Sans Light" panose="020B0403050203000203" pitchFamily="34" charset="0"/>
              </a:rPr>
              <a:t> </a:t>
            </a:r>
            <a:r>
              <a:rPr lang="en-US" sz="1400" err="1">
                <a:latin typeface="IBM Plex Sans Light" panose="020B0403050203000203" pitchFamily="34" charset="0"/>
              </a:rPr>
              <a:t>quam</a:t>
            </a:r>
            <a:r>
              <a:rPr lang="en-US" sz="1400">
                <a:latin typeface="IBM Plex Sans Light" panose="020B0403050203000203" pitchFamily="34" charset="0"/>
              </a:rPr>
              <a:t> </a:t>
            </a:r>
            <a:r>
              <a:rPr lang="en-US" sz="1400" err="1">
                <a:latin typeface="IBM Plex Sans Light" panose="020B0403050203000203" pitchFamily="34" charset="0"/>
              </a:rPr>
              <a:t>felis</a:t>
            </a:r>
            <a:r>
              <a:rPr lang="en-US" sz="1400">
                <a:latin typeface="IBM Plex Sans Light" panose="020B0403050203000203" pitchFamily="34" charset="0"/>
              </a:rPr>
              <a:t> </a:t>
            </a:r>
            <a:r>
              <a:rPr lang="en-US" sz="1400" err="1">
                <a:latin typeface="IBM Plex Sans Light" panose="020B0403050203000203" pitchFamily="34" charset="0"/>
              </a:rPr>
              <a:t>ultricies</a:t>
            </a:r>
            <a:r>
              <a:rPr lang="en-US" sz="1400">
                <a:latin typeface="IBM Plex Sans Light" panose="020B0403050203000203" pitchFamily="34" charset="0"/>
              </a:rPr>
              <a:t> nec </a:t>
            </a:r>
            <a:r>
              <a:rPr lang="en-US" sz="1400" err="1">
                <a:latin typeface="IBM Plex Sans Light" panose="020B0403050203000203" pitchFamily="34" charset="0"/>
              </a:rPr>
              <a:t>pellentesque</a:t>
            </a:r>
            <a:r>
              <a:rPr lang="en-US" sz="1400">
                <a:latin typeface="IBM Plex Sans Light" panose="020B0403050203000203" pitchFamily="34" charset="0"/>
              </a:rPr>
              <a:t> </a:t>
            </a:r>
            <a:r>
              <a:rPr lang="en-US" sz="1400" err="1">
                <a:latin typeface="IBM Plex Sans Light" panose="020B0403050203000203" pitchFamily="34" charset="0"/>
              </a:rPr>
              <a:t>eu</a:t>
            </a:r>
            <a:r>
              <a:rPr lang="en-US" sz="1400">
                <a:latin typeface="IBM Plex Sans Light" panose="020B0403050203000203" pitchFamily="34" charset="0"/>
              </a:rPr>
              <a:t> </a:t>
            </a:r>
            <a:r>
              <a:rPr lang="en-US" sz="1400" err="1">
                <a:latin typeface="IBM Plex Sans Light" panose="020B0403050203000203" pitchFamily="34" charset="0"/>
              </a:rPr>
              <a:t>pretium</a:t>
            </a:r>
            <a:r>
              <a:rPr lang="en-US" sz="1400">
                <a:latin typeface="IBM Plex Sans Light" panose="020B0403050203000203" pitchFamily="34" charset="0"/>
              </a:rPr>
              <a:t> </a:t>
            </a:r>
            <a:r>
              <a:rPr lang="en-US" sz="1400" err="1">
                <a:latin typeface="IBM Plex Sans Light" panose="020B0403050203000203" pitchFamily="34" charset="0"/>
              </a:rPr>
              <a:t>quis</a:t>
            </a:r>
            <a:r>
              <a:rPr lang="en-US" sz="1400">
                <a:latin typeface="IBM Plex Sans Light" panose="020B0403050203000203" pitchFamily="34" charset="0"/>
              </a:rPr>
              <a:t> sem. </a:t>
            </a:r>
            <a:r>
              <a:rPr lang="en-US" sz="1400" err="1">
                <a:latin typeface="IBM Plex Sans Light" panose="020B0403050203000203" pitchFamily="34" charset="0"/>
              </a:rPr>
              <a:t>Nulla</a:t>
            </a:r>
            <a:r>
              <a:rPr lang="en-US" sz="1400">
                <a:latin typeface="IBM Plex Sans Light" panose="020B0403050203000203" pitchFamily="34" charset="0"/>
              </a:rPr>
              <a:t> </a:t>
            </a:r>
            <a:r>
              <a:rPr lang="en-US" sz="1400" err="1">
                <a:latin typeface="IBM Plex Sans Light" panose="020B0403050203000203" pitchFamily="34" charset="0"/>
              </a:rPr>
              <a:t>conset</a:t>
            </a:r>
            <a:r>
              <a:rPr lang="en-US" sz="1400">
                <a:latin typeface="IBM Plex Sans Light" panose="020B0403050203000203" pitchFamily="34" charset="0"/>
              </a:rPr>
              <a:t> </a:t>
            </a:r>
            <a:r>
              <a:rPr lang="en-US" sz="1400" err="1">
                <a:latin typeface="IBM Plex Sans Light" panose="020B0403050203000203" pitchFamily="34" charset="0"/>
              </a:rPr>
              <a:t>massa</a:t>
            </a:r>
            <a:r>
              <a:rPr lang="en-US" sz="1400">
                <a:latin typeface="IBM Plex Sans Light" panose="020B0403050203000203" pitchFamily="34" charset="0"/>
              </a:rPr>
              <a:t> </a:t>
            </a:r>
            <a:r>
              <a:rPr lang="en-US" sz="1400" err="1">
                <a:latin typeface="IBM Plex Sans Light" panose="020B0403050203000203" pitchFamily="34" charset="0"/>
              </a:rPr>
              <a:t>quis</a:t>
            </a:r>
            <a:r>
              <a:rPr lang="en-US" sz="1400">
                <a:latin typeface="IBM Plex Sans Light" panose="020B0403050203000203" pitchFamily="34" charset="0"/>
              </a:rPr>
              <a:t> </a:t>
            </a:r>
            <a:r>
              <a:rPr lang="en-US" sz="1400" err="1">
                <a:latin typeface="IBM Plex Sans Light" panose="020B0403050203000203" pitchFamily="34" charset="0"/>
              </a:rPr>
              <a:t>enim</a:t>
            </a:r>
            <a:r>
              <a:rPr lang="en-US" sz="1400">
                <a:latin typeface="IBM Plex Sans Light" panose="020B0403050203000203" pitchFamily="34" charset="0"/>
              </a:rPr>
              <a:t>.</a:t>
            </a:r>
          </a:p>
        </p:txBody>
      </p:sp>
      <p:sp>
        <p:nvSpPr>
          <p:cNvPr id="4" name="Footer Placeholder 3">
            <a:extLst>
              <a:ext uri="{FF2B5EF4-FFF2-40B4-BE49-F238E27FC236}">
                <a16:creationId xmlns:a16="http://schemas.microsoft.com/office/drawing/2014/main" id="{E71CF978-95F1-0188-4FBB-81AAB884C2C1}"/>
              </a:ext>
            </a:extLst>
          </p:cNvPr>
          <p:cNvSpPr>
            <a:spLocks noGrp="1"/>
          </p:cNvSpPr>
          <p:nvPr>
            <p:ph type="ftr" sz="quarter" idx="18"/>
          </p:nvPr>
        </p:nvSpPr>
        <p:spPr>
          <a:xfrm>
            <a:off x="287963" y="6408000"/>
            <a:ext cx="2477765" cy="190500"/>
          </a:xfrm>
        </p:spPr>
        <p:txBody>
          <a:bodyPr/>
          <a:lstStyle/>
          <a:p>
            <a:endParaRPr lang="en-US"/>
          </a:p>
        </p:txBody>
      </p:sp>
    </p:spTree>
    <p:extLst>
      <p:ext uri="{BB962C8B-B14F-4D97-AF65-F5344CB8AC3E}">
        <p14:creationId xmlns:p14="http://schemas.microsoft.com/office/powerpoint/2010/main" val="750932543"/>
      </p:ext>
    </p:extLst>
  </p:cSld>
  <p:clrMapOvr>
    <a:masterClrMapping/>
  </p:clrMapOvr>
  <p:transition spd="med"/>
</p:sldLayout>
</file>

<file path=ppt/slideLayouts/slideLayout248.xml><?xml version="1.0" encoding="utf-8"?>
<p:sldLayout xmlns:a="http://schemas.openxmlformats.org/drawingml/2006/main" xmlns:r="http://schemas.openxmlformats.org/officeDocument/2006/relationships" xmlns:p="http://schemas.openxmlformats.org/presentationml/2006/main" preserve="1" userDrawn="1">
  <p:cSld name="Legal disclaimer, one column">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BB717A5-5D28-36C3-250F-93E0C68721CA}"/>
              </a:ext>
            </a:extLst>
          </p:cNvPr>
          <p:cNvSpPr>
            <a:spLocks noGrp="1"/>
          </p:cNvSpPr>
          <p:nvPr>
            <p:ph type="body" sz="quarter" idx="14"/>
          </p:nvPr>
        </p:nvSpPr>
        <p:spPr>
          <a:xfrm>
            <a:off x="287963" y="192024"/>
            <a:ext cx="2477765" cy="1429544"/>
          </a:xfrm>
        </p:spPr>
        <p:txBody>
          <a:bodyPr/>
          <a:lstStyle>
            <a:lvl1pPr>
              <a:lnSpc>
                <a:spcPct val="100000"/>
              </a:lnSpc>
              <a:spcBef>
                <a:spcPts val="0"/>
              </a:spcBef>
              <a:defRPr sz="3399">
                <a:solidFill>
                  <a:schemeClr val="tx2"/>
                </a:solidFill>
              </a:defRPr>
            </a:lvl1pPr>
            <a:lvl2pPr>
              <a:lnSpc>
                <a:spcPct val="100000"/>
              </a:lnSpc>
              <a:spcBef>
                <a:spcPts val="0"/>
              </a:spcBef>
              <a:defRPr sz="3199">
                <a:solidFill>
                  <a:schemeClr val="tx1"/>
                </a:solidFill>
              </a:defRPr>
            </a:lvl2pPr>
            <a:lvl3pPr>
              <a:lnSpc>
                <a:spcPct val="100000"/>
              </a:lnSpc>
              <a:spcBef>
                <a:spcPts val="0"/>
              </a:spcBef>
              <a:defRPr sz="3199">
                <a:solidFill>
                  <a:schemeClr val="tx1"/>
                </a:solidFill>
              </a:defRPr>
            </a:lvl3pPr>
            <a:lvl4pPr>
              <a:lnSpc>
                <a:spcPct val="100000"/>
              </a:lnSpc>
              <a:spcBef>
                <a:spcPts val="0"/>
              </a:spcBef>
              <a:defRPr sz="3199">
                <a:solidFill>
                  <a:schemeClr val="tx1"/>
                </a:solidFill>
              </a:defRPr>
            </a:lvl4pPr>
            <a:lvl5pPr>
              <a:lnSpc>
                <a:spcPct val="100000"/>
              </a:lnSpc>
              <a:spcBef>
                <a:spcPts val="0"/>
              </a:spcBef>
              <a:defRPr sz="3199">
                <a:solidFill>
                  <a:schemeClr val="tx1"/>
                </a:solidFill>
              </a:defRPr>
            </a:lvl5pPr>
          </a:lstStyle>
          <a:p>
            <a:pPr lvl="0"/>
            <a:r>
              <a:rPr lang="en-US"/>
              <a:t>Click to edit Master text styles</a:t>
            </a:r>
          </a:p>
        </p:txBody>
      </p:sp>
      <p:sp>
        <p:nvSpPr>
          <p:cNvPr id="7" name="Text Placeholder 6">
            <a:extLst>
              <a:ext uri="{FF2B5EF4-FFF2-40B4-BE49-F238E27FC236}">
                <a16:creationId xmlns:a16="http://schemas.microsoft.com/office/drawing/2014/main" id="{13FF5DC1-E283-8AC5-8620-936474303181}"/>
              </a:ext>
            </a:extLst>
          </p:cNvPr>
          <p:cNvSpPr>
            <a:spLocks noGrp="1"/>
          </p:cNvSpPr>
          <p:nvPr>
            <p:ph type="body" sz="quarter" idx="15" hasCustomPrompt="1"/>
          </p:nvPr>
        </p:nvSpPr>
        <p:spPr>
          <a:xfrm>
            <a:off x="9430109" y="288000"/>
            <a:ext cx="2476178" cy="5812631"/>
          </a:xfrm>
        </p:spPr>
        <p:txBody>
          <a:bodyPr/>
          <a:lstStyle>
            <a:lvl1pPr>
              <a:lnSpc>
                <a:spcPct val="120000"/>
              </a:lnSpc>
              <a:spcBef>
                <a:spcPts val="0"/>
              </a:spcBef>
              <a:defRPr sz="800" b="0" i="0">
                <a:solidFill>
                  <a:schemeClr val="tx1"/>
                </a:solidFill>
                <a:latin typeface="IBM Plex Sans" panose="020B0503050203000203" pitchFamily="34" charset="0"/>
              </a:defRPr>
            </a:lvl1pPr>
            <a:lvl2pPr marL="73137" indent="-73137">
              <a:lnSpc>
                <a:spcPct val="120000"/>
              </a:lnSpc>
              <a:spcBef>
                <a:spcPts val="0"/>
              </a:spcBef>
              <a:defRPr sz="800" b="0" i="0">
                <a:solidFill>
                  <a:schemeClr val="tx1"/>
                </a:solidFill>
                <a:latin typeface="IBM Plex Sans" panose="020B0503050203000203" pitchFamily="34" charset="0"/>
              </a:defRPr>
            </a:lvl2pPr>
            <a:lvl3pPr marL="146275" indent="-73137">
              <a:lnSpc>
                <a:spcPct val="120000"/>
              </a:lnSpc>
              <a:spcBef>
                <a:spcPts val="0"/>
              </a:spcBef>
              <a:defRPr sz="800" b="0" i="0">
                <a:solidFill>
                  <a:schemeClr val="tx1"/>
                </a:solidFill>
                <a:latin typeface="IBM Plex Sans" panose="020B0503050203000203" pitchFamily="34" charset="0"/>
              </a:defRPr>
            </a:lvl3pPr>
            <a:lvl4pPr marL="219412" indent="-73137">
              <a:lnSpc>
                <a:spcPct val="120000"/>
              </a:lnSpc>
              <a:spcBef>
                <a:spcPts val="0"/>
              </a:spcBef>
              <a:defRPr sz="800" b="0" i="0">
                <a:solidFill>
                  <a:schemeClr val="tx1"/>
                </a:solidFill>
                <a:latin typeface="IBM Plex Sans" panose="020B0503050203000203" pitchFamily="34" charset="0"/>
              </a:defRPr>
            </a:lvl4pPr>
            <a:lvl5pPr>
              <a:lnSpc>
                <a:spcPct val="120000"/>
              </a:lnSpc>
              <a:spcBef>
                <a:spcPts val="0"/>
              </a:spcBef>
              <a:defRPr sz="800" b="0" i="0">
                <a:solidFill>
                  <a:schemeClr val="tx1"/>
                </a:solidFill>
                <a:latin typeface="IBM Plex Sans" panose="020B0503050203000203" pitchFamily="34" charset="0"/>
              </a:defRPr>
            </a:lvl5pPr>
          </a:lstStyle>
          <a:p>
            <a:r>
              <a:rPr lang="en-US"/>
              <a:t>Copy and paste appropriate legal disclaimer text from one of the three options in the PDF guidance deck, found on pages 22-24. Always use the proper legal disclaimer for your presentation audience.</a:t>
            </a:r>
          </a:p>
        </p:txBody>
      </p:sp>
      <p:sp>
        <p:nvSpPr>
          <p:cNvPr id="2" name="Footer Placeholder 1">
            <a:extLst>
              <a:ext uri="{FF2B5EF4-FFF2-40B4-BE49-F238E27FC236}">
                <a16:creationId xmlns:a16="http://schemas.microsoft.com/office/drawing/2014/main" id="{04A6E1A4-1881-81E9-2BBE-BC4DBFE11A0E}"/>
              </a:ext>
            </a:extLst>
          </p:cNvPr>
          <p:cNvSpPr>
            <a:spLocks noGrp="1"/>
          </p:cNvSpPr>
          <p:nvPr>
            <p:ph type="ftr" sz="quarter" idx="16"/>
          </p:nvPr>
        </p:nvSpPr>
        <p:spPr>
          <a:xfrm>
            <a:off x="287963" y="6408000"/>
            <a:ext cx="2477765" cy="190500"/>
          </a:xfrm>
        </p:spPr>
        <p:txBody>
          <a:bodyPr/>
          <a:lstStyle/>
          <a:p>
            <a:endParaRPr lang="en-US"/>
          </a:p>
        </p:txBody>
      </p:sp>
      <p:sp>
        <p:nvSpPr>
          <p:cNvPr id="3" name="Slide Number">
            <a:extLst>
              <a:ext uri="{FF2B5EF4-FFF2-40B4-BE49-F238E27FC236}">
                <a16:creationId xmlns:a16="http://schemas.microsoft.com/office/drawing/2014/main" id="{0C628C1A-F2DD-6011-5846-A9A3A6D3BD72}"/>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4180260548"/>
      </p:ext>
    </p:extLst>
  </p:cSld>
  <p:clrMapOvr>
    <a:masterClrMapping/>
  </p:clrMapOvr>
  <p:transition spd="med"/>
</p:sldLayout>
</file>

<file path=ppt/slideLayouts/slideLayout249.xml><?xml version="1.0" encoding="utf-8"?>
<p:sldLayout xmlns:a="http://schemas.openxmlformats.org/drawingml/2006/main" xmlns:r="http://schemas.openxmlformats.org/officeDocument/2006/relationships" xmlns:p="http://schemas.openxmlformats.org/presentationml/2006/main" preserve="1" userDrawn="1">
  <p:cSld name="Legal disclaimer, two columns">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BB717A5-5D28-36C3-250F-93E0C68721CA}"/>
              </a:ext>
            </a:extLst>
          </p:cNvPr>
          <p:cNvSpPr>
            <a:spLocks noGrp="1"/>
          </p:cNvSpPr>
          <p:nvPr>
            <p:ph type="body" sz="quarter" idx="14"/>
          </p:nvPr>
        </p:nvSpPr>
        <p:spPr>
          <a:xfrm>
            <a:off x="287963" y="192024"/>
            <a:ext cx="2477765" cy="1429544"/>
          </a:xfrm>
        </p:spPr>
        <p:txBody>
          <a:bodyPr/>
          <a:lstStyle>
            <a:lvl1pPr>
              <a:lnSpc>
                <a:spcPct val="100000"/>
              </a:lnSpc>
              <a:spcBef>
                <a:spcPts val="0"/>
              </a:spcBef>
              <a:defRPr sz="3399">
                <a:solidFill>
                  <a:schemeClr val="tx2"/>
                </a:solidFill>
              </a:defRPr>
            </a:lvl1pPr>
            <a:lvl2pPr>
              <a:lnSpc>
                <a:spcPct val="100000"/>
              </a:lnSpc>
              <a:spcBef>
                <a:spcPts val="0"/>
              </a:spcBef>
              <a:defRPr sz="3199">
                <a:solidFill>
                  <a:schemeClr val="tx1"/>
                </a:solidFill>
              </a:defRPr>
            </a:lvl2pPr>
            <a:lvl3pPr>
              <a:lnSpc>
                <a:spcPct val="100000"/>
              </a:lnSpc>
              <a:spcBef>
                <a:spcPts val="0"/>
              </a:spcBef>
              <a:defRPr sz="3199">
                <a:solidFill>
                  <a:schemeClr val="tx1"/>
                </a:solidFill>
              </a:defRPr>
            </a:lvl3pPr>
            <a:lvl4pPr>
              <a:lnSpc>
                <a:spcPct val="100000"/>
              </a:lnSpc>
              <a:spcBef>
                <a:spcPts val="0"/>
              </a:spcBef>
              <a:defRPr sz="3199">
                <a:solidFill>
                  <a:schemeClr val="tx1"/>
                </a:solidFill>
              </a:defRPr>
            </a:lvl4pPr>
            <a:lvl5pPr>
              <a:lnSpc>
                <a:spcPct val="100000"/>
              </a:lnSpc>
              <a:spcBef>
                <a:spcPts val="0"/>
              </a:spcBef>
              <a:defRPr sz="3199">
                <a:solidFill>
                  <a:schemeClr val="tx1"/>
                </a:solidFill>
              </a:defRPr>
            </a:lvl5pPr>
          </a:lstStyle>
          <a:p>
            <a:pPr lvl="0"/>
            <a:r>
              <a:rPr lang="en-US"/>
              <a:t>Click to edit Master text styles</a:t>
            </a:r>
          </a:p>
        </p:txBody>
      </p:sp>
      <p:sp>
        <p:nvSpPr>
          <p:cNvPr id="6" name="Text Placeholder 6">
            <a:extLst>
              <a:ext uri="{FF2B5EF4-FFF2-40B4-BE49-F238E27FC236}">
                <a16:creationId xmlns:a16="http://schemas.microsoft.com/office/drawing/2014/main" id="{54E531DA-4051-706E-065B-21A03914153D}"/>
              </a:ext>
            </a:extLst>
          </p:cNvPr>
          <p:cNvSpPr>
            <a:spLocks noGrp="1"/>
          </p:cNvSpPr>
          <p:nvPr>
            <p:ph type="body" sz="quarter" idx="17" hasCustomPrompt="1"/>
          </p:nvPr>
        </p:nvSpPr>
        <p:spPr>
          <a:xfrm>
            <a:off x="6389168" y="288000"/>
            <a:ext cx="2476178" cy="5812631"/>
          </a:xfrm>
        </p:spPr>
        <p:txBody>
          <a:bodyPr/>
          <a:lstStyle>
            <a:lvl1pPr>
              <a:lnSpc>
                <a:spcPct val="120000"/>
              </a:lnSpc>
              <a:spcBef>
                <a:spcPts val="0"/>
              </a:spcBef>
              <a:defRPr sz="800" b="0" i="0">
                <a:solidFill>
                  <a:schemeClr val="tx1"/>
                </a:solidFill>
                <a:latin typeface="IBM Plex Sans" panose="020B0503050203000203" pitchFamily="34" charset="0"/>
              </a:defRPr>
            </a:lvl1pPr>
            <a:lvl2pPr marL="73137" indent="-73137">
              <a:lnSpc>
                <a:spcPct val="120000"/>
              </a:lnSpc>
              <a:spcBef>
                <a:spcPts val="0"/>
              </a:spcBef>
              <a:defRPr sz="800" b="0" i="0">
                <a:solidFill>
                  <a:schemeClr val="tx1"/>
                </a:solidFill>
                <a:latin typeface="IBM Plex Sans" panose="020B0503050203000203" pitchFamily="34" charset="0"/>
              </a:defRPr>
            </a:lvl2pPr>
            <a:lvl3pPr marL="146275" indent="-73137">
              <a:lnSpc>
                <a:spcPct val="120000"/>
              </a:lnSpc>
              <a:spcBef>
                <a:spcPts val="0"/>
              </a:spcBef>
              <a:defRPr sz="800" b="0" i="0">
                <a:solidFill>
                  <a:schemeClr val="tx1"/>
                </a:solidFill>
                <a:latin typeface="IBM Plex Sans" panose="020B0503050203000203" pitchFamily="34" charset="0"/>
              </a:defRPr>
            </a:lvl3pPr>
            <a:lvl4pPr marL="219412" indent="-73137">
              <a:lnSpc>
                <a:spcPct val="120000"/>
              </a:lnSpc>
              <a:spcBef>
                <a:spcPts val="0"/>
              </a:spcBef>
              <a:defRPr sz="800" b="0" i="0">
                <a:solidFill>
                  <a:schemeClr val="tx1"/>
                </a:solidFill>
                <a:latin typeface="IBM Plex Sans" panose="020B0503050203000203" pitchFamily="34" charset="0"/>
              </a:defRPr>
            </a:lvl4pPr>
            <a:lvl5pPr>
              <a:lnSpc>
                <a:spcPct val="120000"/>
              </a:lnSpc>
              <a:spcBef>
                <a:spcPts val="0"/>
              </a:spcBef>
              <a:defRPr sz="800" b="0" i="0">
                <a:solidFill>
                  <a:schemeClr val="tx1"/>
                </a:solidFill>
                <a:latin typeface="IBM Plex Sans" panose="020B0503050203000203" pitchFamily="34" charset="0"/>
              </a:defRPr>
            </a:lvl5pPr>
          </a:lstStyle>
          <a:p>
            <a:r>
              <a:rPr lang="en-US"/>
              <a:t>Copy and paste appropriate legal disclaimer text from one of the three options in the PDF guidance deck, found on pages 22-24. Always use the proper legal disclaimer for your presentation audience.</a:t>
            </a:r>
          </a:p>
        </p:txBody>
      </p:sp>
      <p:sp>
        <p:nvSpPr>
          <p:cNvPr id="7" name="Text Placeholder 6">
            <a:extLst>
              <a:ext uri="{FF2B5EF4-FFF2-40B4-BE49-F238E27FC236}">
                <a16:creationId xmlns:a16="http://schemas.microsoft.com/office/drawing/2014/main" id="{13FF5DC1-E283-8AC5-8620-936474303181}"/>
              </a:ext>
            </a:extLst>
          </p:cNvPr>
          <p:cNvSpPr>
            <a:spLocks noGrp="1"/>
          </p:cNvSpPr>
          <p:nvPr>
            <p:ph type="body" sz="quarter" idx="15" hasCustomPrompt="1"/>
          </p:nvPr>
        </p:nvSpPr>
        <p:spPr>
          <a:xfrm>
            <a:off x="9428522" y="288000"/>
            <a:ext cx="2476178" cy="5812631"/>
          </a:xfrm>
        </p:spPr>
        <p:txBody>
          <a:bodyPr/>
          <a:lstStyle>
            <a:lvl1pPr>
              <a:lnSpc>
                <a:spcPct val="120000"/>
              </a:lnSpc>
              <a:spcBef>
                <a:spcPts val="0"/>
              </a:spcBef>
              <a:defRPr sz="800" b="0" i="0">
                <a:solidFill>
                  <a:schemeClr val="tx1"/>
                </a:solidFill>
                <a:latin typeface="IBM Plex Sans" panose="020B0503050203000203" pitchFamily="34" charset="0"/>
              </a:defRPr>
            </a:lvl1pPr>
            <a:lvl2pPr marL="73137" indent="-73137">
              <a:lnSpc>
                <a:spcPct val="120000"/>
              </a:lnSpc>
              <a:spcBef>
                <a:spcPts val="0"/>
              </a:spcBef>
              <a:defRPr sz="800" b="0" i="0">
                <a:solidFill>
                  <a:schemeClr val="tx1"/>
                </a:solidFill>
                <a:latin typeface="IBM Plex Sans" panose="020B0503050203000203" pitchFamily="34" charset="0"/>
              </a:defRPr>
            </a:lvl2pPr>
            <a:lvl3pPr marL="146275" indent="-73137">
              <a:lnSpc>
                <a:spcPct val="120000"/>
              </a:lnSpc>
              <a:spcBef>
                <a:spcPts val="0"/>
              </a:spcBef>
              <a:defRPr sz="800" b="0" i="0">
                <a:solidFill>
                  <a:schemeClr val="tx1"/>
                </a:solidFill>
                <a:latin typeface="IBM Plex Sans" panose="020B0503050203000203" pitchFamily="34" charset="0"/>
              </a:defRPr>
            </a:lvl3pPr>
            <a:lvl4pPr marL="219412" indent="-73137">
              <a:lnSpc>
                <a:spcPct val="120000"/>
              </a:lnSpc>
              <a:spcBef>
                <a:spcPts val="0"/>
              </a:spcBef>
              <a:defRPr sz="800" b="0" i="0">
                <a:solidFill>
                  <a:schemeClr val="tx1"/>
                </a:solidFill>
                <a:latin typeface="IBM Plex Sans" panose="020B0503050203000203" pitchFamily="34" charset="0"/>
              </a:defRPr>
            </a:lvl4pPr>
            <a:lvl5pPr>
              <a:lnSpc>
                <a:spcPct val="120000"/>
              </a:lnSpc>
              <a:spcBef>
                <a:spcPts val="0"/>
              </a:spcBef>
              <a:defRPr sz="800" b="0" i="0">
                <a:solidFill>
                  <a:schemeClr val="tx1"/>
                </a:solidFill>
                <a:latin typeface="IBM Plex Sans" panose="020B0503050203000203" pitchFamily="34" charset="0"/>
              </a:defRPr>
            </a:lvl5pPr>
          </a:lstStyle>
          <a:p>
            <a:r>
              <a:rPr lang="en-US"/>
              <a:t>Copy and paste appropriate legal disclaimer text from one of the three options in the PDF guidance deck, found on pages 22-24. Always use the proper legal disclaimer for your presentation audience.</a:t>
            </a:r>
          </a:p>
        </p:txBody>
      </p:sp>
      <p:sp>
        <p:nvSpPr>
          <p:cNvPr id="3" name="Footer Placeholder 3">
            <a:extLst>
              <a:ext uri="{FF2B5EF4-FFF2-40B4-BE49-F238E27FC236}">
                <a16:creationId xmlns:a16="http://schemas.microsoft.com/office/drawing/2014/main" id="{F5CA4A6F-2777-D002-EE9E-92C246A4DA85}"/>
              </a:ext>
            </a:extLst>
          </p:cNvPr>
          <p:cNvSpPr>
            <a:spLocks noGrp="1"/>
          </p:cNvSpPr>
          <p:nvPr>
            <p:ph type="ftr" sz="quarter" idx="18"/>
          </p:nvPr>
        </p:nvSpPr>
        <p:spPr>
          <a:xfrm>
            <a:off x="287963" y="6408000"/>
            <a:ext cx="2477765" cy="190500"/>
          </a:xfrm>
        </p:spPr>
        <p:txBody>
          <a:bodyPr/>
          <a:lstStyle/>
          <a:p>
            <a:endParaRPr lang="en-US"/>
          </a:p>
        </p:txBody>
      </p:sp>
      <p:sp>
        <p:nvSpPr>
          <p:cNvPr id="8" name="Slide Number">
            <a:extLst>
              <a:ext uri="{FF2B5EF4-FFF2-40B4-BE49-F238E27FC236}">
                <a16:creationId xmlns:a16="http://schemas.microsoft.com/office/drawing/2014/main" id="{3FBFB86A-A7DC-B54C-4EEC-B69E1897903E}"/>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253375809"/>
      </p:ext>
    </p:extLst>
  </p:cSld>
  <p:clrMapOvr>
    <a:masterClrMapping/>
  </p:clrMapOvr>
  <p:transition spd="med"/>
</p:sldLayout>
</file>

<file path=ppt/slideLayouts/slideLayout250.xml><?xml version="1.0" encoding="utf-8"?>
<p:sldLayout xmlns:a="http://schemas.openxmlformats.org/drawingml/2006/main" xmlns:r="http://schemas.openxmlformats.org/officeDocument/2006/relationships" xmlns:p="http://schemas.openxmlformats.org/presentationml/2006/main" preserve="1" userDrawn="1">
  <p:cSld name="Blank slid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63" y="288036"/>
            <a:ext cx="2474590" cy="1234377"/>
          </a:xfrm>
        </p:spPr>
        <p:txBody>
          <a:bodyPr/>
          <a:lstStyle>
            <a:lvl1pPr>
              <a:lnSpc>
                <a:spcPct val="110000"/>
              </a:lnSpc>
              <a:defRPr sz="1400">
                <a:solidFill>
                  <a:schemeClr val="tx2"/>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69559113-A66F-B148-0A73-FD8B5C2B023D}"/>
              </a:ext>
            </a:extLst>
          </p:cNvPr>
          <p:cNvSpPr>
            <a:spLocks noGrp="1"/>
          </p:cNvSpPr>
          <p:nvPr>
            <p:ph type="ftr" sz="quarter" idx="12"/>
          </p:nvPr>
        </p:nvSpPr>
        <p:spPr>
          <a:xfrm>
            <a:off x="287963" y="6408000"/>
            <a:ext cx="2477765" cy="190500"/>
          </a:xfrm>
        </p:spPr>
        <p:txBody>
          <a:bodyPr/>
          <a:lstStyle/>
          <a:p>
            <a:endParaRPr lang="en-US"/>
          </a:p>
        </p:txBody>
      </p:sp>
      <p:sp>
        <p:nvSpPr>
          <p:cNvPr id="3" name="Slide Number">
            <a:extLst>
              <a:ext uri="{FF2B5EF4-FFF2-40B4-BE49-F238E27FC236}">
                <a16:creationId xmlns:a16="http://schemas.microsoft.com/office/drawing/2014/main" id="{B0435695-E156-66C6-5CE4-B0F751F125D2}"/>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817630867"/>
      </p:ext>
    </p:extLst>
  </p:cSld>
  <p:clrMapOvr>
    <a:masterClrMapping/>
  </p:clrMapOvr>
  <p:transition spd="med"/>
</p:sldLayout>
</file>

<file path=ppt/slideLayouts/slideLayout251.xml><?xml version="1.0" encoding="utf-8"?>
<p:sldLayout xmlns:a="http://schemas.openxmlformats.org/drawingml/2006/main" xmlns:r="http://schemas.openxmlformats.org/officeDocument/2006/relationships" xmlns:p="http://schemas.openxmlformats.org/presentationml/2006/main" preserve="1" userDrawn="1">
  <p:cSld name="Blank slide, no foot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63" y="288036"/>
            <a:ext cx="2474590" cy="1234377"/>
          </a:xfrm>
        </p:spPr>
        <p:txBody>
          <a:bodyPr/>
          <a:lstStyle>
            <a:lvl1pPr>
              <a:lnSpc>
                <a:spcPct val="110000"/>
              </a:lnSpc>
              <a:defRPr sz="1400">
                <a:solidFill>
                  <a:schemeClr val="tx2"/>
                </a:solidFill>
              </a:defRPr>
            </a:lvl1pPr>
          </a:lstStyle>
          <a:p>
            <a:r>
              <a:rPr lang="en-US"/>
              <a:t>Click to edit Master title style</a:t>
            </a:r>
          </a:p>
        </p:txBody>
      </p:sp>
      <p:sp>
        <p:nvSpPr>
          <p:cNvPr id="3" name="Slide Number">
            <a:extLst>
              <a:ext uri="{FF2B5EF4-FFF2-40B4-BE49-F238E27FC236}">
                <a16:creationId xmlns:a16="http://schemas.microsoft.com/office/drawing/2014/main" id="{B0435695-E156-66C6-5CE4-B0F751F125D2}"/>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072364079"/>
      </p:ext>
    </p:extLst>
  </p:cSld>
  <p:clrMapOvr>
    <a:masterClrMapping/>
  </p:clrMapOvr>
  <p:transition spd="med"/>
</p:sldLayout>
</file>

<file path=ppt/slideLayouts/slideLayout252.xml><?xml version="1.0" encoding="utf-8"?>
<p:sldLayout xmlns:a="http://schemas.openxmlformats.org/drawingml/2006/main" xmlns:r="http://schemas.openxmlformats.org/officeDocument/2006/relationships" xmlns:p="http://schemas.openxmlformats.org/presentationml/2006/main" preserve="1" userDrawn="1">
  <p:cSld name="End slide">
    <p:bg>
      <p:bgPr>
        <a:solidFill>
          <a:schemeClr val="bg1"/>
        </a:solidFill>
        <a:effectLst/>
      </p:bgPr>
    </p:bg>
    <p:spTree>
      <p:nvGrpSpPr>
        <p:cNvPr id="1" name=""/>
        <p:cNvGrpSpPr/>
        <p:nvPr/>
      </p:nvGrpSpPr>
      <p:grpSpPr>
        <a:xfrm>
          <a:off x="0" y="0"/>
          <a:ext cx="0" cy="0"/>
          <a:chOff x="0" y="0"/>
          <a:chExt cx="0" cy="0"/>
        </a:xfrm>
      </p:grpSpPr>
      <p:pic>
        <p:nvPicPr>
          <p:cNvPr id="4" name="Picture 3" descr="IBM 8-bar logo">
            <a:extLst>
              <a:ext uri="{FF2B5EF4-FFF2-40B4-BE49-F238E27FC236}">
                <a16:creationId xmlns:a16="http://schemas.microsoft.com/office/drawing/2014/main" id="{F7060FE5-C047-4041-AB41-F553D2847ED5}"/>
              </a:ext>
            </a:extLst>
          </p:cNvPr>
          <p:cNvPicPr>
            <a:picLocks noChangeAspect="1"/>
          </p:cNvPicPr>
          <p:nvPr userDrawn="1"/>
        </p:nvPicPr>
        <p:blipFill>
          <a:blip r:embed="rId2"/>
          <a:stretch>
            <a:fillRect/>
          </a:stretch>
        </p:blipFill>
        <p:spPr>
          <a:xfrm>
            <a:off x="5232004" y="3084230"/>
            <a:ext cx="1727991" cy="689541"/>
          </a:xfrm>
          <a:prstGeom prst="rect">
            <a:avLst/>
          </a:prstGeom>
        </p:spPr>
      </p:pic>
    </p:spTree>
    <p:extLst>
      <p:ext uri="{BB962C8B-B14F-4D97-AF65-F5344CB8AC3E}">
        <p14:creationId xmlns:p14="http://schemas.microsoft.com/office/powerpoint/2010/main" val="3661699720"/>
      </p:ext>
    </p:extLst>
  </p:cSld>
  <p:clrMapOvr>
    <a:masterClrMapping/>
  </p:clrMapOvr>
  <p:transition spd="med"/>
</p:sldLayout>
</file>

<file path=ppt/slideLayouts/slideLayout253.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5781282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9.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theme" Target="../theme/theme2.xml"/><Relationship Id="rId5" Type="http://schemas.openxmlformats.org/officeDocument/2006/relationships/slideLayout" Target="../slideLayouts/slideLayout11.xml"/><Relationship Id="rId4" Type="http://schemas.openxmlformats.org/officeDocument/2006/relationships/slideLayout" Target="../slideLayouts/slideLayout1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26" Type="http://schemas.openxmlformats.org/officeDocument/2006/relationships/slideLayout" Target="../slideLayouts/slideLayout37.xml"/><Relationship Id="rId3" Type="http://schemas.openxmlformats.org/officeDocument/2006/relationships/slideLayout" Target="../slideLayouts/slideLayout14.xml"/><Relationship Id="rId21" Type="http://schemas.openxmlformats.org/officeDocument/2006/relationships/slideLayout" Target="../slideLayouts/slideLayout32.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slideLayout" Target="../slideLayouts/slideLayout36.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slideLayout" Target="../slideLayouts/slideLayout31.xml"/><Relationship Id="rId29" Type="http://schemas.openxmlformats.org/officeDocument/2006/relationships/slideLayout" Target="../slideLayouts/slideLayout40.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24" Type="http://schemas.openxmlformats.org/officeDocument/2006/relationships/slideLayout" Target="../slideLayouts/slideLayout35.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28" Type="http://schemas.openxmlformats.org/officeDocument/2006/relationships/slideLayout" Target="../slideLayouts/slideLayout39.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31" Type="http://schemas.openxmlformats.org/officeDocument/2006/relationships/theme" Target="../theme/theme3.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slideLayout" Target="../slideLayouts/slideLayout33.xml"/><Relationship Id="rId27" Type="http://schemas.openxmlformats.org/officeDocument/2006/relationships/slideLayout" Target="../slideLayouts/slideLayout38.xml"/><Relationship Id="rId30" Type="http://schemas.openxmlformats.org/officeDocument/2006/relationships/slideLayout" Target="../slideLayouts/slideLayout41.xml"/></Relationships>
</file>

<file path=ppt/slideMasters/_rels/slideMaster4.xml.rels><?xml version="1.0" encoding="UTF-8" standalone="yes"?>
<Relationships xmlns="http://schemas.openxmlformats.org/package/2006/relationships"><Relationship Id="rId13" Type="http://schemas.openxmlformats.org/officeDocument/2006/relationships/slideLayout" Target="../slideLayouts/slideLayout54.xml"/><Relationship Id="rId18" Type="http://schemas.openxmlformats.org/officeDocument/2006/relationships/slideLayout" Target="../slideLayouts/slideLayout59.xml"/><Relationship Id="rId26" Type="http://schemas.openxmlformats.org/officeDocument/2006/relationships/slideLayout" Target="../slideLayouts/slideLayout67.xml"/><Relationship Id="rId39" Type="http://schemas.openxmlformats.org/officeDocument/2006/relationships/slideLayout" Target="../slideLayouts/slideLayout80.xml"/><Relationship Id="rId21" Type="http://schemas.openxmlformats.org/officeDocument/2006/relationships/slideLayout" Target="../slideLayouts/slideLayout62.xml"/><Relationship Id="rId34" Type="http://schemas.openxmlformats.org/officeDocument/2006/relationships/slideLayout" Target="../slideLayouts/slideLayout75.xml"/><Relationship Id="rId42" Type="http://schemas.openxmlformats.org/officeDocument/2006/relationships/slideLayout" Target="../slideLayouts/slideLayout83.xml"/><Relationship Id="rId47" Type="http://schemas.openxmlformats.org/officeDocument/2006/relationships/slideLayout" Target="../slideLayouts/slideLayout88.xml"/><Relationship Id="rId7" Type="http://schemas.openxmlformats.org/officeDocument/2006/relationships/slideLayout" Target="../slideLayouts/slideLayout48.xml"/><Relationship Id="rId2" Type="http://schemas.openxmlformats.org/officeDocument/2006/relationships/slideLayout" Target="../slideLayouts/slideLayout43.xml"/><Relationship Id="rId16" Type="http://schemas.openxmlformats.org/officeDocument/2006/relationships/slideLayout" Target="../slideLayouts/slideLayout57.xml"/><Relationship Id="rId29" Type="http://schemas.openxmlformats.org/officeDocument/2006/relationships/slideLayout" Target="../slideLayouts/slideLayout70.xml"/><Relationship Id="rId11" Type="http://schemas.openxmlformats.org/officeDocument/2006/relationships/slideLayout" Target="../slideLayouts/slideLayout52.xml"/><Relationship Id="rId24" Type="http://schemas.openxmlformats.org/officeDocument/2006/relationships/slideLayout" Target="../slideLayouts/slideLayout65.xml"/><Relationship Id="rId32" Type="http://schemas.openxmlformats.org/officeDocument/2006/relationships/slideLayout" Target="../slideLayouts/slideLayout73.xml"/><Relationship Id="rId37" Type="http://schemas.openxmlformats.org/officeDocument/2006/relationships/slideLayout" Target="../slideLayouts/slideLayout78.xml"/><Relationship Id="rId40" Type="http://schemas.openxmlformats.org/officeDocument/2006/relationships/slideLayout" Target="../slideLayouts/slideLayout81.xml"/><Relationship Id="rId45" Type="http://schemas.openxmlformats.org/officeDocument/2006/relationships/slideLayout" Target="../slideLayouts/slideLayout86.xml"/><Relationship Id="rId5" Type="http://schemas.openxmlformats.org/officeDocument/2006/relationships/slideLayout" Target="../slideLayouts/slideLayout46.xml"/><Relationship Id="rId15" Type="http://schemas.openxmlformats.org/officeDocument/2006/relationships/slideLayout" Target="../slideLayouts/slideLayout56.xml"/><Relationship Id="rId23" Type="http://schemas.openxmlformats.org/officeDocument/2006/relationships/slideLayout" Target="../slideLayouts/slideLayout64.xml"/><Relationship Id="rId28" Type="http://schemas.openxmlformats.org/officeDocument/2006/relationships/slideLayout" Target="../slideLayouts/slideLayout69.xml"/><Relationship Id="rId36" Type="http://schemas.openxmlformats.org/officeDocument/2006/relationships/slideLayout" Target="../slideLayouts/slideLayout77.xml"/><Relationship Id="rId49" Type="http://schemas.openxmlformats.org/officeDocument/2006/relationships/theme" Target="../theme/theme4.xml"/><Relationship Id="rId10" Type="http://schemas.openxmlformats.org/officeDocument/2006/relationships/slideLayout" Target="../slideLayouts/slideLayout51.xml"/><Relationship Id="rId19" Type="http://schemas.openxmlformats.org/officeDocument/2006/relationships/slideLayout" Target="../slideLayouts/slideLayout60.xml"/><Relationship Id="rId31" Type="http://schemas.openxmlformats.org/officeDocument/2006/relationships/slideLayout" Target="../slideLayouts/slideLayout72.xml"/><Relationship Id="rId44" Type="http://schemas.openxmlformats.org/officeDocument/2006/relationships/slideLayout" Target="../slideLayouts/slideLayout85.xml"/><Relationship Id="rId4" Type="http://schemas.openxmlformats.org/officeDocument/2006/relationships/slideLayout" Target="../slideLayouts/slideLayout45.xml"/><Relationship Id="rId9" Type="http://schemas.openxmlformats.org/officeDocument/2006/relationships/slideLayout" Target="../slideLayouts/slideLayout50.xml"/><Relationship Id="rId14" Type="http://schemas.openxmlformats.org/officeDocument/2006/relationships/slideLayout" Target="../slideLayouts/slideLayout55.xml"/><Relationship Id="rId22" Type="http://schemas.openxmlformats.org/officeDocument/2006/relationships/slideLayout" Target="../slideLayouts/slideLayout63.xml"/><Relationship Id="rId27" Type="http://schemas.openxmlformats.org/officeDocument/2006/relationships/slideLayout" Target="../slideLayouts/slideLayout68.xml"/><Relationship Id="rId30" Type="http://schemas.openxmlformats.org/officeDocument/2006/relationships/slideLayout" Target="../slideLayouts/slideLayout71.xml"/><Relationship Id="rId35" Type="http://schemas.openxmlformats.org/officeDocument/2006/relationships/slideLayout" Target="../slideLayouts/slideLayout76.xml"/><Relationship Id="rId43" Type="http://schemas.openxmlformats.org/officeDocument/2006/relationships/slideLayout" Target="../slideLayouts/slideLayout84.xml"/><Relationship Id="rId48" Type="http://schemas.openxmlformats.org/officeDocument/2006/relationships/slideLayout" Target="../slideLayouts/slideLayout89.xml"/><Relationship Id="rId8" Type="http://schemas.openxmlformats.org/officeDocument/2006/relationships/slideLayout" Target="../slideLayouts/slideLayout49.xml"/><Relationship Id="rId3" Type="http://schemas.openxmlformats.org/officeDocument/2006/relationships/slideLayout" Target="../slideLayouts/slideLayout44.xml"/><Relationship Id="rId12" Type="http://schemas.openxmlformats.org/officeDocument/2006/relationships/slideLayout" Target="../slideLayouts/slideLayout53.xml"/><Relationship Id="rId17" Type="http://schemas.openxmlformats.org/officeDocument/2006/relationships/slideLayout" Target="../slideLayouts/slideLayout58.xml"/><Relationship Id="rId25" Type="http://schemas.openxmlformats.org/officeDocument/2006/relationships/slideLayout" Target="../slideLayouts/slideLayout66.xml"/><Relationship Id="rId33" Type="http://schemas.openxmlformats.org/officeDocument/2006/relationships/slideLayout" Target="../slideLayouts/slideLayout74.xml"/><Relationship Id="rId38" Type="http://schemas.openxmlformats.org/officeDocument/2006/relationships/slideLayout" Target="../slideLayouts/slideLayout79.xml"/><Relationship Id="rId46" Type="http://schemas.openxmlformats.org/officeDocument/2006/relationships/slideLayout" Target="../slideLayouts/slideLayout87.xml"/><Relationship Id="rId20" Type="http://schemas.openxmlformats.org/officeDocument/2006/relationships/slideLayout" Target="../slideLayouts/slideLayout61.xml"/><Relationship Id="rId41" Type="http://schemas.openxmlformats.org/officeDocument/2006/relationships/slideLayout" Target="../slideLayouts/slideLayout82.xml"/><Relationship Id="rId1" Type="http://schemas.openxmlformats.org/officeDocument/2006/relationships/slideLayout" Target="../slideLayouts/slideLayout42.xml"/><Relationship Id="rId6" Type="http://schemas.openxmlformats.org/officeDocument/2006/relationships/slideLayout" Target="../slideLayouts/slideLayout47.xml"/></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92.xml"/><Relationship Id="rId2" Type="http://schemas.openxmlformats.org/officeDocument/2006/relationships/slideLayout" Target="../slideLayouts/slideLayout91.xml"/><Relationship Id="rId1" Type="http://schemas.openxmlformats.org/officeDocument/2006/relationships/slideLayout" Target="../slideLayouts/slideLayout90.xml"/><Relationship Id="rId6" Type="http://schemas.openxmlformats.org/officeDocument/2006/relationships/theme" Target="../theme/theme5.xml"/><Relationship Id="rId5" Type="http://schemas.openxmlformats.org/officeDocument/2006/relationships/slideLayout" Target="../slideLayouts/slideLayout94.xml"/><Relationship Id="rId4" Type="http://schemas.openxmlformats.org/officeDocument/2006/relationships/slideLayout" Target="../slideLayouts/slideLayout93.xml"/></Relationships>
</file>

<file path=ppt/slideMasters/_rels/slideMaster6.xml.rels><?xml version="1.0" encoding="UTF-8" standalone="yes"?>
<Relationships xmlns="http://schemas.openxmlformats.org/package/2006/relationships"><Relationship Id="rId13" Type="http://schemas.openxmlformats.org/officeDocument/2006/relationships/slideLayout" Target="../slideLayouts/slideLayout107.xml"/><Relationship Id="rId18" Type="http://schemas.openxmlformats.org/officeDocument/2006/relationships/slideLayout" Target="../slideLayouts/slideLayout112.xml"/><Relationship Id="rId26" Type="http://schemas.openxmlformats.org/officeDocument/2006/relationships/slideLayout" Target="../slideLayouts/slideLayout120.xml"/><Relationship Id="rId39" Type="http://schemas.openxmlformats.org/officeDocument/2006/relationships/slideLayout" Target="../slideLayouts/slideLayout133.xml"/><Relationship Id="rId21" Type="http://schemas.openxmlformats.org/officeDocument/2006/relationships/slideLayout" Target="../slideLayouts/slideLayout115.xml"/><Relationship Id="rId34" Type="http://schemas.openxmlformats.org/officeDocument/2006/relationships/slideLayout" Target="../slideLayouts/slideLayout128.xml"/><Relationship Id="rId42" Type="http://schemas.openxmlformats.org/officeDocument/2006/relationships/slideLayout" Target="../slideLayouts/slideLayout136.xml"/><Relationship Id="rId47" Type="http://schemas.openxmlformats.org/officeDocument/2006/relationships/slideLayout" Target="../slideLayouts/slideLayout141.xml"/><Relationship Id="rId50" Type="http://schemas.openxmlformats.org/officeDocument/2006/relationships/slideLayout" Target="../slideLayouts/slideLayout144.xml"/><Relationship Id="rId55" Type="http://schemas.openxmlformats.org/officeDocument/2006/relationships/image" Target="../media/image5.png"/><Relationship Id="rId7" Type="http://schemas.openxmlformats.org/officeDocument/2006/relationships/slideLayout" Target="../slideLayouts/slideLayout101.xml"/><Relationship Id="rId2" Type="http://schemas.openxmlformats.org/officeDocument/2006/relationships/slideLayout" Target="../slideLayouts/slideLayout96.xml"/><Relationship Id="rId16" Type="http://schemas.openxmlformats.org/officeDocument/2006/relationships/slideLayout" Target="../slideLayouts/slideLayout110.xml"/><Relationship Id="rId29" Type="http://schemas.openxmlformats.org/officeDocument/2006/relationships/slideLayout" Target="../slideLayouts/slideLayout123.xml"/><Relationship Id="rId11" Type="http://schemas.openxmlformats.org/officeDocument/2006/relationships/slideLayout" Target="../slideLayouts/slideLayout105.xml"/><Relationship Id="rId24" Type="http://schemas.openxmlformats.org/officeDocument/2006/relationships/slideLayout" Target="../slideLayouts/slideLayout118.xml"/><Relationship Id="rId32" Type="http://schemas.openxmlformats.org/officeDocument/2006/relationships/slideLayout" Target="../slideLayouts/slideLayout126.xml"/><Relationship Id="rId37" Type="http://schemas.openxmlformats.org/officeDocument/2006/relationships/slideLayout" Target="../slideLayouts/slideLayout131.xml"/><Relationship Id="rId40" Type="http://schemas.openxmlformats.org/officeDocument/2006/relationships/slideLayout" Target="../slideLayouts/slideLayout134.xml"/><Relationship Id="rId45" Type="http://schemas.openxmlformats.org/officeDocument/2006/relationships/slideLayout" Target="../slideLayouts/slideLayout139.xml"/><Relationship Id="rId53" Type="http://schemas.openxmlformats.org/officeDocument/2006/relationships/slideLayout" Target="../slideLayouts/slideLayout147.xml"/><Relationship Id="rId5" Type="http://schemas.openxmlformats.org/officeDocument/2006/relationships/slideLayout" Target="../slideLayouts/slideLayout99.xml"/><Relationship Id="rId10" Type="http://schemas.openxmlformats.org/officeDocument/2006/relationships/slideLayout" Target="../slideLayouts/slideLayout104.xml"/><Relationship Id="rId19" Type="http://schemas.openxmlformats.org/officeDocument/2006/relationships/slideLayout" Target="../slideLayouts/slideLayout113.xml"/><Relationship Id="rId31" Type="http://schemas.openxmlformats.org/officeDocument/2006/relationships/slideLayout" Target="../slideLayouts/slideLayout125.xml"/><Relationship Id="rId44" Type="http://schemas.openxmlformats.org/officeDocument/2006/relationships/slideLayout" Target="../slideLayouts/slideLayout138.xml"/><Relationship Id="rId52" Type="http://schemas.openxmlformats.org/officeDocument/2006/relationships/slideLayout" Target="../slideLayouts/slideLayout146.xml"/><Relationship Id="rId4" Type="http://schemas.openxmlformats.org/officeDocument/2006/relationships/slideLayout" Target="../slideLayouts/slideLayout98.xml"/><Relationship Id="rId9" Type="http://schemas.openxmlformats.org/officeDocument/2006/relationships/slideLayout" Target="../slideLayouts/slideLayout103.xml"/><Relationship Id="rId14" Type="http://schemas.openxmlformats.org/officeDocument/2006/relationships/slideLayout" Target="../slideLayouts/slideLayout108.xml"/><Relationship Id="rId22" Type="http://schemas.openxmlformats.org/officeDocument/2006/relationships/slideLayout" Target="../slideLayouts/slideLayout116.xml"/><Relationship Id="rId27" Type="http://schemas.openxmlformats.org/officeDocument/2006/relationships/slideLayout" Target="../slideLayouts/slideLayout121.xml"/><Relationship Id="rId30" Type="http://schemas.openxmlformats.org/officeDocument/2006/relationships/slideLayout" Target="../slideLayouts/slideLayout124.xml"/><Relationship Id="rId35" Type="http://schemas.openxmlformats.org/officeDocument/2006/relationships/slideLayout" Target="../slideLayouts/slideLayout129.xml"/><Relationship Id="rId43" Type="http://schemas.openxmlformats.org/officeDocument/2006/relationships/slideLayout" Target="../slideLayouts/slideLayout137.xml"/><Relationship Id="rId48" Type="http://schemas.openxmlformats.org/officeDocument/2006/relationships/slideLayout" Target="../slideLayouts/slideLayout142.xml"/><Relationship Id="rId8" Type="http://schemas.openxmlformats.org/officeDocument/2006/relationships/slideLayout" Target="../slideLayouts/slideLayout102.xml"/><Relationship Id="rId51" Type="http://schemas.openxmlformats.org/officeDocument/2006/relationships/slideLayout" Target="../slideLayouts/slideLayout145.xml"/><Relationship Id="rId3" Type="http://schemas.openxmlformats.org/officeDocument/2006/relationships/slideLayout" Target="../slideLayouts/slideLayout97.xml"/><Relationship Id="rId12" Type="http://schemas.openxmlformats.org/officeDocument/2006/relationships/slideLayout" Target="../slideLayouts/slideLayout106.xml"/><Relationship Id="rId17" Type="http://schemas.openxmlformats.org/officeDocument/2006/relationships/slideLayout" Target="../slideLayouts/slideLayout111.xml"/><Relationship Id="rId25" Type="http://schemas.openxmlformats.org/officeDocument/2006/relationships/slideLayout" Target="../slideLayouts/slideLayout119.xml"/><Relationship Id="rId33" Type="http://schemas.openxmlformats.org/officeDocument/2006/relationships/slideLayout" Target="../slideLayouts/slideLayout127.xml"/><Relationship Id="rId38" Type="http://schemas.openxmlformats.org/officeDocument/2006/relationships/slideLayout" Target="../slideLayouts/slideLayout132.xml"/><Relationship Id="rId46" Type="http://schemas.openxmlformats.org/officeDocument/2006/relationships/slideLayout" Target="../slideLayouts/slideLayout140.xml"/><Relationship Id="rId20" Type="http://schemas.openxmlformats.org/officeDocument/2006/relationships/slideLayout" Target="../slideLayouts/slideLayout114.xml"/><Relationship Id="rId41" Type="http://schemas.openxmlformats.org/officeDocument/2006/relationships/slideLayout" Target="../slideLayouts/slideLayout135.xml"/><Relationship Id="rId54" Type="http://schemas.openxmlformats.org/officeDocument/2006/relationships/theme" Target="../theme/theme6.xml"/><Relationship Id="rId1" Type="http://schemas.openxmlformats.org/officeDocument/2006/relationships/slideLayout" Target="../slideLayouts/slideLayout95.xml"/><Relationship Id="rId6" Type="http://schemas.openxmlformats.org/officeDocument/2006/relationships/slideLayout" Target="../slideLayouts/slideLayout100.xml"/><Relationship Id="rId15" Type="http://schemas.openxmlformats.org/officeDocument/2006/relationships/slideLayout" Target="../slideLayouts/slideLayout109.xml"/><Relationship Id="rId23" Type="http://schemas.openxmlformats.org/officeDocument/2006/relationships/slideLayout" Target="../slideLayouts/slideLayout117.xml"/><Relationship Id="rId28" Type="http://schemas.openxmlformats.org/officeDocument/2006/relationships/slideLayout" Target="../slideLayouts/slideLayout122.xml"/><Relationship Id="rId36" Type="http://schemas.openxmlformats.org/officeDocument/2006/relationships/slideLayout" Target="../slideLayouts/slideLayout130.xml"/><Relationship Id="rId49" Type="http://schemas.openxmlformats.org/officeDocument/2006/relationships/slideLayout" Target="../slideLayouts/slideLayout143.xml"/></Relationships>
</file>

<file path=ppt/slideMasters/_rels/slideMaster7.xml.rels><?xml version="1.0" encoding="UTF-8" standalone="yes"?>
<Relationships xmlns="http://schemas.openxmlformats.org/package/2006/relationships"><Relationship Id="rId13" Type="http://schemas.openxmlformats.org/officeDocument/2006/relationships/slideLayout" Target="../slideLayouts/slideLayout160.xml"/><Relationship Id="rId18" Type="http://schemas.openxmlformats.org/officeDocument/2006/relationships/slideLayout" Target="../slideLayouts/slideLayout165.xml"/><Relationship Id="rId26" Type="http://schemas.openxmlformats.org/officeDocument/2006/relationships/slideLayout" Target="../slideLayouts/slideLayout173.xml"/><Relationship Id="rId39" Type="http://schemas.openxmlformats.org/officeDocument/2006/relationships/slideLayout" Target="../slideLayouts/slideLayout186.xml"/><Relationship Id="rId21" Type="http://schemas.openxmlformats.org/officeDocument/2006/relationships/slideLayout" Target="../slideLayouts/slideLayout168.xml"/><Relationship Id="rId34" Type="http://schemas.openxmlformats.org/officeDocument/2006/relationships/slideLayout" Target="../slideLayouts/slideLayout181.xml"/><Relationship Id="rId42" Type="http://schemas.openxmlformats.org/officeDocument/2006/relationships/slideLayout" Target="../slideLayouts/slideLayout189.xml"/><Relationship Id="rId47" Type="http://schemas.openxmlformats.org/officeDocument/2006/relationships/slideLayout" Target="../slideLayouts/slideLayout194.xml"/><Relationship Id="rId50" Type="http://schemas.openxmlformats.org/officeDocument/2006/relationships/slideLayout" Target="../slideLayouts/slideLayout197.xml"/><Relationship Id="rId55" Type="http://schemas.openxmlformats.org/officeDocument/2006/relationships/slideLayout" Target="../slideLayouts/slideLayout202.xml"/><Relationship Id="rId7" Type="http://schemas.openxmlformats.org/officeDocument/2006/relationships/slideLayout" Target="../slideLayouts/slideLayout154.xml"/><Relationship Id="rId2" Type="http://schemas.openxmlformats.org/officeDocument/2006/relationships/slideLayout" Target="../slideLayouts/slideLayout149.xml"/><Relationship Id="rId16" Type="http://schemas.openxmlformats.org/officeDocument/2006/relationships/slideLayout" Target="../slideLayouts/slideLayout163.xml"/><Relationship Id="rId29" Type="http://schemas.openxmlformats.org/officeDocument/2006/relationships/slideLayout" Target="../slideLayouts/slideLayout176.xml"/><Relationship Id="rId11" Type="http://schemas.openxmlformats.org/officeDocument/2006/relationships/slideLayout" Target="../slideLayouts/slideLayout158.xml"/><Relationship Id="rId24" Type="http://schemas.openxmlformats.org/officeDocument/2006/relationships/slideLayout" Target="../slideLayouts/slideLayout171.xml"/><Relationship Id="rId32" Type="http://schemas.openxmlformats.org/officeDocument/2006/relationships/slideLayout" Target="../slideLayouts/slideLayout179.xml"/><Relationship Id="rId37" Type="http://schemas.openxmlformats.org/officeDocument/2006/relationships/slideLayout" Target="../slideLayouts/slideLayout184.xml"/><Relationship Id="rId40" Type="http://schemas.openxmlformats.org/officeDocument/2006/relationships/slideLayout" Target="../slideLayouts/slideLayout187.xml"/><Relationship Id="rId45" Type="http://schemas.openxmlformats.org/officeDocument/2006/relationships/slideLayout" Target="../slideLayouts/slideLayout192.xml"/><Relationship Id="rId53" Type="http://schemas.openxmlformats.org/officeDocument/2006/relationships/slideLayout" Target="../slideLayouts/slideLayout200.xml"/><Relationship Id="rId58" Type="http://schemas.openxmlformats.org/officeDocument/2006/relationships/theme" Target="../theme/theme7.xml"/><Relationship Id="rId5" Type="http://schemas.openxmlformats.org/officeDocument/2006/relationships/slideLayout" Target="../slideLayouts/slideLayout152.xml"/><Relationship Id="rId19" Type="http://schemas.openxmlformats.org/officeDocument/2006/relationships/slideLayout" Target="../slideLayouts/slideLayout166.xml"/><Relationship Id="rId4" Type="http://schemas.openxmlformats.org/officeDocument/2006/relationships/slideLayout" Target="../slideLayouts/slideLayout151.xml"/><Relationship Id="rId9" Type="http://schemas.openxmlformats.org/officeDocument/2006/relationships/slideLayout" Target="../slideLayouts/slideLayout156.xml"/><Relationship Id="rId14" Type="http://schemas.openxmlformats.org/officeDocument/2006/relationships/slideLayout" Target="../slideLayouts/slideLayout161.xml"/><Relationship Id="rId22" Type="http://schemas.openxmlformats.org/officeDocument/2006/relationships/slideLayout" Target="../slideLayouts/slideLayout169.xml"/><Relationship Id="rId27" Type="http://schemas.openxmlformats.org/officeDocument/2006/relationships/slideLayout" Target="../slideLayouts/slideLayout174.xml"/><Relationship Id="rId30" Type="http://schemas.openxmlformats.org/officeDocument/2006/relationships/slideLayout" Target="../slideLayouts/slideLayout177.xml"/><Relationship Id="rId35" Type="http://schemas.openxmlformats.org/officeDocument/2006/relationships/slideLayout" Target="../slideLayouts/slideLayout182.xml"/><Relationship Id="rId43" Type="http://schemas.openxmlformats.org/officeDocument/2006/relationships/slideLayout" Target="../slideLayouts/slideLayout190.xml"/><Relationship Id="rId48" Type="http://schemas.openxmlformats.org/officeDocument/2006/relationships/slideLayout" Target="../slideLayouts/slideLayout195.xml"/><Relationship Id="rId56" Type="http://schemas.openxmlformats.org/officeDocument/2006/relationships/slideLayout" Target="../slideLayouts/slideLayout203.xml"/><Relationship Id="rId8" Type="http://schemas.openxmlformats.org/officeDocument/2006/relationships/slideLayout" Target="../slideLayouts/slideLayout155.xml"/><Relationship Id="rId51" Type="http://schemas.openxmlformats.org/officeDocument/2006/relationships/slideLayout" Target="../slideLayouts/slideLayout198.xml"/><Relationship Id="rId3" Type="http://schemas.openxmlformats.org/officeDocument/2006/relationships/slideLayout" Target="../slideLayouts/slideLayout150.xml"/><Relationship Id="rId12" Type="http://schemas.openxmlformats.org/officeDocument/2006/relationships/slideLayout" Target="../slideLayouts/slideLayout159.xml"/><Relationship Id="rId17" Type="http://schemas.openxmlformats.org/officeDocument/2006/relationships/slideLayout" Target="../slideLayouts/slideLayout164.xml"/><Relationship Id="rId25" Type="http://schemas.openxmlformats.org/officeDocument/2006/relationships/slideLayout" Target="../slideLayouts/slideLayout172.xml"/><Relationship Id="rId33" Type="http://schemas.openxmlformats.org/officeDocument/2006/relationships/slideLayout" Target="../slideLayouts/slideLayout180.xml"/><Relationship Id="rId38" Type="http://schemas.openxmlformats.org/officeDocument/2006/relationships/slideLayout" Target="../slideLayouts/slideLayout185.xml"/><Relationship Id="rId46" Type="http://schemas.openxmlformats.org/officeDocument/2006/relationships/slideLayout" Target="../slideLayouts/slideLayout193.xml"/><Relationship Id="rId20" Type="http://schemas.openxmlformats.org/officeDocument/2006/relationships/slideLayout" Target="../slideLayouts/slideLayout167.xml"/><Relationship Id="rId41" Type="http://schemas.openxmlformats.org/officeDocument/2006/relationships/slideLayout" Target="../slideLayouts/slideLayout188.xml"/><Relationship Id="rId54" Type="http://schemas.openxmlformats.org/officeDocument/2006/relationships/slideLayout" Target="../slideLayouts/slideLayout201.xml"/><Relationship Id="rId1" Type="http://schemas.openxmlformats.org/officeDocument/2006/relationships/slideLayout" Target="../slideLayouts/slideLayout148.xml"/><Relationship Id="rId6" Type="http://schemas.openxmlformats.org/officeDocument/2006/relationships/slideLayout" Target="../slideLayouts/slideLayout153.xml"/><Relationship Id="rId15" Type="http://schemas.openxmlformats.org/officeDocument/2006/relationships/slideLayout" Target="../slideLayouts/slideLayout162.xml"/><Relationship Id="rId23" Type="http://schemas.openxmlformats.org/officeDocument/2006/relationships/slideLayout" Target="../slideLayouts/slideLayout170.xml"/><Relationship Id="rId28" Type="http://schemas.openxmlformats.org/officeDocument/2006/relationships/slideLayout" Target="../slideLayouts/slideLayout175.xml"/><Relationship Id="rId36" Type="http://schemas.openxmlformats.org/officeDocument/2006/relationships/slideLayout" Target="../slideLayouts/slideLayout183.xml"/><Relationship Id="rId49" Type="http://schemas.openxmlformats.org/officeDocument/2006/relationships/slideLayout" Target="../slideLayouts/slideLayout196.xml"/><Relationship Id="rId57" Type="http://schemas.openxmlformats.org/officeDocument/2006/relationships/slideLayout" Target="../slideLayouts/slideLayout204.xml"/><Relationship Id="rId10" Type="http://schemas.openxmlformats.org/officeDocument/2006/relationships/slideLayout" Target="../slideLayouts/slideLayout157.xml"/><Relationship Id="rId31" Type="http://schemas.openxmlformats.org/officeDocument/2006/relationships/slideLayout" Target="../slideLayouts/slideLayout178.xml"/><Relationship Id="rId44" Type="http://schemas.openxmlformats.org/officeDocument/2006/relationships/slideLayout" Target="../slideLayouts/slideLayout191.xml"/><Relationship Id="rId52" Type="http://schemas.openxmlformats.org/officeDocument/2006/relationships/slideLayout" Target="../slideLayouts/slideLayout199.xml"/></Relationships>
</file>

<file path=ppt/slideMasters/_rels/slideMaster8.xml.rels><?xml version="1.0" encoding="UTF-8" standalone="yes"?>
<Relationships xmlns="http://schemas.openxmlformats.org/package/2006/relationships"><Relationship Id="rId13" Type="http://schemas.openxmlformats.org/officeDocument/2006/relationships/slideLayout" Target="../slideLayouts/slideLayout217.xml"/><Relationship Id="rId18" Type="http://schemas.openxmlformats.org/officeDocument/2006/relationships/slideLayout" Target="../slideLayouts/slideLayout222.xml"/><Relationship Id="rId26" Type="http://schemas.openxmlformats.org/officeDocument/2006/relationships/slideLayout" Target="../slideLayouts/slideLayout230.xml"/><Relationship Id="rId39" Type="http://schemas.openxmlformats.org/officeDocument/2006/relationships/slideLayout" Target="../slideLayouts/slideLayout243.xml"/><Relationship Id="rId21" Type="http://schemas.openxmlformats.org/officeDocument/2006/relationships/slideLayout" Target="../slideLayouts/slideLayout225.xml"/><Relationship Id="rId34" Type="http://schemas.openxmlformats.org/officeDocument/2006/relationships/slideLayout" Target="../slideLayouts/slideLayout238.xml"/><Relationship Id="rId42" Type="http://schemas.openxmlformats.org/officeDocument/2006/relationships/slideLayout" Target="../slideLayouts/slideLayout246.xml"/><Relationship Id="rId47" Type="http://schemas.openxmlformats.org/officeDocument/2006/relationships/slideLayout" Target="../slideLayouts/slideLayout251.xml"/><Relationship Id="rId50" Type="http://schemas.openxmlformats.org/officeDocument/2006/relationships/theme" Target="../theme/theme8.xml"/><Relationship Id="rId7" Type="http://schemas.openxmlformats.org/officeDocument/2006/relationships/slideLayout" Target="../slideLayouts/slideLayout211.xml"/><Relationship Id="rId2" Type="http://schemas.openxmlformats.org/officeDocument/2006/relationships/slideLayout" Target="../slideLayouts/slideLayout206.xml"/><Relationship Id="rId16" Type="http://schemas.openxmlformats.org/officeDocument/2006/relationships/slideLayout" Target="../slideLayouts/slideLayout220.xml"/><Relationship Id="rId29" Type="http://schemas.openxmlformats.org/officeDocument/2006/relationships/slideLayout" Target="../slideLayouts/slideLayout233.xml"/><Relationship Id="rId11" Type="http://schemas.openxmlformats.org/officeDocument/2006/relationships/slideLayout" Target="../slideLayouts/slideLayout215.xml"/><Relationship Id="rId24" Type="http://schemas.openxmlformats.org/officeDocument/2006/relationships/slideLayout" Target="../slideLayouts/slideLayout228.xml"/><Relationship Id="rId32" Type="http://schemas.openxmlformats.org/officeDocument/2006/relationships/slideLayout" Target="../slideLayouts/slideLayout236.xml"/><Relationship Id="rId37" Type="http://schemas.openxmlformats.org/officeDocument/2006/relationships/slideLayout" Target="../slideLayouts/slideLayout241.xml"/><Relationship Id="rId40" Type="http://schemas.openxmlformats.org/officeDocument/2006/relationships/slideLayout" Target="../slideLayouts/slideLayout244.xml"/><Relationship Id="rId45" Type="http://schemas.openxmlformats.org/officeDocument/2006/relationships/slideLayout" Target="../slideLayouts/slideLayout249.xml"/><Relationship Id="rId5" Type="http://schemas.openxmlformats.org/officeDocument/2006/relationships/slideLayout" Target="../slideLayouts/slideLayout209.xml"/><Relationship Id="rId15" Type="http://schemas.openxmlformats.org/officeDocument/2006/relationships/slideLayout" Target="../slideLayouts/slideLayout219.xml"/><Relationship Id="rId23" Type="http://schemas.openxmlformats.org/officeDocument/2006/relationships/slideLayout" Target="../slideLayouts/slideLayout227.xml"/><Relationship Id="rId28" Type="http://schemas.openxmlformats.org/officeDocument/2006/relationships/slideLayout" Target="../slideLayouts/slideLayout232.xml"/><Relationship Id="rId36" Type="http://schemas.openxmlformats.org/officeDocument/2006/relationships/slideLayout" Target="../slideLayouts/slideLayout240.xml"/><Relationship Id="rId49" Type="http://schemas.openxmlformats.org/officeDocument/2006/relationships/slideLayout" Target="../slideLayouts/slideLayout253.xml"/><Relationship Id="rId10" Type="http://schemas.openxmlformats.org/officeDocument/2006/relationships/slideLayout" Target="../slideLayouts/slideLayout214.xml"/><Relationship Id="rId19" Type="http://schemas.openxmlformats.org/officeDocument/2006/relationships/slideLayout" Target="../slideLayouts/slideLayout223.xml"/><Relationship Id="rId31" Type="http://schemas.openxmlformats.org/officeDocument/2006/relationships/slideLayout" Target="../slideLayouts/slideLayout235.xml"/><Relationship Id="rId44" Type="http://schemas.openxmlformats.org/officeDocument/2006/relationships/slideLayout" Target="../slideLayouts/slideLayout248.xml"/><Relationship Id="rId4" Type="http://schemas.openxmlformats.org/officeDocument/2006/relationships/slideLayout" Target="../slideLayouts/slideLayout208.xml"/><Relationship Id="rId9" Type="http://schemas.openxmlformats.org/officeDocument/2006/relationships/slideLayout" Target="../slideLayouts/slideLayout213.xml"/><Relationship Id="rId14" Type="http://schemas.openxmlformats.org/officeDocument/2006/relationships/slideLayout" Target="../slideLayouts/slideLayout218.xml"/><Relationship Id="rId22" Type="http://schemas.openxmlformats.org/officeDocument/2006/relationships/slideLayout" Target="../slideLayouts/slideLayout226.xml"/><Relationship Id="rId27" Type="http://schemas.openxmlformats.org/officeDocument/2006/relationships/slideLayout" Target="../slideLayouts/slideLayout231.xml"/><Relationship Id="rId30" Type="http://schemas.openxmlformats.org/officeDocument/2006/relationships/slideLayout" Target="../slideLayouts/slideLayout234.xml"/><Relationship Id="rId35" Type="http://schemas.openxmlformats.org/officeDocument/2006/relationships/slideLayout" Target="../slideLayouts/slideLayout239.xml"/><Relationship Id="rId43" Type="http://schemas.openxmlformats.org/officeDocument/2006/relationships/slideLayout" Target="../slideLayouts/slideLayout247.xml"/><Relationship Id="rId48" Type="http://schemas.openxmlformats.org/officeDocument/2006/relationships/slideLayout" Target="../slideLayouts/slideLayout252.xml"/><Relationship Id="rId8" Type="http://schemas.openxmlformats.org/officeDocument/2006/relationships/slideLayout" Target="../slideLayouts/slideLayout212.xml"/><Relationship Id="rId3" Type="http://schemas.openxmlformats.org/officeDocument/2006/relationships/slideLayout" Target="../slideLayouts/slideLayout207.xml"/><Relationship Id="rId12" Type="http://schemas.openxmlformats.org/officeDocument/2006/relationships/slideLayout" Target="../slideLayouts/slideLayout216.xml"/><Relationship Id="rId17" Type="http://schemas.openxmlformats.org/officeDocument/2006/relationships/slideLayout" Target="../slideLayouts/slideLayout221.xml"/><Relationship Id="rId25" Type="http://schemas.openxmlformats.org/officeDocument/2006/relationships/slideLayout" Target="../slideLayouts/slideLayout229.xml"/><Relationship Id="rId33" Type="http://schemas.openxmlformats.org/officeDocument/2006/relationships/slideLayout" Target="../slideLayouts/slideLayout237.xml"/><Relationship Id="rId38" Type="http://schemas.openxmlformats.org/officeDocument/2006/relationships/slideLayout" Target="../slideLayouts/slideLayout242.xml"/><Relationship Id="rId46" Type="http://schemas.openxmlformats.org/officeDocument/2006/relationships/slideLayout" Target="../slideLayouts/slideLayout250.xml"/><Relationship Id="rId20" Type="http://schemas.openxmlformats.org/officeDocument/2006/relationships/slideLayout" Target="../slideLayouts/slideLayout224.xml"/><Relationship Id="rId41" Type="http://schemas.openxmlformats.org/officeDocument/2006/relationships/slideLayout" Target="../slideLayouts/slideLayout245.xml"/><Relationship Id="rId1" Type="http://schemas.openxmlformats.org/officeDocument/2006/relationships/slideLayout" Target="../slideLayouts/slideLayout205.xml"/><Relationship Id="rId6" Type="http://schemas.openxmlformats.org/officeDocument/2006/relationships/slideLayout" Target="../slideLayouts/slideLayout21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29112718"/>
      </p:ext>
    </p:extLst>
  </p:cSld>
  <p:clrMap bg1="dk1" tx1="lt1" bg2="dk2" tx2="lt2" accent1="accent1" accent2="accent2" accent3="accent3" accent4="accent4" accent5="accent5" accent6="accent6" hlink="hlink" folHlink="folHlink"/>
  <p:sldLayoutIdLst>
    <p:sldLayoutId id="2147483722" r:id="rId1"/>
    <p:sldLayoutId id="2147483735" r:id="rId2"/>
    <p:sldLayoutId id="2147483723" r:id="rId3"/>
    <p:sldLayoutId id="2147483751" r:id="rId4"/>
    <p:sldLayoutId id="2147483724" r:id="rId5"/>
    <p:sldLayoutId id="2147483725" r:id="rId6"/>
  </p:sldLayoutIdLst>
  <p:hf hdr="0" ftr="0" dt="0"/>
  <p:txStyles>
    <p:titleStyle>
      <a:lvl1pPr algn="l" rtl="0" eaLnBrk="1" fontAlgn="base" hangingPunct="1">
        <a:lnSpc>
          <a:spcPct val="90000"/>
        </a:lnSpc>
        <a:spcBef>
          <a:spcPct val="0"/>
        </a:spcBef>
        <a:spcAft>
          <a:spcPct val="0"/>
        </a:spcAft>
        <a:defRPr sz="3200" b="0">
          <a:solidFill>
            <a:schemeClr val="tx1"/>
          </a:solidFill>
          <a:latin typeface="IBM Plex Sans" charset="0"/>
          <a:ea typeface="IBM Plex Sans" charset="0"/>
          <a:cs typeface="IBM Plex Sans" charset="0"/>
        </a:defRPr>
      </a:lvl1pPr>
      <a:lvl2pPr algn="l" rtl="0" eaLnBrk="1" fontAlgn="base" hangingPunct="1">
        <a:lnSpc>
          <a:spcPct val="90000"/>
        </a:lnSpc>
        <a:spcBef>
          <a:spcPct val="0"/>
        </a:spcBef>
        <a:spcAft>
          <a:spcPct val="0"/>
        </a:spcAft>
        <a:defRPr sz="2960">
          <a:solidFill>
            <a:srgbClr val="191919"/>
          </a:solidFill>
          <a:latin typeface="HelvNeue Light for IBM" pitchFamily="34" charset="0"/>
        </a:defRPr>
      </a:lvl2pPr>
      <a:lvl3pPr algn="l" rtl="0" eaLnBrk="1" fontAlgn="base" hangingPunct="1">
        <a:lnSpc>
          <a:spcPct val="90000"/>
        </a:lnSpc>
        <a:spcBef>
          <a:spcPct val="0"/>
        </a:spcBef>
        <a:spcAft>
          <a:spcPct val="0"/>
        </a:spcAft>
        <a:defRPr sz="2960">
          <a:solidFill>
            <a:srgbClr val="191919"/>
          </a:solidFill>
          <a:latin typeface="HelvNeue Light for IBM" pitchFamily="34" charset="0"/>
        </a:defRPr>
      </a:lvl3pPr>
      <a:lvl4pPr algn="l" rtl="0" eaLnBrk="1" fontAlgn="base" hangingPunct="1">
        <a:lnSpc>
          <a:spcPct val="90000"/>
        </a:lnSpc>
        <a:spcBef>
          <a:spcPct val="0"/>
        </a:spcBef>
        <a:spcAft>
          <a:spcPct val="0"/>
        </a:spcAft>
        <a:defRPr sz="2960">
          <a:solidFill>
            <a:srgbClr val="191919"/>
          </a:solidFill>
          <a:latin typeface="HelvNeue Light for IBM" pitchFamily="34" charset="0"/>
        </a:defRPr>
      </a:lvl4pPr>
      <a:lvl5pPr algn="l" rtl="0" eaLnBrk="1" fontAlgn="base" hangingPunct="1">
        <a:lnSpc>
          <a:spcPct val="90000"/>
        </a:lnSpc>
        <a:spcBef>
          <a:spcPct val="0"/>
        </a:spcBef>
        <a:spcAft>
          <a:spcPct val="0"/>
        </a:spcAft>
        <a:defRPr sz="2960">
          <a:solidFill>
            <a:srgbClr val="191919"/>
          </a:solidFill>
          <a:latin typeface="HelvNeue Light for IBM" pitchFamily="34" charset="0"/>
        </a:defRPr>
      </a:lvl5pPr>
      <a:lvl6pPr marL="483395" algn="l" rtl="0" eaLnBrk="1" fontAlgn="base" hangingPunct="1">
        <a:lnSpc>
          <a:spcPct val="90000"/>
        </a:lnSpc>
        <a:spcBef>
          <a:spcPct val="0"/>
        </a:spcBef>
        <a:spcAft>
          <a:spcPct val="0"/>
        </a:spcAft>
        <a:defRPr sz="2960">
          <a:solidFill>
            <a:srgbClr val="191919"/>
          </a:solidFill>
          <a:latin typeface="HelvNeue Light for IBM" pitchFamily="34" charset="0"/>
        </a:defRPr>
      </a:lvl6pPr>
      <a:lvl7pPr marL="966792" algn="l" rtl="0" eaLnBrk="1" fontAlgn="base" hangingPunct="1">
        <a:lnSpc>
          <a:spcPct val="90000"/>
        </a:lnSpc>
        <a:spcBef>
          <a:spcPct val="0"/>
        </a:spcBef>
        <a:spcAft>
          <a:spcPct val="0"/>
        </a:spcAft>
        <a:defRPr sz="2960">
          <a:solidFill>
            <a:srgbClr val="191919"/>
          </a:solidFill>
          <a:latin typeface="HelvNeue Light for IBM" pitchFamily="34" charset="0"/>
        </a:defRPr>
      </a:lvl7pPr>
      <a:lvl8pPr marL="1450185" algn="l" rtl="0" eaLnBrk="1" fontAlgn="base" hangingPunct="1">
        <a:lnSpc>
          <a:spcPct val="90000"/>
        </a:lnSpc>
        <a:spcBef>
          <a:spcPct val="0"/>
        </a:spcBef>
        <a:spcAft>
          <a:spcPct val="0"/>
        </a:spcAft>
        <a:defRPr sz="2960">
          <a:solidFill>
            <a:srgbClr val="191919"/>
          </a:solidFill>
          <a:latin typeface="HelvNeue Light for IBM" pitchFamily="34" charset="0"/>
        </a:defRPr>
      </a:lvl8pPr>
      <a:lvl9pPr marL="1933581" algn="l" rtl="0" eaLnBrk="1" fontAlgn="base" hangingPunct="1">
        <a:lnSpc>
          <a:spcPct val="90000"/>
        </a:lnSpc>
        <a:spcBef>
          <a:spcPct val="0"/>
        </a:spcBef>
        <a:spcAft>
          <a:spcPct val="0"/>
        </a:spcAft>
        <a:defRPr sz="2960">
          <a:solidFill>
            <a:srgbClr val="191919"/>
          </a:solidFill>
          <a:latin typeface="HelvNeue Light for IBM" pitchFamily="34" charset="0"/>
        </a:defRPr>
      </a:lvl9pPr>
    </p:titleStyle>
    <p:bodyStyle>
      <a:lvl1pPr marL="0" indent="0" algn="l" rtl="0" eaLnBrk="1" fontAlgn="base" hangingPunct="1">
        <a:lnSpc>
          <a:spcPct val="100000"/>
        </a:lnSpc>
        <a:spcBef>
          <a:spcPts val="1467"/>
        </a:spcBef>
        <a:spcAft>
          <a:spcPct val="0"/>
        </a:spcAft>
        <a:buClr>
          <a:schemeClr val="tx1"/>
        </a:buClr>
        <a:buSzPct val="90000"/>
        <a:buFont typeface="Wingdings" pitchFamily="2" charset="2"/>
        <a:buNone/>
        <a:defRPr sz="1867">
          <a:solidFill>
            <a:schemeClr val="tx1"/>
          </a:solidFill>
          <a:latin typeface="IBM Plex Sans" charset="0"/>
          <a:ea typeface="IBM Plex Sans" charset="0"/>
          <a:cs typeface="IBM Plex Sans" charset="0"/>
        </a:defRPr>
      </a:lvl1pPr>
      <a:lvl2pPr marL="228589" indent="-228589" algn="l" rtl="0" eaLnBrk="1" fontAlgn="base" hangingPunct="1">
        <a:lnSpc>
          <a:spcPct val="100000"/>
        </a:lnSpc>
        <a:spcBef>
          <a:spcPts val="1467"/>
        </a:spcBef>
        <a:spcAft>
          <a:spcPct val="0"/>
        </a:spcAft>
        <a:buClr>
          <a:schemeClr val="tx1"/>
        </a:buClr>
        <a:buSzPct val="100000"/>
        <a:buFont typeface=".AppleSystemUIFont" charset="-120"/>
        <a:buChar char="–"/>
        <a:tabLst/>
        <a:defRPr sz="1867">
          <a:solidFill>
            <a:schemeClr val="tx1"/>
          </a:solidFill>
          <a:latin typeface="IBM Plex Sans" charset="0"/>
          <a:ea typeface="IBM Plex Sans" charset="0"/>
          <a:cs typeface="IBM Plex Sans" charset="0"/>
        </a:defRPr>
      </a:lvl2pPr>
      <a:lvl3pPr marL="457178" indent="-188374" algn="l" rtl="0" eaLnBrk="1" fontAlgn="base" hangingPunct="1">
        <a:lnSpc>
          <a:spcPct val="100000"/>
        </a:lnSpc>
        <a:spcBef>
          <a:spcPts val="1467"/>
        </a:spcBef>
        <a:spcAft>
          <a:spcPct val="0"/>
        </a:spcAft>
        <a:buClr>
          <a:schemeClr val="tx1"/>
        </a:buClr>
        <a:buSzPct val="100000"/>
        <a:buFont typeface="Arial" panose="020B0604020202020204" pitchFamily="34" charset="0"/>
        <a:buChar char="•"/>
        <a:tabLst/>
        <a:defRPr sz="1867">
          <a:solidFill>
            <a:schemeClr val="tx1"/>
          </a:solidFill>
          <a:latin typeface="IBM Plex Sans" charset="0"/>
          <a:ea typeface="IBM Plex Sans" charset="0"/>
          <a:cs typeface="IBM Plex Sans" charset="0"/>
        </a:defRPr>
      </a:lvl3pPr>
      <a:lvl4pPr marL="838158" indent="-258220" algn="l" rtl="0" eaLnBrk="1" fontAlgn="base" hangingPunct="1">
        <a:lnSpc>
          <a:spcPct val="100000"/>
        </a:lnSpc>
        <a:spcBef>
          <a:spcPts val="1467"/>
        </a:spcBef>
        <a:spcAft>
          <a:spcPct val="0"/>
        </a:spcAft>
        <a:buClr>
          <a:schemeClr val="tx1"/>
        </a:buClr>
        <a:buSzPct val="100000"/>
        <a:buFont typeface=".AppleSystemUIFont" charset="-120"/>
        <a:buChar char="–"/>
        <a:tabLst/>
        <a:defRPr sz="1867" baseline="0">
          <a:solidFill>
            <a:schemeClr val="tx1"/>
          </a:solidFill>
          <a:latin typeface="IBM Plex Sans" charset="0"/>
          <a:ea typeface="IBM Plex Sans" charset="0"/>
          <a:cs typeface="IBM Plex Sans" charset="0"/>
        </a:defRPr>
      </a:lvl4pPr>
      <a:lvl5pPr marL="1070980" indent="-228589" algn="l" rtl="0" eaLnBrk="1" fontAlgn="base" hangingPunct="1">
        <a:lnSpc>
          <a:spcPct val="100000"/>
        </a:lnSpc>
        <a:spcBef>
          <a:spcPts val="1467"/>
        </a:spcBef>
        <a:spcAft>
          <a:spcPct val="0"/>
        </a:spcAft>
        <a:buClr>
          <a:schemeClr val="tx1"/>
        </a:buClr>
        <a:buFont typeface=".AppleSystemUIFont" charset="-120"/>
        <a:buChar char="»"/>
        <a:tabLst/>
        <a:defRPr sz="1867">
          <a:solidFill>
            <a:schemeClr val="tx1"/>
          </a:solidFill>
          <a:latin typeface="IBM Plex Sans" charset="0"/>
          <a:ea typeface="IBM Plex Sans" charset="0"/>
          <a:cs typeface="IBM Plex Sans" charset="0"/>
        </a:defRPr>
      </a:lvl5pPr>
      <a:lvl6pPr marL="2111497" indent="-172882" algn="l" rtl="0" eaLnBrk="1" fontAlgn="base" hangingPunct="1">
        <a:spcBef>
          <a:spcPct val="20000"/>
        </a:spcBef>
        <a:spcAft>
          <a:spcPct val="0"/>
        </a:spcAft>
        <a:buClr>
          <a:schemeClr val="bg1"/>
        </a:buClr>
        <a:buChar char="»"/>
        <a:defRPr sz="1692">
          <a:solidFill>
            <a:schemeClr val="bg1"/>
          </a:solidFill>
          <a:latin typeface="Arial" charset="0"/>
        </a:defRPr>
      </a:lvl6pPr>
      <a:lvl7pPr marL="2594891" indent="-172882" algn="l" rtl="0" eaLnBrk="1" fontAlgn="base" hangingPunct="1">
        <a:spcBef>
          <a:spcPct val="20000"/>
        </a:spcBef>
        <a:spcAft>
          <a:spcPct val="0"/>
        </a:spcAft>
        <a:buClr>
          <a:schemeClr val="bg1"/>
        </a:buClr>
        <a:buChar char="»"/>
        <a:defRPr sz="1692">
          <a:solidFill>
            <a:schemeClr val="bg1"/>
          </a:solidFill>
          <a:latin typeface="Arial" charset="0"/>
        </a:defRPr>
      </a:lvl7pPr>
      <a:lvl8pPr marL="3078287" indent="-172882" algn="l" rtl="0" eaLnBrk="1" fontAlgn="base" hangingPunct="1">
        <a:spcBef>
          <a:spcPct val="20000"/>
        </a:spcBef>
        <a:spcAft>
          <a:spcPct val="0"/>
        </a:spcAft>
        <a:buClr>
          <a:schemeClr val="bg1"/>
        </a:buClr>
        <a:buChar char="»"/>
        <a:defRPr sz="1692">
          <a:solidFill>
            <a:schemeClr val="bg1"/>
          </a:solidFill>
          <a:latin typeface="Arial" charset="0"/>
        </a:defRPr>
      </a:lvl8pPr>
      <a:lvl9pPr marL="3561683" indent="-172882" algn="l" rtl="0" eaLnBrk="1" fontAlgn="base" hangingPunct="1">
        <a:spcBef>
          <a:spcPct val="20000"/>
        </a:spcBef>
        <a:spcAft>
          <a:spcPct val="0"/>
        </a:spcAft>
        <a:buClr>
          <a:schemeClr val="bg1"/>
        </a:buClr>
        <a:buChar char="»"/>
        <a:defRPr sz="1692">
          <a:solidFill>
            <a:schemeClr val="bg1"/>
          </a:solidFill>
          <a:latin typeface="Arial" charset="0"/>
        </a:defRPr>
      </a:lvl9pPr>
    </p:bodyStyle>
    <p:otherStyle>
      <a:defPPr>
        <a:defRPr lang="en-US"/>
      </a:defPPr>
      <a:lvl1pPr marL="0" algn="l" defTabSz="966792" rtl="0" eaLnBrk="1" latinLnBrk="0" hangingPunct="1">
        <a:defRPr sz="1904" kern="1200">
          <a:solidFill>
            <a:schemeClr val="tx1"/>
          </a:solidFill>
          <a:latin typeface="+mn-lt"/>
          <a:ea typeface="+mn-ea"/>
          <a:cs typeface="+mn-cs"/>
        </a:defRPr>
      </a:lvl1pPr>
      <a:lvl2pPr marL="483395" algn="l" defTabSz="966792" rtl="0" eaLnBrk="1" latinLnBrk="0" hangingPunct="1">
        <a:defRPr sz="1904" kern="1200">
          <a:solidFill>
            <a:schemeClr val="tx1"/>
          </a:solidFill>
          <a:latin typeface="+mn-lt"/>
          <a:ea typeface="+mn-ea"/>
          <a:cs typeface="+mn-cs"/>
        </a:defRPr>
      </a:lvl2pPr>
      <a:lvl3pPr marL="966792" algn="l" defTabSz="966792" rtl="0" eaLnBrk="1" latinLnBrk="0" hangingPunct="1">
        <a:defRPr sz="1904" kern="1200">
          <a:solidFill>
            <a:schemeClr val="tx1"/>
          </a:solidFill>
          <a:latin typeface="+mn-lt"/>
          <a:ea typeface="+mn-ea"/>
          <a:cs typeface="+mn-cs"/>
        </a:defRPr>
      </a:lvl3pPr>
      <a:lvl4pPr marL="1450185" algn="l" defTabSz="966792" rtl="0" eaLnBrk="1" latinLnBrk="0" hangingPunct="1">
        <a:defRPr sz="1904" kern="1200">
          <a:solidFill>
            <a:schemeClr val="tx1"/>
          </a:solidFill>
          <a:latin typeface="+mn-lt"/>
          <a:ea typeface="+mn-ea"/>
          <a:cs typeface="+mn-cs"/>
        </a:defRPr>
      </a:lvl4pPr>
      <a:lvl5pPr marL="1933581" algn="l" defTabSz="966792" rtl="0" eaLnBrk="1" latinLnBrk="0" hangingPunct="1">
        <a:defRPr sz="1904" kern="1200">
          <a:solidFill>
            <a:schemeClr val="tx1"/>
          </a:solidFill>
          <a:latin typeface="+mn-lt"/>
          <a:ea typeface="+mn-ea"/>
          <a:cs typeface="+mn-cs"/>
        </a:defRPr>
      </a:lvl5pPr>
      <a:lvl6pPr marL="2416977" algn="l" defTabSz="966792" rtl="0" eaLnBrk="1" latinLnBrk="0" hangingPunct="1">
        <a:defRPr sz="1904" kern="1200">
          <a:solidFill>
            <a:schemeClr val="tx1"/>
          </a:solidFill>
          <a:latin typeface="+mn-lt"/>
          <a:ea typeface="+mn-ea"/>
          <a:cs typeface="+mn-cs"/>
        </a:defRPr>
      </a:lvl6pPr>
      <a:lvl7pPr marL="2900370" algn="l" defTabSz="966792" rtl="0" eaLnBrk="1" latinLnBrk="0" hangingPunct="1">
        <a:defRPr sz="1904" kern="1200">
          <a:solidFill>
            <a:schemeClr val="tx1"/>
          </a:solidFill>
          <a:latin typeface="+mn-lt"/>
          <a:ea typeface="+mn-ea"/>
          <a:cs typeface="+mn-cs"/>
        </a:defRPr>
      </a:lvl7pPr>
      <a:lvl8pPr marL="3383766" algn="l" defTabSz="966792" rtl="0" eaLnBrk="1" latinLnBrk="0" hangingPunct="1">
        <a:defRPr sz="1904" kern="1200">
          <a:solidFill>
            <a:schemeClr val="tx1"/>
          </a:solidFill>
          <a:latin typeface="+mn-lt"/>
          <a:ea typeface="+mn-ea"/>
          <a:cs typeface="+mn-cs"/>
        </a:defRPr>
      </a:lvl8pPr>
      <a:lvl9pPr marL="3867162" algn="l" defTabSz="966792" rtl="0" eaLnBrk="1" latinLnBrk="0" hangingPunct="1">
        <a:defRPr sz="1904"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00">
          <p15:clr>
            <a:srgbClr val="A4A3A4"/>
          </p15:clr>
        </p15:guide>
        <p15:guide id="2" pos="192">
          <p15:clr>
            <a:srgbClr val="A4A3A4"/>
          </p15:clr>
        </p15:guide>
        <p15:guide id="3" pos="7488">
          <p15:clr>
            <a:srgbClr val="A4A3A4"/>
          </p15:clr>
        </p15:guide>
        <p15:guide id="4" orient="horz" pos="3776">
          <p15:clr>
            <a:srgbClr val="A4A3A4"/>
          </p15:clr>
        </p15:guide>
        <p15:guide id="5" orient="horz" pos="4117">
          <p15:clr>
            <a:srgbClr val="A4A3A4"/>
          </p15:clr>
        </p15:guide>
        <p15:guide id="6" pos="3840">
          <p15:clr>
            <a:srgbClr val="A4A3A4"/>
          </p15:clr>
        </p15:guide>
        <p15:guide id="7" pos="3648">
          <p15:clr>
            <a:srgbClr val="A4A3A4"/>
          </p15:clr>
        </p15:guide>
        <p15:guide id="8" pos="1920">
          <p15:clr>
            <a:srgbClr val="A4A3A4"/>
          </p15:clr>
        </p15:guide>
        <p15:guide id="9" pos="4032">
          <p15:clr>
            <a:srgbClr val="A4A3A4"/>
          </p15:clr>
        </p15:guide>
        <p15:guide id="10" pos="1728">
          <p15:clr>
            <a:srgbClr val="A4A3A4"/>
          </p15:clr>
        </p15:guide>
        <p15:guide id="11" pos="2112">
          <p15:clr>
            <a:srgbClr val="A4A3A4"/>
          </p15:clr>
        </p15:guide>
        <p15:guide id="12" pos="5760">
          <p15:clr>
            <a:srgbClr val="A4A3A4"/>
          </p15:clr>
        </p15:guide>
        <p15:guide id="13" pos="5568">
          <p15:clr>
            <a:srgbClr val="A4A3A4"/>
          </p15:clr>
        </p15:guide>
        <p15:guide id="14" pos="5952">
          <p15:clr>
            <a:srgbClr val="A4A3A4"/>
          </p15:clr>
        </p15:guide>
        <p15:guide id="15" orient="horz" pos="549">
          <p15:clr>
            <a:srgbClr val="A4A3A4"/>
          </p15:clr>
        </p15:guide>
        <p15:guide id="17" orient="horz" pos="1083">
          <p15:clr>
            <a:srgbClr val="A4A3A4"/>
          </p15:clr>
        </p15:guide>
        <p15:guide id="18" orient="horz" pos="2160">
          <p15:clr>
            <a:srgbClr val="A4A3A4"/>
          </p15:clr>
        </p15:guide>
        <p15:guide id="19" orient="horz" pos="1621">
          <p15:clr>
            <a:srgbClr val="A4A3A4"/>
          </p15:clr>
        </p15:guide>
        <p15:guide id="20" orient="horz" pos="2696">
          <p15:clr>
            <a:srgbClr val="A4A3A4"/>
          </p15:clr>
        </p15:guide>
        <p15:guide id="21" orient="horz" pos="3232">
          <p15:clr>
            <a:srgbClr val="A4A3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88026367"/>
      </p:ext>
    </p:extLst>
  </p:cSld>
  <p:clrMap bg1="dk1" tx1="lt1" bg2="dk2" tx2="lt2" accent1="accent1" accent2="accent2" accent3="accent3" accent4="accent4" accent5="accent5" accent6="accent6" hlink="hlink" folHlink="folHlink"/>
  <p:sldLayoutIdLst>
    <p:sldLayoutId id="2147483740" r:id="rId1"/>
    <p:sldLayoutId id="2147483718" r:id="rId2"/>
    <p:sldLayoutId id="2147483752" r:id="rId3"/>
    <p:sldLayoutId id="2147483719" r:id="rId4"/>
    <p:sldLayoutId id="2147483720" r:id="rId5"/>
  </p:sldLayoutIdLst>
  <p:hf hdr="0" ftr="0" dt="0"/>
  <p:txStyles>
    <p:titleStyle>
      <a:lvl1pPr algn="l" rtl="0" eaLnBrk="1" fontAlgn="base" hangingPunct="1">
        <a:lnSpc>
          <a:spcPct val="90000"/>
        </a:lnSpc>
        <a:spcBef>
          <a:spcPct val="0"/>
        </a:spcBef>
        <a:spcAft>
          <a:spcPct val="0"/>
        </a:spcAft>
        <a:defRPr sz="3200" b="0">
          <a:solidFill>
            <a:schemeClr val="tx1"/>
          </a:solidFill>
          <a:latin typeface="IBM Plex Sans" charset="0"/>
          <a:ea typeface="IBM Plex Sans" charset="0"/>
          <a:cs typeface="IBM Plex Sans" charset="0"/>
        </a:defRPr>
      </a:lvl1pPr>
      <a:lvl2pPr algn="l" rtl="0" eaLnBrk="1" fontAlgn="base" hangingPunct="1">
        <a:lnSpc>
          <a:spcPct val="90000"/>
        </a:lnSpc>
        <a:spcBef>
          <a:spcPct val="0"/>
        </a:spcBef>
        <a:spcAft>
          <a:spcPct val="0"/>
        </a:spcAft>
        <a:defRPr sz="2960">
          <a:solidFill>
            <a:srgbClr val="191919"/>
          </a:solidFill>
          <a:latin typeface="HelvNeue Light for IBM" pitchFamily="34" charset="0"/>
        </a:defRPr>
      </a:lvl2pPr>
      <a:lvl3pPr algn="l" rtl="0" eaLnBrk="1" fontAlgn="base" hangingPunct="1">
        <a:lnSpc>
          <a:spcPct val="90000"/>
        </a:lnSpc>
        <a:spcBef>
          <a:spcPct val="0"/>
        </a:spcBef>
        <a:spcAft>
          <a:spcPct val="0"/>
        </a:spcAft>
        <a:defRPr sz="2960">
          <a:solidFill>
            <a:srgbClr val="191919"/>
          </a:solidFill>
          <a:latin typeface="HelvNeue Light for IBM" pitchFamily="34" charset="0"/>
        </a:defRPr>
      </a:lvl3pPr>
      <a:lvl4pPr algn="l" rtl="0" eaLnBrk="1" fontAlgn="base" hangingPunct="1">
        <a:lnSpc>
          <a:spcPct val="90000"/>
        </a:lnSpc>
        <a:spcBef>
          <a:spcPct val="0"/>
        </a:spcBef>
        <a:spcAft>
          <a:spcPct val="0"/>
        </a:spcAft>
        <a:defRPr sz="2960">
          <a:solidFill>
            <a:srgbClr val="191919"/>
          </a:solidFill>
          <a:latin typeface="HelvNeue Light for IBM" pitchFamily="34" charset="0"/>
        </a:defRPr>
      </a:lvl4pPr>
      <a:lvl5pPr algn="l" rtl="0" eaLnBrk="1" fontAlgn="base" hangingPunct="1">
        <a:lnSpc>
          <a:spcPct val="90000"/>
        </a:lnSpc>
        <a:spcBef>
          <a:spcPct val="0"/>
        </a:spcBef>
        <a:spcAft>
          <a:spcPct val="0"/>
        </a:spcAft>
        <a:defRPr sz="2960">
          <a:solidFill>
            <a:srgbClr val="191919"/>
          </a:solidFill>
          <a:latin typeface="HelvNeue Light for IBM" pitchFamily="34" charset="0"/>
        </a:defRPr>
      </a:lvl5pPr>
      <a:lvl6pPr marL="483395" algn="l" rtl="0" eaLnBrk="1" fontAlgn="base" hangingPunct="1">
        <a:lnSpc>
          <a:spcPct val="90000"/>
        </a:lnSpc>
        <a:spcBef>
          <a:spcPct val="0"/>
        </a:spcBef>
        <a:spcAft>
          <a:spcPct val="0"/>
        </a:spcAft>
        <a:defRPr sz="2960">
          <a:solidFill>
            <a:srgbClr val="191919"/>
          </a:solidFill>
          <a:latin typeface="HelvNeue Light for IBM" pitchFamily="34" charset="0"/>
        </a:defRPr>
      </a:lvl6pPr>
      <a:lvl7pPr marL="966792" algn="l" rtl="0" eaLnBrk="1" fontAlgn="base" hangingPunct="1">
        <a:lnSpc>
          <a:spcPct val="90000"/>
        </a:lnSpc>
        <a:spcBef>
          <a:spcPct val="0"/>
        </a:spcBef>
        <a:spcAft>
          <a:spcPct val="0"/>
        </a:spcAft>
        <a:defRPr sz="2960">
          <a:solidFill>
            <a:srgbClr val="191919"/>
          </a:solidFill>
          <a:latin typeface="HelvNeue Light for IBM" pitchFamily="34" charset="0"/>
        </a:defRPr>
      </a:lvl7pPr>
      <a:lvl8pPr marL="1450185" algn="l" rtl="0" eaLnBrk="1" fontAlgn="base" hangingPunct="1">
        <a:lnSpc>
          <a:spcPct val="90000"/>
        </a:lnSpc>
        <a:spcBef>
          <a:spcPct val="0"/>
        </a:spcBef>
        <a:spcAft>
          <a:spcPct val="0"/>
        </a:spcAft>
        <a:defRPr sz="2960">
          <a:solidFill>
            <a:srgbClr val="191919"/>
          </a:solidFill>
          <a:latin typeface="HelvNeue Light for IBM" pitchFamily="34" charset="0"/>
        </a:defRPr>
      </a:lvl8pPr>
      <a:lvl9pPr marL="1933581" algn="l" rtl="0" eaLnBrk="1" fontAlgn="base" hangingPunct="1">
        <a:lnSpc>
          <a:spcPct val="90000"/>
        </a:lnSpc>
        <a:spcBef>
          <a:spcPct val="0"/>
        </a:spcBef>
        <a:spcAft>
          <a:spcPct val="0"/>
        </a:spcAft>
        <a:defRPr sz="2960">
          <a:solidFill>
            <a:srgbClr val="191919"/>
          </a:solidFill>
          <a:latin typeface="HelvNeue Light for IBM" pitchFamily="34" charset="0"/>
        </a:defRPr>
      </a:lvl9pPr>
    </p:titleStyle>
    <p:bodyStyle>
      <a:lvl1pPr marL="0" indent="0" algn="l" rtl="0" eaLnBrk="1" fontAlgn="base" hangingPunct="1">
        <a:lnSpc>
          <a:spcPct val="100000"/>
        </a:lnSpc>
        <a:spcBef>
          <a:spcPts val="1467"/>
        </a:spcBef>
        <a:spcAft>
          <a:spcPct val="0"/>
        </a:spcAft>
        <a:buClr>
          <a:schemeClr val="tx1"/>
        </a:buClr>
        <a:buSzPct val="90000"/>
        <a:buFont typeface="Wingdings" pitchFamily="2" charset="2"/>
        <a:buNone/>
        <a:defRPr sz="1867">
          <a:solidFill>
            <a:schemeClr val="tx1"/>
          </a:solidFill>
          <a:latin typeface="IBM Plex Sans" charset="0"/>
          <a:ea typeface="IBM Plex Sans" charset="0"/>
          <a:cs typeface="IBM Plex Sans" charset="0"/>
        </a:defRPr>
      </a:lvl1pPr>
      <a:lvl2pPr marL="228589" indent="-228589" algn="l" rtl="0" eaLnBrk="1" fontAlgn="base" hangingPunct="1">
        <a:lnSpc>
          <a:spcPct val="100000"/>
        </a:lnSpc>
        <a:spcBef>
          <a:spcPts val="1467"/>
        </a:spcBef>
        <a:spcAft>
          <a:spcPct val="0"/>
        </a:spcAft>
        <a:buClr>
          <a:schemeClr val="tx1"/>
        </a:buClr>
        <a:buSzPct val="100000"/>
        <a:buFont typeface=".AppleSystemUIFont" charset="-120"/>
        <a:buChar char="–"/>
        <a:tabLst/>
        <a:defRPr sz="1867">
          <a:solidFill>
            <a:schemeClr val="tx1"/>
          </a:solidFill>
          <a:latin typeface="IBM Plex Sans" charset="0"/>
          <a:ea typeface="IBM Plex Sans" charset="0"/>
          <a:cs typeface="IBM Plex Sans" charset="0"/>
        </a:defRPr>
      </a:lvl2pPr>
      <a:lvl3pPr marL="457178" indent="-188374" algn="l" rtl="0" eaLnBrk="1" fontAlgn="base" hangingPunct="1">
        <a:lnSpc>
          <a:spcPct val="100000"/>
        </a:lnSpc>
        <a:spcBef>
          <a:spcPts val="1467"/>
        </a:spcBef>
        <a:spcAft>
          <a:spcPct val="0"/>
        </a:spcAft>
        <a:buClr>
          <a:schemeClr val="tx1"/>
        </a:buClr>
        <a:buSzPct val="100000"/>
        <a:buFont typeface="Arial" panose="020B0604020202020204" pitchFamily="34" charset="0"/>
        <a:buChar char="•"/>
        <a:tabLst/>
        <a:defRPr sz="1867">
          <a:solidFill>
            <a:schemeClr val="tx1"/>
          </a:solidFill>
          <a:latin typeface="IBM Plex Sans" charset="0"/>
          <a:ea typeface="IBM Plex Sans" charset="0"/>
          <a:cs typeface="IBM Plex Sans" charset="0"/>
        </a:defRPr>
      </a:lvl3pPr>
      <a:lvl4pPr marL="838158" indent="-258220" algn="l" rtl="0" eaLnBrk="1" fontAlgn="base" hangingPunct="1">
        <a:lnSpc>
          <a:spcPct val="100000"/>
        </a:lnSpc>
        <a:spcBef>
          <a:spcPts val="1467"/>
        </a:spcBef>
        <a:spcAft>
          <a:spcPct val="0"/>
        </a:spcAft>
        <a:buClr>
          <a:schemeClr val="tx1"/>
        </a:buClr>
        <a:buSzPct val="100000"/>
        <a:buFont typeface=".AppleSystemUIFont" charset="-120"/>
        <a:buChar char="–"/>
        <a:tabLst/>
        <a:defRPr sz="1867" baseline="0">
          <a:solidFill>
            <a:schemeClr val="tx1"/>
          </a:solidFill>
          <a:latin typeface="IBM Plex Sans" charset="0"/>
          <a:ea typeface="IBM Plex Sans" charset="0"/>
          <a:cs typeface="IBM Plex Sans" charset="0"/>
        </a:defRPr>
      </a:lvl4pPr>
      <a:lvl5pPr marL="1070980" indent="-228589" algn="l" rtl="0" eaLnBrk="1" fontAlgn="base" hangingPunct="1">
        <a:lnSpc>
          <a:spcPct val="100000"/>
        </a:lnSpc>
        <a:spcBef>
          <a:spcPts val="1467"/>
        </a:spcBef>
        <a:spcAft>
          <a:spcPct val="0"/>
        </a:spcAft>
        <a:buClr>
          <a:schemeClr val="tx1"/>
        </a:buClr>
        <a:buFont typeface=".AppleSystemUIFont" charset="-120"/>
        <a:buChar char="»"/>
        <a:tabLst/>
        <a:defRPr sz="1867">
          <a:solidFill>
            <a:schemeClr val="tx1"/>
          </a:solidFill>
          <a:latin typeface="IBM Plex Sans" charset="0"/>
          <a:ea typeface="IBM Plex Sans" charset="0"/>
          <a:cs typeface="IBM Plex Sans" charset="0"/>
        </a:defRPr>
      </a:lvl5pPr>
      <a:lvl6pPr marL="2111497" indent="-172882" algn="l" rtl="0" eaLnBrk="1" fontAlgn="base" hangingPunct="1">
        <a:spcBef>
          <a:spcPct val="20000"/>
        </a:spcBef>
        <a:spcAft>
          <a:spcPct val="0"/>
        </a:spcAft>
        <a:buClr>
          <a:schemeClr val="bg1"/>
        </a:buClr>
        <a:buChar char="»"/>
        <a:defRPr sz="1692">
          <a:solidFill>
            <a:schemeClr val="bg1"/>
          </a:solidFill>
          <a:latin typeface="Arial" charset="0"/>
        </a:defRPr>
      </a:lvl6pPr>
      <a:lvl7pPr marL="2594891" indent="-172882" algn="l" rtl="0" eaLnBrk="1" fontAlgn="base" hangingPunct="1">
        <a:spcBef>
          <a:spcPct val="20000"/>
        </a:spcBef>
        <a:spcAft>
          <a:spcPct val="0"/>
        </a:spcAft>
        <a:buClr>
          <a:schemeClr val="bg1"/>
        </a:buClr>
        <a:buChar char="»"/>
        <a:defRPr sz="1692">
          <a:solidFill>
            <a:schemeClr val="bg1"/>
          </a:solidFill>
          <a:latin typeface="Arial" charset="0"/>
        </a:defRPr>
      </a:lvl7pPr>
      <a:lvl8pPr marL="3078287" indent="-172882" algn="l" rtl="0" eaLnBrk="1" fontAlgn="base" hangingPunct="1">
        <a:spcBef>
          <a:spcPct val="20000"/>
        </a:spcBef>
        <a:spcAft>
          <a:spcPct val="0"/>
        </a:spcAft>
        <a:buClr>
          <a:schemeClr val="bg1"/>
        </a:buClr>
        <a:buChar char="»"/>
        <a:defRPr sz="1692">
          <a:solidFill>
            <a:schemeClr val="bg1"/>
          </a:solidFill>
          <a:latin typeface="Arial" charset="0"/>
        </a:defRPr>
      </a:lvl8pPr>
      <a:lvl9pPr marL="3561683" indent="-172882" algn="l" rtl="0" eaLnBrk="1" fontAlgn="base" hangingPunct="1">
        <a:spcBef>
          <a:spcPct val="20000"/>
        </a:spcBef>
        <a:spcAft>
          <a:spcPct val="0"/>
        </a:spcAft>
        <a:buClr>
          <a:schemeClr val="bg1"/>
        </a:buClr>
        <a:buChar char="»"/>
        <a:defRPr sz="1692">
          <a:solidFill>
            <a:schemeClr val="bg1"/>
          </a:solidFill>
          <a:latin typeface="Arial" charset="0"/>
        </a:defRPr>
      </a:lvl9pPr>
    </p:bodyStyle>
    <p:otherStyle>
      <a:defPPr>
        <a:defRPr lang="en-US"/>
      </a:defPPr>
      <a:lvl1pPr marL="0" algn="l" defTabSz="966792" rtl="0" eaLnBrk="1" latinLnBrk="0" hangingPunct="1">
        <a:defRPr sz="1904" kern="1200">
          <a:solidFill>
            <a:schemeClr val="tx1"/>
          </a:solidFill>
          <a:latin typeface="+mn-lt"/>
          <a:ea typeface="+mn-ea"/>
          <a:cs typeface="+mn-cs"/>
        </a:defRPr>
      </a:lvl1pPr>
      <a:lvl2pPr marL="483395" algn="l" defTabSz="966792" rtl="0" eaLnBrk="1" latinLnBrk="0" hangingPunct="1">
        <a:defRPr sz="1904" kern="1200">
          <a:solidFill>
            <a:schemeClr val="tx1"/>
          </a:solidFill>
          <a:latin typeface="+mn-lt"/>
          <a:ea typeface="+mn-ea"/>
          <a:cs typeface="+mn-cs"/>
        </a:defRPr>
      </a:lvl2pPr>
      <a:lvl3pPr marL="966792" algn="l" defTabSz="966792" rtl="0" eaLnBrk="1" latinLnBrk="0" hangingPunct="1">
        <a:defRPr sz="1904" kern="1200">
          <a:solidFill>
            <a:schemeClr val="tx1"/>
          </a:solidFill>
          <a:latin typeface="+mn-lt"/>
          <a:ea typeface="+mn-ea"/>
          <a:cs typeface="+mn-cs"/>
        </a:defRPr>
      </a:lvl3pPr>
      <a:lvl4pPr marL="1450185" algn="l" defTabSz="966792" rtl="0" eaLnBrk="1" latinLnBrk="0" hangingPunct="1">
        <a:defRPr sz="1904" kern="1200">
          <a:solidFill>
            <a:schemeClr val="tx1"/>
          </a:solidFill>
          <a:latin typeface="+mn-lt"/>
          <a:ea typeface="+mn-ea"/>
          <a:cs typeface="+mn-cs"/>
        </a:defRPr>
      </a:lvl4pPr>
      <a:lvl5pPr marL="1933581" algn="l" defTabSz="966792" rtl="0" eaLnBrk="1" latinLnBrk="0" hangingPunct="1">
        <a:defRPr sz="1904" kern="1200">
          <a:solidFill>
            <a:schemeClr val="tx1"/>
          </a:solidFill>
          <a:latin typeface="+mn-lt"/>
          <a:ea typeface="+mn-ea"/>
          <a:cs typeface="+mn-cs"/>
        </a:defRPr>
      </a:lvl5pPr>
      <a:lvl6pPr marL="2416977" algn="l" defTabSz="966792" rtl="0" eaLnBrk="1" latinLnBrk="0" hangingPunct="1">
        <a:defRPr sz="1904" kern="1200">
          <a:solidFill>
            <a:schemeClr val="tx1"/>
          </a:solidFill>
          <a:latin typeface="+mn-lt"/>
          <a:ea typeface="+mn-ea"/>
          <a:cs typeface="+mn-cs"/>
        </a:defRPr>
      </a:lvl6pPr>
      <a:lvl7pPr marL="2900370" algn="l" defTabSz="966792" rtl="0" eaLnBrk="1" latinLnBrk="0" hangingPunct="1">
        <a:defRPr sz="1904" kern="1200">
          <a:solidFill>
            <a:schemeClr val="tx1"/>
          </a:solidFill>
          <a:latin typeface="+mn-lt"/>
          <a:ea typeface="+mn-ea"/>
          <a:cs typeface="+mn-cs"/>
        </a:defRPr>
      </a:lvl7pPr>
      <a:lvl8pPr marL="3383766" algn="l" defTabSz="966792" rtl="0" eaLnBrk="1" latinLnBrk="0" hangingPunct="1">
        <a:defRPr sz="1904" kern="1200">
          <a:solidFill>
            <a:schemeClr val="tx1"/>
          </a:solidFill>
          <a:latin typeface="+mn-lt"/>
          <a:ea typeface="+mn-ea"/>
          <a:cs typeface="+mn-cs"/>
        </a:defRPr>
      </a:lvl8pPr>
      <a:lvl9pPr marL="3867162" algn="l" defTabSz="966792" rtl="0" eaLnBrk="1" latinLnBrk="0" hangingPunct="1">
        <a:defRPr sz="1904"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00">
          <p15:clr>
            <a:srgbClr val="A4A3A4"/>
          </p15:clr>
        </p15:guide>
        <p15:guide id="2" pos="192">
          <p15:clr>
            <a:srgbClr val="A4A3A4"/>
          </p15:clr>
        </p15:guide>
        <p15:guide id="3" pos="7488">
          <p15:clr>
            <a:srgbClr val="A4A3A4"/>
          </p15:clr>
        </p15:guide>
        <p15:guide id="4" orient="horz" pos="3776">
          <p15:clr>
            <a:srgbClr val="A4A3A4"/>
          </p15:clr>
        </p15:guide>
        <p15:guide id="5" orient="horz" pos="4117">
          <p15:clr>
            <a:srgbClr val="A4A3A4"/>
          </p15:clr>
        </p15:guide>
        <p15:guide id="6" pos="3840">
          <p15:clr>
            <a:srgbClr val="A4A3A4"/>
          </p15:clr>
        </p15:guide>
        <p15:guide id="7" pos="3648">
          <p15:clr>
            <a:srgbClr val="A4A3A4"/>
          </p15:clr>
        </p15:guide>
        <p15:guide id="8" pos="1920">
          <p15:clr>
            <a:srgbClr val="A4A3A4"/>
          </p15:clr>
        </p15:guide>
        <p15:guide id="9" pos="4032">
          <p15:clr>
            <a:srgbClr val="A4A3A4"/>
          </p15:clr>
        </p15:guide>
        <p15:guide id="10" pos="1728">
          <p15:clr>
            <a:srgbClr val="A4A3A4"/>
          </p15:clr>
        </p15:guide>
        <p15:guide id="11" pos="2112">
          <p15:clr>
            <a:srgbClr val="A4A3A4"/>
          </p15:clr>
        </p15:guide>
        <p15:guide id="12" pos="5760">
          <p15:clr>
            <a:srgbClr val="A4A3A4"/>
          </p15:clr>
        </p15:guide>
        <p15:guide id="13" pos="5568">
          <p15:clr>
            <a:srgbClr val="A4A3A4"/>
          </p15:clr>
        </p15:guide>
        <p15:guide id="14" pos="5952">
          <p15:clr>
            <a:srgbClr val="A4A3A4"/>
          </p15:clr>
        </p15:guide>
        <p15:guide id="15" orient="horz" pos="549">
          <p15:clr>
            <a:srgbClr val="A4A3A4"/>
          </p15:clr>
        </p15:guide>
        <p15:guide id="17" orient="horz" pos="1083">
          <p15:clr>
            <a:srgbClr val="A4A3A4"/>
          </p15:clr>
        </p15:guide>
        <p15:guide id="18" orient="horz" pos="2160">
          <p15:clr>
            <a:srgbClr val="A4A3A4"/>
          </p15:clr>
        </p15:guide>
        <p15:guide id="19" orient="horz" pos="1621">
          <p15:clr>
            <a:srgbClr val="A4A3A4"/>
          </p15:clr>
        </p15:guide>
        <p15:guide id="20" orient="horz" pos="2696">
          <p15:clr>
            <a:srgbClr val="A4A3A4"/>
          </p15:clr>
        </p15:guide>
        <p15:guide id="21" orient="horz" pos="3232">
          <p15:clr>
            <a:srgbClr val="A4A3A4"/>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7279783"/>
      </p:ext>
    </p:extLst>
  </p:cSld>
  <p:clrMap bg1="dk1" tx1="lt1" bg2="dk2" tx2="lt2" accent1="accent1" accent2="accent2" accent3="accent3" accent4="accent4" accent5="accent5" accent6="accent6" hlink="hlink" folHlink="folHlink"/>
  <p:sldLayoutIdLst>
    <p:sldLayoutId id="2147483673" r:id="rId1"/>
    <p:sldLayoutId id="2147483674" r:id="rId2"/>
    <p:sldLayoutId id="2147483664" r:id="rId3"/>
    <p:sldLayoutId id="2147483665" r:id="rId4"/>
    <p:sldLayoutId id="2147483678" r:id="rId5"/>
    <p:sldLayoutId id="2147483688" r:id="rId6"/>
    <p:sldLayoutId id="2147483689" r:id="rId7"/>
    <p:sldLayoutId id="2147483697" r:id="rId8"/>
    <p:sldLayoutId id="2147483679" r:id="rId9"/>
    <p:sldLayoutId id="2147483685" r:id="rId10"/>
    <p:sldLayoutId id="2147483687" r:id="rId11"/>
    <p:sldLayoutId id="2147483741" r:id="rId12"/>
    <p:sldLayoutId id="2147483738" r:id="rId13"/>
    <p:sldLayoutId id="2147483748" r:id="rId14"/>
    <p:sldLayoutId id="2147483749" r:id="rId15"/>
    <p:sldLayoutId id="2147483662" r:id="rId16"/>
    <p:sldLayoutId id="2147483744" r:id="rId17"/>
    <p:sldLayoutId id="2147483668" r:id="rId18"/>
    <p:sldLayoutId id="2147483669" r:id="rId19"/>
    <p:sldLayoutId id="2147483682" r:id="rId20"/>
    <p:sldLayoutId id="2147483690" r:id="rId21"/>
    <p:sldLayoutId id="2147483691" r:id="rId22"/>
    <p:sldLayoutId id="2147483694" r:id="rId23"/>
    <p:sldLayoutId id="2147483676" r:id="rId24"/>
    <p:sldLayoutId id="2147483709" r:id="rId25"/>
    <p:sldLayoutId id="2147483746" r:id="rId26"/>
    <p:sldLayoutId id="2147483747" r:id="rId27"/>
    <p:sldLayoutId id="2147483675" r:id="rId28"/>
    <p:sldLayoutId id="2147483695" r:id="rId29"/>
    <p:sldLayoutId id="2147483710" r:id="rId30"/>
  </p:sldLayoutIdLst>
  <p:hf hdr="0" ftr="0" dt="0"/>
  <p:txStyles>
    <p:titleStyle>
      <a:lvl1pPr algn="l" rtl="0" eaLnBrk="1" fontAlgn="base" hangingPunct="1">
        <a:lnSpc>
          <a:spcPct val="90000"/>
        </a:lnSpc>
        <a:spcBef>
          <a:spcPct val="0"/>
        </a:spcBef>
        <a:spcAft>
          <a:spcPct val="0"/>
        </a:spcAft>
        <a:defRPr sz="3200" b="0">
          <a:solidFill>
            <a:schemeClr val="tx1"/>
          </a:solidFill>
          <a:latin typeface="IBM Plex Sans" charset="0"/>
          <a:ea typeface="IBM Plex Sans" charset="0"/>
          <a:cs typeface="IBM Plex Sans" charset="0"/>
        </a:defRPr>
      </a:lvl1pPr>
      <a:lvl2pPr algn="l" rtl="0" eaLnBrk="1" fontAlgn="base" hangingPunct="1">
        <a:lnSpc>
          <a:spcPct val="90000"/>
        </a:lnSpc>
        <a:spcBef>
          <a:spcPct val="0"/>
        </a:spcBef>
        <a:spcAft>
          <a:spcPct val="0"/>
        </a:spcAft>
        <a:defRPr sz="2960">
          <a:solidFill>
            <a:srgbClr val="191919"/>
          </a:solidFill>
          <a:latin typeface="HelvNeue Light for IBM" pitchFamily="34" charset="0"/>
        </a:defRPr>
      </a:lvl2pPr>
      <a:lvl3pPr algn="l" rtl="0" eaLnBrk="1" fontAlgn="base" hangingPunct="1">
        <a:lnSpc>
          <a:spcPct val="90000"/>
        </a:lnSpc>
        <a:spcBef>
          <a:spcPct val="0"/>
        </a:spcBef>
        <a:spcAft>
          <a:spcPct val="0"/>
        </a:spcAft>
        <a:defRPr sz="2960">
          <a:solidFill>
            <a:srgbClr val="191919"/>
          </a:solidFill>
          <a:latin typeface="HelvNeue Light for IBM" pitchFamily="34" charset="0"/>
        </a:defRPr>
      </a:lvl3pPr>
      <a:lvl4pPr algn="l" rtl="0" eaLnBrk="1" fontAlgn="base" hangingPunct="1">
        <a:lnSpc>
          <a:spcPct val="90000"/>
        </a:lnSpc>
        <a:spcBef>
          <a:spcPct val="0"/>
        </a:spcBef>
        <a:spcAft>
          <a:spcPct val="0"/>
        </a:spcAft>
        <a:defRPr sz="2960">
          <a:solidFill>
            <a:srgbClr val="191919"/>
          </a:solidFill>
          <a:latin typeface="HelvNeue Light for IBM" pitchFamily="34" charset="0"/>
        </a:defRPr>
      </a:lvl4pPr>
      <a:lvl5pPr algn="l" rtl="0" eaLnBrk="1" fontAlgn="base" hangingPunct="1">
        <a:lnSpc>
          <a:spcPct val="90000"/>
        </a:lnSpc>
        <a:spcBef>
          <a:spcPct val="0"/>
        </a:spcBef>
        <a:spcAft>
          <a:spcPct val="0"/>
        </a:spcAft>
        <a:defRPr sz="2960">
          <a:solidFill>
            <a:srgbClr val="191919"/>
          </a:solidFill>
          <a:latin typeface="HelvNeue Light for IBM" pitchFamily="34" charset="0"/>
        </a:defRPr>
      </a:lvl5pPr>
      <a:lvl6pPr marL="483395" algn="l" rtl="0" eaLnBrk="1" fontAlgn="base" hangingPunct="1">
        <a:lnSpc>
          <a:spcPct val="90000"/>
        </a:lnSpc>
        <a:spcBef>
          <a:spcPct val="0"/>
        </a:spcBef>
        <a:spcAft>
          <a:spcPct val="0"/>
        </a:spcAft>
        <a:defRPr sz="2960">
          <a:solidFill>
            <a:srgbClr val="191919"/>
          </a:solidFill>
          <a:latin typeface="HelvNeue Light for IBM" pitchFamily="34" charset="0"/>
        </a:defRPr>
      </a:lvl6pPr>
      <a:lvl7pPr marL="966792" algn="l" rtl="0" eaLnBrk="1" fontAlgn="base" hangingPunct="1">
        <a:lnSpc>
          <a:spcPct val="90000"/>
        </a:lnSpc>
        <a:spcBef>
          <a:spcPct val="0"/>
        </a:spcBef>
        <a:spcAft>
          <a:spcPct val="0"/>
        </a:spcAft>
        <a:defRPr sz="2960">
          <a:solidFill>
            <a:srgbClr val="191919"/>
          </a:solidFill>
          <a:latin typeface="HelvNeue Light for IBM" pitchFamily="34" charset="0"/>
        </a:defRPr>
      </a:lvl7pPr>
      <a:lvl8pPr marL="1450185" algn="l" rtl="0" eaLnBrk="1" fontAlgn="base" hangingPunct="1">
        <a:lnSpc>
          <a:spcPct val="90000"/>
        </a:lnSpc>
        <a:spcBef>
          <a:spcPct val="0"/>
        </a:spcBef>
        <a:spcAft>
          <a:spcPct val="0"/>
        </a:spcAft>
        <a:defRPr sz="2960">
          <a:solidFill>
            <a:srgbClr val="191919"/>
          </a:solidFill>
          <a:latin typeface="HelvNeue Light for IBM" pitchFamily="34" charset="0"/>
        </a:defRPr>
      </a:lvl8pPr>
      <a:lvl9pPr marL="1933581" algn="l" rtl="0" eaLnBrk="1" fontAlgn="base" hangingPunct="1">
        <a:lnSpc>
          <a:spcPct val="90000"/>
        </a:lnSpc>
        <a:spcBef>
          <a:spcPct val="0"/>
        </a:spcBef>
        <a:spcAft>
          <a:spcPct val="0"/>
        </a:spcAft>
        <a:defRPr sz="2960">
          <a:solidFill>
            <a:srgbClr val="191919"/>
          </a:solidFill>
          <a:latin typeface="HelvNeue Light for IBM" pitchFamily="34" charset="0"/>
        </a:defRPr>
      </a:lvl9pPr>
    </p:titleStyle>
    <p:bodyStyle>
      <a:lvl1pPr marL="0" indent="0" algn="l" rtl="0" eaLnBrk="1" fontAlgn="base" hangingPunct="1">
        <a:lnSpc>
          <a:spcPct val="100000"/>
        </a:lnSpc>
        <a:spcBef>
          <a:spcPts val="1467"/>
        </a:spcBef>
        <a:spcAft>
          <a:spcPct val="0"/>
        </a:spcAft>
        <a:buClr>
          <a:schemeClr val="tx1"/>
        </a:buClr>
        <a:buSzPct val="90000"/>
        <a:buFont typeface="Wingdings" pitchFamily="2" charset="2"/>
        <a:buNone/>
        <a:defRPr sz="1867">
          <a:solidFill>
            <a:schemeClr val="tx1"/>
          </a:solidFill>
          <a:latin typeface="IBM Plex Sans" charset="0"/>
          <a:ea typeface="IBM Plex Sans" charset="0"/>
          <a:cs typeface="IBM Plex Sans" charset="0"/>
        </a:defRPr>
      </a:lvl1pPr>
      <a:lvl2pPr marL="228589" indent="-228589" algn="l" rtl="0" eaLnBrk="1" fontAlgn="base" hangingPunct="1">
        <a:lnSpc>
          <a:spcPct val="100000"/>
        </a:lnSpc>
        <a:spcBef>
          <a:spcPts val="1467"/>
        </a:spcBef>
        <a:spcAft>
          <a:spcPct val="0"/>
        </a:spcAft>
        <a:buClr>
          <a:schemeClr val="tx1"/>
        </a:buClr>
        <a:buSzPct val="100000"/>
        <a:buFont typeface=".AppleSystemUIFont" charset="-120"/>
        <a:buChar char="–"/>
        <a:tabLst/>
        <a:defRPr sz="1867">
          <a:solidFill>
            <a:schemeClr val="tx1"/>
          </a:solidFill>
          <a:latin typeface="IBM Plex Sans" charset="0"/>
          <a:ea typeface="IBM Plex Sans" charset="0"/>
          <a:cs typeface="IBM Plex Sans" charset="0"/>
        </a:defRPr>
      </a:lvl2pPr>
      <a:lvl3pPr marL="457178" indent="-188374" algn="l" rtl="0" eaLnBrk="1" fontAlgn="base" hangingPunct="1">
        <a:lnSpc>
          <a:spcPct val="100000"/>
        </a:lnSpc>
        <a:spcBef>
          <a:spcPts val="1467"/>
        </a:spcBef>
        <a:spcAft>
          <a:spcPct val="0"/>
        </a:spcAft>
        <a:buClr>
          <a:schemeClr val="tx1"/>
        </a:buClr>
        <a:buSzPct val="100000"/>
        <a:buFont typeface="Arial" panose="020B0604020202020204" pitchFamily="34" charset="0"/>
        <a:buChar char="•"/>
        <a:tabLst/>
        <a:defRPr sz="1867">
          <a:solidFill>
            <a:schemeClr val="tx1"/>
          </a:solidFill>
          <a:latin typeface="IBM Plex Sans" charset="0"/>
          <a:ea typeface="IBM Plex Sans" charset="0"/>
          <a:cs typeface="IBM Plex Sans" charset="0"/>
        </a:defRPr>
      </a:lvl3pPr>
      <a:lvl4pPr marL="838158" indent="-258220" algn="l" rtl="0" eaLnBrk="1" fontAlgn="base" hangingPunct="1">
        <a:lnSpc>
          <a:spcPct val="100000"/>
        </a:lnSpc>
        <a:spcBef>
          <a:spcPts val="1467"/>
        </a:spcBef>
        <a:spcAft>
          <a:spcPct val="0"/>
        </a:spcAft>
        <a:buClr>
          <a:schemeClr val="tx1"/>
        </a:buClr>
        <a:buSzPct val="100000"/>
        <a:buFont typeface=".AppleSystemUIFont" charset="-120"/>
        <a:buChar char="–"/>
        <a:tabLst/>
        <a:defRPr sz="1867" baseline="0">
          <a:solidFill>
            <a:schemeClr val="tx1"/>
          </a:solidFill>
          <a:latin typeface="IBM Plex Sans" charset="0"/>
          <a:ea typeface="IBM Plex Sans" charset="0"/>
          <a:cs typeface="IBM Plex Sans" charset="0"/>
        </a:defRPr>
      </a:lvl4pPr>
      <a:lvl5pPr marL="1070980" indent="-228589" algn="l" rtl="0" eaLnBrk="1" fontAlgn="base" hangingPunct="1">
        <a:lnSpc>
          <a:spcPct val="100000"/>
        </a:lnSpc>
        <a:spcBef>
          <a:spcPts val="1467"/>
        </a:spcBef>
        <a:spcAft>
          <a:spcPct val="0"/>
        </a:spcAft>
        <a:buClr>
          <a:schemeClr val="tx1"/>
        </a:buClr>
        <a:buFont typeface=".AppleSystemUIFont" charset="-120"/>
        <a:buChar char="»"/>
        <a:tabLst/>
        <a:defRPr sz="1867">
          <a:solidFill>
            <a:schemeClr val="tx1"/>
          </a:solidFill>
          <a:latin typeface="IBM Plex Sans" charset="0"/>
          <a:ea typeface="IBM Plex Sans" charset="0"/>
          <a:cs typeface="IBM Plex Sans" charset="0"/>
        </a:defRPr>
      </a:lvl5pPr>
      <a:lvl6pPr marL="2111497" indent="-172882" algn="l" rtl="0" eaLnBrk="1" fontAlgn="base" hangingPunct="1">
        <a:spcBef>
          <a:spcPct val="20000"/>
        </a:spcBef>
        <a:spcAft>
          <a:spcPct val="0"/>
        </a:spcAft>
        <a:buClr>
          <a:schemeClr val="bg1"/>
        </a:buClr>
        <a:buChar char="»"/>
        <a:defRPr sz="1692">
          <a:solidFill>
            <a:schemeClr val="bg1"/>
          </a:solidFill>
          <a:latin typeface="Arial" charset="0"/>
        </a:defRPr>
      </a:lvl6pPr>
      <a:lvl7pPr marL="2594891" indent="-172882" algn="l" rtl="0" eaLnBrk="1" fontAlgn="base" hangingPunct="1">
        <a:spcBef>
          <a:spcPct val="20000"/>
        </a:spcBef>
        <a:spcAft>
          <a:spcPct val="0"/>
        </a:spcAft>
        <a:buClr>
          <a:schemeClr val="bg1"/>
        </a:buClr>
        <a:buChar char="»"/>
        <a:defRPr sz="1692">
          <a:solidFill>
            <a:schemeClr val="bg1"/>
          </a:solidFill>
          <a:latin typeface="Arial" charset="0"/>
        </a:defRPr>
      </a:lvl7pPr>
      <a:lvl8pPr marL="3078287" indent="-172882" algn="l" rtl="0" eaLnBrk="1" fontAlgn="base" hangingPunct="1">
        <a:spcBef>
          <a:spcPct val="20000"/>
        </a:spcBef>
        <a:spcAft>
          <a:spcPct val="0"/>
        </a:spcAft>
        <a:buClr>
          <a:schemeClr val="bg1"/>
        </a:buClr>
        <a:buChar char="»"/>
        <a:defRPr sz="1692">
          <a:solidFill>
            <a:schemeClr val="bg1"/>
          </a:solidFill>
          <a:latin typeface="Arial" charset="0"/>
        </a:defRPr>
      </a:lvl8pPr>
      <a:lvl9pPr marL="3561683" indent="-172882" algn="l" rtl="0" eaLnBrk="1" fontAlgn="base" hangingPunct="1">
        <a:spcBef>
          <a:spcPct val="20000"/>
        </a:spcBef>
        <a:spcAft>
          <a:spcPct val="0"/>
        </a:spcAft>
        <a:buClr>
          <a:schemeClr val="bg1"/>
        </a:buClr>
        <a:buChar char="»"/>
        <a:defRPr sz="1692">
          <a:solidFill>
            <a:schemeClr val="bg1"/>
          </a:solidFill>
          <a:latin typeface="Arial" charset="0"/>
        </a:defRPr>
      </a:lvl9pPr>
    </p:bodyStyle>
    <p:otherStyle>
      <a:defPPr>
        <a:defRPr lang="en-US"/>
      </a:defPPr>
      <a:lvl1pPr marL="0" algn="l" defTabSz="966792" rtl="0" eaLnBrk="1" latinLnBrk="0" hangingPunct="1">
        <a:defRPr sz="1904" kern="1200">
          <a:solidFill>
            <a:schemeClr val="tx1"/>
          </a:solidFill>
          <a:latin typeface="+mn-lt"/>
          <a:ea typeface="+mn-ea"/>
          <a:cs typeface="+mn-cs"/>
        </a:defRPr>
      </a:lvl1pPr>
      <a:lvl2pPr marL="483395" algn="l" defTabSz="966792" rtl="0" eaLnBrk="1" latinLnBrk="0" hangingPunct="1">
        <a:defRPr sz="1904" kern="1200">
          <a:solidFill>
            <a:schemeClr val="tx1"/>
          </a:solidFill>
          <a:latin typeface="+mn-lt"/>
          <a:ea typeface="+mn-ea"/>
          <a:cs typeface="+mn-cs"/>
        </a:defRPr>
      </a:lvl2pPr>
      <a:lvl3pPr marL="966792" algn="l" defTabSz="966792" rtl="0" eaLnBrk="1" latinLnBrk="0" hangingPunct="1">
        <a:defRPr sz="1904" kern="1200">
          <a:solidFill>
            <a:schemeClr val="tx1"/>
          </a:solidFill>
          <a:latin typeface="+mn-lt"/>
          <a:ea typeface="+mn-ea"/>
          <a:cs typeface="+mn-cs"/>
        </a:defRPr>
      </a:lvl3pPr>
      <a:lvl4pPr marL="1450185" algn="l" defTabSz="966792" rtl="0" eaLnBrk="1" latinLnBrk="0" hangingPunct="1">
        <a:defRPr sz="1904" kern="1200">
          <a:solidFill>
            <a:schemeClr val="tx1"/>
          </a:solidFill>
          <a:latin typeface="+mn-lt"/>
          <a:ea typeface="+mn-ea"/>
          <a:cs typeface="+mn-cs"/>
        </a:defRPr>
      </a:lvl4pPr>
      <a:lvl5pPr marL="1933581" algn="l" defTabSz="966792" rtl="0" eaLnBrk="1" latinLnBrk="0" hangingPunct="1">
        <a:defRPr sz="1904" kern="1200">
          <a:solidFill>
            <a:schemeClr val="tx1"/>
          </a:solidFill>
          <a:latin typeface="+mn-lt"/>
          <a:ea typeface="+mn-ea"/>
          <a:cs typeface="+mn-cs"/>
        </a:defRPr>
      </a:lvl5pPr>
      <a:lvl6pPr marL="2416977" algn="l" defTabSz="966792" rtl="0" eaLnBrk="1" latinLnBrk="0" hangingPunct="1">
        <a:defRPr sz="1904" kern="1200">
          <a:solidFill>
            <a:schemeClr val="tx1"/>
          </a:solidFill>
          <a:latin typeface="+mn-lt"/>
          <a:ea typeface="+mn-ea"/>
          <a:cs typeface="+mn-cs"/>
        </a:defRPr>
      </a:lvl6pPr>
      <a:lvl7pPr marL="2900370" algn="l" defTabSz="966792" rtl="0" eaLnBrk="1" latinLnBrk="0" hangingPunct="1">
        <a:defRPr sz="1904" kern="1200">
          <a:solidFill>
            <a:schemeClr val="tx1"/>
          </a:solidFill>
          <a:latin typeface="+mn-lt"/>
          <a:ea typeface="+mn-ea"/>
          <a:cs typeface="+mn-cs"/>
        </a:defRPr>
      </a:lvl7pPr>
      <a:lvl8pPr marL="3383766" algn="l" defTabSz="966792" rtl="0" eaLnBrk="1" latinLnBrk="0" hangingPunct="1">
        <a:defRPr sz="1904" kern="1200">
          <a:solidFill>
            <a:schemeClr val="tx1"/>
          </a:solidFill>
          <a:latin typeface="+mn-lt"/>
          <a:ea typeface="+mn-ea"/>
          <a:cs typeface="+mn-cs"/>
        </a:defRPr>
      </a:lvl8pPr>
      <a:lvl9pPr marL="3867162" algn="l" defTabSz="966792" rtl="0" eaLnBrk="1" latinLnBrk="0" hangingPunct="1">
        <a:defRPr sz="1904"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00">
          <p15:clr>
            <a:srgbClr val="A4A3A4"/>
          </p15:clr>
        </p15:guide>
        <p15:guide id="2" pos="192">
          <p15:clr>
            <a:srgbClr val="A4A3A4"/>
          </p15:clr>
        </p15:guide>
        <p15:guide id="3" pos="7488">
          <p15:clr>
            <a:srgbClr val="A4A3A4"/>
          </p15:clr>
        </p15:guide>
        <p15:guide id="4" orient="horz" pos="3776">
          <p15:clr>
            <a:srgbClr val="A4A3A4"/>
          </p15:clr>
        </p15:guide>
        <p15:guide id="5" orient="horz" pos="4117">
          <p15:clr>
            <a:srgbClr val="A4A3A4"/>
          </p15:clr>
        </p15:guide>
        <p15:guide id="6" pos="3840">
          <p15:clr>
            <a:srgbClr val="A4A3A4"/>
          </p15:clr>
        </p15:guide>
        <p15:guide id="7" pos="3648">
          <p15:clr>
            <a:srgbClr val="A4A3A4"/>
          </p15:clr>
        </p15:guide>
        <p15:guide id="8" pos="1920">
          <p15:clr>
            <a:srgbClr val="A4A3A4"/>
          </p15:clr>
        </p15:guide>
        <p15:guide id="9" pos="4032">
          <p15:clr>
            <a:srgbClr val="A4A3A4"/>
          </p15:clr>
        </p15:guide>
        <p15:guide id="10" pos="1728">
          <p15:clr>
            <a:srgbClr val="A4A3A4"/>
          </p15:clr>
        </p15:guide>
        <p15:guide id="11" pos="2112">
          <p15:clr>
            <a:srgbClr val="A4A3A4"/>
          </p15:clr>
        </p15:guide>
        <p15:guide id="12" pos="5760">
          <p15:clr>
            <a:srgbClr val="A4A3A4"/>
          </p15:clr>
        </p15:guide>
        <p15:guide id="13" pos="5568">
          <p15:clr>
            <a:srgbClr val="A4A3A4"/>
          </p15:clr>
        </p15:guide>
        <p15:guide id="14" pos="5952">
          <p15:clr>
            <a:srgbClr val="A4A3A4"/>
          </p15:clr>
        </p15:guide>
        <p15:guide id="15" orient="horz" pos="549">
          <p15:clr>
            <a:srgbClr val="A4A3A4"/>
          </p15:clr>
        </p15:guide>
        <p15:guide id="17" orient="horz" pos="1083">
          <p15:clr>
            <a:srgbClr val="A4A3A4"/>
          </p15:clr>
        </p15:guide>
        <p15:guide id="18" orient="horz" pos="2160">
          <p15:clr>
            <a:srgbClr val="A4A3A4"/>
          </p15:clr>
        </p15:guide>
        <p15:guide id="19" orient="horz" pos="1621">
          <p15:clr>
            <a:srgbClr val="A4A3A4"/>
          </p15:clr>
        </p15:guide>
        <p15:guide id="20" orient="horz" pos="2696">
          <p15:clr>
            <a:srgbClr val="A4A3A4"/>
          </p15:clr>
        </p15:guide>
        <p15:guide id="21" orient="horz" pos="3232">
          <p15:clr>
            <a:srgbClr val="A4A3A4"/>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7" name="Slide Number"/>
          <p:cNvSpPr txBox="1">
            <a:spLocks noGrp="1"/>
          </p:cNvSpPr>
          <p:nvPr>
            <p:ph type="sldNum" sz="quarter" idx="2"/>
          </p:nvPr>
        </p:nvSpPr>
        <p:spPr>
          <a:xfrm>
            <a:off x="11769264" y="6475857"/>
            <a:ext cx="135436" cy="123111"/>
          </a:xfrm>
          <a:prstGeom prst="rect">
            <a:avLst/>
          </a:prstGeom>
          <a:ln w="12700">
            <a:miter lim="400000"/>
          </a:ln>
        </p:spPr>
        <p:txBody>
          <a:bodyPr wrap="none" lIns="0" tIns="0" rIns="0" bIns="0" anchor="b" anchorCtr="0">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48" name="Title Text"/>
          <p:cNvSpPr txBox="1">
            <a:spLocks noGrp="1"/>
          </p:cNvSpPr>
          <p:nvPr>
            <p:ph type="title"/>
          </p:nvPr>
        </p:nvSpPr>
        <p:spPr>
          <a:xfrm>
            <a:off x="287999" y="288036"/>
            <a:ext cx="11293592" cy="12343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p>
            <a:r>
              <a:rPr dirty="0"/>
              <a:t>Title Text</a:t>
            </a:r>
          </a:p>
        </p:txBody>
      </p:sp>
      <p:sp>
        <p:nvSpPr>
          <p:cNvPr id="49" name="Body Level One…"/>
          <p:cNvSpPr txBox="1">
            <a:spLocks noGrp="1"/>
          </p:cNvSpPr>
          <p:nvPr>
            <p:ph type="body" idx="1"/>
          </p:nvPr>
        </p:nvSpPr>
        <p:spPr>
          <a:xfrm>
            <a:off x="287300" y="1663699"/>
            <a:ext cx="11293592" cy="443388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p>
            <a:r>
              <a:rPr dirty="0"/>
              <a:t>Body Level One</a:t>
            </a:r>
          </a:p>
          <a:p>
            <a:pPr lvl="1"/>
            <a:r>
              <a:rPr dirty="0"/>
              <a:t>Body Level Two</a:t>
            </a:r>
          </a:p>
          <a:p>
            <a:pPr lvl="2"/>
            <a:r>
              <a:rPr dirty="0"/>
              <a:t>Body Level Three</a:t>
            </a:r>
          </a:p>
          <a:p>
            <a:pPr lvl="3"/>
            <a:r>
              <a:rPr dirty="0"/>
              <a:t>Body Level Four</a:t>
            </a:r>
          </a:p>
        </p:txBody>
      </p:sp>
      <p:sp>
        <p:nvSpPr>
          <p:cNvPr id="2" name="Footer Placeholder 1">
            <a:extLst>
              <a:ext uri="{FF2B5EF4-FFF2-40B4-BE49-F238E27FC236}">
                <a16:creationId xmlns:a16="http://schemas.microsoft.com/office/drawing/2014/main" id="{59EB465A-FE7F-6B71-D716-1673174BBF59}"/>
              </a:ext>
            </a:extLst>
          </p:cNvPr>
          <p:cNvSpPr>
            <a:spLocks noGrp="1"/>
          </p:cNvSpPr>
          <p:nvPr>
            <p:ph type="ftr" sz="quarter" idx="3"/>
          </p:nvPr>
        </p:nvSpPr>
        <p:spPr>
          <a:xfrm>
            <a:off x="287963" y="6411643"/>
            <a:ext cx="2477765" cy="190500"/>
          </a:xfrm>
          <a:prstGeom prst="rect">
            <a:avLst/>
          </a:prstGeom>
        </p:spPr>
        <p:txBody>
          <a:bodyPr vert="horz" lIns="0" tIns="0" rIns="0" bIns="0" rtlCol="0" anchor="b"/>
          <a:lstStyle>
            <a:lvl1pPr algn="l">
              <a:defRPr sz="800" b="0" i="0">
                <a:solidFill>
                  <a:schemeClr val="tx1"/>
                </a:solidFill>
                <a:latin typeface="IBM Plex Sans" panose="020B0503050203000203" pitchFamily="34" charset="0"/>
              </a:defRPr>
            </a:lvl1pPr>
          </a:lstStyle>
          <a:p>
            <a:r>
              <a:rPr lang="en-US" dirty="0"/>
              <a:t>Footer text (optional)</a:t>
            </a:r>
          </a:p>
        </p:txBody>
      </p:sp>
    </p:spTree>
    <p:extLst>
      <p:ext uri="{BB962C8B-B14F-4D97-AF65-F5344CB8AC3E}">
        <p14:creationId xmlns:p14="http://schemas.microsoft.com/office/powerpoint/2010/main" val="3620258352"/>
      </p:ext>
    </p:extLst>
  </p:cSld>
  <p:clrMap bg1="dk1" tx1="lt1" bg2="dk2" tx2="lt2" accent1="accent1" accent2="accent2" accent3="accent3" accent4="accent4" accent5="accent5" accent6="accent6" hlink="hlink" folHlink="folHlink"/>
  <p:sldLayoutIdLst>
    <p:sldLayoutId id="2147483754" r:id="rId1"/>
    <p:sldLayoutId id="2147483755" r:id="rId2"/>
    <p:sldLayoutId id="2147483756" r:id="rId3"/>
    <p:sldLayoutId id="2147483757" r:id="rId4"/>
    <p:sldLayoutId id="2147483758" r:id="rId5"/>
    <p:sldLayoutId id="2147483759" r:id="rId6"/>
    <p:sldLayoutId id="2147483760" r:id="rId7"/>
    <p:sldLayoutId id="2147483761" r:id="rId8"/>
    <p:sldLayoutId id="2147483762" r:id="rId9"/>
    <p:sldLayoutId id="2147483763" r:id="rId10"/>
    <p:sldLayoutId id="2147483764" r:id="rId11"/>
    <p:sldLayoutId id="2147483765" r:id="rId12"/>
    <p:sldLayoutId id="2147483766" r:id="rId13"/>
    <p:sldLayoutId id="2147483767" r:id="rId14"/>
    <p:sldLayoutId id="2147483768" r:id="rId15"/>
    <p:sldLayoutId id="2147483769" r:id="rId16"/>
    <p:sldLayoutId id="2147483770" r:id="rId17"/>
    <p:sldLayoutId id="2147483771" r:id="rId18"/>
    <p:sldLayoutId id="2147483772" r:id="rId19"/>
    <p:sldLayoutId id="2147483773" r:id="rId20"/>
    <p:sldLayoutId id="2147483774" r:id="rId21"/>
    <p:sldLayoutId id="2147483775" r:id="rId22"/>
    <p:sldLayoutId id="2147483776" r:id="rId23"/>
    <p:sldLayoutId id="2147483777" r:id="rId24"/>
    <p:sldLayoutId id="2147483778" r:id="rId25"/>
    <p:sldLayoutId id="2147483779" r:id="rId26"/>
    <p:sldLayoutId id="2147483780" r:id="rId27"/>
    <p:sldLayoutId id="2147483781" r:id="rId28"/>
    <p:sldLayoutId id="2147483782" r:id="rId29"/>
    <p:sldLayoutId id="2147483783" r:id="rId30"/>
    <p:sldLayoutId id="2147483784" r:id="rId31"/>
    <p:sldLayoutId id="2147483785" r:id="rId32"/>
    <p:sldLayoutId id="2147483786" r:id="rId33"/>
    <p:sldLayoutId id="2147483787" r:id="rId34"/>
    <p:sldLayoutId id="2147483788" r:id="rId35"/>
    <p:sldLayoutId id="2147483789" r:id="rId36"/>
    <p:sldLayoutId id="2147483790" r:id="rId37"/>
    <p:sldLayoutId id="2147483791" r:id="rId38"/>
    <p:sldLayoutId id="2147483792" r:id="rId39"/>
    <p:sldLayoutId id="2147483793" r:id="rId40"/>
    <p:sldLayoutId id="2147483794" r:id="rId41"/>
    <p:sldLayoutId id="2147483795" r:id="rId42"/>
    <p:sldLayoutId id="2147483796" r:id="rId43"/>
    <p:sldLayoutId id="2147483797" r:id="rId44"/>
    <p:sldLayoutId id="2147483798" r:id="rId45"/>
    <p:sldLayoutId id="2147483799" r:id="rId46"/>
    <p:sldLayoutId id="2147483800" r:id="rId47"/>
    <p:sldLayoutId id="2147483801" r:id="rId48"/>
  </p:sldLayoutIdLst>
  <p:transition spd="med"/>
  <p:hf hdr="0" dt="0"/>
  <p:txStyles>
    <p:titleStyle>
      <a:lvl1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chemeClr val="tx2"/>
          </a:solidFill>
          <a:uFillTx/>
          <a:latin typeface="+mj-lt"/>
          <a:ea typeface="+mj-ea"/>
          <a:cs typeface="+mj-cs"/>
          <a:sym typeface="IBM Plex Sans Light"/>
        </a:defRPr>
      </a:lvl1pPr>
      <a:lvl2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2pPr>
      <a:lvl3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3pPr>
      <a:lvl4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4pPr>
      <a:lvl5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5pPr>
      <a:lvl6pPr marL="0" marR="0" indent="181248"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6pPr>
      <a:lvl7pPr marL="0" marR="0" indent="362497"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7pPr>
      <a:lvl8pPr marL="0" marR="0" indent="543744"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8pPr>
      <a:lvl9pPr marL="0" marR="0" indent="724993"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9pPr>
    </p:titleStyle>
    <p:bodyStyle>
      <a:lvl1pPr marL="0" marR="0" indent="0" algn="l" defTabSz="1218956" rtl="0" eaLnBrk="1" latinLnBrk="0" hangingPunct="1">
        <a:lnSpc>
          <a:spcPct val="110000"/>
        </a:lnSpc>
        <a:spcBef>
          <a:spcPts val="0"/>
        </a:spcBef>
        <a:spcAft>
          <a:spcPts val="0"/>
        </a:spcAft>
        <a:buClrTx/>
        <a:buSzTx/>
        <a:buFontTx/>
        <a:buNone/>
        <a:tabLst/>
        <a:defRPr sz="1800" b="0" i="0" u="none" strike="noStrike" cap="none" spc="0" baseline="0">
          <a:solidFill>
            <a:schemeClr val="tx1"/>
          </a:solidFill>
          <a:uFillTx/>
          <a:latin typeface="+mj-lt"/>
          <a:ea typeface="+mj-ea"/>
          <a:cs typeface="+mj-cs"/>
          <a:sym typeface="IBM Plex Sans Light"/>
        </a:defRPr>
      </a:lvl1pPr>
      <a:lvl2pPr marL="164559" marR="0" indent="-164559" algn="l" defTabSz="1218956" rtl="0" eaLnBrk="1" latinLnBrk="0" hangingPunct="1">
        <a:lnSpc>
          <a:spcPct val="110000"/>
        </a:lnSpc>
        <a:spcBef>
          <a:spcPts val="0"/>
        </a:spcBef>
        <a:spcAft>
          <a:spcPts val="0"/>
        </a:spcAft>
        <a:buClrTx/>
        <a:buSzPct val="100000"/>
        <a:buFontTx/>
        <a:buChar char="–"/>
        <a:tabLst/>
        <a:defRPr sz="1800" b="0" i="0" u="none" strike="noStrike" cap="none" spc="0" baseline="0">
          <a:solidFill>
            <a:schemeClr val="tx1"/>
          </a:solidFill>
          <a:uFillTx/>
          <a:latin typeface="+mj-lt"/>
          <a:ea typeface="+mj-ea"/>
          <a:cs typeface="+mj-cs"/>
          <a:sym typeface="IBM Plex Sans Light"/>
        </a:defRPr>
      </a:lvl2pPr>
      <a:lvl3pPr marL="329118" marR="0" indent="-164559" algn="l" defTabSz="1218956" rtl="0" eaLnBrk="1" latinLnBrk="0" hangingPunct="1">
        <a:lnSpc>
          <a:spcPct val="110000"/>
        </a:lnSpc>
        <a:spcBef>
          <a:spcPts val="0"/>
        </a:spcBef>
        <a:spcAft>
          <a:spcPts val="0"/>
        </a:spcAft>
        <a:buClrTx/>
        <a:buSzPct val="100000"/>
        <a:buFontTx/>
        <a:buChar char="•"/>
        <a:tabLst/>
        <a:defRPr sz="1800" b="0" i="0" u="none" strike="noStrike" cap="none" spc="0" baseline="0">
          <a:solidFill>
            <a:schemeClr val="tx1"/>
          </a:solidFill>
          <a:uFillTx/>
          <a:latin typeface="+mj-lt"/>
          <a:ea typeface="+mj-ea"/>
          <a:cs typeface="+mj-cs"/>
          <a:sym typeface="IBM Plex Sans Light"/>
        </a:defRPr>
      </a:lvl3pPr>
      <a:lvl4pPr marL="493677" marR="0" indent="-164559" algn="l" defTabSz="1218956" rtl="0" eaLnBrk="1" latinLnBrk="0" hangingPunct="1">
        <a:lnSpc>
          <a:spcPct val="110000"/>
        </a:lnSpc>
        <a:spcBef>
          <a:spcPts val="0"/>
        </a:spcBef>
        <a:spcAft>
          <a:spcPts val="0"/>
        </a:spcAft>
        <a:buClrTx/>
        <a:buSzPct val="100000"/>
        <a:buFontTx/>
        <a:buChar char="–"/>
        <a:tabLst/>
        <a:defRPr sz="1800" b="0" i="0" u="none" strike="noStrike" cap="none" spc="0" baseline="0">
          <a:solidFill>
            <a:schemeClr val="tx1"/>
          </a:solidFill>
          <a:uFillTx/>
          <a:latin typeface="+mj-lt"/>
          <a:ea typeface="+mj-ea"/>
          <a:cs typeface="+mj-cs"/>
          <a:sym typeface="IBM Plex Sans Light"/>
        </a:defRPr>
      </a:lvl4pPr>
      <a:lvl5pPr marL="571386" marR="0" indent="-228554" algn="l" defTabSz="1218956" rtl="0" eaLnBrk="1" latinLnBrk="0" hangingPunct="1">
        <a:lnSpc>
          <a:spcPct val="110000"/>
        </a:lnSpc>
        <a:spcBef>
          <a:spcPts val="1450"/>
        </a:spcBef>
        <a:spcAft>
          <a:spcPts val="0"/>
        </a:spcAft>
        <a:buClrTx/>
        <a:buSzPct val="100000"/>
        <a:buFont typeface="IBM Plex Sans" panose="020B0604020202020204" pitchFamily="34" charset="0"/>
        <a:buChar char="•"/>
        <a:tabLst/>
        <a:defRPr sz="1800" b="0" i="0" u="none" strike="noStrike" cap="none" spc="0" baseline="0">
          <a:solidFill>
            <a:srgbClr val="000000"/>
          </a:solidFill>
          <a:uFillTx/>
          <a:latin typeface="+mj-lt"/>
          <a:ea typeface="+mj-ea"/>
          <a:cs typeface="+mj-cs"/>
          <a:sym typeface="IBM Plex Sans Light"/>
        </a:defRPr>
      </a:lvl5pPr>
      <a:lvl6pPr marL="921346" marR="0" indent="-194466" algn="l" defTabSz="1218956" rtl="0" eaLnBrk="1" latinLnBrk="0" hangingPunct="1">
        <a:lnSpc>
          <a:spcPct val="100000"/>
        </a:lnSpc>
        <a:spcBef>
          <a:spcPts val="1450"/>
        </a:spcBef>
        <a:spcAft>
          <a:spcPts val="0"/>
        </a:spcAft>
        <a:buClrTx/>
        <a:buSzPct val="100000"/>
        <a:buFontTx/>
        <a:buChar char="»"/>
        <a:tabLst/>
        <a:defRPr sz="1800" b="0" i="0" u="none" strike="noStrike" cap="none" spc="0" baseline="0">
          <a:solidFill>
            <a:srgbClr val="000000"/>
          </a:solidFill>
          <a:uFillTx/>
          <a:latin typeface="+mj-lt"/>
          <a:ea typeface="+mj-ea"/>
          <a:cs typeface="+mj-cs"/>
          <a:sym typeface="IBM Plex Sans Light"/>
        </a:defRPr>
      </a:lvl6pPr>
      <a:lvl7pPr marL="1102595" marR="0" indent="-194466" algn="l" defTabSz="1218956" rtl="0" eaLnBrk="1" latinLnBrk="0" hangingPunct="1">
        <a:lnSpc>
          <a:spcPct val="100000"/>
        </a:lnSpc>
        <a:spcBef>
          <a:spcPts val="1450"/>
        </a:spcBef>
        <a:spcAft>
          <a:spcPts val="0"/>
        </a:spcAft>
        <a:buClrTx/>
        <a:buSzPct val="100000"/>
        <a:buFontTx/>
        <a:buChar char="»"/>
        <a:tabLst/>
        <a:defRPr sz="1800" b="0" i="0" u="none" strike="noStrike" cap="none" spc="0" baseline="0">
          <a:solidFill>
            <a:srgbClr val="000000"/>
          </a:solidFill>
          <a:uFillTx/>
          <a:latin typeface="+mj-lt"/>
          <a:ea typeface="+mj-ea"/>
          <a:cs typeface="+mj-cs"/>
          <a:sym typeface="IBM Plex Sans Light"/>
        </a:defRPr>
      </a:lvl7pPr>
      <a:lvl8pPr marL="1283843" marR="0" indent="-194466" algn="l" defTabSz="1218956" rtl="0" eaLnBrk="1" latinLnBrk="0" hangingPunct="1">
        <a:lnSpc>
          <a:spcPct val="100000"/>
        </a:lnSpc>
        <a:spcBef>
          <a:spcPts val="1450"/>
        </a:spcBef>
        <a:spcAft>
          <a:spcPts val="0"/>
        </a:spcAft>
        <a:buClrTx/>
        <a:buSzPct val="100000"/>
        <a:buFontTx/>
        <a:buChar char="»"/>
        <a:tabLst/>
        <a:defRPr sz="1800" b="0" i="0" u="none" strike="noStrike" cap="none" spc="0" baseline="0">
          <a:solidFill>
            <a:srgbClr val="000000"/>
          </a:solidFill>
          <a:uFillTx/>
          <a:latin typeface="+mj-lt"/>
          <a:ea typeface="+mj-ea"/>
          <a:cs typeface="+mj-cs"/>
          <a:sym typeface="IBM Plex Sans Light"/>
        </a:defRPr>
      </a:lvl8pPr>
      <a:lvl9pPr marL="1465091" marR="0" indent="-194466" algn="l" defTabSz="1218956" rtl="0" eaLnBrk="1" latinLnBrk="0" hangingPunct="1">
        <a:lnSpc>
          <a:spcPct val="100000"/>
        </a:lnSpc>
        <a:spcBef>
          <a:spcPts val="1450"/>
        </a:spcBef>
        <a:spcAft>
          <a:spcPts val="0"/>
        </a:spcAft>
        <a:buClrTx/>
        <a:buSzPct val="100000"/>
        <a:buFontTx/>
        <a:buChar char="»"/>
        <a:tabLst/>
        <a:defRPr sz="1800" b="0" i="0" u="none" strike="noStrike" cap="none" spc="0" baseline="0">
          <a:solidFill>
            <a:srgbClr val="000000"/>
          </a:solidFill>
          <a:uFillTx/>
          <a:latin typeface="+mj-lt"/>
          <a:ea typeface="+mj-ea"/>
          <a:cs typeface="+mj-cs"/>
          <a:sym typeface="IBM Plex Sans Light"/>
        </a:defRPr>
      </a:lvl9pPr>
    </p:bodyStyle>
    <p:otherStyle>
      <a:lvl1pPr marL="0" marR="0" indent="0"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1pPr>
      <a:lvl2pPr marL="0" marR="0" indent="171461"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2pPr>
      <a:lvl3pPr marL="0" marR="0" indent="342922"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3pPr>
      <a:lvl4pPr marL="0" marR="0" indent="514384"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4pPr>
      <a:lvl5pPr marL="0" marR="0" indent="685845"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5pPr>
      <a:lvl6pPr marL="0" marR="0" indent="857307"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6pPr>
      <a:lvl7pPr marL="0" marR="0" indent="1028768"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7pPr>
      <a:lvl8pPr marL="0" marR="0" indent="1200230"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8pPr>
      <a:lvl9pPr marL="0" marR="0" indent="1371691"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9pPr>
    </p:otherStyle>
  </p:txStyles>
  <p:extLst>
    <p:ext uri="{27BBF7A9-308A-43DC-89C8-2F10F3537804}">
      <p15:sldGuideLst xmlns:p15="http://schemas.microsoft.com/office/powerpoint/2012/main">
        <p15:guide id="3" pos="364">
          <p15:clr>
            <a:srgbClr val="EE5396"/>
          </p15:clr>
        </p15:guide>
        <p15:guide id="4" pos="3840">
          <p15:clr>
            <a:srgbClr val="0F62FE"/>
          </p15:clr>
        </p15:guide>
        <p15:guide id="5" pos="1916">
          <p15:clr>
            <a:srgbClr val="EE5396"/>
          </p15:clr>
        </p15:guide>
        <p15:guide id="6" pos="5756">
          <p15:clr>
            <a:srgbClr val="EE5396"/>
          </p15:clr>
        </p15:guide>
        <p15:guide id="7" pos="7319">
          <p15:clr>
            <a:srgbClr val="EE5396"/>
          </p15:clr>
        </p15:guide>
        <p15:guide id="8" pos="8040">
          <p15:clr>
            <a:srgbClr val="EE5396"/>
          </p15:clr>
        </p15:guide>
        <p15:guide id="9" pos="4200">
          <p15:clr>
            <a:srgbClr val="EE5396"/>
          </p15:clr>
        </p15:guide>
        <p15:guide id="10" pos="3480">
          <p15:clr>
            <a:srgbClr val="EE5396"/>
          </p15:clr>
        </p15:guide>
        <p15:guide id="11" pos="9594">
          <p15:clr>
            <a:srgbClr val="EE5396"/>
          </p15:clr>
        </p15:guide>
        <p15:guide id="13" pos="11160">
          <p15:clr>
            <a:srgbClr val="EE5396"/>
          </p15:clr>
        </p15:guide>
        <p15:guide id="14" pos="11880">
          <p15:clr>
            <a:srgbClr val="EE5396"/>
          </p15:clr>
        </p15:guide>
        <p15:guide id="15" pos="13440">
          <p15:clr>
            <a:srgbClr val="EE5396"/>
          </p15:clr>
        </p15:guide>
        <p15:guide id="16" pos="14995">
          <p15:clr>
            <a:srgbClr val="EE5396"/>
          </p15:clr>
        </p15:guide>
        <p15:guide id="19" orient="horz" pos="3840">
          <p15:clr>
            <a:srgbClr val="EE5396"/>
          </p15:clr>
        </p15:guide>
        <p15:guide id="20" orient="horz" pos="958">
          <p15:clr>
            <a:srgbClr val="EE5396"/>
          </p15:clr>
        </p15:guide>
        <p15:guide id="25" orient="horz" pos="7682">
          <p15:clr>
            <a:srgbClr val="EE5396"/>
          </p15:clr>
        </p15:guide>
        <p15:guide id="26" pos="7680">
          <p15:clr>
            <a:srgbClr val="0F62FE"/>
          </p15:clr>
        </p15:guide>
        <p15:guide id="27" pos="11520">
          <p15:clr>
            <a:srgbClr val="0F62FE"/>
          </p15:clr>
        </p15:guide>
        <p15:guide id="30" orient="horz" pos="1918">
          <p15:clr>
            <a:srgbClr val="EE5396"/>
          </p15:clr>
        </p15:guide>
        <p15:guide id="32" orient="horz" pos="6720">
          <p15:clr>
            <a:srgbClr val="EE5396"/>
          </p15:clr>
        </p15:guide>
        <p15:guide id="33" orient="horz" pos="2880">
          <p15:clr>
            <a:srgbClr val="EE5396"/>
          </p15:clr>
        </p15:guide>
        <p15:guide id="34" orient="horz" pos="4800">
          <p15:clr>
            <a:srgbClr val="EE5396"/>
          </p15:clr>
        </p15:guide>
        <p15:guide id="35" orient="horz" pos="5758">
          <p15:clr>
            <a:srgbClr val="EE5396"/>
          </p15:clr>
        </p15:guide>
        <p15:guide id="36" orient="horz" pos="8284">
          <p15:clr>
            <a:srgbClr val="9FCC3B"/>
          </p15:clr>
        </p15:guide>
        <p15:guide id="37" orient="horz" pos="360">
          <p15:clr>
            <a:srgbClr val="9FCC3B"/>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Tree>
    <p:extLst>
      <p:ext uri="{BB962C8B-B14F-4D97-AF65-F5344CB8AC3E}">
        <p14:creationId xmlns:p14="http://schemas.microsoft.com/office/powerpoint/2010/main" val="1486501964"/>
      </p:ext>
    </p:extLst>
  </p:cSld>
  <p:clrMap bg1="lt1" tx1="dk1" bg2="dk2" tx2="lt2" accent1="accent1" accent2="accent2" accent3="accent3" accent4="accent4" accent5="accent5" accent6="accent6" hlink="hlink" folHlink="folHlink"/>
  <p:sldLayoutIdLst>
    <p:sldLayoutId id="2147483854" r:id="rId1"/>
    <p:sldLayoutId id="2147483855" r:id="rId2"/>
    <p:sldLayoutId id="2147483856" r:id="rId3"/>
    <p:sldLayoutId id="2147483857" r:id="rId4"/>
    <p:sldLayoutId id="2147483858"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39" name="グループ化 138">
            <a:extLst>
              <a:ext uri="{FF2B5EF4-FFF2-40B4-BE49-F238E27FC236}">
                <a16:creationId xmlns:a16="http://schemas.microsoft.com/office/drawing/2014/main" id="{428A5351-B238-38DF-59CA-6D3BE3134DFA}"/>
              </a:ext>
            </a:extLst>
          </p:cNvPr>
          <p:cNvGrpSpPr/>
          <p:nvPr userDrawn="1"/>
        </p:nvGrpSpPr>
        <p:grpSpPr>
          <a:xfrm>
            <a:off x="-137160" y="-138793"/>
            <a:ext cx="12454128" cy="7133953"/>
            <a:chOff x="-137160" y="-138793"/>
            <a:chExt cx="12454128" cy="7133953"/>
          </a:xfrm>
        </p:grpSpPr>
        <p:cxnSp>
          <p:nvCxnSpPr>
            <p:cNvPr id="23" name="直線コネクタ 22">
              <a:extLst>
                <a:ext uri="{FF2B5EF4-FFF2-40B4-BE49-F238E27FC236}">
                  <a16:creationId xmlns:a16="http://schemas.microsoft.com/office/drawing/2014/main" id="{0BDAE93A-553E-CF86-79C8-E52F8413660B}"/>
                </a:ext>
              </a:extLst>
            </p:cNvPr>
            <p:cNvCxnSpPr/>
            <p:nvPr/>
          </p:nvCxnSpPr>
          <p:spPr>
            <a:xfrm>
              <a:off x="285750" y="-138793"/>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4" name="直線コネクタ 23">
              <a:extLst>
                <a:ext uri="{FF2B5EF4-FFF2-40B4-BE49-F238E27FC236}">
                  <a16:creationId xmlns:a16="http://schemas.microsoft.com/office/drawing/2014/main" id="{FA4F5A0E-4388-541C-B5B0-7DEFA885FA46}"/>
                </a:ext>
              </a:extLst>
            </p:cNvPr>
            <p:cNvCxnSpPr/>
            <p:nvPr/>
          </p:nvCxnSpPr>
          <p:spPr>
            <a:xfrm>
              <a:off x="1524000" y="-138793"/>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5" name="直線コネクタ 24">
              <a:extLst>
                <a:ext uri="{FF2B5EF4-FFF2-40B4-BE49-F238E27FC236}">
                  <a16:creationId xmlns:a16="http://schemas.microsoft.com/office/drawing/2014/main" id="{1824DA62-FDDF-59A6-E5A7-964E93886CF8}"/>
                </a:ext>
              </a:extLst>
            </p:cNvPr>
            <p:cNvCxnSpPr/>
            <p:nvPr/>
          </p:nvCxnSpPr>
          <p:spPr>
            <a:xfrm>
              <a:off x="2765425" y="-138793"/>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6" name="直線コネクタ 25">
              <a:extLst>
                <a:ext uri="{FF2B5EF4-FFF2-40B4-BE49-F238E27FC236}">
                  <a16:creationId xmlns:a16="http://schemas.microsoft.com/office/drawing/2014/main" id="{C7665CA4-7A9C-0AF2-3F4B-1052D659415F}"/>
                </a:ext>
              </a:extLst>
            </p:cNvPr>
            <p:cNvCxnSpPr/>
            <p:nvPr/>
          </p:nvCxnSpPr>
          <p:spPr>
            <a:xfrm>
              <a:off x="3051175" y="-138793"/>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7" name="直線コネクタ 26">
              <a:extLst>
                <a:ext uri="{FF2B5EF4-FFF2-40B4-BE49-F238E27FC236}">
                  <a16:creationId xmlns:a16="http://schemas.microsoft.com/office/drawing/2014/main" id="{B89570E4-39D9-B3E7-E0F0-E3E7AE811CEA}"/>
                </a:ext>
              </a:extLst>
            </p:cNvPr>
            <p:cNvCxnSpPr>
              <a:cxnSpLocks/>
            </p:cNvCxnSpPr>
            <p:nvPr/>
          </p:nvCxnSpPr>
          <p:spPr>
            <a:xfrm>
              <a:off x="3340957" y="-138793"/>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8" name="直線コネクタ 27">
              <a:extLst>
                <a:ext uri="{FF2B5EF4-FFF2-40B4-BE49-F238E27FC236}">
                  <a16:creationId xmlns:a16="http://schemas.microsoft.com/office/drawing/2014/main" id="{871E6964-C69E-69DD-780B-A67A4CF80EC3}"/>
                </a:ext>
              </a:extLst>
            </p:cNvPr>
            <p:cNvCxnSpPr>
              <a:cxnSpLocks/>
            </p:cNvCxnSpPr>
            <p:nvPr/>
          </p:nvCxnSpPr>
          <p:spPr>
            <a:xfrm>
              <a:off x="4575175" y="-138793"/>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9" name="直線コネクタ 28">
              <a:extLst>
                <a:ext uri="{FF2B5EF4-FFF2-40B4-BE49-F238E27FC236}">
                  <a16:creationId xmlns:a16="http://schemas.microsoft.com/office/drawing/2014/main" id="{F9FD3AE3-FEB4-9EB0-79B1-39097D9FDDBC}"/>
                </a:ext>
              </a:extLst>
            </p:cNvPr>
            <p:cNvCxnSpPr>
              <a:cxnSpLocks/>
            </p:cNvCxnSpPr>
            <p:nvPr/>
          </p:nvCxnSpPr>
          <p:spPr>
            <a:xfrm>
              <a:off x="5819775" y="-138793"/>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0" name="直線コネクタ 29">
              <a:extLst>
                <a:ext uri="{FF2B5EF4-FFF2-40B4-BE49-F238E27FC236}">
                  <a16:creationId xmlns:a16="http://schemas.microsoft.com/office/drawing/2014/main" id="{A41F8B83-0FCD-5467-75CB-40D90A039B5E}"/>
                </a:ext>
              </a:extLst>
            </p:cNvPr>
            <p:cNvCxnSpPr>
              <a:cxnSpLocks/>
            </p:cNvCxnSpPr>
            <p:nvPr/>
          </p:nvCxnSpPr>
          <p:spPr>
            <a:xfrm>
              <a:off x="6096000" y="-138793"/>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2" name="直線コネクタ 41">
              <a:extLst>
                <a:ext uri="{FF2B5EF4-FFF2-40B4-BE49-F238E27FC236}">
                  <a16:creationId xmlns:a16="http://schemas.microsoft.com/office/drawing/2014/main" id="{F89108AE-D866-30F1-A851-1F7282E1D419}"/>
                </a:ext>
              </a:extLst>
            </p:cNvPr>
            <p:cNvCxnSpPr>
              <a:cxnSpLocks/>
            </p:cNvCxnSpPr>
            <p:nvPr/>
          </p:nvCxnSpPr>
          <p:spPr>
            <a:xfrm>
              <a:off x="6380512" y="-138793"/>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3" name="直線コネクタ 42">
              <a:extLst>
                <a:ext uri="{FF2B5EF4-FFF2-40B4-BE49-F238E27FC236}">
                  <a16:creationId xmlns:a16="http://schemas.microsoft.com/office/drawing/2014/main" id="{8515CCB9-2D9D-C39D-0702-7CB5EBBF5C4C}"/>
                </a:ext>
              </a:extLst>
            </p:cNvPr>
            <p:cNvCxnSpPr>
              <a:cxnSpLocks/>
            </p:cNvCxnSpPr>
            <p:nvPr/>
          </p:nvCxnSpPr>
          <p:spPr>
            <a:xfrm>
              <a:off x="7616825" y="-138793"/>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4" name="直線コネクタ 43">
              <a:extLst>
                <a:ext uri="{FF2B5EF4-FFF2-40B4-BE49-F238E27FC236}">
                  <a16:creationId xmlns:a16="http://schemas.microsoft.com/office/drawing/2014/main" id="{BD1F15FD-67D9-15D5-0EF4-F94C276F1E83}"/>
                </a:ext>
              </a:extLst>
            </p:cNvPr>
            <p:cNvCxnSpPr>
              <a:cxnSpLocks/>
            </p:cNvCxnSpPr>
            <p:nvPr/>
          </p:nvCxnSpPr>
          <p:spPr>
            <a:xfrm>
              <a:off x="8861425" y="-138793"/>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5" name="直線コネクタ 44">
              <a:extLst>
                <a:ext uri="{FF2B5EF4-FFF2-40B4-BE49-F238E27FC236}">
                  <a16:creationId xmlns:a16="http://schemas.microsoft.com/office/drawing/2014/main" id="{CE2B69C1-CFF5-217A-18B0-B2255256830E}"/>
                </a:ext>
              </a:extLst>
            </p:cNvPr>
            <p:cNvCxnSpPr>
              <a:cxnSpLocks/>
            </p:cNvCxnSpPr>
            <p:nvPr/>
          </p:nvCxnSpPr>
          <p:spPr>
            <a:xfrm>
              <a:off x="9144000" y="-138793"/>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6" name="直線コネクタ 45">
              <a:extLst>
                <a:ext uri="{FF2B5EF4-FFF2-40B4-BE49-F238E27FC236}">
                  <a16:creationId xmlns:a16="http://schemas.microsoft.com/office/drawing/2014/main" id="{77CC1433-EC3A-793B-A431-AF889CF07317}"/>
                </a:ext>
              </a:extLst>
            </p:cNvPr>
            <p:cNvCxnSpPr>
              <a:cxnSpLocks/>
            </p:cNvCxnSpPr>
            <p:nvPr/>
          </p:nvCxnSpPr>
          <p:spPr>
            <a:xfrm>
              <a:off x="9420225" y="-138793"/>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7" name="直線コネクタ 46">
              <a:extLst>
                <a:ext uri="{FF2B5EF4-FFF2-40B4-BE49-F238E27FC236}">
                  <a16:creationId xmlns:a16="http://schemas.microsoft.com/office/drawing/2014/main" id="{BFB81239-734F-7444-373E-F13E01E120CD}"/>
                </a:ext>
              </a:extLst>
            </p:cNvPr>
            <p:cNvCxnSpPr>
              <a:cxnSpLocks/>
            </p:cNvCxnSpPr>
            <p:nvPr/>
          </p:nvCxnSpPr>
          <p:spPr>
            <a:xfrm>
              <a:off x="10671175" y="-138793"/>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8" name="直線コネクタ 47">
              <a:extLst>
                <a:ext uri="{FF2B5EF4-FFF2-40B4-BE49-F238E27FC236}">
                  <a16:creationId xmlns:a16="http://schemas.microsoft.com/office/drawing/2014/main" id="{E0E07371-4F9B-EB56-75A9-BF86F2A8FB82}"/>
                </a:ext>
              </a:extLst>
            </p:cNvPr>
            <p:cNvCxnSpPr>
              <a:cxnSpLocks/>
            </p:cNvCxnSpPr>
            <p:nvPr/>
          </p:nvCxnSpPr>
          <p:spPr>
            <a:xfrm>
              <a:off x="11905012" y="-138793"/>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9" name="直線コネクタ 48">
              <a:extLst>
                <a:ext uri="{FF2B5EF4-FFF2-40B4-BE49-F238E27FC236}">
                  <a16:creationId xmlns:a16="http://schemas.microsoft.com/office/drawing/2014/main" id="{D190A59A-40EC-2239-6B3E-E715D3E1E75A}"/>
                </a:ext>
              </a:extLst>
            </p:cNvPr>
            <p:cNvCxnSpPr>
              <a:cxnSpLocks/>
            </p:cNvCxnSpPr>
            <p:nvPr/>
          </p:nvCxnSpPr>
          <p:spPr>
            <a:xfrm>
              <a:off x="285750" y="6885432"/>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50" name="直線コネクタ 49">
              <a:extLst>
                <a:ext uri="{FF2B5EF4-FFF2-40B4-BE49-F238E27FC236}">
                  <a16:creationId xmlns:a16="http://schemas.microsoft.com/office/drawing/2014/main" id="{E69A8A97-0D40-6B4B-F1FF-44504A92B8B4}"/>
                </a:ext>
              </a:extLst>
            </p:cNvPr>
            <p:cNvCxnSpPr>
              <a:cxnSpLocks/>
            </p:cNvCxnSpPr>
            <p:nvPr/>
          </p:nvCxnSpPr>
          <p:spPr>
            <a:xfrm>
              <a:off x="1524000" y="6885432"/>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51" name="直線コネクタ 50">
              <a:extLst>
                <a:ext uri="{FF2B5EF4-FFF2-40B4-BE49-F238E27FC236}">
                  <a16:creationId xmlns:a16="http://schemas.microsoft.com/office/drawing/2014/main" id="{FBA50B44-38F1-10EB-03EE-5E38EDAC1488}"/>
                </a:ext>
              </a:extLst>
            </p:cNvPr>
            <p:cNvCxnSpPr>
              <a:cxnSpLocks/>
            </p:cNvCxnSpPr>
            <p:nvPr/>
          </p:nvCxnSpPr>
          <p:spPr>
            <a:xfrm>
              <a:off x="2765425" y="6885432"/>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52" name="直線コネクタ 51">
              <a:extLst>
                <a:ext uri="{FF2B5EF4-FFF2-40B4-BE49-F238E27FC236}">
                  <a16:creationId xmlns:a16="http://schemas.microsoft.com/office/drawing/2014/main" id="{1AEEFF00-A8B2-312F-4DC5-DF9CB2F5A32F}"/>
                </a:ext>
              </a:extLst>
            </p:cNvPr>
            <p:cNvCxnSpPr>
              <a:cxnSpLocks/>
            </p:cNvCxnSpPr>
            <p:nvPr/>
          </p:nvCxnSpPr>
          <p:spPr>
            <a:xfrm>
              <a:off x="3051175" y="6885432"/>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54" name="直線コネクタ 53">
              <a:extLst>
                <a:ext uri="{FF2B5EF4-FFF2-40B4-BE49-F238E27FC236}">
                  <a16:creationId xmlns:a16="http://schemas.microsoft.com/office/drawing/2014/main" id="{759BB82E-F77A-A534-0DF4-AE3E8DFA2F1C}"/>
                </a:ext>
              </a:extLst>
            </p:cNvPr>
            <p:cNvCxnSpPr>
              <a:cxnSpLocks/>
            </p:cNvCxnSpPr>
            <p:nvPr/>
          </p:nvCxnSpPr>
          <p:spPr>
            <a:xfrm>
              <a:off x="3340957" y="6885432"/>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55" name="直線コネクタ 54">
              <a:extLst>
                <a:ext uri="{FF2B5EF4-FFF2-40B4-BE49-F238E27FC236}">
                  <a16:creationId xmlns:a16="http://schemas.microsoft.com/office/drawing/2014/main" id="{4707E8A3-2777-CC0F-5F68-59F8D0B384BB}"/>
                </a:ext>
              </a:extLst>
            </p:cNvPr>
            <p:cNvCxnSpPr>
              <a:cxnSpLocks/>
            </p:cNvCxnSpPr>
            <p:nvPr/>
          </p:nvCxnSpPr>
          <p:spPr>
            <a:xfrm>
              <a:off x="4575175" y="6885432"/>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56" name="直線コネクタ 55">
              <a:extLst>
                <a:ext uri="{FF2B5EF4-FFF2-40B4-BE49-F238E27FC236}">
                  <a16:creationId xmlns:a16="http://schemas.microsoft.com/office/drawing/2014/main" id="{3A5A9597-E934-5F73-7BBC-19BE62CE27FC}"/>
                </a:ext>
              </a:extLst>
            </p:cNvPr>
            <p:cNvCxnSpPr>
              <a:cxnSpLocks/>
            </p:cNvCxnSpPr>
            <p:nvPr/>
          </p:nvCxnSpPr>
          <p:spPr>
            <a:xfrm>
              <a:off x="5819775" y="6885432"/>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57" name="直線コネクタ 56">
              <a:extLst>
                <a:ext uri="{FF2B5EF4-FFF2-40B4-BE49-F238E27FC236}">
                  <a16:creationId xmlns:a16="http://schemas.microsoft.com/office/drawing/2014/main" id="{A18D49BC-CBA5-F316-0B77-EDA23F34D89A}"/>
                </a:ext>
              </a:extLst>
            </p:cNvPr>
            <p:cNvCxnSpPr>
              <a:cxnSpLocks/>
            </p:cNvCxnSpPr>
            <p:nvPr/>
          </p:nvCxnSpPr>
          <p:spPr>
            <a:xfrm>
              <a:off x="6096000" y="6885432"/>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59" name="直線コネクタ 58">
              <a:extLst>
                <a:ext uri="{FF2B5EF4-FFF2-40B4-BE49-F238E27FC236}">
                  <a16:creationId xmlns:a16="http://schemas.microsoft.com/office/drawing/2014/main" id="{282BC55C-D434-2080-59D9-F554AD8441C3}"/>
                </a:ext>
              </a:extLst>
            </p:cNvPr>
            <p:cNvCxnSpPr>
              <a:cxnSpLocks/>
            </p:cNvCxnSpPr>
            <p:nvPr/>
          </p:nvCxnSpPr>
          <p:spPr>
            <a:xfrm>
              <a:off x="6380512" y="6885432"/>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60" name="直線コネクタ 59">
              <a:extLst>
                <a:ext uri="{FF2B5EF4-FFF2-40B4-BE49-F238E27FC236}">
                  <a16:creationId xmlns:a16="http://schemas.microsoft.com/office/drawing/2014/main" id="{61B75815-09F3-0031-28D3-7AAB7CF45434}"/>
                </a:ext>
              </a:extLst>
            </p:cNvPr>
            <p:cNvCxnSpPr>
              <a:cxnSpLocks/>
            </p:cNvCxnSpPr>
            <p:nvPr/>
          </p:nvCxnSpPr>
          <p:spPr>
            <a:xfrm>
              <a:off x="7616825" y="6885432"/>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61" name="直線コネクタ 60">
              <a:extLst>
                <a:ext uri="{FF2B5EF4-FFF2-40B4-BE49-F238E27FC236}">
                  <a16:creationId xmlns:a16="http://schemas.microsoft.com/office/drawing/2014/main" id="{C6E385C1-E91F-FBC6-BB33-8830A9BD43E4}"/>
                </a:ext>
              </a:extLst>
            </p:cNvPr>
            <p:cNvCxnSpPr>
              <a:cxnSpLocks/>
            </p:cNvCxnSpPr>
            <p:nvPr/>
          </p:nvCxnSpPr>
          <p:spPr>
            <a:xfrm>
              <a:off x="8861425" y="6885432"/>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62" name="直線コネクタ 61">
              <a:extLst>
                <a:ext uri="{FF2B5EF4-FFF2-40B4-BE49-F238E27FC236}">
                  <a16:creationId xmlns:a16="http://schemas.microsoft.com/office/drawing/2014/main" id="{0BAB3459-B3EF-0E8B-2A2A-D185A460C4DB}"/>
                </a:ext>
              </a:extLst>
            </p:cNvPr>
            <p:cNvCxnSpPr>
              <a:cxnSpLocks/>
            </p:cNvCxnSpPr>
            <p:nvPr/>
          </p:nvCxnSpPr>
          <p:spPr>
            <a:xfrm>
              <a:off x="9144000" y="6885432"/>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63" name="直線コネクタ 62">
              <a:extLst>
                <a:ext uri="{FF2B5EF4-FFF2-40B4-BE49-F238E27FC236}">
                  <a16:creationId xmlns:a16="http://schemas.microsoft.com/office/drawing/2014/main" id="{DDB99922-09A2-8CE5-3545-30BF5D97ADE5}"/>
                </a:ext>
              </a:extLst>
            </p:cNvPr>
            <p:cNvCxnSpPr>
              <a:cxnSpLocks/>
            </p:cNvCxnSpPr>
            <p:nvPr/>
          </p:nvCxnSpPr>
          <p:spPr>
            <a:xfrm>
              <a:off x="9420225" y="6885432"/>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64" name="直線コネクタ 63">
              <a:extLst>
                <a:ext uri="{FF2B5EF4-FFF2-40B4-BE49-F238E27FC236}">
                  <a16:creationId xmlns:a16="http://schemas.microsoft.com/office/drawing/2014/main" id="{FA5B9739-4517-421B-AA63-48BCA7C99C81}"/>
                </a:ext>
              </a:extLst>
            </p:cNvPr>
            <p:cNvCxnSpPr>
              <a:cxnSpLocks/>
            </p:cNvCxnSpPr>
            <p:nvPr/>
          </p:nvCxnSpPr>
          <p:spPr>
            <a:xfrm>
              <a:off x="10671175" y="6885432"/>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65" name="直線コネクタ 64">
              <a:extLst>
                <a:ext uri="{FF2B5EF4-FFF2-40B4-BE49-F238E27FC236}">
                  <a16:creationId xmlns:a16="http://schemas.microsoft.com/office/drawing/2014/main" id="{78E43A67-58B0-BCF2-806C-7DE313BD3000}"/>
                </a:ext>
              </a:extLst>
            </p:cNvPr>
            <p:cNvCxnSpPr>
              <a:cxnSpLocks/>
            </p:cNvCxnSpPr>
            <p:nvPr/>
          </p:nvCxnSpPr>
          <p:spPr>
            <a:xfrm>
              <a:off x="11905012" y="6885432"/>
              <a:ext cx="0" cy="109728"/>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66" name="直線コネクタ 65">
              <a:extLst>
                <a:ext uri="{FF2B5EF4-FFF2-40B4-BE49-F238E27FC236}">
                  <a16:creationId xmlns:a16="http://schemas.microsoft.com/office/drawing/2014/main" id="{D1F06F39-106B-CFE7-9278-0DEB46D51BFD}"/>
                </a:ext>
              </a:extLst>
            </p:cNvPr>
            <p:cNvCxnSpPr>
              <a:cxnSpLocks/>
            </p:cNvCxnSpPr>
            <p:nvPr/>
          </p:nvCxnSpPr>
          <p:spPr>
            <a:xfrm>
              <a:off x="-137160" y="302895"/>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67" name="直線コネクタ 66">
              <a:extLst>
                <a:ext uri="{FF2B5EF4-FFF2-40B4-BE49-F238E27FC236}">
                  <a16:creationId xmlns:a16="http://schemas.microsoft.com/office/drawing/2014/main" id="{E6E42AE6-1124-7582-C507-568568F020E7}"/>
                </a:ext>
              </a:extLst>
            </p:cNvPr>
            <p:cNvCxnSpPr>
              <a:cxnSpLocks/>
            </p:cNvCxnSpPr>
            <p:nvPr/>
          </p:nvCxnSpPr>
          <p:spPr>
            <a:xfrm>
              <a:off x="-137160" y="774476"/>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5" name="直線コネクタ 84">
              <a:extLst>
                <a:ext uri="{FF2B5EF4-FFF2-40B4-BE49-F238E27FC236}">
                  <a16:creationId xmlns:a16="http://schemas.microsoft.com/office/drawing/2014/main" id="{3DFD5C5F-C024-0CBE-04A9-1AA2D6D82601}"/>
                </a:ext>
              </a:extLst>
            </p:cNvPr>
            <p:cNvCxnSpPr>
              <a:cxnSpLocks/>
            </p:cNvCxnSpPr>
            <p:nvPr/>
          </p:nvCxnSpPr>
          <p:spPr>
            <a:xfrm>
              <a:off x="-137160" y="1534349"/>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6" name="直線コネクタ 85">
              <a:extLst>
                <a:ext uri="{FF2B5EF4-FFF2-40B4-BE49-F238E27FC236}">
                  <a16:creationId xmlns:a16="http://schemas.microsoft.com/office/drawing/2014/main" id="{646C8041-0A39-6F62-D72B-BC4B38C4EEAB}"/>
                </a:ext>
              </a:extLst>
            </p:cNvPr>
            <p:cNvCxnSpPr>
              <a:cxnSpLocks/>
            </p:cNvCxnSpPr>
            <p:nvPr/>
          </p:nvCxnSpPr>
          <p:spPr>
            <a:xfrm>
              <a:off x="-137160" y="2294222"/>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7" name="直線コネクタ 86">
              <a:extLst>
                <a:ext uri="{FF2B5EF4-FFF2-40B4-BE49-F238E27FC236}">
                  <a16:creationId xmlns:a16="http://schemas.microsoft.com/office/drawing/2014/main" id="{BA32EBA3-BB7D-22FE-1586-69430FC82A74}"/>
                </a:ext>
              </a:extLst>
            </p:cNvPr>
            <p:cNvCxnSpPr>
              <a:cxnSpLocks/>
            </p:cNvCxnSpPr>
            <p:nvPr/>
          </p:nvCxnSpPr>
          <p:spPr>
            <a:xfrm>
              <a:off x="-137160" y="3054095"/>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8" name="直線コネクタ 87">
              <a:extLst>
                <a:ext uri="{FF2B5EF4-FFF2-40B4-BE49-F238E27FC236}">
                  <a16:creationId xmlns:a16="http://schemas.microsoft.com/office/drawing/2014/main" id="{E1641D60-E839-F98A-2950-7A01B78D4E7D}"/>
                </a:ext>
              </a:extLst>
            </p:cNvPr>
            <p:cNvCxnSpPr>
              <a:cxnSpLocks/>
            </p:cNvCxnSpPr>
            <p:nvPr/>
          </p:nvCxnSpPr>
          <p:spPr>
            <a:xfrm>
              <a:off x="-137160" y="3813968"/>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9" name="直線コネクタ 88">
              <a:extLst>
                <a:ext uri="{FF2B5EF4-FFF2-40B4-BE49-F238E27FC236}">
                  <a16:creationId xmlns:a16="http://schemas.microsoft.com/office/drawing/2014/main" id="{DA36E996-B644-3B9F-1F46-A51928A0852B}"/>
                </a:ext>
              </a:extLst>
            </p:cNvPr>
            <p:cNvCxnSpPr>
              <a:cxnSpLocks/>
            </p:cNvCxnSpPr>
            <p:nvPr/>
          </p:nvCxnSpPr>
          <p:spPr>
            <a:xfrm>
              <a:off x="-137160" y="4573841"/>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90" name="直線コネクタ 89">
              <a:extLst>
                <a:ext uri="{FF2B5EF4-FFF2-40B4-BE49-F238E27FC236}">
                  <a16:creationId xmlns:a16="http://schemas.microsoft.com/office/drawing/2014/main" id="{261159B5-9EFD-7BFB-D8D8-856D960B846E}"/>
                </a:ext>
              </a:extLst>
            </p:cNvPr>
            <p:cNvCxnSpPr>
              <a:cxnSpLocks/>
            </p:cNvCxnSpPr>
            <p:nvPr/>
          </p:nvCxnSpPr>
          <p:spPr>
            <a:xfrm>
              <a:off x="-137160" y="5333714"/>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91" name="直線コネクタ 90">
              <a:extLst>
                <a:ext uri="{FF2B5EF4-FFF2-40B4-BE49-F238E27FC236}">
                  <a16:creationId xmlns:a16="http://schemas.microsoft.com/office/drawing/2014/main" id="{BA9FDD16-9D16-C928-CB42-98A6D3EE90B4}"/>
                </a:ext>
              </a:extLst>
            </p:cNvPr>
            <p:cNvCxnSpPr>
              <a:cxnSpLocks/>
            </p:cNvCxnSpPr>
            <p:nvPr/>
          </p:nvCxnSpPr>
          <p:spPr>
            <a:xfrm>
              <a:off x="-137160" y="6093587"/>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92" name="直線コネクタ 91">
              <a:extLst>
                <a:ext uri="{FF2B5EF4-FFF2-40B4-BE49-F238E27FC236}">
                  <a16:creationId xmlns:a16="http://schemas.microsoft.com/office/drawing/2014/main" id="{16C12853-D9F2-11BD-6E76-EF211AC3D518}"/>
                </a:ext>
              </a:extLst>
            </p:cNvPr>
            <p:cNvCxnSpPr>
              <a:cxnSpLocks/>
            </p:cNvCxnSpPr>
            <p:nvPr/>
          </p:nvCxnSpPr>
          <p:spPr>
            <a:xfrm>
              <a:off x="12207240" y="302895"/>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93" name="直線コネクタ 92">
              <a:extLst>
                <a:ext uri="{FF2B5EF4-FFF2-40B4-BE49-F238E27FC236}">
                  <a16:creationId xmlns:a16="http://schemas.microsoft.com/office/drawing/2014/main" id="{AB653A94-F8C2-B0DB-BF2F-31C03EB8CC1D}"/>
                </a:ext>
              </a:extLst>
            </p:cNvPr>
            <p:cNvCxnSpPr>
              <a:cxnSpLocks/>
            </p:cNvCxnSpPr>
            <p:nvPr/>
          </p:nvCxnSpPr>
          <p:spPr>
            <a:xfrm>
              <a:off x="12207240" y="774476"/>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94" name="直線コネクタ 93">
              <a:extLst>
                <a:ext uri="{FF2B5EF4-FFF2-40B4-BE49-F238E27FC236}">
                  <a16:creationId xmlns:a16="http://schemas.microsoft.com/office/drawing/2014/main" id="{C2889090-45CF-B541-F772-91FD2CB80878}"/>
                </a:ext>
              </a:extLst>
            </p:cNvPr>
            <p:cNvCxnSpPr>
              <a:cxnSpLocks/>
            </p:cNvCxnSpPr>
            <p:nvPr/>
          </p:nvCxnSpPr>
          <p:spPr>
            <a:xfrm>
              <a:off x="12207240" y="1534349"/>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95" name="直線コネクタ 94">
              <a:extLst>
                <a:ext uri="{FF2B5EF4-FFF2-40B4-BE49-F238E27FC236}">
                  <a16:creationId xmlns:a16="http://schemas.microsoft.com/office/drawing/2014/main" id="{96C7EAA1-501A-B95F-8976-EA3716398314}"/>
                </a:ext>
              </a:extLst>
            </p:cNvPr>
            <p:cNvCxnSpPr>
              <a:cxnSpLocks/>
            </p:cNvCxnSpPr>
            <p:nvPr/>
          </p:nvCxnSpPr>
          <p:spPr>
            <a:xfrm>
              <a:off x="12207240" y="2294222"/>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96" name="直線コネクタ 95">
              <a:extLst>
                <a:ext uri="{FF2B5EF4-FFF2-40B4-BE49-F238E27FC236}">
                  <a16:creationId xmlns:a16="http://schemas.microsoft.com/office/drawing/2014/main" id="{B38E9CF5-A24B-4BCD-AFFC-C2C284F6EB4A}"/>
                </a:ext>
              </a:extLst>
            </p:cNvPr>
            <p:cNvCxnSpPr>
              <a:cxnSpLocks/>
            </p:cNvCxnSpPr>
            <p:nvPr/>
          </p:nvCxnSpPr>
          <p:spPr>
            <a:xfrm>
              <a:off x="12207240" y="3054095"/>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97" name="直線コネクタ 96">
              <a:extLst>
                <a:ext uri="{FF2B5EF4-FFF2-40B4-BE49-F238E27FC236}">
                  <a16:creationId xmlns:a16="http://schemas.microsoft.com/office/drawing/2014/main" id="{BB730784-0019-ECD5-1899-E874556E3BFD}"/>
                </a:ext>
              </a:extLst>
            </p:cNvPr>
            <p:cNvCxnSpPr>
              <a:cxnSpLocks/>
            </p:cNvCxnSpPr>
            <p:nvPr/>
          </p:nvCxnSpPr>
          <p:spPr>
            <a:xfrm>
              <a:off x="12207240" y="3813968"/>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98" name="直線コネクタ 97">
              <a:extLst>
                <a:ext uri="{FF2B5EF4-FFF2-40B4-BE49-F238E27FC236}">
                  <a16:creationId xmlns:a16="http://schemas.microsoft.com/office/drawing/2014/main" id="{AD3E1DD3-46AF-F14C-3B19-899FA9447BD7}"/>
                </a:ext>
              </a:extLst>
            </p:cNvPr>
            <p:cNvCxnSpPr>
              <a:cxnSpLocks/>
            </p:cNvCxnSpPr>
            <p:nvPr/>
          </p:nvCxnSpPr>
          <p:spPr>
            <a:xfrm>
              <a:off x="12207240" y="4573841"/>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99" name="直線コネクタ 98">
              <a:extLst>
                <a:ext uri="{FF2B5EF4-FFF2-40B4-BE49-F238E27FC236}">
                  <a16:creationId xmlns:a16="http://schemas.microsoft.com/office/drawing/2014/main" id="{E796A9F3-6026-039D-7576-BF828F94A4D7}"/>
                </a:ext>
              </a:extLst>
            </p:cNvPr>
            <p:cNvCxnSpPr>
              <a:cxnSpLocks/>
            </p:cNvCxnSpPr>
            <p:nvPr/>
          </p:nvCxnSpPr>
          <p:spPr>
            <a:xfrm>
              <a:off x="12207240" y="5333714"/>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02" name="直線コネクタ 101">
              <a:extLst>
                <a:ext uri="{FF2B5EF4-FFF2-40B4-BE49-F238E27FC236}">
                  <a16:creationId xmlns:a16="http://schemas.microsoft.com/office/drawing/2014/main" id="{C3585580-ED44-DFC0-F63D-CF6E6B0FB2D3}"/>
                </a:ext>
              </a:extLst>
            </p:cNvPr>
            <p:cNvCxnSpPr>
              <a:cxnSpLocks/>
            </p:cNvCxnSpPr>
            <p:nvPr/>
          </p:nvCxnSpPr>
          <p:spPr>
            <a:xfrm>
              <a:off x="12207240" y="6093587"/>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37" name="直線コネクタ 136">
              <a:extLst>
                <a:ext uri="{FF2B5EF4-FFF2-40B4-BE49-F238E27FC236}">
                  <a16:creationId xmlns:a16="http://schemas.microsoft.com/office/drawing/2014/main" id="{E10D4300-9BEC-23BB-D364-DA949E9D2488}"/>
                </a:ext>
              </a:extLst>
            </p:cNvPr>
            <p:cNvCxnSpPr>
              <a:cxnSpLocks/>
            </p:cNvCxnSpPr>
            <p:nvPr userDrawn="1"/>
          </p:nvCxnSpPr>
          <p:spPr>
            <a:xfrm>
              <a:off x="-137160" y="6565392"/>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38" name="直線コネクタ 137">
              <a:extLst>
                <a:ext uri="{FF2B5EF4-FFF2-40B4-BE49-F238E27FC236}">
                  <a16:creationId xmlns:a16="http://schemas.microsoft.com/office/drawing/2014/main" id="{049F5DE1-A028-3925-47B5-009C3B1027E3}"/>
                </a:ext>
              </a:extLst>
            </p:cNvPr>
            <p:cNvCxnSpPr>
              <a:cxnSpLocks/>
            </p:cNvCxnSpPr>
            <p:nvPr userDrawn="1"/>
          </p:nvCxnSpPr>
          <p:spPr>
            <a:xfrm>
              <a:off x="12207240" y="6565392"/>
              <a:ext cx="109728" cy="0"/>
            </a:xfrm>
            <a:prstGeom prst="line">
              <a:avLst/>
            </a:prstGeom>
            <a:ln w="3175">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4" name="タイトル プレースホルダー 1">
            <a:extLst>
              <a:ext uri="{FF2B5EF4-FFF2-40B4-BE49-F238E27FC236}">
                <a16:creationId xmlns:a16="http://schemas.microsoft.com/office/drawing/2014/main" id="{C8C5460A-C641-2B62-32B9-23FDAD42E2F1}"/>
              </a:ext>
            </a:extLst>
          </p:cNvPr>
          <p:cNvSpPr>
            <a:spLocks noGrp="1"/>
          </p:cNvSpPr>
          <p:nvPr userDrawn="1">
            <p:ph type="title"/>
          </p:nvPr>
        </p:nvSpPr>
        <p:spPr>
          <a:xfrm>
            <a:off x="292608" y="301752"/>
            <a:ext cx="11612880" cy="466344"/>
          </a:xfrm>
          <a:prstGeom prst="rect">
            <a:avLst/>
          </a:prstGeom>
        </p:spPr>
        <p:txBody>
          <a:bodyPr vert="horz" lIns="0" tIns="0" rIns="0" bIns="0" rtlCol="0" anchor="t">
            <a:noAutofit/>
          </a:bodyPr>
          <a:lstStyle/>
          <a:p>
            <a:r>
              <a:rPr kumimoji="1" lang="ja-JP" altLang="en-US"/>
              <a:t>マスター タイトルの書式設定</a:t>
            </a:r>
          </a:p>
        </p:txBody>
      </p:sp>
      <p:sp>
        <p:nvSpPr>
          <p:cNvPr id="6" name="テキスト プレースホルダー 2">
            <a:extLst>
              <a:ext uri="{FF2B5EF4-FFF2-40B4-BE49-F238E27FC236}">
                <a16:creationId xmlns:a16="http://schemas.microsoft.com/office/drawing/2014/main" id="{3F027D9B-B083-3416-DBC8-F125844FD99C}"/>
              </a:ext>
            </a:extLst>
          </p:cNvPr>
          <p:cNvSpPr>
            <a:spLocks noGrp="1"/>
          </p:cNvSpPr>
          <p:nvPr userDrawn="1">
            <p:ph type="body" idx="1"/>
          </p:nvPr>
        </p:nvSpPr>
        <p:spPr>
          <a:xfrm>
            <a:off x="292608" y="1533525"/>
            <a:ext cx="11612880" cy="4559300"/>
          </a:xfrm>
          <a:prstGeom prst="rect">
            <a:avLst/>
          </a:prstGeom>
        </p:spPr>
        <p:txBody>
          <a:bodyPr vert="horz" lIns="0" tIns="0" rIns="0" bIns="0" rtlCol="0">
            <a:noAutofit/>
          </a:bodyPr>
          <a:lstStyle/>
          <a:p>
            <a:pPr lvl="0"/>
            <a:r>
              <a:rPr kumimoji="1" lang="ja-JP" altLang="en-US"/>
              <a:t>マスター テキストの書式設定</a:t>
            </a:r>
          </a:p>
          <a:p>
            <a:pPr lvl="1"/>
            <a:r>
              <a:rPr kumimoji="1" lang="ja-JP" altLang="en-US"/>
              <a:t>第 </a:t>
            </a:r>
            <a:r>
              <a:rPr kumimoji="1" lang="en-US" altLang="ja-JP" dirty="0"/>
              <a:t>2 </a:t>
            </a:r>
            <a:r>
              <a:rPr kumimoji="1" lang="ja-JP" altLang="en-US"/>
              <a:t>レベル</a:t>
            </a:r>
          </a:p>
          <a:p>
            <a:pPr lvl="2"/>
            <a:r>
              <a:rPr kumimoji="1" lang="ja-JP" altLang="en-US"/>
              <a:t>第 </a:t>
            </a:r>
            <a:r>
              <a:rPr kumimoji="1" lang="en-US" altLang="ja-JP" dirty="0"/>
              <a:t>3 </a:t>
            </a:r>
            <a:r>
              <a:rPr kumimoji="1" lang="ja-JP" altLang="en-US"/>
              <a:t>レベル</a:t>
            </a:r>
          </a:p>
          <a:p>
            <a:pPr lvl="3"/>
            <a:r>
              <a:rPr kumimoji="1" lang="ja-JP" altLang="en-US"/>
              <a:t>第 </a:t>
            </a:r>
            <a:r>
              <a:rPr kumimoji="1" lang="en-US" altLang="ja-JP" dirty="0"/>
              <a:t>4 </a:t>
            </a:r>
            <a:r>
              <a:rPr kumimoji="1" lang="ja-JP" altLang="en-US"/>
              <a:t>レベル</a:t>
            </a:r>
          </a:p>
          <a:p>
            <a:pPr lvl="4"/>
            <a:r>
              <a:rPr kumimoji="1" lang="ja-JP" altLang="en-US"/>
              <a:t>第 </a:t>
            </a:r>
            <a:r>
              <a:rPr kumimoji="1" lang="en-US" altLang="ja-JP" dirty="0"/>
              <a:t>5 </a:t>
            </a:r>
            <a:r>
              <a:rPr kumimoji="1" lang="ja-JP" altLang="en-US"/>
              <a:t>レベル</a:t>
            </a:r>
            <a:endParaRPr kumimoji="1" lang="en-US" altLang="ja-JP" dirty="0"/>
          </a:p>
          <a:p>
            <a:pPr lvl="5"/>
            <a:r>
              <a:rPr kumimoji="1" lang="ja-JP" altLang="en-US"/>
              <a:t>第</a:t>
            </a:r>
            <a:r>
              <a:rPr kumimoji="1" lang="en-US" altLang="ja-JP" dirty="0"/>
              <a:t> 6 </a:t>
            </a:r>
            <a:r>
              <a:rPr kumimoji="1" lang="ja-JP" altLang="en-US"/>
              <a:t>レベル</a:t>
            </a:r>
            <a:endParaRPr kumimoji="1" lang="en-US" altLang="ja-JP" dirty="0"/>
          </a:p>
          <a:p>
            <a:pPr lvl="6"/>
            <a:r>
              <a:rPr kumimoji="1" lang="ja-JP" altLang="en-US"/>
              <a:t>第</a:t>
            </a:r>
            <a:r>
              <a:rPr kumimoji="1" lang="en-US" altLang="ja-JP" dirty="0"/>
              <a:t> 7 </a:t>
            </a:r>
            <a:r>
              <a:rPr kumimoji="1" lang="ja-JP" altLang="en-US"/>
              <a:t>レベル</a:t>
            </a:r>
            <a:endParaRPr kumimoji="1" lang="en-US" altLang="ja-JP" dirty="0"/>
          </a:p>
          <a:p>
            <a:pPr lvl="7"/>
            <a:r>
              <a:rPr kumimoji="1" lang="ja-JP" altLang="en-US"/>
              <a:t>第</a:t>
            </a:r>
            <a:r>
              <a:rPr kumimoji="1" lang="en-US" altLang="ja-JP" dirty="0"/>
              <a:t> 8 </a:t>
            </a:r>
            <a:r>
              <a:rPr kumimoji="1" lang="ja-JP" altLang="en-US"/>
              <a:t>レベル</a:t>
            </a:r>
            <a:endParaRPr kumimoji="1" lang="en-US" altLang="ja-JP" dirty="0"/>
          </a:p>
          <a:p>
            <a:pPr lvl="8"/>
            <a:r>
              <a:rPr kumimoji="1" lang="ja-JP" altLang="en-US"/>
              <a:t>第</a:t>
            </a:r>
            <a:r>
              <a:rPr kumimoji="1" lang="en-US" altLang="ja-JP" dirty="0"/>
              <a:t> 9 </a:t>
            </a:r>
            <a:r>
              <a:rPr kumimoji="1" lang="ja-JP" altLang="en-US"/>
              <a:t>レベル</a:t>
            </a:r>
          </a:p>
        </p:txBody>
      </p:sp>
      <p:sp>
        <p:nvSpPr>
          <p:cNvPr id="12" name="フッター テキスト ボックス 3">
            <a:extLst>
              <a:ext uri="{FF2B5EF4-FFF2-40B4-BE49-F238E27FC236}">
                <a16:creationId xmlns:a16="http://schemas.microsoft.com/office/drawing/2014/main" id="{7D68B86B-3D17-07ED-58EA-36AAF48F6478}"/>
              </a:ext>
            </a:extLst>
          </p:cNvPr>
          <p:cNvSpPr txBox="1"/>
          <p:nvPr userDrawn="1"/>
        </p:nvSpPr>
        <p:spPr>
          <a:xfrm>
            <a:off x="274320" y="6464809"/>
            <a:ext cx="1131720" cy="12311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rtlCol="0" anchor="b">
            <a:spAutoFit/>
          </a:bodyPr>
          <a:lstStyle/>
          <a:p>
            <a:pPr marL="0" indent="0" algn="l" defTabSz="2437912">
              <a:spcBef>
                <a:spcPts val="0"/>
              </a:spcBef>
              <a:buSzPct val="100000"/>
              <a:buFontTx/>
              <a:buNone/>
            </a:pPr>
            <a:r>
              <a:rPr kumimoji="1" lang="en-US" altLang="ja-JP" sz="800" b="0" i="0" kern="0" dirty="0">
                <a:solidFill>
                  <a:srgbClr val="000000"/>
                </a:solidFill>
                <a:latin typeface="IBM Plex Sans" panose="020B0503050203000203" pitchFamily="34" charset="0"/>
                <a:ea typeface="IBM Plex Sans JP" panose="020B0503050203000203" pitchFamily="34" charset="-128"/>
                <a:cs typeface="+mn-cs"/>
                <a:sym typeface="+mn-lt"/>
              </a:rPr>
              <a:t>© 2026 IBM Corporation</a:t>
            </a:r>
            <a:endParaRPr kumimoji="1" lang="ja-JP" altLang="en-US" sz="800" b="0" i="0" kern="0">
              <a:solidFill>
                <a:srgbClr val="000000"/>
              </a:solidFill>
              <a:latin typeface="IBM Plex Sans" panose="020B0503050203000203" pitchFamily="34" charset="0"/>
              <a:ea typeface="IBM Plex Sans JP" panose="020B0503050203000203" pitchFamily="34" charset="-128"/>
              <a:cs typeface="+mn-cs"/>
              <a:sym typeface="+mn-lt"/>
            </a:endParaRPr>
          </a:p>
        </p:txBody>
      </p:sp>
      <p:sp>
        <p:nvSpPr>
          <p:cNvPr id="10" name="フッター プレースホルダー 3">
            <a:extLst>
              <a:ext uri="{FF2B5EF4-FFF2-40B4-BE49-F238E27FC236}">
                <a16:creationId xmlns:a16="http://schemas.microsoft.com/office/drawing/2014/main" id="{CA686C1E-4B86-3F94-56BB-6B43C6B52F10}"/>
              </a:ext>
            </a:extLst>
          </p:cNvPr>
          <p:cNvSpPr>
            <a:spLocks noGrp="1"/>
          </p:cNvSpPr>
          <p:nvPr userDrawn="1">
            <p:ph type="ftr" sz="quarter" idx="3"/>
          </p:nvPr>
        </p:nvSpPr>
        <p:spPr>
          <a:xfrm>
            <a:off x="274320" y="6464809"/>
            <a:ext cx="894476" cy="123111"/>
          </a:xfrm>
          <a:prstGeom prst="rect">
            <a:avLst/>
          </a:prstGeom>
        </p:spPr>
        <p:txBody>
          <a:bodyPr vert="horz" wrap="none" lIns="0" tIns="0" rIns="0" bIns="0" rtlCol="0" anchor="b">
            <a:spAutoFit/>
          </a:bodyPr>
          <a:lstStyle>
            <a:lvl1pPr algn="l">
              <a:defRPr sz="800" b="0" i="0">
                <a:solidFill>
                  <a:schemeClr val="tx1"/>
                </a:solidFill>
                <a:latin typeface="IBM Plex Sans" panose="020B0503050203000203" pitchFamily="34" charset="0"/>
                <a:ea typeface="IBM Plex Sans JP" panose="020B0503050203000203" pitchFamily="34" charset="-128"/>
              </a:defRPr>
            </a:lvl1pPr>
          </a:lstStyle>
          <a:p>
            <a:r>
              <a:rPr kumimoji="1" lang="ja-JP" altLang="en-US"/>
              <a:t>フッター</a:t>
            </a:r>
            <a:r>
              <a:rPr kumimoji="1" lang="en-US" altLang="ja-JP" dirty="0"/>
              <a:t>(Optional)</a:t>
            </a:r>
            <a:endParaRPr kumimoji="1" lang="ja-JP" altLang="en-US"/>
          </a:p>
        </p:txBody>
      </p:sp>
      <p:sp>
        <p:nvSpPr>
          <p:cNvPr id="13" name="スライド番号テキスト ボックス 4">
            <a:extLst>
              <a:ext uri="{FF2B5EF4-FFF2-40B4-BE49-F238E27FC236}">
                <a16:creationId xmlns:a16="http://schemas.microsoft.com/office/drawing/2014/main" id="{7E7AD143-45ED-11F5-4620-FC17C00A5567}"/>
              </a:ext>
            </a:extLst>
          </p:cNvPr>
          <p:cNvSpPr txBox="1"/>
          <p:nvPr userDrawn="1"/>
        </p:nvSpPr>
        <p:spPr>
          <a:xfrm>
            <a:off x="11776932" y="6464809"/>
            <a:ext cx="134652" cy="12311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rtlCol="0" anchor="b">
            <a:spAutoFit/>
          </a:bodyPr>
          <a:lstStyle/>
          <a:p>
            <a:pPr marL="0" indent="0" algn="r" defTabSz="2437912">
              <a:spcBef>
                <a:spcPts val="0"/>
              </a:spcBef>
              <a:buSzPct val="100000"/>
              <a:buFontTx/>
              <a:buNone/>
            </a:pPr>
            <a:fld id="{E8CB22DC-0EED-1342-9F3B-2263EC280254}" type="slidenum">
              <a:rPr kumimoji="1" lang="ja-JP" altLang="en-US" sz="800" b="0" i="0" kern="0" smtClean="0">
                <a:solidFill>
                  <a:srgbClr val="000000"/>
                </a:solidFill>
                <a:latin typeface="IBM Plex Sans" panose="020B0503050203000203" pitchFamily="34" charset="0"/>
                <a:ea typeface="IBM Plex Sans JP" panose="020B0503050203000203" pitchFamily="34" charset="-128"/>
                <a:cs typeface="+mn-cs"/>
                <a:sym typeface="+mn-lt"/>
              </a:rPr>
              <a:pPr marL="0" indent="0" algn="r" defTabSz="2437912">
                <a:spcBef>
                  <a:spcPts val="0"/>
                </a:spcBef>
                <a:buSzPct val="100000"/>
                <a:buFontTx/>
                <a:buNone/>
              </a:pPr>
              <a:t>‹#›</a:t>
            </a:fld>
            <a:endParaRPr kumimoji="1" lang="ja-JP" altLang="en-US" sz="800" b="0" i="0" kern="0">
              <a:solidFill>
                <a:srgbClr val="000000"/>
              </a:solidFill>
              <a:latin typeface="IBM Plex Sans" panose="020B0503050203000203" pitchFamily="34" charset="0"/>
              <a:ea typeface="IBM Plex Sans JP" panose="020B0503050203000203" pitchFamily="34" charset="-128"/>
              <a:cs typeface="+mn-cs"/>
              <a:sym typeface="+mn-lt"/>
            </a:endParaRPr>
          </a:p>
        </p:txBody>
      </p:sp>
      <p:sp>
        <p:nvSpPr>
          <p:cNvPr id="11" name="スライド番号プレースホルダー 4">
            <a:extLst>
              <a:ext uri="{FF2B5EF4-FFF2-40B4-BE49-F238E27FC236}">
                <a16:creationId xmlns:a16="http://schemas.microsoft.com/office/drawing/2014/main" id="{C623724D-5DF9-2FB3-5150-249C65DA2443}"/>
              </a:ext>
            </a:extLst>
          </p:cNvPr>
          <p:cNvSpPr>
            <a:spLocks noGrp="1"/>
          </p:cNvSpPr>
          <p:nvPr userDrawn="1">
            <p:ph type="sldNum" sz="quarter" idx="4"/>
          </p:nvPr>
        </p:nvSpPr>
        <p:spPr>
          <a:xfrm>
            <a:off x="11776932" y="6464809"/>
            <a:ext cx="134652" cy="123111"/>
          </a:xfrm>
          <a:prstGeom prst="rect">
            <a:avLst/>
          </a:prstGeom>
        </p:spPr>
        <p:txBody>
          <a:bodyPr vert="horz" wrap="none" lIns="0" tIns="0" rIns="0" bIns="0" rtlCol="0" anchor="b">
            <a:spAutoFit/>
          </a:bodyPr>
          <a:lstStyle>
            <a:lvl1pPr algn="r">
              <a:defRPr sz="800" b="0" i="0">
                <a:solidFill>
                  <a:schemeClr val="tx1"/>
                </a:solidFill>
                <a:latin typeface="IBM Plex Sans" panose="020B0503050203000203" pitchFamily="34" charset="0"/>
                <a:ea typeface="IBM Plex Sans JP" panose="020B0503050203000203" pitchFamily="34" charset="-128"/>
              </a:defRPr>
            </a:lvl1pPr>
          </a:lstStyle>
          <a:p>
            <a:fld id="{19CA33DB-3EF7-0D48-8164-B05E3E6F1758}" type="slidenum">
              <a:rPr kumimoji="1" lang="ja-JP" altLang="en-US" smtClean="0"/>
              <a:pPr/>
              <a:t>‹#›</a:t>
            </a:fld>
            <a:endParaRPr kumimoji="1" lang="ja-JP" altLang="en-US"/>
          </a:p>
        </p:txBody>
      </p:sp>
      <p:pic>
        <p:nvPicPr>
          <p:cNvPr id="8" name="図 7" hidden="1">
            <a:extLst>
              <a:ext uri="{FF2B5EF4-FFF2-40B4-BE49-F238E27FC236}">
                <a16:creationId xmlns:a16="http://schemas.microsoft.com/office/drawing/2014/main" id="{C0B3A2A7-1BBC-2F78-BAED-CE55D293EB45}"/>
              </a:ext>
            </a:extLst>
          </p:cNvPr>
          <p:cNvPicPr>
            <a:picLocks noGrp="1" noRot="1" noChangeAspect="1" noMove="1" noResize="1" noEditPoints="1" noAdjustHandles="1" noChangeArrowheads="1" noChangeShapeType="1" noCrop="1"/>
          </p:cNvPicPr>
          <p:nvPr userDrawn="1"/>
        </p:nvPicPr>
        <p:blipFill>
          <a:blip r:embed="rId55" cstate="screen">
            <a:extLst>
              <a:ext uri="{28A0092B-C50C-407E-A947-70E740481C1C}">
                <a14:useLocalDpi xmlns:a14="http://schemas.microsoft.com/office/drawing/2010/main"/>
              </a:ext>
            </a:extLst>
          </a:blip>
          <a:srcRect/>
          <a:stretch/>
        </p:blipFill>
        <p:spPr>
          <a:xfrm>
            <a:off x="0" y="1"/>
            <a:ext cx="12188952" cy="6853531"/>
          </a:xfrm>
          <a:prstGeom prst="rect">
            <a:avLst/>
          </a:prstGeom>
        </p:spPr>
      </p:pic>
    </p:spTree>
    <p:extLst>
      <p:ext uri="{BB962C8B-B14F-4D97-AF65-F5344CB8AC3E}">
        <p14:creationId xmlns:p14="http://schemas.microsoft.com/office/powerpoint/2010/main" val="242517628"/>
      </p:ext>
    </p:extLst>
  </p:cSld>
  <p:clrMap bg1="lt1" tx1="dk1" bg2="lt2" tx2="dk2" accent1="accent1" accent2="accent2" accent3="accent3" accent4="accent4" accent5="accent5" accent6="accent6" hlink="hlink" folHlink="folHlink"/>
  <p:sldLayoutIdLst>
    <p:sldLayoutId id="2147483949" r:id="rId1"/>
    <p:sldLayoutId id="2147483950" r:id="rId2"/>
    <p:sldLayoutId id="2147483951" r:id="rId3"/>
    <p:sldLayoutId id="2147483952" r:id="rId4"/>
    <p:sldLayoutId id="2147483953" r:id="rId5"/>
    <p:sldLayoutId id="2147483954" r:id="rId6"/>
    <p:sldLayoutId id="2147483955" r:id="rId7"/>
    <p:sldLayoutId id="2147483956" r:id="rId8"/>
    <p:sldLayoutId id="2147483957" r:id="rId9"/>
    <p:sldLayoutId id="2147483958" r:id="rId10"/>
    <p:sldLayoutId id="2147483959" r:id="rId11"/>
    <p:sldLayoutId id="2147483960" r:id="rId12"/>
    <p:sldLayoutId id="2147483961" r:id="rId13"/>
    <p:sldLayoutId id="2147483962" r:id="rId14"/>
    <p:sldLayoutId id="2147483963" r:id="rId15"/>
    <p:sldLayoutId id="2147483964" r:id="rId16"/>
    <p:sldLayoutId id="2147483965" r:id="rId17"/>
    <p:sldLayoutId id="2147483966" r:id="rId18"/>
    <p:sldLayoutId id="2147483967" r:id="rId19"/>
    <p:sldLayoutId id="2147483968" r:id="rId20"/>
    <p:sldLayoutId id="2147483969" r:id="rId21"/>
    <p:sldLayoutId id="2147483970" r:id="rId22"/>
    <p:sldLayoutId id="2147483971" r:id="rId23"/>
    <p:sldLayoutId id="2147483972" r:id="rId24"/>
    <p:sldLayoutId id="2147483973" r:id="rId25"/>
    <p:sldLayoutId id="2147483974" r:id="rId26"/>
    <p:sldLayoutId id="2147483975" r:id="rId27"/>
    <p:sldLayoutId id="2147483976" r:id="rId28"/>
    <p:sldLayoutId id="2147483977" r:id="rId29"/>
    <p:sldLayoutId id="2147483978" r:id="rId30"/>
    <p:sldLayoutId id="2147483979" r:id="rId31"/>
    <p:sldLayoutId id="2147483980" r:id="rId32"/>
    <p:sldLayoutId id="2147483981" r:id="rId33"/>
    <p:sldLayoutId id="2147483982" r:id="rId34"/>
    <p:sldLayoutId id="2147483983" r:id="rId35"/>
    <p:sldLayoutId id="2147483984" r:id="rId36"/>
    <p:sldLayoutId id="2147483985" r:id="rId37"/>
    <p:sldLayoutId id="2147483986" r:id="rId38"/>
    <p:sldLayoutId id="2147483987" r:id="rId39"/>
    <p:sldLayoutId id="2147483988" r:id="rId40"/>
    <p:sldLayoutId id="2147483989" r:id="rId41"/>
    <p:sldLayoutId id="2147483990" r:id="rId42"/>
    <p:sldLayoutId id="2147483991" r:id="rId43"/>
    <p:sldLayoutId id="2147483992" r:id="rId44"/>
    <p:sldLayoutId id="2147483993" r:id="rId45"/>
    <p:sldLayoutId id="2147483994" r:id="rId46"/>
    <p:sldLayoutId id="2147483995" r:id="rId47"/>
    <p:sldLayoutId id="2147483996" r:id="rId48"/>
    <p:sldLayoutId id="2147483998" r:id="rId49"/>
    <p:sldLayoutId id="2147483999" r:id="rId50"/>
    <p:sldLayoutId id="2147484000" r:id="rId51"/>
    <p:sldLayoutId id="2147484001" r:id="rId52"/>
    <p:sldLayoutId id="2147484062" r:id="rId53"/>
  </p:sldLayoutIdLst>
  <p:transition spd="med"/>
  <p:hf sldNum="0" hdr="0" ftr="0" dt="0"/>
  <p:txStyles>
    <p:titleStyle>
      <a:lvl1pPr marL="0" marR="0" indent="0" algn="l" defTabSz="1218712" rtl="0" eaLnBrk="1" latinLnBrk="0" hangingPunct="1">
        <a:lnSpc>
          <a:spcPct val="110000"/>
        </a:lnSpc>
        <a:spcBef>
          <a:spcPts val="0"/>
        </a:spcBef>
        <a:spcAft>
          <a:spcPts val="0"/>
        </a:spcAft>
        <a:buClrTx/>
        <a:buSzTx/>
        <a:buFontTx/>
        <a:buNone/>
        <a:tabLst/>
        <a:defRPr kumimoji="1" sz="3199" b="0" i="0" u="none" strike="noStrike" cap="none" spc="0" baseline="0">
          <a:solidFill>
            <a:schemeClr val="tx1"/>
          </a:solidFill>
          <a:uFillTx/>
          <a:latin typeface="+mj-lt"/>
          <a:ea typeface="+mj-ea"/>
          <a:cs typeface="+mj-cs"/>
          <a:sym typeface="+mj-lt"/>
        </a:defRPr>
      </a:lvl1pPr>
      <a:lvl2pPr marL="127990" marR="0" indent="-127990" algn="l" defTabSz="1218712" rtl="0" eaLnBrk="1" latinLnBrk="0" hangingPunct="1">
        <a:lnSpc>
          <a:spcPct val="100000"/>
        </a:lnSpc>
        <a:spcBef>
          <a:spcPts val="0"/>
        </a:spcBef>
        <a:spcAft>
          <a:spcPts val="600"/>
        </a:spcAft>
        <a:buClrTx/>
        <a:buSzTx/>
        <a:buFontTx/>
        <a:buNone/>
        <a:tabLst/>
        <a:defRPr kumimoji="1" sz="3199" b="0" i="0" u="none" strike="noStrike" cap="none" spc="0" baseline="0">
          <a:solidFill>
            <a:schemeClr val="tx1"/>
          </a:solidFill>
          <a:uFillTx/>
          <a:latin typeface="+mj-lt"/>
          <a:ea typeface="+mj-ea"/>
          <a:cs typeface="+mj-cs"/>
          <a:sym typeface="+mj-lt"/>
        </a:defRPr>
      </a:lvl2pPr>
      <a:lvl3pPr marL="255981" marR="0" indent="-127990" algn="l" defTabSz="1218712" rtl="0" eaLnBrk="1" latinLnBrk="0" hangingPunct="1">
        <a:lnSpc>
          <a:spcPct val="100000"/>
        </a:lnSpc>
        <a:spcBef>
          <a:spcPts val="0"/>
        </a:spcBef>
        <a:spcAft>
          <a:spcPts val="600"/>
        </a:spcAft>
        <a:buClrTx/>
        <a:buSzTx/>
        <a:buFontTx/>
        <a:buNone/>
        <a:tabLst/>
        <a:defRPr kumimoji="1" sz="3199" b="0" i="0" u="none" strike="noStrike" cap="none" spc="0" baseline="0">
          <a:solidFill>
            <a:schemeClr val="tx1"/>
          </a:solidFill>
          <a:uFillTx/>
          <a:latin typeface="+mj-lt"/>
          <a:ea typeface="+mj-ea"/>
          <a:cs typeface="+mj-cs"/>
          <a:sym typeface="+mj-lt"/>
        </a:defRPr>
      </a:lvl3pPr>
      <a:lvl4pPr marL="383971" marR="0" indent="-127990" algn="l" defTabSz="1218712" rtl="0" eaLnBrk="1" latinLnBrk="0" hangingPunct="1">
        <a:lnSpc>
          <a:spcPct val="100000"/>
        </a:lnSpc>
        <a:spcBef>
          <a:spcPts val="0"/>
        </a:spcBef>
        <a:spcAft>
          <a:spcPts val="600"/>
        </a:spcAft>
        <a:buClrTx/>
        <a:buSzTx/>
        <a:buFontTx/>
        <a:buNone/>
        <a:tabLst/>
        <a:defRPr kumimoji="1" sz="3199" b="0" i="0" u="none" strike="noStrike" cap="none" spc="0" baseline="0">
          <a:solidFill>
            <a:schemeClr val="tx1"/>
          </a:solidFill>
          <a:uFillTx/>
          <a:latin typeface="+mj-lt"/>
          <a:ea typeface="+mj-ea"/>
          <a:cs typeface="+mj-cs"/>
          <a:sym typeface="+mj-lt"/>
        </a:defRPr>
      </a:lvl4pPr>
      <a:lvl5pPr marL="511962" marR="0" indent="-127990" algn="l" defTabSz="1218712" rtl="0" eaLnBrk="1" latinLnBrk="0" hangingPunct="1">
        <a:lnSpc>
          <a:spcPct val="100000"/>
        </a:lnSpc>
        <a:spcBef>
          <a:spcPts val="0"/>
        </a:spcBef>
        <a:spcAft>
          <a:spcPts val="600"/>
        </a:spcAft>
        <a:buClrTx/>
        <a:buSzTx/>
        <a:buFontTx/>
        <a:buNone/>
        <a:tabLst/>
        <a:defRPr kumimoji="1" sz="3199" b="0" i="0" u="none" strike="noStrike" cap="none" spc="0" baseline="0">
          <a:solidFill>
            <a:schemeClr val="tx1"/>
          </a:solidFill>
          <a:uFillTx/>
          <a:latin typeface="+mj-lt"/>
          <a:ea typeface="+mj-ea"/>
          <a:cs typeface="+mj-cs"/>
          <a:sym typeface="+mj-lt"/>
        </a:defRPr>
      </a:lvl5pPr>
      <a:lvl6pPr marL="639952" marR="0" indent="-127990" algn="l" defTabSz="1218712" rtl="0" eaLnBrk="1" latinLnBrk="0" hangingPunct="1">
        <a:lnSpc>
          <a:spcPct val="100000"/>
        </a:lnSpc>
        <a:spcBef>
          <a:spcPts val="0"/>
        </a:spcBef>
        <a:spcAft>
          <a:spcPts val="600"/>
        </a:spcAft>
        <a:buClrTx/>
        <a:buSzTx/>
        <a:buFontTx/>
        <a:buNone/>
        <a:tabLst/>
        <a:defRPr kumimoji="1" sz="3199" b="0" i="0" u="none" strike="noStrike" cap="none" spc="0" baseline="0">
          <a:solidFill>
            <a:schemeClr val="tx1"/>
          </a:solidFill>
          <a:uFillTx/>
          <a:latin typeface="+mj-lt"/>
          <a:ea typeface="+mj-ea"/>
          <a:cs typeface="+mj-cs"/>
          <a:sym typeface="+mj-lt"/>
        </a:defRPr>
      </a:lvl6pPr>
      <a:lvl7pPr marL="767942" marR="0" indent="-127990" algn="l" defTabSz="1218712" rtl="0" eaLnBrk="1" latinLnBrk="0" hangingPunct="1">
        <a:lnSpc>
          <a:spcPct val="100000"/>
        </a:lnSpc>
        <a:spcBef>
          <a:spcPts val="0"/>
        </a:spcBef>
        <a:spcAft>
          <a:spcPts val="600"/>
        </a:spcAft>
        <a:buClrTx/>
        <a:buSzTx/>
        <a:buFontTx/>
        <a:buNone/>
        <a:tabLst/>
        <a:defRPr kumimoji="1" sz="3199" b="0" i="0" u="none" strike="noStrike" cap="none" spc="0" baseline="0">
          <a:solidFill>
            <a:schemeClr val="tx1"/>
          </a:solidFill>
          <a:uFillTx/>
          <a:latin typeface="+mj-lt"/>
          <a:ea typeface="+mj-ea"/>
          <a:cs typeface="+mj-cs"/>
          <a:sym typeface="+mj-lt"/>
        </a:defRPr>
      </a:lvl7pPr>
      <a:lvl8pPr marL="895933" marR="0" indent="-127990" algn="l" defTabSz="1218712" rtl="0" eaLnBrk="1" latinLnBrk="0" hangingPunct="1">
        <a:lnSpc>
          <a:spcPct val="100000"/>
        </a:lnSpc>
        <a:spcBef>
          <a:spcPts val="0"/>
        </a:spcBef>
        <a:spcAft>
          <a:spcPts val="600"/>
        </a:spcAft>
        <a:buClrTx/>
        <a:buSzTx/>
        <a:buFontTx/>
        <a:buNone/>
        <a:tabLst/>
        <a:defRPr kumimoji="1" sz="3199" b="0" i="0" u="none" strike="noStrike" cap="none" spc="0" baseline="0">
          <a:solidFill>
            <a:schemeClr val="tx1"/>
          </a:solidFill>
          <a:uFillTx/>
          <a:latin typeface="+mj-lt"/>
          <a:ea typeface="+mj-ea"/>
          <a:cs typeface="+mj-cs"/>
          <a:sym typeface="+mj-lt"/>
        </a:defRPr>
      </a:lvl8pPr>
      <a:lvl9pPr marL="1023923" marR="0" indent="-127990" algn="l" defTabSz="1218712" rtl="0" eaLnBrk="1" latinLnBrk="0" hangingPunct="1">
        <a:lnSpc>
          <a:spcPct val="100000"/>
        </a:lnSpc>
        <a:spcBef>
          <a:spcPts val="0"/>
        </a:spcBef>
        <a:spcAft>
          <a:spcPts val="600"/>
        </a:spcAft>
        <a:buClrTx/>
        <a:buSzTx/>
        <a:buFontTx/>
        <a:buNone/>
        <a:tabLst/>
        <a:defRPr kumimoji="1" sz="3199" b="0" i="0" u="none" strike="noStrike" cap="none" spc="0" baseline="0">
          <a:solidFill>
            <a:schemeClr val="tx1"/>
          </a:solidFill>
          <a:uFillTx/>
          <a:latin typeface="+mj-lt"/>
          <a:ea typeface="+mj-ea"/>
          <a:cs typeface="+mj-cs"/>
          <a:sym typeface="+mj-lt"/>
        </a:defRPr>
      </a:lvl9pPr>
    </p:titleStyle>
    <p:bodyStyle>
      <a:lvl1pPr marL="0" marR="0" indent="0" algn="l" defTabSz="1218712" rtl="0" eaLnBrk="1" latinLnBrk="0" hangingPunct="1">
        <a:lnSpc>
          <a:spcPct val="120000"/>
        </a:lnSpc>
        <a:spcBef>
          <a:spcPts val="0"/>
        </a:spcBef>
        <a:spcAft>
          <a:spcPts val="0"/>
        </a:spcAft>
        <a:buClrTx/>
        <a:buSzTx/>
        <a:buFontTx/>
        <a:buNone/>
        <a:tabLst/>
        <a:defRPr kumimoji="1" sz="1800" b="0" i="0" u="none" strike="noStrike" cap="none" spc="0" baseline="0">
          <a:solidFill>
            <a:schemeClr val="tx1"/>
          </a:solidFill>
          <a:uFillTx/>
          <a:latin typeface="+mn-lt"/>
          <a:ea typeface="+mn-ea"/>
          <a:cs typeface="+mj-cs"/>
          <a:sym typeface="+mn-lt"/>
        </a:defRPr>
      </a:lvl1pPr>
      <a:lvl2pPr marL="164559" marR="0" indent="-164559" algn="l" defTabSz="1218712" rtl="0" eaLnBrk="1" latinLnBrk="0" hangingPunct="1">
        <a:lnSpc>
          <a:spcPct val="120000"/>
        </a:lnSpc>
        <a:spcBef>
          <a:spcPts val="0"/>
        </a:spcBef>
        <a:spcAft>
          <a:spcPts val="0"/>
        </a:spcAft>
        <a:buClrTx/>
        <a:buSzPct val="100000"/>
        <a:buFontTx/>
        <a:buChar char="•"/>
        <a:tabLst/>
        <a:defRPr kumimoji="1" sz="1800" b="0" i="0" u="none" strike="noStrike" cap="none" spc="0" baseline="0">
          <a:solidFill>
            <a:schemeClr val="tx1"/>
          </a:solidFill>
          <a:uFillTx/>
          <a:latin typeface="+mn-lt"/>
          <a:ea typeface="+mn-ea"/>
          <a:cs typeface="+mj-cs"/>
          <a:sym typeface="+mn-lt"/>
        </a:defRPr>
      </a:lvl2pPr>
      <a:lvl3pPr marL="329118" marR="0" indent="-164559" algn="l" defTabSz="1218712" rtl="0" eaLnBrk="1" latinLnBrk="0" hangingPunct="1">
        <a:lnSpc>
          <a:spcPct val="120000"/>
        </a:lnSpc>
        <a:spcBef>
          <a:spcPts val="0"/>
        </a:spcBef>
        <a:spcAft>
          <a:spcPts val="0"/>
        </a:spcAft>
        <a:buClrTx/>
        <a:buSzPct val="100000"/>
        <a:buFontTx/>
        <a:buChar char="–"/>
        <a:tabLst/>
        <a:defRPr kumimoji="1" sz="1800" b="0" i="0" u="none" strike="noStrike" cap="none" spc="0" baseline="0">
          <a:solidFill>
            <a:schemeClr val="tx1"/>
          </a:solidFill>
          <a:uFillTx/>
          <a:latin typeface="+mn-lt"/>
          <a:ea typeface="+mn-ea"/>
          <a:cs typeface="+mj-cs"/>
          <a:sym typeface="+mn-lt"/>
        </a:defRPr>
      </a:lvl3pPr>
      <a:lvl4pPr marL="493677" marR="0" indent="-164559" algn="l" defTabSz="1218712" rtl="0" eaLnBrk="1" latinLnBrk="0" hangingPunct="1">
        <a:lnSpc>
          <a:spcPct val="120000"/>
        </a:lnSpc>
        <a:spcBef>
          <a:spcPts val="0"/>
        </a:spcBef>
        <a:spcAft>
          <a:spcPts val="0"/>
        </a:spcAft>
        <a:buClrTx/>
        <a:buSzPct val="100000"/>
        <a:buFontTx/>
        <a:buChar char="•"/>
        <a:tabLst/>
        <a:defRPr kumimoji="1" sz="1800" b="0" i="0" u="none" strike="noStrike" cap="none" spc="0" baseline="0">
          <a:solidFill>
            <a:schemeClr val="tx1"/>
          </a:solidFill>
          <a:uFillTx/>
          <a:latin typeface="+mn-lt"/>
          <a:ea typeface="+mn-ea"/>
          <a:cs typeface="+mj-cs"/>
          <a:sym typeface="+mn-lt"/>
        </a:defRPr>
      </a:lvl4pPr>
      <a:lvl5pPr marL="658236" marR="0" indent="-164559" algn="l" defTabSz="1218712" rtl="0" eaLnBrk="1" latinLnBrk="0" hangingPunct="1">
        <a:lnSpc>
          <a:spcPct val="120000"/>
        </a:lnSpc>
        <a:spcBef>
          <a:spcPts val="0"/>
        </a:spcBef>
        <a:spcAft>
          <a:spcPts val="0"/>
        </a:spcAft>
        <a:buClrTx/>
        <a:buSzPct val="100000"/>
        <a:buFontTx/>
        <a:buChar char="–"/>
        <a:tabLst/>
        <a:defRPr kumimoji="1" sz="1800" b="0" i="0" u="none" strike="noStrike" cap="none" spc="0" baseline="0">
          <a:solidFill>
            <a:schemeClr val="tx1"/>
          </a:solidFill>
          <a:uFillTx/>
          <a:latin typeface="+mn-lt"/>
          <a:ea typeface="+mn-ea"/>
          <a:cs typeface="+mj-cs"/>
          <a:sym typeface="+mn-lt"/>
        </a:defRPr>
      </a:lvl5pPr>
      <a:lvl6pPr marL="822795" marR="0" indent="-164559" algn="l" defTabSz="1218712" rtl="0" eaLnBrk="1" latinLnBrk="0" hangingPunct="1">
        <a:lnSpc>
          <a:spcPct val="120000"/>
        </a:lnSpc>
        <a:spcBef>
          <a:spcPts val="0"/>
        </a:spcBef>
        <a:spcAft>
          <a:spcPts val="0"/>
        </a:spcAft>
        <a:buClrTx/>
        <a:buSzPct val="100000"/>
        <a:buFontTx/>
        <a:buChar char="•"/>
        <a:tabLst/>
        <a:defRPr kumimoji="1" sz="1800" b="0" i="0" u="none" strike="noStrike" cap="none" spc="0" baseline="0">
          <a:solidFill>
            <a:schemeClr val="tx1"/>
          </a:solidFill>
          <a:uFillTx/>
          <a:latin typeface="+mn-lt"/>
          <a:ea typeface="+mn-ea"/>
          <a:cs typeface="+mj-cs"/>
          <a:sym typeface="+mn-lt"/>
        </a:defRPr>
      </a:lvl6pPr>
      <a:lvl7pPr marL="987354" marR="0" indent="-164559" algn="l" defTabSz="1218712" rtl="0" eaLnBrk="1" latinLnBrk="0" hangingPunct="1">
        <a:lnSpc>
          <a:spcPct val="120000"/>
        </a:lnSpc>
        <a:spcBef>
          <a:spcPts val="0"/>
        </a:spcBef>
        <a:spcAft>
          <a:spcPts val="0"/>
        </a:spcAft>
        <a:buClrTx/>
        <a:buSzPct val="100000"/>
        <a:buFontTx/>
        <a:buChar char="–"/>
        <a:tabLst/>
        <a:defRPr kumimoji="1" sz="1800" b="0" i="0" u="none" strike="noStrike" cap="none" spc="0" baseline="0">
          <a:solidFill>
            <a:schemeClr val="tx1"/>
          </a:solidFill>
          <a:uFillTx/>
          <a:latin typeface="+mn-lt"/>
          <a:ea typeface="+mn-ea"/>
          <a:cs typeface="+mj-cs"/>
          <a:sym typeface="+mn-lt"/>
        </a:defRPr>
      </a:lvl7pPr>
      <a:lvl8pPr marL="1151914" marR="0" indent="-164559" algn="l" defTabSz="1218712" rtl="0" eaLnBrk="1" latinLnBrk="0" hangingPunct="1">
        <a:lnSpc>
          <a:spcPct val="120000"/>
        </a:lnSpc>
        <a:spcBef>
          <a:spcPts val="0"/>
        </a:spcBef>
        <a:spcAft>
          <a:spcPts val="0"/>
        </a:spcAft>
        <a:buClrTx/>
        <a:buSzPct val="100000"/>
        <a:buFontTx/>
        <a:buChar char="•"/>
        <a:tabLst/>
        <a:defRPr kumimoji="1" sz="1800" b="0" i="0" u="none" strike="noStrike" cap="none" spc="0" baseline="0">
          <a:solidFill>
            <a:schemeClr val="tx1"/>
          </a:solidFill>
          <a:uFillTx/>
          <a:latin typeface="+mn-lt"/>
          <a:ea typeface="+mn-ea"/>
          <a:cs typeface="+mj-cs"/>
          <a:sym typeface="+mn-lt"/>
        </a:defRPr>
      </a:lvl8pPr>
      <a:lvl9pPr marL="1316473" marR="0" indent="-164559" algn="l" defTabSz="1218712" rtl="0" eaLnBrk="1" latinLnBrk="0" hangingPunct="1">
        <a:lnSpc>
          <a:spcPct val="120000"/>
        </a:lnSpc>
        <a:spcBef>
          <a:spcPts val="0"/>
        </a:spcBef>
        <a:spcAft>
          <a:spcPts val="0"/>
        </a:spcAft>
        <a:buClrTx/>
        <a:buSzPct val="100000"/>
        <a:buFontTx/>
        <a:buChar char="–"/>
        <a:tabLst/>
        <a:defRPr kumimoji="1" sz="1800" b="0" i="0" u="none" strike="noStrike" cap="none" spc="0" baseline="0">
          <a:solidFill>
            <a:schemeClr val="tx1"/>
          </a:solidFill>
          <a:uFillTx/>
          <a:latin typeface="+mn-lt"/>
          <a:ea typeface="+mn-ea"/>
          <a:cs typeface="+mj-cs"/>
          <a:sym typeface="+mn-lt"/>
        </a:defRPr>
      </a:lvl9pPr>
    </p:bodyStyle>
    <p:otherStyle>
      <a:lvl1pPr marL="0" marR="0" indent="0" algn="l" defTabSz="1218712" rtl="0" eaLnBrk="1" latinLnBrk="0" hangingPunct="1">
        <a:lnSpc>
          <a:spcPct val="100000"/>
        </a:lnSpc>
        <a:spcBef>
          <a:spcPts val="0"/>
        </a:spcBef>
        <a:spcAft>
          <a:spcPts val="0"/>
        </a:spcAft>
        <a:buClrTx/>
        <a:buSzTx/>
        <a:buFontTx/>
        <a:buNone/>
        <a:tabLst/>
        <a:defRPr kumimoji="1" sz="1400" b="0" i="0" u="none" strike="noStrike" cap="none" spc="0" baseline="0">
          <a:solidFill>
            <a:schemeClr val="tx1"/>
          </a:solidFill>
          <a:uFillTx/>
          <a:latin typeface="+mn-lt"/>
          <a:ea typeface="+mn-ea"/>
          <a:cs typeface="+mn-cs"/>
          <a:sym typeface="+mn-lt"/>
        </a:defRPr>
      </a:lvl1pPr>
      <a:lvl2pPr marL="127990" marR="0" indent="-127990" algn="l" defTabSz="1218712" rtl="0" eaLnBrk="1" latinLnBrk="0" hangingPunct="1">
        <a:lnSpc>
          <a:spcPct val="100000"/>
        </a:lnSpc>
        <a:spcBef>
          <a:spcPts val="0"/>
        </a:spcBef>
        <a:spcAft>
          <a:spcPts val="0"/>
        </a:spcAft>
        <a:buClrTx/>
        <a:buSzPct val="100000"/>
        <a:buFontTx/>
        <a:buChar char="•"/>
        <a:tabLst/>
        <a:defRPr kumimoji="1" sz="1400" b="0" i="0" u="none" strike="noStrike" cap="none" spc="0" baseline="0">
          <a:solidFill>
            <a:schemeClr val="tx1"/>
          </a:solidFill>
          <a:uFillTx/>
          <a:latin typeface="+mn-lt"/>
          <a:ea typeface="+mn-ea"/>
          <a:cs typeface="+mn-cs"/>
          <a:sym typeface="+mn-lt"/>
        </a:defRPr>
      </a:lvl2pPr>
      <a:lvl3pPr marL="255981" marR="0" indent="-127990" algn="l" defTabSz="1218712" rtl="0" eaLnBrk="1" latinLnBrk="0" hangingPunct="1">
        <a:lnSpc>
          <a:spcPct val="100000"/>
        </a:lnSpc>
        <a:spcBef>
          <a:spcPts val="0"/>
        </a:spcBef>
        <a:spcAft>
          <a:spcPts val="0"/>
        </a:spcAft>
        <a:buClrTx/>
        <a:buSzPct val="100000"/>
        <a:buFontTx/>
        <a:buChar char="–"/>
        <a:tabLst/>
        <a:defRPr kumimoji="1" sz="1400" b="0" i="0" u="none" strike="noStrike" cap="none" spc="0" baseline="0">
          <a:solidFill>
            <a:schemeClr val="tx1"/>
          </a:solidFill>
          <a:uFillTx/>
          <a:latin typeface="+mn-lt"/>
          <a:ea typeface="+mn-ea"/>
          <a:cs typeface="+mn-cs"/>
          <a:sym typeface="+mn-lt"/>
        </a:defRPr>
      </a:lvl3pPr>
      <a:lvl4pPr marL="383971" marR="0" indent="-127990" algn="l" defTabSz="1218712" rtl="0" eaLnBrk="1" latinLnBrk="0" hangingPunct="1">
        <a:lnSpc>
          <a:spcPct val="100000"/>
        </a:lnSpc>
        <a:spcBef>
          <a:spcPts val="0"/>
        </a:spcBef>
        <a:spcAft>
          <a:spcPts val="0"/>
        </a:spcAft>
        <a:buClrTx/>
        <a:buSzPct val="100000"/>
        <a:buFontTx/>
        <a:buChar char="•"/>
        <a:tabLst/>
        <a:defRPr kumimoji="1" sz="1400" b="0" i="0" u="none" strike="noStrike" cap="none" spc="0" baseline="0">
          <a:solidFill>
            <a:schemeClr val="tx1"/>
          </a:solidFill>
          <a:uFillTx/>
          <a:latin typeface="+mn-lt"/>
          <a:ea typeface="+mn-ea"/>
          <a:cs typeface="+mn-cs"/>
          <a:sym typeface="+mn-lt"/>
        </a:defRPr>
      </a:lvl4pPr>
      <a:lvl5pPr marL="511962" marR="0" indent="-127990" algn="l" defTabSz="1218712" rtl="0" eaLnBrk="1" latinLnBrk="0" hangingPunct="1">
        <a:lnSpc>
          <a:spcPct val="100000"/>
        </a:lnSpc>
        <a:spcBef>
          <a:spcPts val="0"/>
        </a:spcBef>
        <a:spcAft>
          <a:spcPts val="0"/>
        </a:spcAft>
        <a:buClrTx/>
        <a:buSzPct val="100000"/>
        <a:buFontTx/>
        <a:buChar char="–"/>
        <a:tabLst/>
        <a:defRPr kumimoji="1" sz="1400" b="0" i="0" u="none" strike="noStrike" cap="none" spc="0" baseline="0">
          <a:solidFill>
            <a:schemeClr val="tx1"/>
          </a:solidFill>
          <a:uFillTx/>
          <a:latin typeface="+mn-lt"/>
          <a:ea typeface="+mn-ea"/>
          <a:cs typeface="+mn-cs"/>
          <a:sym typeface="+mn-lt"/>
        </a:defRPr>
      </a:lvl5pPr>
      <a:lvl6pPr marL="639952" marR="0" indent="-127990" algn="l" defTabSz="1218712" rtl="0" eaLnBrk="1" latinLnBrk="0" hangingPunct="1">
        <a:lnSpc>
          <a:spcPct val="100000"/>
        </a:lnSpc>
        <a:spcBef>
          <a:spcPts val="0"/>
        </a:spcBef>
        <a:spcAft>
          <a:spcPts val="0"/>
        </a:spcAft>
        <a:buClrTx/>
        <a:buSzPct val="100000"/>
        <a:buFontTx/>
        <a:buChar char="•"/>
        <a:tabLst/>
        <a:defRPr kumimoji="1" sz="1400" b="0" i="0" u="none" strike="noStrike" cap="none" spc="0" baseline="0">
          <a:solidFill>
            <a:schemeClr val="tx1"/>
          </a:solidFill>
          <a:uFillTx/>
          <a:latin typeface="+mn-lt"/>
          <a:ea typeface="+mn-ea"/>
          <a:cs typeface="+mn-cs"/>
          <a:sym typeface="+mn-lt"/>
        </a:defRPr>
      </a:lvl6pPr>
      <a:lvl7pPr marL="767942" marR="0" indent="-127990" algn="l" defTabSz="1218712" rtl="0" eaLnBrk="1" latinLnBrk="0" hangingPunct="1">
        <a:lnSpc>
          <a:spcPct val="100000"/>
        </a:lnSpc>
        <a:spcBef>
          <a:spcPts val="0"/>
        </a:spcBef>
        <a:spcAft>
          <a:spcPts val="0"/>
        </a:spcAft>
        <a:buClrTx/>
        <a:buSzPct val="100000"/>
        <a:buFontTx/>
        <a:buChar char="–"/>
        <a:tabLst/>
        <a:defRPr kumimoji="1" sz="1400" b="0" i="0" u="none" strike="noStrike" cap="none" spc="0" baseline="0">
          <a:solidFill>
            <a:schemeClr val="tx1"/>
          </a:solidFill>
          <a:uFillTx/>
          <a:latin typeface="+mn-lt"/>
          <a:ea typeface="+mn-ea"/>
          <a:cs typeface="+mn-cs"/>
          <a:sym typeface="+mn-lt"/>
        </a:defRPr>
      </a:lvl7pPr>
      <a:lvl8pPr marL="895933" marR="0" indent="-127990" algn="l" defTabSz="1218712" rtl="0" eaLnBrk="1" latinLnBrk="0" hangingPunct="1">
        <a:lnSpc>
          <a:spcPct val="100000"/>
        </a:lnSpc>
        <a:spcBef>
          <a:spcPts val="0"/>
        </a:spcBef>
        <a:spcAft>
          <a:spcPts val="0"/>
        </a:spcAft>
        <a:buClrTx/>
        <a:buSzPct val="100000"/>
        <a:buFontTx/>
        <a:buChar char="•"/>
        <a:tabLst/>
        <a:defRPr kumimoji="1" sz="1400" b="0" i="0" u="none" strike="noStrike" cap="none" spc="0" baseline="0">
          <a:solidFill>
            <a:schemeClr val="tx1"/>
          </a:solidFill>
          <a:uFillTx/>
          <a:latin typeface="+mn-lt"/>
          <a:ea typeface="+mn-ea"/>
          <a:cs typeface="+mn-cs"/>
          <a:sym typeface="+mn-lt"/>
        </a:defRPr>
      </a:lvl8pPr>
      <a:lvl9pPr marL="1023923" marR="0" indent="-127990" algn="l" defTabSz="1218712" rtl="0" eaLnBrk="1" latinLnBrk="0" hangingPunct="1">
        <a:lnSpc>
          <a:spcPct val="100000"/>
        </a:lnSpc>
        <a:spcBef>
          <a:spcPts val="0"/>
        </a:spcBef>
        <a:spcAft>
          <a:spcPts val="0"/>
        </a:spcAft>
        <a:buClrTx/>
        <a:buSzPct val="100000"/>
        <a:buFontTx/>
        <a:buChar char="–"/>
        <a:tabLst/>
        <a:defRPr kumimoji="1" sz="1400" b="0" i="0" u="none" strike="noStrike" cap="none" spc="0" baseline="0">
          <a:solidFill>
            <a:schemeClr val="tx1"/>
          </a:solidFill>
          <a:uFillTx/>
          <a:latin typeface="+mn-lt"/>
          <a:ea typeface="+mn-ea"/>
          <a:cs typeface="+mn-cs"/>
          <a:sym typeface="+mn-lt"/>
        </a:defRPr>
      </a:lvl9pPr>
    </p:otherStyle>
  </p:txStyles>
  <p:extLst>
    <p:ext uri="{27BBF7A9-308A-43DC-89C8-2F10F3537804}">
      <p15:sldGuideLst xmlns:p15="http://schemas.microsoft.com/office/powerpoint/2012/main">
        <p15:guide id="4" pos="3841">
          <p15:clr>
            <a:srgbClr val="FF7EB6"/>
          </p15:clr>
        </p15:guide>
        <p15:guide id="5" pos="1920">
          <p15:clr>
            <a:srgbClr val="C6C6C6"/>
          </p15:clr>
        </p15:guide>
        <p15:guide id="6" pos="5761">
          <p15:clr>
            <a:srgbClr val="C6C6C6"/>
          </p15:clr>
        </p15:guide>
        <p15:guide id="7" pos="7329">
          <p15:clr>
            <a:srgbClr val="C6C6C6"/>
          </p15:clr>
        </p15:guide>
        <p15:guide id="9" pos="4203">
          <p15:clr>
            <a:srgbClr val="C6C6C6"/>
          </p15:clr>
        </p15:guide>
        <p15:guide id="10" pos="3478">
          <p15:clr>
            <a:srgbClr val="C6C6C6"/>
          </p15:clr>
        </p15:guide>
        <p15:guide id="11" pos="9589">
          <p15:clr>
            <a:srgbClr val="C6C6C6"/>
          </p15:clr>
        </p15:guide>
        <p15:guide id="13" pos="11159">
          <p15:clr>
            <a:srgbClr val="C6C6C6"/>
          </p15:clr>
        </p15:guide>
        <p15:guide id="14" pos="11870">
          <p15:clr>
            <a:srgbClr val="C6C6C6"/>
          </p15:clr>
        </p15:guide>
        <p15:guide id="15" pos="13442">
          <p15:clr>
            <a:srgbClr val="C6C6C6"/>
          </p15:clr>
        </p15:guide>
        <p15:guide id="16" pos="15004">
          <p15:clr>
            <a:srgbClr val="42BE65"/>
          </p15:clr>
        </p15:guide>
        <p15:guide id="19" orient="horz" pos="1932">
          <p15:clr>
            <a:srgbClr val="FF8389"/>
          </p15:clr>
        </p15:guide>
        <p15:guide id="20" orient="horz" pos="970">
          <p15:clr>
            <a:srgbClr val="C6C6C6"/>
          </p15:clr>
        </p15:guide>
        <p15:guide id="21" orient="horz" pos="384">
          <p15:clr>
            <a:srgbClr val="42BE65"/>
          </p15:clr>
        </p15:guide>
        <p15:guide id="22" orient="horz" pos="2890">
          <p15:clr>
            <a:srgbClr val="C6C6C6"/>
          </p15:clr>
        </p15:guide>
        <p15:guide id="24" orient="horz" pos="3848">
          <p15:clr>
            <a:srgbClr val="C6C6C6"/>
          </p15:clr>
        </p15:guide>
        <p15:guide id="25" orient="horz" pos="4800">
          <p15:clr>
            <a:srgbClr val="C6C6C6"/>
          </p15:clr>
        </p15:guide>
        <p15:guide id="26" pos="7681">
          <p15:clr>
            <a:srgbClr val="FF7EB6"/>
          </p15:clr>
        </p15:guide>
        <p15:guide id="27" pos="11522">
          <p15:clr>
            <a:srgbClr val="FF7EB6"/>
          </p15:clr>
        </p15:guide>
        <p15:guide id="29" pos="8039">
          <p15:clr>
            <a:srgbClr val="C6C6C6"/>
          </p15:clr>
        </p15:guide>
        <p15:guide id="30" pos="360">
          <p15:clr>
            <a:srgbClr val="42BE65"/>
          </p15:clr>
        </p15:guide>
        <p15:guide id="31" orient="horz" pos="5760">
          <p15:clr>
            <a:srgbClr val="C6C6C6"/>
          </p15:clr>
        </p15:guide>
        <p15:guide id="32" orient="horz" pos="6720">
          <p15:clr>
            <a:srgbClr val="C6C6C6"/>
          </p15:clr>
        </p15:guide>
        <p15:guide id="33" orient="horz" pos="7676">
          <p15:clr>
            <a:srgbClr val="C6C6C6"/>
          </p15:clr>
        </p15:guide>
        <p15:guide id="34" orient="horz" pos="8268">
          <p15:clr>
            <a:srgbClr val="42BE65"/>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46" name="Group 2"/>
          <p:cNvGrpSpPr/>
          <p:nvPr/>
        </p:nvGrpSpPr>
        <p:grpSpPr>
          <a:xfrm>
            <a:off x="-146308" y="-146475"/>
            <a:ext cx="12485629" cy="7152643"/>
            <a:chOff x="0" y="0"/>
            <a:chExt cx="9364220" cy="5364480"/>
          </a:xfrm>
        </p:grpSpPr>
        <p:grpSp>
          <p:nvGrpSpPr>
            <p:cNvPr id="13" name="Group 59"/>
            <p:cNvGrpSpPr/>
            <p:nvPr/>
          </p:nvGrpSpPr>
          <p:grpSpPr>
            <a:xfrm>
              <a:off x="338965" y="0"/>
              <a:ext cx="8686732" cy="91441"/>
              <a:chOff x="0" y="0"/>
              <a:chExt cx="8686732" cy="91440"/>
            </a:xfrm>
          </p:grpSpPr>
          <p:sp>
            <p:nvSpPr>
              <p:cNvPr id="2" name="Straight Connector 92"/>
              <p:cNvSpPr/>
              <p:nvPr/>
            </p:nvSpPr>
            <p:spPr>
              <a:xfrm flipV="1">
                <a:off x="-1" y="0"/>
                <a:ext cx="2" cy="91441"/>
              </a:xfrm>
              <a:prstGeom prst="line">
                <a:avLst/>
              </a:prstGeom>
              <a:noFill/>
              <a:ln w="3175" cap="flat">
                <a:solidFill>
                  <a:srgbClr val="000000"/>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3" name="Straight Connector 93"/>
              <p:cNvSpPr/>
              <p:nvPr/>
            </p:nvSpPr>
            <p:spPr>
              <a:xfrm flipV="1">
                <a:off x="1828800" y="0"/>
                <a:ext cx="1" cy="91441"/>
              </a:xfrm>
              <a:prstGeom prst="line">
                <a:avLst/>
              </a:prstGeom>
              <a:noFill/>
              <a:ln w="3175" cap="flat">
                <a:solidFill>
                  <a:srgbClr val="000000"/>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4" name="Straight Connector 94"/>
              <p:cNvSpPr/>
              <p:nvPr/>
            </p:nvSpPr>
            <p:spPr>
              <a:xfrm flipV="1">
                <a:off x="2057400" y="0"/>
                <a:ext cx="1" cy="91441"/>
              </a:xfrm>
              <a:prstGeom prst="line">
                <a:avLst/>
              </a:prstGeom>
              <a:noFill/>
              <a:ln w="3175" cap="flat">
                <a:solidFill>
                  <a:srgbClr val="000000"/>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5" name="Straight Connector 95"/>
              <p:cNvSpPr/>
              <p:nvPr/>
            </p:nvSpPr>
            <p:spPr>
              <a:xfrm flipV="1">
                <a:off x="2286000" y="0"/>
                <a:ext cx="1" cy="91441"/>
              </a:xfrm>
              <a:prstGeom prst="line">
                <a:avLst/>
              </a:prstGeom>
              <a:noFill/>
              <a:ln w="3175" cap="flat">
                <a:solidFill>
                  <a:srgbClr val="000000"/>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6" name="Straight Connector 96"/>
              <p:cNvSpPr/>
              <p:nvPr/>
            </p:nvSpPr>
            <p:spPr>
              <a:xfrm flipV="1">
                <a:off x="4114799" y="0"/>
                <a:ext cx="1" cy="91441"/>
              </a:xfrm>
              <a:prstGeom prst="line">
                <a:avLst/>
              </a:prstGeom>
              <a:noFill/>
              <a:ln w="3175" cap="flat">
                <a:solidFill>
                  <a:srgbClr val="000000"/>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7" name="Straight Connector 97"/>
              <p:cNvSpPr/>
              <p:nvPr/>
            </p:nvSpPr>
            <p:spPr>
              <a:xfrm flipV="1">
                <a:off x="4343399" y="0"/>
                <a:ext cx="1" cy="91441"/>
              </a:xfrm>
              <a:prstGeom prst="line">
                <a:avLst/>
              </a:prstGeom>
              <a:noFill/>
              <a:ln w="3175" cap="flat">
                <a:solidFill>
                  <a:srgbClr val="000000"/>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8" name="Straight Connector 98"/>
              <p:cNvSpPr/>
              <p:nvPr/>
            </p:nvSpPr>
            <p:spPr>
              <a:xfrm flipV="1">
                <a:off x="4571999" y="0"/>
                <a:ext cx="1" cy="91441"/>
              </a:xfrm>
              <a:prstGeom prst="line">
                <a:avLst/>
              </a:prstGeom>
              <a:noFill/>
              <a:ln w="3175" cap="flat">
                <a:solidFill>
                  <a:srgbClr val="000000"/>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9" name="Straight Connector 99"/>
              <p:cNvSpPr/>
              <p:nvPr/>
            </p:nvSpPr>
            <p:spPr>
              <a:xfrm flipV="1">
                <a:off x="6400799" y="0"/>
                <a:ext cx="1" cy="91441"/>
              </a:xfrm>
              <a:prstGeom prst="line">
                <a:avLst/>
              </a:prstGeom>
              <a:noFill/>
              <a:ln w="3175" cap="flat">
                <a:solidFill>
                  <a:srgbClr val="000000"/>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10" name="Straight Connector 100"/>
              <p:cNvSpPr/>
              <p:nvPr/>
            </p:nvSpPr>
            <p:spPr>
              <a:xfrm flipV="1">
                <a:off x="6629400" y="0"/>
                <a:ext cx="1" cy="91441"/>
              </a:xfrm>
              <a:prstGeom prst="line">
                <a:avLst/>
              </a:prstGeom>
              <a:noFill/>
              <a:ln w="3175" cap="flat">
                <a:solidFill>
                  <a:srgbClr val="000000"/>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11" name="Straight Connector 101"/>
              <p:cNvSpPr/>
              <p:nvPr/>
            </p:nvSpPr>
            <p:spPr>
              <a:xfrm flipV="1">
                <a:off x="6858000" y="0"/>
                <a:ext cx="1" cy="91441"/>
              </a:xfrm>
              <a:prstGeom prst="line">
                <a:avLst/>
              </a:prstGeom>
              <a:noFill/>
              <a:ln w="3175" cap="flat">
                <a:solidFill>
                  <a:srgbClr val="000000"/>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12" name="Straight Connector 102"/>
              <p:cNvSpPr/>
              <p:nvPr/>
            </p:nvSpPr>
            <p:spPr>
              <a:xfrm flipV="1">
                <a:off x="8686732" y="0"/>
                <a:ext cx="1" cy="91441"/>
              </a:xfrm>
              <a:prstGeom prst="line">
                <a:avLst/>
              </a:prstGeom>
              <a:noFill/>
              <a:ln w="3175" cap="flat">
                <a:solidFill>
                  <a:srgbClr val="000000"/>
                </a:solidFill>
                <a:prstDash val="solid"/>
                <a:round/>
              </a:ln>
              <a:effectLst/>
            </p:spPr>
            <p:txBody>
              <a:bodyPr wrap="square" lIns="45719" tIns="45719" rIns="45719" bIns="45719" numCol="1" anchor="t">
                <a:noAutofit/>
              </a:bodyPr>
              <a:lstStyle/>
              <a:p>
                <a:pPr>
                  <a:defRPr>
                    <a:solidFill>
                      <a:srgbClr val="000000"/>
                    </a:solidFill>
                  </a:defRPr>
                </a:pPr>
                <a:endParaRPr sz="2400"/>
              </a:p>
            </p:txBody>
          </p:sp>
        </p:grpSp>
        <p:grpSp>
          <p:nvGrpSpPr>
            <p:cNvPr id="25" name="Group 60"/>
            <p:cNvGrpSpPr/>
            <p:nvPr/>
          </p:nvGrpSpPr>
          <p:grpSpPr>
            <a:xfrm>
              <a:off x="338965" y="5273040"/>
              <a:ext cx="8686732" cy="91441"/>
              <a:chOff x="0" y="0"/>
              <a:chExt cx="8686732" cy="91440"/>
            </a:xfrm>
          </p:grpSpPr>
          <p:sp>
            <p:nvSpPr>
              <p:cNvPr id="14" name="Straight Connector 81"/>
              <p:cNvSpPr/>
              <p:nvPr/>
            </p:nvSpPr>
            <p:spPr>
              <a:xfrm flipV="1">
                <a:off x="-1" y="0"/>
                <a:ext cx="2" cy="91441"/>
              </a:xfrm>
              <a:prstGeom prst="line">
                <a:avLst/>
              </a:prstGeom>
              <a:noFill/>
              <a:ln w="3175" cap="flat">
                <a:solidFill>
                  <a:srgbClr val="000000"/>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15" name="Straight Connector 82"/>
              <p:cNvSpPr/>
              <p:nvPr/>
            </p:nvSpPr>
            <p:spPr>
              <a:xfrm flipV="1">
                <a:off x="1828800" y="0"/>
                <a:ext cx="1" cy="91441"/>
              </a:xfrm>
              <a:prstGeom prst="line">
                <a:avLst/>
              </a:prstGeom>
              <a:noFill/>
              <a:ln w="3175" cap="flat">
                <a:solidFill>
                  <a:srgbClr val="000000"/>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16" name="Straight Connector 83"/>
              <p:cNvSpPr/>
              <p:nvPr/>
            </p:nvSpPr>
            <p:spPr>
              <a:xfrm flipV="1">
                <a:off x="2057400" y="0"/>
                <a:ext cx="1" cy="91441"/>
              </a:xfrm>
              <a:prstGeom prst="line">
                <a:avLst/>
              </a:prstGeom>
              <a:noFill/>
              <a:ln w="3175" cap="flat">
                <a:solidFill>
                  <a:srgbClr val="000000"/>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17" name="Straight Connector 84"/>
              <p:cNvSpPr/>
              <p:nvPr/>
            </p:nvSpPr>
            <p:spPr>
              <a:xfrm flipV="1">
                <a:off x="2286000" y="0"/>
                <a:ext cx="1" cy="91441"/>
              </a:xfrm>
              <a:prstGeom prst="line">
                <a:avLst/>
              </a:prstGeom>
              <a:noFill/>
              <a:ln w="3175" cap="flat">
                <a:solidFill>
                  <a:srgbClr val="000000"/>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18" name="Straight Connector 85"/>
              <p:cNvSpPr/>
              <p:nvPr/>
            </p:nvSpPr>
            <p:spPr>
              <a:xfrm flipV="1">
                <a:off x="4114799" y="0"/>
                <a:ext cx="1" cy="91441"/>
              </a:xfrm>
              <a:prstGeom prst="line">
                <a:avLst/>
              </a:prstGeom>
              <a:noFill/>
              <a:ln w="3175" cap="flat">
                <a:solidFill>
                  <a:srgbClr val="000000"/>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19" name="Straight Connector 86"/>
              <p:cNvSpPr/>
              <p:nvPr/>
            </p:nvSpPr>
            <p:spPr>
              <a:xfrm flipV="1">
                <a:off x="4343399" y="0"/>
                <a:ext cx="1" cy="91441"/>
              </a:xfrm>
              <a:prstGeom prst="line">
                <a:avLst/>
              </a:prstGeom>
              <a:noFill/>
              <a:ln w="3175" cap="flat">
                <a:solidFill>
                  <a:srgbClr val="000000"/>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20" name="Straight Connector 87"/>
              <p:cNvSpPr/>
              <p:nvPr/>
            </p:nvSpPr>
            <p:spPr>
              <a:xfrm flipV="1">
                <a:off x="4571999" y="0"/>
                <a:ext cx="1" cy="91441"/>
              </a:xfrm>
              <a:prstGeom prst="line">
                <a:avLst/>
              </a:prstGeom>
              <a:noFill/>
              <a:ln w="3175" cap="flat">
                <a:solidFill>
                  <a:srgbClr val="000000"/>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21" name="Straight Connector 88"/>
              <p:cNvSpPr/>
              <p:nvPr/>
            </p:nvSpPr>
            <p:spPr>
              <a:xfrm flipV="1">
                <a:off x="6400799" y="0"/>
                <a:ext cx="1" cy="91441"/>
              </a:xfrm>
              <a:prstGeom prst="line">
                <a:avLst/>
              </a:prstGeom>
              <a:noFill/>
              <a:ln w="3175" cap="flat">
                <a:solidFill>
                  <a:srgbClr val="000000"/>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22" name="Straight Connector 89"/>
              <p:cNvSpPr/>
              <p:nvPr/>
            </p:nvSpPr>
            <p:spPr>
              <a:xfrm flipV="1">
                <a:off x="6629400" y="0"/>
                <a:ext cx="1" cy="91441"/>
              </a:xfrm>
              <a:prstGeom prst="line">
                <a:avLst/>
              </a:prstGeom>
              <a:noFill/>
              <a:ln w="3175" cap="flat">
                <a:solidFill>
                  <a:srgbClr val="000000"/>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23" name="Straight Connector 90"/>
              <p:cNvSpPr/>
              <p:nvPr/>
            </p:nvSpPr>
            <p:spPr>
              <a:xfrm flipV="1">
                <a:off x="6858000" y="0"/>
                <a:ext cx="1" cy="91441"/>
              </a:xfrm>
              <a:prstGeom prst="line">
                <a:avLst/>
              </a:prstGeom>
              <a:noFill/>
              <a:ln w="3175" cap="flat">
                <a:solidFill>
                  <a:srgbClr val="000000"/>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24" name="Straight Connector 91"/>
              <p:cNvSpPr/>
              <p:nvPr/>
            </p:nvSpPr>
            <p:spPr>
              <a:xfrm flipV="1">
                <a:off x="8686732" y="0"/>
                <a:ext cx="1" cy="91441"/>
              </a:xfrm>
              <a:prstGeom prst="line">
                <a:avLst/>
              </a:prstGeom>
              <a:noFill/>
              <a:ln w="3175" cap="flat">
                <a:solidFill>
                  <a:srgbClr val="000000"/>
                </a:solidFill>
                <a:prstDash val="solid"/>
                <a:round/>
              </a:ln>
              <a:effectLst/>
            </p:spPr>
            <p:txBody>
              <a:bodyPr wrap="square" lIns="45719" tIns="45719" rIns="45719" bIns="45719" numCol="1" anchor="t">
                <a:noAutofit/>
              </a:bodyPr>
              <a:lstStyle/>
              <a:p>
                <a:pPr>
                  <a:defRPr>
                    <a:solidFill>
                      <a:srgbClr val="000000"/>
                    </a:solidFill>
                  </a:defRPr>
                </a:pPr>
                <a:endParaRPr sz="2400"/>
              </a:p>
            </p:txBody>
          </p:sp>
        </p:grpSp>
        <p:grpSp>
          <p:nvGrpSpPr>
            <p:cNvPr id="35" name="Group 61"/>
            <p:cNvGrpSpPr/>
            <p:nvPr/>
          </p:nvGrpSpPr>
          <p:grpSpPr>
            <a:xfrm>
              <a:off x="0" y="338074"/>
              <a:ext cx="91441" cy="4686681"/>
              <a:chOff x="0" y="0"/>
              <a:chExt cx="91440" cy="4686681"/>
            </a:xfrm>
          </p:grpSpPr>
          <p:sp>
            <p:nvSpPr>
              <p:cNvPr id="26" name="Straight Connector 72"/>
              <p:cNvSpPr/>
              <p:nvPr/>
            </p:nvSpPr>
            <p:spPr>
              <a:xfrm flipH="1">
                <a:off x="0" y="425576"/>
                <a:ext cx="91441" cy="1"/>
              </a:xfrm>
              <a:prstGeom prst="line">
                <a:avLst/>
              </a:prstGeom>
              <a:noFill/>
              <a:ln w="3175" cap="flat">
                <a:solidFill>
                  <a:srgbClr val="000000"/>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27" name="Straight Connector 73"/>
              <p:cNvSpPr/>
              <p:nvPr/>
            </p:nvSpPr>
            <p:spPr>
              <a:xfrm flipH="1">
                <a:off x="0" y="1061084"/>
                <a:ext cx="91441" cy="1"/>
              </a:xfrm>
              <a:prstGeom prst="line">
                <a:avLst/>
              </a:prstGeom>
              <a:noFill/>
              <a:ln w="3175" cap="flat">
                <a:solidFill>
                  <a:srgbClr val="000000"/>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28" name="Straight Connector 74"/>
              <p:cNvSpPr/>
              <p:nvPr/>
            </p:nvSpPr>
            <p:spPr>
              <a:xfrm flipH="1">
                <a:off x="0" y="1701164"/>
                <a:ext cx="91441" cy="1"/>
              </a:xfrm>
              <a:prstGeom prst="line">
                <a:avLst/>
              </a:prstGeom>
              <a:noFill/>
              <a:ln w="3175" cap="flat">
                <a:solidFill>
                  <a:srgbClr val="000000"/>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29" name="Straight Connector 75"/>
              <p:cNvSpPr/>
              <p:nvPr/>
            </p:nvSpPr>
            <p:spPr>
              <a:xfrm flipH="1">
                <a:off x="0" y="2342770"/>
                <a:ext cx="91441" cy="1"/>
              </a:xfrm>
              <a:prstGeom prst="line">
                <a:avLst/>
              </a:prstGeom>
              <a:noFill/>
              <a:ln w="3175" cap="flat">
                <a:solidFill>
                  <a:srgbClr val="000000"/>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30" name="Straight Connector 76"/>
              <p:cNvSpPr/>
              <p:nvPr/>
            </p:nvSpPr>
            <p:spPr>
              <a:xfrm flipH="1">
                <a:off x="0" y="2981325"/>
                <a:ext cx="91441" cy="0"/>
              </a:xfrm>
              <a:prstGeom prst="line">
                <a:avLst/>
              </a:prstGeom>
              <a:noFill/>
              <a:ln w="3175" cap="flat">
                <a:solidFill>
                  <a:srgbClr val="000000"/>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31" name="Straight Connector 77"/>
              <p:cNvSpPr/>
              <p:nvPr/>
            </p:nvSpPr>
            <p:spPr>
              <a:xfrm flipH="1">
                <a:off x="0" y="3621404"/>
                <a:ext cx="91441" cy="1"/>
              </a:xfrm>
              <a:prstGeom prst="line">
                <a:avLst/>
              </a:prstGeom>
              <a:noFill/>
              <a:ln w="3175" cap="flat">
                <a:solidFill>
                  <a:srgbClr val="000000"/>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32" name="Straight Connector 78"/>
              <p:cNvSpPr/>
              <p:nvPr/>
            </p:nvSpPr>
            <p:spPr>
              <a:xfrm flipH="1">
                <a:off x="0" y="4269232"/>
                <a:ext cx="91441" cy="1"/>
              </a:xfrm>
              <a:prstGeom prst="line">
                <a:avLst/>
              </a:prstGeom>
              <a:noFill/>
              <a:ln w="3175" cap="flat">
                <a:solidFill>
                  <a:srgbClr val="000000"/>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33" name="Straight Connector 79"/>
              <p:cNvSpPr/>
              <p:nvPr/>
            </p:nvSpPr>
            <p:spPr>
              <a:xfrm flipH="1" flipV="1">
                <a:off x="0" y="-1"/>
                <a:ext cx="91441" cy="1"/>
              </a:xfrm>
              <a:prstGeom prst="line">
                <a:avLst/>
              </a:prstGeom>
              <a:noFill/>
              <a:ln w="3175" cap="flat">
                <a:solidFill>
                  <a:srgbClr val="000000"/>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34" name="Straight Connector 80"/>
              <p:cNvSpPr/>
              <p:nvPr/>
            </p:nvSpPr>
            <p:spPr>
              <a:xfrm flipH="1">
                <a:off x="0" y="4686680"/>
                <a:ext cx="91441" cy="1"/>
              </a:xfrm>
              <a:prstGeom prst="line">
                <a:avLst/>
              </a:prstGeom>
              <a:noFill/>
              <a:ln w="3175" cap="flat">
                <a:solidFill>
                  <a:srgbClr val="000000"/>
                </a:solidFill>
                <a:prstDash val="solid"/>
                <a:round/>
              </a:ln>
              <a:effectLst/>
            </p:spPr>
            <p:txBody>
              <a:bodyPr wrap="square" lIns="45719" tIns="45719" rIns="45719" bIns="45719" numCol="1" anchor="t">
                <a:noAutofit/>
              </a:bodyPr>
              <a:lstStyle/>
              <a:p>
                <a:pPr>
                  <a:defRPr>
                    <a:solidFill>
                      <a:srgbClr val="000000"/>
                    </a:solidFill>
                  </a:defRPr>
                </a:pPr>
                <a:endParaRPr sz="2400"/>
              </a:p>
            </p:txBody>
          </p:sp>
        </p:grpSp>
        <p:grpSp>
          <p:nvGrpSpPr>
            <p:cNvPr id="45" name="Group 62"/>
            <p:cNvGrpSpPr/>
            <p:nvPr/>
          </p:nvGrpSpPr>
          <p:grpSpPr>
            <a:xfrm>
              <a:off x="9272780" y="338073"/>
              <a:ext cx="91441" cy="4685667"/>
              <a:chOff x="0" y="0"/>
              <a:chExt cx="91440" cy="4685665"/>
            </a:xfrm>
          </p:grpSpPr>
          <p:sp>
            <p:nvSpPr>
              <p:cNvPr id="36" name="Straight Connector 63"/>
              <p:cNvSpPr/>
              <p:nvPr/>
            </p:nvSpPr>
            <p:spPr>
              <a:xfrm flipH="1">
                <a:off x="0" y="425577"/>
                <a:ext cx="91441" cy="1"/>
              </a:xfrm>
              <a:prstGeom prst="line">
                <a:avLst/>
              </a:prstGeom>
              <a:noFill/>
              <a:ln w="3175" cap="flat">
                <a:solidFill>
                  <a:srgbClr val="000000"/>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37" name="Straight Connector 64"/>
              <p:cNvSpPr/>
              <p:nvPr/>
            </p:nvSpPr>
            <p:spPr>
              <a:xfrm flipH="1">
                <a:off x="0" y="1061085"/>
                <a:ext cx="91441" cy="1"/>
              </a:xfrm>
              <a:prstGeom prst="line">
                <a:avLst/>
              </a:prstGeom>
              <a:noFill/>
              <a:ln w="3175" cap="flat">
                <a:solidFill>
                  <a:srgbClr val="000000"/>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38" name="Straight Connector 65"/>
              <p:cNvSpPr/>
              <p:nvPr/>
            </p:nvSpPr>
            <p:spPr>
              <a:xfrm flipH="1">
                <a:off x="0" y="1701165"/>
                <a:ext cx="91441" cy="1"/>
              </a:xfrm>
              <a:prstGeom prst="line">
                <a:avLst/>
              </a:prstGeom>
              <a:noFill/>
              <a:ln w="3175" cap="flat">
                <a:solidFill>
                  <a:srgbClr val="000000"/>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39" name="Straight Connector 66"/>
              <p:cNvSpPr/>
              <p:nvPr/>
            </p:nvSpPr>
            <p:spPr>
              <a:xfrm flipH="1">
                <a:off x="0" y="2341245"/>
                <a:ext cx="91441" cy="1"/>
              </a:xfrm>
              <a:prstGeom prst="line">
                <a:avLst/>
              </a:prstGeom>
              <a:noFill/>
              <a:ln w="3175" cap="flat">
                <a:solidFill>
                  <a:srgbClr val="000000"/>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40" name="Straight Connector 67"/>
              <p:cNvSpPr/>
              <p:nvPr/>
            </p:nvSpPr>
            <p:spPr>
              <a:xfrm flipH="1">
                <a:off x="0" y="2981325"/>
                <a:ext cx="91441" cy="0"/>
              </a:xfrm>
              <a:prstGeom prst="line">
                <a:avLst/>
              </a:prstGeom>
              <a:noFill/>
              <a:ln w="3175" cap="flat">
                <a:solidFill>
                  <a:srgbClr val="000000"/>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41" name="Straight Connector 68"/>
              <p:cNvSpPr/>
              <p:nvPr/>
            </p:nvSpPr>
            <p:spPr>
              <a:xfrm flipH="1">
                <a:off x="0" y="3621404"/>
                <a:ext cx="91441" cy="1"/>
              </a:xfrm>
              <a:prstGeom prst="line">
                <a:avLst/>
              </a:prstGeom>
              <a:noFill/>
              <a:ln w="3175" cap="flat">
                <a:solidFill>
                  <a:srgbClr val="000000"/>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42" name="Straight Connector 69"/>
              <p:cNvSpPr/>
              <p:nvPr/>
            </p:nvSpPr>
            <p:spPr>
              <a:xfrm flipH="1">
                <a:off x="0" y="4269232"/>
                <a:ext cx="91441" cy="1"/>
              </a:xfrm>
              <a:prstGeom prst="line">
                <a:avLst/>
              </a:prstGeom>
              <a:noFill/>
              <a:ln w="3175" cap="flat">
                <a:solidFill>
                  <a:srgbClr val="000000"/>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43" name="Straight Connector 70"/>
              <p:cNvSpPr/>
              <p:nvPr/>
            </p:nvSpPr>
            <p:spPr>
              <a:xfrm flipH="1" flipV="1">
                <a:off x="0" y="0"/>
                <a:ext cx="91441" cy="1"/>
              </a:xfrm>
              <a:prstGeom prst="line">
                <a:avLst/>
              </a:prstGeom>
              <a:noFill/>
              <a:ln w="3175" cap="flat">
                <a:solidFill>
                  <a:srgbClr val="000000"/>
                </a:solidFill>
                <a:prstDash val="solid"/>
                <a:round/>
              </a:ln>
              <a:effectLst/>
            </p:spPr>
            <p:txBody>
              <a:bodyPr wrap="square" lIns="45719" tIns="45719" rIns="45719" bIns="45719" numCol="1" anchor="t">
                <a:noAutofit/>
              </a:bodyPr>
              <a:lstStyle/>
              <a:p>
                <a:pPr>
                  <a:defRPr>
                    <a:solidFill>
                      <a:srgbClr val="000000"/>
                    </a:solidFill>
                  </a:defRPr>
                </a:pPr>
                <a:endParaRPr sz="2400"/>
              </a:p>
            </p:txBody>
          </p:sp>
          <p:sp>
            <p:nvSpPr>
              <p:cNvPr id="44" name="Straight Connector 71"/>
              <p:cNvSpPr/>
              <p:nvPr/>
            </p:nvSpPr>
            <p:spPr>
              <a:xfrm flipH="1">
                <a:off x="0" y="4685665"/>
                <a:ext cx="91441" cy="1"/>
              </a:xfrm>
              <a:prstGeom prst="line">
                <a:avLst/>
              </a:prstGeom>
              <a:noFill/>
              <a:ln w="3175" cap="flat">
                <a:solidFill>
                  <a:srgbClr val="000000"/>
                </a:solidFill>
                <a:prstDash val="solid"/>
                <a:round/>
              </a:ln>
              <a:effectLst/>
            </p:spPr>
            <p:txBody>
              <a:bodyPr wrap="square" lIns="45719" tIns="45719" rIns="45719" bIns="45719" numCol="1" anchor="t">
                <a:noAutofit/>
              </a:bodyPr>
              <a:lstStyle/>
              <a:p>
                <a:pPr>
                  <a:defRPr>
                    <a:solidFill>
                      <a:srgbClr val="000000"/>
                    </a:solidFill>
                  </a:defRPr>
                </a:pPr>
                <a:endParaRPr sz="2400"/>
              </a:p>
            </p:txBody>
          </p:sp>
        </p:grpSp>
      </p:grpSp>
      <p:sp>
        <p:nvSpPr>
          <p:cNvPr id="47" name="Slide Number"/>
          <p:cNvSpPr txBox="1">
            <a:spLocks noGrp="1"/>
          </p:cNvSpPr>
          <p:nvPr>
            <p:ph type="sldNum" sz="quarter" idx="2"/>
          </p:nvPr>
        </p:nvSpPr>
        <p:spPr>
          <a:xfrm>
            <a:off x="11752460" y="6450370"/>
            <a:ext cx="134652" cy="123111"/>
          </a:xfrm>
          <a:prstGeom prst="rect">
            <a:avLst/>
          </a:prstGeom>
          <a:ln w="12700">
            <a:miter lim="400000"/>
          </a:ln>
        </p:spPr>
        <p:txBody>
          <a:bodyPr wrap="none" lIns="0" tIns="0" rIns="0" bIns="0" anchor="ctr">
            <a:spAutoFit/>
          </a:bodyPr>
          <a:lstStyle>
            <a:lvl1pPr algn="r">
              <a:defRPr sz="800">
                <a:solidFill>
                  <a:srgbClr val="000000"/>
                </a:solidFill>
                <a:latin typeface="+mn-lt"/>
                <a:ea typeface="+mn-ea"/>
                <a:cs typeface="+mn-cs"/>
                <a:sym typeface="IBM Plex Sans"/>
              </a:defRPr>
            </a:lvl1pPr>
          </a:lstStyle>
          <a:p>
            <a:fld id="{86CB4B4D-7CA3-9044-876B-883B54F8677D}" type="slidenum">
              <a:rPr/>
              <a:t>‹#›</a:t>
            </a:fld>
            <a:endParaRPr/>
          </a:p>
        </p:txBody>
      </p:sp>
      <p:sp>
        <p:nvSpPr>
          <p:cNvPr id="48" name="Title Text"/>
          <p:cNvSpPr txBox="1">
            <a:spLocks noGrp="1"/>
          </p:cNvSpPr>
          <p:nvPr>
            <p:ph type="title"/>
          </p:nvPr>
        </p:nvSpPr>
        <p:spPr>
          <a:xfrm>
            <a:off x="609600" y="274637"/>
            <a:ext cx="10972800" cy="13255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p>
            <a:r>
              <a:t>Title Text</a:t>
            </a:r>
          </a:p>
        </p:txBody>
      </p:sp>
      <p:sp>
        <p:nvSpPr>
          <p:cNvPr id="49" name="Body Level One…"/>
          <p:cNvSpPr txBox="1">
            <a:spLocks noGrp="1"/>
          </p:cNvSpPr>
          <p:nvPr>
            <p:ph type="body" idx="1"/>
          </p:nvPr>
        </p:nvSpPr>
        <p:spPr>
          <a:xfrm>
            <a:off x="609600" y="1600200"/>
            <a:ext cx="10972800" cy="52578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p>
            <a:r>
              <a:t>Body Level One</a:t>
            </a:r>
          </a:p>
          <a:p>
            <a:pPr lvl="1"/>
            <a:r>
              <a:t>Body Level Two</a:t>
            </a:r>
          </a:p>
          <a:p>
            <a:pPr lvl="2"/>
            <a:r>
              <a:t>Body Level Three</a:t>
            </a:r>
          </a:p>
          <a:p>
            <a:pPr lvl="3"/>
            <a:r>
              <a:t>Body Level Four</a:t>
            </a:r>
          </a:p>
          <a:p>
            <a:pPr lvl="4"/>
            <a:r>
              <a:t>Body Level Five</a:t>
            </a:r>
          </a:p>
        </p:txBody>
      </p:sp>
    </p:spTree>
    <p:extLst>
      <p:ext uri="{BB962C8B-B14F-4D97-AF65-F5344CB8AC3E}">
        <p14:creationId xmlns:p14="http://schemas.microsoft.com/office/powerpoint/2010/main" val="1569615823"/>
      </p:ext>
    </p:extLst>
  </p:cSld>
  <p:clrMap bg1="dk1" tx1="lt1" bg2="dk2" tx2="lt2" accent1="accent1" accent2="accent2" accent3="accent3" accent4="accent4" accent5="accent5" accent6="accent6" hlink="hlink" folHlink="folHlink"/>
  <p:sldLayoutIdLst>
    <p:sldLayoutId id="2147484004" r:id="rId1"/>
    <p:sldLayoutId id="2147484005" r:id="rId2"/>
    <p:sldLayoutId id="2147484006" r:id="rId3"/>
    <p:sldLayoutId id="2147484007" r:id="rId4"/>
    <p:sldLayoutId id="2147484008" r:id="rId5"/>
    <p:sldLayoutId id="2147484009" r:id="rId6"/>
    <p:sldLayoutId id="2147484010" r:id="rId7"/>
    <p:sldLayoutId id="2147484011" r:id="rId8"/>
    <p:sldLayoutId id="2147484012" r:id="rId9"/>
    <p:sldLayoutId id="2147484013" r:id="rId10"/>
    <p:sldLayoutId id="2147484014" r:id="rId11"/>
    <p:sldLayoutId id="2147484015" r:id="rId12"/>
    <p:sldLayoutId id="2147484016" r:id="rId13"/>
    <p:sldLayoutId id="2147484017" r:id="rId14"/>
    <p:sldLayoutId id="2147484018" r:id="rId15"/>
    <p:sldLayoutId id="2147484019" r:id="rId16"/>
    <p:sldLayoutId id="2147484020" r:id="rId17"/>
    <p:sldLayoutId id="2147484021" r:id="rId18"/>
    <p:sldLayoutId id="2147484022" r:id="rId19"/>
    <p:sldLayoutId id="2147484023" r:id="rId20"/>
    <p:sldLayoutId id="2147484024" r:id="rId21"/>
    <p:sldLayoutId id="2147484025" r:id="rId22"/>
    <p:sldLayoutId id="2147484026" r:id="rId23"/>
    <p:sldLayoutId id="2147484027" r:id="rId24"/>
    <p:sldLayoutId id="2147484028" r:id="rId25"/>
    <p:sldLayoutId id="2147484029" r:id="rId26"/>
    <p:sldLayoutId id="2147484030" r:id="rId27"/>
    <p:sldLayoutId id="2147484031" r:id="rId28"/>
    <p:sldLayoutId id="2147484032" r:id="rId29"/>
    <p:sldLayoutId id="2147484033" r:id="rId30"/>
    <p:sldLayoutId id="2147484034" r:id="rId31"/>
    <p:sldLayoutId id="2147484035" r:id="rId32"/>
    <p:sldLayoutId id="2147484036" r:id="rId33"/>
    <p:sldLayoutId id="2147484037" r:id="rId34"/>
    <p:sldLayoutId id="2147484038" r:id="rId35"/>
    <p:sldLayoutId id="2147484039" r:id="rId36"/>
    <p:sldLayoutId id="2147484040" r:id="rId37"/>
    <p:sldLayoutId id="2147484041" r:id="rId38"/>
    <p:sldLayoutId id="2147484042" r:id="rId39"/>
    <p:sldLayoutId id="2147484043" r:id="rId40"/>
    <p:sldLayoutId id="2147484044" r:id="rId41"/>
    <p:sldLayoutId id="2147484045" r:id="rId42"/>
    <p:sldLayoutId id="2147484046" r:id="rId43"/>
    <p:sldLayoutId id="2147484047" r:id="rId44"/>
    <p:sldLayoutId id="2147484048" r:id="rId45"/>
    <p:sldLayoutId id="2147484049" r:id="rId46"/>
    <p:sldLayoutId id="2147484050" r:id="rId47"/>
    <p:sldLayoutId id="2147484051" r:id="rId48"/>
    <p:sldLayoutId id="2147484052" r:id="rId49"/>
    <p:sldLayoutId id="2147484053" r:id="rId50"/>
    <p:sldLayoutId id="2147484054" r:id="rId51"/>
    <p:sldLayoutId id="2147484055" r:id="rId52"/>
    <p:sldLayoutId id="2147484056" r:id="rId53"/>
    <p:sldLayoutId id="2147484057" r:id="rId54"/>
    <p:sldLayoutId id="2147484058" r:id="rId55"/>
    <p:sldLayoutId id="2147484059" r:id="rId56"/>
    <p:sldLayoutId id="2147484060" r:id="rId57"/>
  </p:sldLayoutIdLst>
  <p:transition spd="med"/>
  <p:hf sldNum="0" hdr="0" dt="0"/>
  <p:txStyles>
    <p:titleStyle>
      <a:lvl1pPr marL="0" marR="0" indent="0" algn="l" defTabSz="1219170" rtl="0" latinLnBrk="0">
        <a:lnSpc>
          <a:spcPct val="90000"/>
        </a:lnSpc>
        <a:spcBef>
          <a:spcPts val="0"/>
        </a:spcBef>
        <a:spcAft>
          <a:spcPts val="0"/>
        </a:spcAft>
        <a:buClrTx/>
        <a:buSzTx/>
        <a:buFontTx/>
        <a:buNone/>
        <a:tabLst/>
        <a:defRPr sz="2667" b="0" i="0" u="none" strike="noStrike" cap="none" spc="0" baseline="0">
          <a:solidFill>
            <a:srgbClr val="000000"/>
          </a:solidFill>
          <a:uFillTx/>
          <a:latin typeface="IBM Plex Sans Medm"/>
          <a:ea typeface="IBM Plex Sans Medm"/>
          <a:cs typeface="IBM Plex Sans Medm"/>
          <a:sym typeface="IBM Plex Sans Medium"/>
        </a:defRPr>
      </a:lvl1pPr>
      <a:lvl2pPr marL="0" marR="0" indent="0" algn="l" defTabSz="1219170" rtl="0" latinLnBrk="0">
        <a:lnSpc>
          <a:spcPct val="90000"/>
        </a:lnSpc>
        <a:spcBef>
          <a:spcPts val="0"/>
        </a:spcBef>
        <a:spcAft>
          <a:spcPts val="0"/>
        </a:spcAft>
        <a:buClrTx/>
        <a:buSzTx/>
        <a:buFontTx/>
        <a:buNone/>
        <a:tabLst/>
        <a:defRPr sz="2667" b="0" i="0" u="none" strike="noStrike" cap="none" spc="0" baseline="0">
          <a:solidFill>
            <a:srgbClr val="000000"/>
          </a:solidFill>
          <a:uFillTx/>
          <a:latin typeface="IBM Plex Sans Medm"/>
          <a:ea typeface="IBM Plex Sans Medm"/>
          <a:cs typeface="IBM Plex Sans Medm"/>
          <a:sym typeface="IBM Plex Sans Medium"/>
        </a:defRPr>
      </a:lvl2pPr>
      <a:lvl3pPr marL="0" marR="0" indent="0" algn="l" defTabSz="1219170" rtl="0" latinLnBrk="0">
        <a:lnSpc>
          <a:spcPct val="90000"/>
        </a:lnSpc>
        <a:spcBef>
          <a:spcPts val="0"/>
        </a:spcBef>
        <a:spcAft>
          <a:spcPts val="0"/>
        </a:spcAft>
        <a:buClrTx/>
        <a:buSzTx/>
        <a:buFontTx/>
        <a:buNone/>
        <a:tabLst/>
        <a:defRPr sz="2667" b="0" i="0" u="none" strike="noStrike" cap="none" spc="0" baseline="0">
          <a:solidFill>
            <a:srgbClr val="000000"/>
          </a:solidFill>
          <a:uFillTx/>
          <a:latin typeface="IBM Plex Sans Medm"/>
          <a:ea typeface="IBM Plex Sans Medm"/>
          <a:cs typeface="IBM Plex Sans Medm"/>
          <a:sym typeface="IBM Plex Sans Medium"/>
        </a:defRPr>
      </a:lvl3pPr>
      <a:lvl4pPr marL="0" marR="0" indent="0" algn="l" defTabSz="1219170" rtl="0" latinLnBrk="0">
        <a:lnSpc>
          <a:spcPct val="90000"/>
        </a:lnSpc>
        <a:spcBef>
          <a:spcPts val="0"/>
        </a:spcBef>
        <a:spcAft>
          <a:spcPts val="0"/>
        </a:spcAft>
        <a:buClrTx/>
        <a:buSzTx/>
        <a:buFontTx/>
        <a:buNone/>
        <a:tabLst/>
        <a:defRPr sz="2667" b="0" i="0" u="none" strike="noStrike" cap="none" spc="0" baseline="0">
          <a:solidFill>
            <a:srgbClr val="000000"/>
          </a:solidFill>
          <a:uFillTx/>
          <a:latin typeface="IBM Plex Sans Medm"/>
          <a:ea typeface="IBM Plex Sans Medm"/>
          <a:cs typeface="IBM Plex Sans Medm"/>
          <a:sym typeface="IBM Plex Sans Medium"/>
        </a:defRPr>
      </a:lvl4pPr>
      <a:lvl5pPr marL="0" marR="0" indent="0" algn="l" defTabSz="1219170" rtl="0" latinLnBrk="0">
        <a:lnSpc>
          <a:spcPct val="90000"/>
        </a:lnSpc>
        <a:spcBef>
          <a:spcPts val="0"/>
        </a:spcBef>
        <a:spcAft>
          <a:spcPts val="0"/>
        </a:spcAft>
        <a:buClrTx/>
        <a:buSzTx/>
        <a:buFontTx/>
        <a:buNone/>
        <a:tabLst/>
        <a:defRPr sz="2667" b="0" i="0" u="none" strike="noStrike" cap="none" spc="0" baseline="0">
          <a:solidFill>
            <a:srgbClr val="000000"/>
          </a:solidFill>
          <a:uFillTx/>
          <a:latin typeface="IBM Plex Sans Medm"/>
          <a:ea typeface="IBM Plex Sans Medm"/>
          <a:cs typeface="IBM Plex Sans Medm"/>
          <a:sym typeface="IBM Plex Sans Medium"/>
        </a:defRPr>
      </a:lvl5pPr>
      <a:lvl6pPr marL="0" marR="0" indent="483412" algn="l" defTabSz="1219170" rtl="0" latinLnBrk="0">
        <a:lnSpc>
          <a:spcPct val="90000"/>
        </a:lnSpc>
        <a:spcBef>
          <a:spcPts val="0"/>
        </a:spcBef>
        <a:spcAft>
          <a:spcPts val="0"/>
        </a:spcAft>
        <a:buClrTx/>
        <a:buSzTx/>
        <a:buFontTx/>
        <a:buNone/>
        <a:tabLst/>
        <a:defRPr sz="2667" b="0" i="0" u="none" strike="noStrike" cap="none" spc="0" baseline="0">
          <a:solidFill>
            <a:srgbClr val="000000"/>
          </a:solidFill>
          <a:uFillTx/>
          <a:latin typeface="IBM Plex Sans Medm"/>
          <a:ea typeface="IBM Plex Sans Medm"/>
          <a:cs typeface="IBM Plex Sans Medm"/>
          <a:sym typeface="IBM Plex Sans Medium"/>
        </a:defRPr>
      </a:lvl6pPr>
      <a:lvl7pPr marL="0" marR="0" indent="966828" algn="l" defTabSz="1219170" rtl="0" latinLnBrk="0">
        <a:lnSpc>
          <a:spcPct val="90000"/>
        </a:lnSpc>
        <a:spcBef>
          <a:spcPts val="0"/>
        </a:spcBef>
        <a:spcAft>
          <a:spcPts val="0"/>
        </a:spcAft>
        <a:buClrTx/>
        <a:buSzTx/>
        <a:buFontTx/>
        <a:buNone/>
        <a:tabLst/>
        <a:defRPr sz="2667" b="0" i="0" u="none" strike="noStrike" cap="none" spc="0" baseline="0">
          <a:solidFill>
            <a:srgbClr val="000000"/>
          </a:solidFill>
          <a:uFillTx/>
          <a:latin typeface="IBM Plex Sans Medm"/>
          <a:ea typeface="IBM Plex Sans Medm"/>
          <a:cs typeface="IBM Plex Sans Medm"/>
          <a:sym typeface="IBM Plex Sans Medium"/>
        </a:defRPr>
      </a:lvl7pPr>
      <a:lvl8pPr marL="0" marR="0" indent="1450238" algn="l" defTabSz="1219170" rtl="0" latinLnBrk="0">
        <a:lnSpc>
          <a:spcPct val="90000"/>
        </a:lnSpc>
        <a:spcBef>
          <a:spcPts val="0"/>
        </a:spcBef>
        <a:spcAft>
          <a:spcPts val="0"/>
        </a:spcAft>
        <a:buClrTx/>
        <a:buSzTx/>
        <a:buFontTx/>
        <a:buNone/>
        <a:tabLst/>
        <a:defRPr sz="2667" b="0" i="0" u="none" strike="noStrike" cap="none" spc="0" baseline="0">
          <a:solidFill>
            <a:srgbClr val="000000"/>
          </a:solidFill>
          <a:uFillTx/>
          <a:latin typeface="IBM Plex Sans Medm"/>
          <a:ea typeface="IBM Plex Sans Medm"/>
          <a:cs typeface="IBM Plex Sans Medm"/>
          <a:sym typeface="IBM Plex Sans Medium"/>
        </a:defRPr>
      </a:lvl8pPr>
      <a:lvl9pPr marL="0" marR="0" indent="1933653" algn="l" defTabSz="1219170" rtl="0" latinLnBrk="0">
        <a:lnSpc>
          <a:spcPct val="90000"/>
        </a:lnSpc>
        <a:spcBef>
          <a:spcPts val="0"/>
        </a:spcBef>
        <a:spcAft>
          <a:spcPts val="0"/>
        </a:spcAft>
        <a:buClrTx/>
        <a:buSzTx/>
        <a:buFontTx/>
        <a:buNone/>
        <a:tabLst/>
        <a:defRPr sz="2667" b="0" i="0" u="none" strike="noStrike" cap="none" spc="0" baseline="0">
          <a:solidFill>
            <a:srgbClr val="000000"/>
          </a:solidFill>
          <a:uFillTx/>
          <a:latin typeface="IBM Plex Sans Medm"/>
          <a:ea typeface="IBM Plex Sans Medm"/>
          <a:cs typeface="IBM Plex Sans Medm"/>
          <a:sym typeface="IBM Plex Sans Medium"/>
        </a:defRPr>
      </a:lvl9pPr>
    </p:titleStyle>
    <p:bodyStyle>
      <a:lvl1pPr marL="0" marR="0" indent="0" algn="l" defTabSz="1219170" rtl="0" latinLnBrk="0">
        <a:lnSpc>
          <a:spcPct val="100000"/>
        </a:lnSpc>
        <a:spcBef>
          <a:spcPts val="1467"/>
        </a:spcBef>
        <a:spcAft>
          <a:spcPts val="0"/>
        </a:spcAft>
        <a:buClrTx/>
        <a:buSzTx/>
        <a:buFontTx/>
        <a:buNone/>
        <a:tabLst/>
        <a:defRPr sz="1867" b="0" i="0" u="none" strike="noStrike" cap="none" spc="0" baseline="0">
          <a:solidFill>
            <a:srgbClr val="000000"/>
          </a:solidFill>
          <a:uFillTx/>
          <a:latin typeface="+mj-lt"/>
          <a:ea typeface="+mj-ea"/>
          <a:cs typeface="+mj-cs"/>
          <a:sym typeface="IBM Plex Sans Light"/>
        </a:defRPr>
      </a:lvl1pPr>
      <a:lvl2pPr marL="228596" marR="0" indent="-231642" algn="l" defTabSz="1219170" rtl="0" latinLnBrk="0">
        <a:lnSpc>
          <a:spcPct val="100000"/>
        </a:lnSpc>
        <a:spcBef>
          <a:spcPts val="1467"/>
        </a:spcBef>
        <a:spcAft>
          <a:spcPts val="0"/>
        </a:spcAft>
        <a:buClrTx/>
        <a:buSzPct val="100000"/>
        <a:buFontTx/>
        <a:buChar char="–"/>
        <a:tabLst/>
        <a:defRPr sz="1867" b="0" i="0" u="none" strike="noStrike" cap="none" spc="0" baseline="0">
          <a:solidFill>
            <a:srgbClr val="000000"/>
          </a:solidFill>
          <a:uFillTx/>
          <a:latin typeface="+mj-lt"/>
          <a:ea typeface="+mj-ea"/>
          <a:cs typeface="+mj-cs"/>
          <a:sym typeface="IBM Plex Sans Light"/>
        </a:defRPr>
      </a:lvl2pPr>
      <a:lvl3pPr marL="457194" marR="0" indent="-231642" algn="l" defTabSz="1219170" rtl="0" latinLnBrk="0">
        <a:lnSpc>
          <a:spcPct val="100000"/>
        </a:lnSpc>
        <a:spcBef>
          <a:spcPts val="1467"/>
        </a:spcBef>
        <a:spcAft>
          <a:spcPts val="0"/>
        </a:spcAft>
        <a:buClrTx/>
        <a:buSzPct val="100000"/>
        <a:buFontTx/>
        <a:buChar char="•"/>
        <a:tabLst/>
        <a:defRPr sz="1867" b="0" i="0" u="none" strike="noStrike" cap="none" spc="0" baseline="0">
          <a:solidFill>
            <a:srgbClr val="000000"/>
          </a:solidFill>
          <a:uFillTx/>
          <a:latin typeface="+mj-lt"/>
          <a:ea typeface="+mj-ea"/>
          <a:cs typeface="+mj-cs"/>
          <a:sym typeface="IBM Plex Sans Light"/>
        </a:defRPr>
      </a:lvl3pPr>
      <a:lvl4pPr marL="838188" marR="0" indent="-231642" algn="l" defTabSz="1219170" rtl="0" latinLnBrk="0">
        <a:lnSpc>
          <a:spcPct val="100000"/>
        </a:lnSpc>
        <a:spcBef>
          <a:spcPts val="1467"/>
        </a:spcBef>
        <a:spcAft>
          <a:spcPts val="0"/>
        </a:spcAft>
        <a:buClrTx/>
        <a:buSzPct val="100000"/>
        <a:buFontTx/>
        <a:buChar char="–"/>
        <a:tabLst/>
        <a:defRPr sz="1867" b="0" i="0" u="none" strike="noStrike" cap="none" spc="0" baseline="0">
          <a:solidFill>
            <a:srgbClr val="000000"/>
          </a:solidFill>
          <a:uFillTx/>
          <a:latin typeface="+mj-lt"/>
          <a:ea typeface="+mj-ea"/>
          <a:cs typeface="+mj-cs"/>
          <a:sym typeface="IBM Plex Sans Light"/>
        </a:defRPr>
      </a:lvl4pPr>
      <a:lvl5pPr marL="1071019" marR="0" indent="-231642" algn="l" defTabSz="1219170" rtl="0" latinLnBrk="0">
        <a:lnSpc>
          <a:spcPct val="100000"/>
        </a:lnSpc>
        <a:spcBef>
          <a:spcPts val="1467"/>
        </a:spcBef>
        <a:spcAft>
          <a:spcPts val="0"/>
        </a:spcAft>
        <a:buClrTx/>
        <a:buSzPct val="100000"/>
        <a:buFontTx/>
        <a:buChar char="»"/>
        <a:tabLst/>
        <a:defRPr sz="1867" b="0" i="0" u="none" strike="noStrike" cap="none" spc="0" baseline="0">
          <a:solidFill>
            <a:srgbClr val="000000"/>
          </a:solidFill>
          <a:uFillTx/>
          <a:latin typeface="+mj-lt"/>
          <a:ea typeface="+mj-ea"/>
          <a:cs typeface="+mj-cs"/>
          <a:sym typeface="IBM Plex Sans Light"/>
        </a:defRPr>
      </a:lvl5pPr>
      <a:lvl6pPr marL="2140389" marR="0" indent="-201703" algn="l" defTabSz="1219170" rtl="0" latinLnBrk="0">
        <a:lnSpc>
          <a:spcPct val="100000"/>
        </a:lnSpc>
        <a:spcBef>
          <a:spcPts val="1467"/>
        </a:spcBef>
        <a:spcAft>
          <a:spcPts val="0"/>
        </a:spcAft>
        <a:buClrTx/>
        <a:buSzPct val="100000"/>
        <a:buFontTx/>
        <a:buChar char="»"/>
        <a:tabLst/>
        <a:defRPr sz="1867" b="0" i="0" u="none" strike="noStrike" cap="none" spc="0" baseline="0">
          <a:solidFill>
            <a:srgbClr val="000000"/>
          </a:solidFill>
          <a:uFillTx/>
          <a:latin typeface="+mj-lt"/>
          <a:ea typeface="+mj-ea"/>
          <a:cs typeface="+mj-cs"/>
          <a:sym typeface="IBM Plex Sans Light"/>
        </a:defRPr>
      </a:lvl6pPr>
      <a:lvl7pPr marL="2623804" marR="0" indent="-201703" algn="l" defTabSz="1219170" rtl="0" latinLnBrk="0">
        <a:lnSpc>
          <a:spcPct val="100000"/>
        </a:lnSpc>
        <a:spcBef>
          <a:spcPts val="1467"/>
        </a:spcBef>
        <a:spcAft>
          <a:spcPts val="0"/>
        </a:spcAft>
        <a:buClrTx/>
        <a:buSzPct val="100000"/>
        <a:buFontTx/>
        <a:buChar char="»"/>
        <a:tabLst/>
        <a:defRPr sz="1867" b="0" i="0" u="none" strike="noStrike" cap="none" spc="0" baseline="0">
          <a:solidFill>
            <a:srgbClr val="000000"/>
          </a:solidFill>
          <a:uFillTx/>
          <a:latin typeface="+mj-lt"/>
          <a:ea typeface="+mj-ea"/>
          <a:cs typeface="+mj-cs"/>
          <a:sym typeface="IBM Plex Sans Light"/>
        </a:defRPr>
      </a:lvl7pPr>
      <a:lvl8pPr marL="3107217" marR="0" indent="-201703" algn="l" defTabSz="1219170" rtl="0" latinLnBrk="0">
        <a:lnSpc>
          <a:spcPct val="100000"/>
        </a:lnSpc>
        <a:spcBef>
          <a:spcPts val="1467"/>
        </a:spcBef>
        <a:spcAft>
          <a:spcPts val="0"/>
        </a:spcAft>
        <a:buClrTx/>
        <a:buSzPct val="100000"/>
        <a:buFontTx/>
        <a:buChar char="»"/>
        <a:tabLst/>
        <a:defRPr sz="1867" b="0" i="0" u="none" strike="noStrike" cap="none" spc="0" baseline="0">
          <a:solidFill>
            <a:srgbClr val="000000"/>
          </a:solidFill>
          <a:uFillTx/>
          <a:latin typeface="+mj-lt"/>
          <a:ea typeface="+mj-ea"/>
          <a:cs typeface="+mj-cs"/>
          <a:sym typeface="IBM Plex Sans Light"/>
        </a:defRPr>
      </a:lvl8pPr>
      <a:lvl9pPr marL="3590632" marR="0" indent="-201703" algn="l" defTabSz="1219170" rtl="0" latinLnBrk="0">
        <a:lnSpc>
          <a:spcPct val="100000"/>
        </a:lnSpc>
        <a:spcBef>
          <a:spcPts val="1467"/>
        </a:spcBef>
        <a:spcAft>
          <a:spcPts val="0"/>
        </a:spcAft>
        <a:buClrTx/>
        <a:buSzPct val="100000"/>
        <a:buFontTx/>
        <a:buChar char="»"/>
        <a:tabLst/>
        <a:defRPr sz="1867" b="0" i="0" u="none" strike="noStrike" cap="none" spc="0" baseline="0">
          <a:solidFill>
            <a:srgbClr val="000000"/>
          </a:solidFill>
          <a:uFillTx/>
          <a:latin typeface="+mj-lt"/>
          <a:ea typeface="+mj-ea"/>
          <a:cs typeface="+mj-cs"/>
          <a:sym typeface="IBM Plex Sans Light"/>
        </a:defRPr>
      </a:lvl9pPr>
    </p:bodyStyle>
    <p:otherStyle>
      <a:lvl1pPr marL="0" marR="0" indent="0" algn="r" defTabSz="914620" rtl="0" latinLnBrk="0">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1pPr>
      <a:lvl2pPr marL="0" marR="0" indent="457310" algn="r" defTabSz="914620" rtl="0" latinLnBrk="0">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2pPr>
      <a:lvl3pPr marL="0" marR="0" indent="914620" algn="r" defTabSz="914620" rtl="0" latinLnBrk="0">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3pPr>
      <a:lvl4pPr marL="0" marR="0" indent="1371931" algn="r" defTabSz="914620" rtl="0" latinLnBrk="0">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4pPr>
      <a:lvl5pPr marL="0" marR="0" indent="1829241" algn="r" defTabSz="914620" rtl="0" latinLnBrk="0">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5pPr>
      <a:lvl6pPr marL="0" marR="0" indent="2286551" algn="r" defTabSz="914620" rtl="0" latinLnBrk="0">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6pPr>
      <a:lvl7pPr marL="0" marR="0" indent="2743862" algn="r" defTabSz="914620" rtl="0" latinLnBrk="0">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7pPr>
      <a:lvl8pPr marL="0" marR="0" indent="3201173" algn="r" defTabSz="914620" rtl="0" latinLnBrk="0">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8pPr>
      <a:lvl9pPr marL="0" marR="0" indent="3658483" algn="r" defTabSz="914620" rtl="0" latinLnBrk="0">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7" name="Slide Number"/>
          <p:cNvSpPr txBox="1">
            <a:spLocks noGrp="1"/>
          </p:cNvSpPr>
          <p:nvPr>
            <p:ph type="sldNum" sz="quarter" idx="2"/>
          </p:nvPr>
        </p:nvSpPr>
        <p:spPr>
          <a:xfrm>
            <a:off x="11769264" y="6475857"/>
            <a:ext cx="135436" cy="123111"/>
          </a:xfrm>
          <a:prstGeom prst="rect">
            <a:avLst/>
          </a:prstGeom>
          <a:ln w="12700">
            <a:miter lim="400000"/>
          </a:ln>
        </p:spPr>
        <p:txBody>
          <a:bodyPr wrap="none" lIns="0" tIns="0" rIns="0" bIns="0" anchor="b" anchorCtr="0">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48" name="Title Text"/>
          <p:cNvSpPr txBox="1">
            <a:spLocks noGrp="1"/>
          </p:cNvSpPr>
          <p:nvPr>
            <p:ph type="title"/>
          </p:nvPr>
        </p:nvSpPr>
        <p:spPr>
          <a:xfrm>
            <a:off x="287999" y="288036"/>
            <a:ext cx="11293592" cy="1234377"/>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lstStyle/>
          <a:p>
            <a:r>
              <a:t>Title Text</a:t>
            </a:r>
          </a:p>
        </p:txBody>
      </p:sp>
      <p:sp>
        <p:nvSpPr>
          <p:cNvPr id="49" name="Body Level One…"/>
          <p:cNvSpPr txBox="1">
            <a:spLocks noGrp="1"/>
          </p:cNvSpPr>
          <p:nvPr>
            <p:ph type="body" idx="1"/>
          </p:nvPr>
        </p:nvSpPr>
        <p:spPr>
          <a:xfrm>
            <a:off x="287300" y="1663699"/>
            <a:ext cx="11293592" cy="4433888"/>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lstStyle/>
          <a:p>
            <a:r>
              <a:t>Body Level One</a:t>
            </a:r>
          </a:p>
          <a:p>
            <a:pPr lvl="1"/>
            <a:r>
              <a:t>Body Level Two</a:t>
            </a:r>
          </a:p>
          <a:p>
            <a:pPr lvl="2"/>
            <a:r>
              <a:t>Body Level Three</a:t>
            </a:r>
          </a:p>
          <a:p>
            <a:pPr lvl="3"/>
            <a:r>
              <a:t>Body Level Four</a:t>
            </a:r>
          </a:p>
        </p:txBody>
      </p:sp>
      <p:sp>
        <p:nvSpPr>
          <p:cNvPr id="2" name="Footer Placeholder 1">
            <a:extLst>
              <a:ext uri="{FF2B5EF4-FFF2-40B4-BE49-F238E27FC236}">
                <a16:creationId xmlns:a16="http://schemas.microsoft.com/office/drawing/2014/main" id="{59EB465A-FE7F-6B71-D716-1673174BBF59}"/>
              </a:ext>
            </a:extLst>
          </p:cNvPr>
          <p:cNvSpPr>
            <a:spLocks noGrp="1"/>
          </p:cNvSpPr>
          <p:nvPr>
            <p:ph type="ftr" sz="quarter" idx="3"/>
          </p:nvPr>
        </p:nvSpPr>
        <p:spPr>
          <a:xfrm>
            <a:off x="287963" y="6411643"/>
            <a:ext cx="2477765" cy="190500"/>
          </a:xfrm>
          <a:prstGeom prst="rect">
            <a:avLst/>
          </a:prstGeom>
        </p:spPr>
        <p:txBody>
          <a:bodyPr vert="horz" lIns="0" tIns="0" rIns="0" bIns="0" rtlCol="0" anchor="b"/>
          <a:lstStyle>
            <a:lvl1pPr algn="l">
              <a:defRPr sz="800" b="0" i="0">
                <a:solidFill>
                  <a:schemeClr val="tx1"/>
                </a:solidFill>
                <a:latin typeface="IBM Plex Sans" panose="020B0503050203000203" pitchFamily="34" charset="0"/>
              </a:defRPr>
            </a:lvl1pPr>
          </a:lstStyle>
          <a:p>
            <a:r>
              <a:rPr lang="en-US"/>
              <a:t>Footer text (optional)</a:t>
            </a:r>
          </a:p>
        </p:txBody>
      </p:sp>
    </p:spTree>
    <p:extLst>
      <p:ext uri="{BB962C8B-B14F-4D97-AF65-F5344CB8AC3E}">
        <p14:creationId xmlns:p14="http://schemas.microsoft.com/office/powerpoint/2010/main" val="1884313905"/>
      </p:ext>
    </p:extLst>
  </p:cSld>
  <p:clrMap bg1="dk1" tx1="lt1" bg2="dk2" tx2="lt2" accent1="accent1" accent2="accent2" accent3="accent3" accent4="accent4" accent5="accent5" accent6="accent6" hlink="hlink" folHlink="folHlink"/>
  <p:sldLayoutIdLst>
    <p:sldLayoutId id="2147484064" r:id="rId1"/>
    <p:sldLayoutId id="2147484065" r:id="rId2"/>
    <p:sldLayoutId id="2147484066" r:id="rId3"/>
    <p:sldLayoutId id="2147484067" r:id="rId4"/>
    <p:sldLayoutId id="2147484068" r:id="rId5"/>
    <p:sldLayoutId id="2147484069" r:id="rId6"/>
    <p:sldLayoutId id="2147484070" r:id="rId7"/>
    <p:sldLayoutId id="2147484071" r:id="rId8"/>
    <p:sldLayoutId id="2147484072" r:id="rId9"/>
    <p:sldLayoutId id="2147484073" r:id="rId10"/>
    <p:sldLayoutId id="2147484074" r:id="rId11"/>
    <p:sldLayoutId id="2147484075" r:id="rId12"/>
    <p:sldLayoutId id="2147484076" r:id="rId13"/>
    <p:sldLayoutId id="2147484077" r:id="rId14"/>
    <p:sldLayoutId id="2147484078" r:id="rId15"/>
    <p:sldLayoutId id="2147484079" r:id="rId16"/>
    <p:sldLayoutId id="2147484080" r:id="rId17"/>
    <p:sldLayoutId id="2147484081" r:id="rId18"/>
    <p:sldLayoutId id="2147484082" r:id="rId19"/>
    <p:sldLayoutId id="2147484083" r:id="rId20"/>
    <p:sldLayoutId id="2147484084" r:id="rId21"/>
    <p:sldLayoutId id="2147484085" r:id="rId22"/>
    <p:sldLayoutId id="2147484086" r:id="rId23"/>
    <p:sldLayoutId id="2147484087" r:id="rId24"/>
    <p:sldLayoutId id="2147484088" r:id="rId25"/>
    <p:sldLayoutId id="2147484089" r:id="rId26"/>
    <p:sldLayoutId id="2147484090" r:id="rId27"/>
    <p:sldLayoutId id="2147484091" r:id="rId28"/>
    <p:sldLayoutId id="2147484092" r:id="rId29"/>
    <p:sldLayoutId id="2147484093" r:id="rId30"/>
    <p:sldLayoutId id="2147484094" r:id="rId31"/>
    <p:sldLayoutId id="2147484095" r:id="rId32"/>
    <p:sldLayoutId id="2147484096" r:id="rId33"/>
    <p:sldLayoutId id="2147484097" r:id="rId34"/>
    <p:sldLayoutId id="2147484098" r:id="rId35"/>
    <p:sldLayoutId id="2147484099" r:id="rId36"/>
    <p:sldLayoutId id="2147484100" r:id="rId37"/>
    <p:sldLayoutId id="2147484101" r:id="rId38"/>
    <p:sldLayoutId id="2147484102" r:id="rId39"/>
    <p:sldLayoutId id="2147484103" r:id="rId40"/>
    <p:sldLayoutId id="2147484104" r:id="rId41"/>
    <p:sldLayoutId id="2147484105" r:id="rId42"/>
    <p:sldLayoutId id="2147484106" r:id="rId43"/>
    <p:sldLayoutId id="2147484107" r:id="rId44"/>
    <p:sldLayoutId id="2147484108" r:id="rId45"/>
    <p:sldLayoutId id="2147484109" r:id="rId46"/>
    <p:sldLayoutId id="2147484110" r:id="rId47"/>
    <p:sldLayoutId id="2147484111" r:id="rId48"/>
    <p:sldLayoutId id="2147484112" r:id="rId49"/>
  </p:sldLayoutIdLst>
  <p:transition spd="med"/>
  <p:hf hdr="0" dt="0"/>
  <p:txStyles>
    <p:titleStyle>
      <a:lvl1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chemeClr val="tx2"/>
          </a:solidFill>
          <a:uFillTx/>
          <a:latin typeface="+mj-lt"/>
          <a:ea typeface="+mj-ea"/>
          <a:cs typeface="+mj-cs"/>
          <a:sym typeface="IBM Plex Sans Light"/>
        </a:defRPr>
      </a:lvl1pPr>
      <a:lvl2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2pPr>
      <a:lvl3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3pPr>
      <a:lvl4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4pPr>
      <a:lvl5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5pPr>
      <a:lvl6pPr marL="0" marR="0" indent="181248"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6pPr>
      <a:lvl7pPr marL="0" marR="0" indent="362497"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7pPr>
      <a:lvl8pPr marL="0" marR="0" indent="543744"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8pPr>
      <a:lvl9pPr marL="0" marR="0" indent="724993"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9pPr>
    </p:titleStyle>
    <p:bodyStyle>
      <a:lvl1pPr marL="0" marR="0" indent="0" algn="l" defTabSz="1218956" rtl="0" eaLnBrk="1" latinLnBrk="0" hangingPunct="1">
        <a:lnSpc>
          <a:spcPct val="110000"/>
        </a:lnSpc>
        <a:spcBef>
          <a:spcPts val="0"/>
        </a:spcBef>
        <a:spcAft>
          <a:spcPts val="0"/>
        </a:spcAft>
        <a:buClrTx/>
        <a:buSzTx/>
        <a:buFontTx/>
        <a:buNone/>
        <a:tabLst/>
        <a:defRPr sz="1800" b="0" i="0" u="none" strike="noStrike" cap="none" spc="0" baseline="0">
          <a:solidFill>
            <a:schemeClr val="tx1"/>
          </a:solidFill>
          <a:uFillTx/>
          <a:latin typeface="+mj-lt"/>
          <a:ea typeface="+mj-ea"/>
          <a:cs typeface="+mj-cs"/>
          <a:sym typeface="IBM Plex Sans Light"/>
        </a:defRPr>
      </a:lvl1pPr>
      <a:lvl2pPr marL="164559" marR="0" indent="-164559" algn="l" defTabSz="1218956" rtl="0" eaLnBrk="1" latinLnBrk="0" hangingPunct="1">
        <a:lnSpc>
          <a:spcPct val="110000"/>
        </a:lnSpc>
        <a:spcBef>
          <a:spcPts val="0"/>
        </a:spcBef>
        <a:spcAft>
          <a:spcPts val="0"/>
        </a:spcAft>
        <a:buClrTx/>
        <a:buSzPct val="100000"/>
        <a:buFontTx/>
        <a:buChar char="–"/>
        <a:tabLst/>
        <a:defRPr sz="1800" b="0" i="0" u="none" strike="noStrike" cap="none" spc="0" baseline="0">
          <a:solidFill>
            <a:schemeClr val="tx1"/>
          </a:solidFill>
          <a:uFillTx/>
          <a:latin typeface="+mj-lt"/>
          <a:ea typeface="+mj-ea"/>
          <a:cs typeface="+mj-cs"/>
          <a:sym typeface="IBM Plex Sans Light"/>
        </a:defRPr>
      </a:lvl2pPr>
      <a:lvl3pPr marL="329118" marR="0" indent="-164559" algn="l" defTabSz="1218956" rtl="0" eaLnBrk="1" latinLnBrk="0" hangingPunct="1">
        <a:lnSpc>
          <a:spcPct val="110000"/>
        </a:lnSpc>
        <a:spcBef>
          <a:spcPts val="0"/>
        </a:spcBef>
        <a:spcAft>
          <a:spcPts val="0"/>
        </a:spcAft>
        <a:buClrTx/>
        <a:buSzPct val="100000"/>
        <a:buFontTx/>
        <a:buChar char="•"/>
        <a:tabLst/>
        <a:defRPr sz="1800" b="0" i="0" u="none" strike="noStrike" cap="none" spc="0" baseline="0">
          <a:solidFill>
            <a:schemeClr val="tx1"/>
          </a:solidFill>
          <a:uFillTx/>
          <a:latin typeface="+mj-lt"/>
          <a:ea typeface="+mj-ea"/>
          <a:cs typeface="+mj-cs"/>
          <a:sym typeface="IBM Plex Sans Light"/>
        </a:defRPr>
      </a:lvl3pPr>
      <a:lvl4pPr marL="493677" marR="0" indent="-164559" algn="l" defTabSz="1218956" rtl="0" eaLnBrk="1" latinLnBrk="0" hangingPunct="1">
        <a:lnSpc>
          <a:spcPct val="110000"/>
        </a:lnSpc>
        <a:spcBef>
          <a:spcPts val="0"/>
        </a:spcBef>
        <a:spcAft>
          <a:spcPts val="0"/>
        </a:spcAft>
        <a:buClrTx/>
        <a:buSzPct val="100000"/>
        <a:buFontTx/>
        <a:buChar char="–"/>
        <a:tabLst/>
        <a:defRPr sz="1800" b="0" i="0" u="none" strike="noStrike" cap="none" spc="0" baseline="0">
          <a:solidFill>
            <a:schemeClr val="tx1"/>
          </a:solidFill>
          <a:uFillTx/>
          <a:latin typeface="+mj-lt"/>
          <a:ea typeface="+mj-ea"/>
          <a:cs typeface="+mj-cs"/>
          <a:sym typeface="IBM Plex Sans Light"/>
        </a:defRPr>
      </a:lvl4pPr>
      <a:lvl5pPr marL="571386" marR="0" indent="-228554" algn="l" defTabSz="1218956" rtl="0" eaLnBrk="1" latinLnBrk="0" hangingPunct="1">
        <a:lnSpc>
          <a:spcPct val="110000"/>
        </a:lnSpc>
        <a:spcBef>
          <a:spcPts val="1450"/>
        </a:spcBef>
        <a:spcAft>
          <a:spcPts val="0"/>
        </a:spcAft>
        <a:buClrTx/>
        <a:buSzPct val="100000"/>
        <a:buFont typeface="IBM Plex Sans" panose="020B0604020202020204" pitchFamily="34" charset="0"/>
        <a:buChar char="•"/>
        <a:tabLst/>
        <a:defRPr sz="1800" b="0" i="0" u="none" strike="noStrike" cap="none" spc="0" baseline="0">
          <a:solidFill>
            <a:srgbClr val="000000"/>
          </a:solidFill>
          <a:uFillTx/>
          <a:latin typeface="+mj-lt"/>
          <a:ea typeface="+mj-ea"/>
          <a:cs typeface="+mj-cs"/>
          <a:sym typeface="IBM Plex Sans Light"/>
        </a:defRPr>
      </a:lvl5pPr>
      <a:lvl6pPr marL="921346" marR="0" indent="-194466" algn="l" defTabSz="1218956" rtl="0" eaLnBrk="1" latinLnBrk="0" hangingPunct="1">
        <a:lnSpc>
          <a:spcPct val="100000"/>
        </a:lnSpc>
        <a:spcBef>
          <a:spcPts val="1450"/>
        </a:spcBef>
        <a:spcAft>
          <a:spcPts val="0"/>
        </a:spcAft>
        <a:buClrTx/>
        <a:buSzPct val="100000"/>
        <a:buFontTx/>
        <a:buChar char="»"/>
        <a:tabLst/>
        <a:defRPr sz="1800" b="0" i="0" u="none" strike="noStrike" cap="none" spc="0" baseline="0">
          <a:solidFill>
            <a:srgbClr val="000000"/>
          </a:solidFill>
          <a:uFillTx/>
          <a:latin typeface="+mj-lt"/>
          <a:ea typeface="+mj-ea"/>
          <a:cs typeface="+mj-cs"/>
          <a:sym typeface="IBM Plex Sans Light"/>
        </a:defRPr>
      </a:lvl6pPr>
      <a:lvl7pPr marL="1102595" marR="0" indent="-194466" algn="l" defTabSz="1218956" rtl="0" eaLnBrk="1" latinLnBrk="0" hangingPunct="1">
        <a:lnSpc>
          <a:spcPct val="100000"/>
        </a:lnSpc>
        <a:spcBef>
          <a:spcPts val="1450"/>
        </a:spcBef>
        <a:spcAft>
          <a:spcPts val="0"/>
        </a:spcAft>
        <a:buClrTx/>
        <a:buSzPct val="100000"/>
        <a:buFontTx/>
        <a:buChar char="»"/>
        <a:tabLst/>
        <a:defRPr sz="1800" b="0" i="0" u="none" strike="noStrike" cap="none" spc="0" baseline="0">
          <a:solidFill>
            <a:srgbClr val="000000"/>
          </a:solidFill>
          <a:uFillTx/>
          <a:latin typeface="+mj-lt"/>
          <a:ea typeface="+mj-ea"/>
          <a:cs typeface="+mj-cs"/>
          <a:sym typeface="IBM Plex Sans Light"/>
        </a:defRPr>
      </a:lvl7pPr>
      <a:lvl8pPr marL="1283843" marR="0" indent="-194466" algn="l" defTabSz="1218956" rtl="0" eaLnBrk="1" latinLnBrk="0" hangingPunct="1">
        <a:lnSpc>
          <a:spcPct val="100000"/>
        </a:lnSpc>
        <a:spcBef>
          <a:spcPts val="1450"/>
        </a:spcBef>
        <a:spcAft>
          <a:spcPts val="0"/>
        </a:spcAft>
        <a:buClrTx/>
        <a:buSzPct val="100000"/>
        <a:buFontTx/>
        <a:buChar char="»"/>
        <a:tabLst/>
        <a:defRPr sz="1800" b="0" i="0" u="none" strike="noStrike" cap="none" spc="0" baseline="0">
          <a:solidFill>
            <a:srgbClr val="000000"/>
          </a:solidFill>
          <a:uFillTx/>
          <a:latin typeface="+mj-lt"/>
          <a:ea typeface="+mj-ea"/>
          <a:cs typeface="+mj-cs"/>
          <a:sym typeface="IBM Plex Sans Light"/>
        </a:defRPr>
      </a:lvl8pPr>
      <a:lvl9pPr marL="1465091" marR="0" indent="-194466" algn="l" defTabSz="1218956" rtl="0" eaLnBrk="1" latinLnBrk="0" hangingPunct="1">
        <a:lnSpc>
          <a:spcPct val="100000"/>
        </a:lnSpc>
        <a:spcBef>
          <a:spcPts val="1450"/>
        </a:spcBef>
        <a:spcAft>
          <a:spcPts val="0"/>
        </a:spcAft>
        <a:buClrTx/>
        <a:buSzPct val="100000"/>
        <a:buFontTx/>
        <a:buChar char="»"/>
        <a:tabLst/>
        <a:defRPr sz="1800" b="0" i="0" u="none" strike="noStrike" cap="none" spc="0" baseline="0">
          <a:solidFill>
            <a:srgbClr val="000000"/>
          </a:solidFill>
          <a:uFillTx/>
          <a:latin typeface="+mj-lt"/>
          <a:ea typeface="+mj-ea"/>
          <a:cs typeface="+mj-cs"/>
          <a:sym typeface="IBM Plex Sans Light"/>
        </a:defRPr>
      </a:lvl9pPr>
    </p:bodyStyle>
    <p:otherStyle>
      <a:lvl1pPr marL="0" marR="0" indent="0"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1pPr>
      <a:lvl2pPr marL="0" marR="0" indent="171461"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2pPr>
      <a:lvl3pPr marL="0" marR="0" indent="342922"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3pPr>
      <a:lvl4pPr marL="0" marR="0" indent="514384"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4pPr>
      <a:lvl5pPr marL="0" marR="0" indent="685845"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5pPr>
      <a:lvl6pPr marL="0" marR="0" indent="857307"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6pPr>
      <a:lvl7pPr marL="0" marR="0" indent="1028768"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7pPr>
      <a:lvl8pPr marL="0" marR="0" indent="1200230"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8pPr>
      <a:lvl9pPr marL="0" marR="0" indent="1371691"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tx1"/>
          </a:solidFill>
          <a:uFillTx/>
          <a:latin typeface="+mn-lt"/>
          <a:ea typeface="+mn-ea"/>
          <a:cs typeface="+mn-cs"/>
          <a:sym typeface="IBM Plex San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xml"/><Relationship Id="rId1" Type="http://schemas.openxmlformats.org/officeDocument/2006/relationships/slideLayout" Target="../slideLayouts/slideLayout142.xml"/></Relationships>
</file>

<file path=ppt/slides/_rels/slide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xml"/><Relationship Id="rId1" Type="http://schemas.openxmlformats.org/officeDocument/2006/relationships/slideLayout" Target="../slideLayouts/slideLayout147.xml"/></Relationships>
</file>

<file path=ppt/slides/_rels/slide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60.xml"/></Relationships>
</file>

<file path=ppt/slides/_rels/slide4.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2.png"/><Relationship Id="rId7" Type="http://schemas.openxmlformats.org/officeDocument/2006/relationships/image" Target="../media/image26.jpeg"/><Relationship Id="rId2" Type="http://schemas.openxmlformats.org/officeDocument/2006/relationships/image" Target="../media/image21.jpeg"/><Relationship Id="rId1" Type="http://schemas.openxmlformats.org/officeDocument/2006/relationships/slideLayout" Target="../slideLayouts/slideLayout24.xml"/><Relationship Id="rId6" Type="http://schemas.openxmlformats.org/officeDocument/2006/relationships/image" Target="../media/image25.png"/><Relationship Id="rId5" Type="http://schemas.openxmlformats.org/officeDocument/2006/relationships/image" Target="../media/image24.jpeg"/><Relationship Id="rId4" Type="http://schemas.openxmlformats.org/officeDocument/2006/relationships/image" Target="../media/image2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53.xml"/></Relationships>
</file>

<file path=ppt/slides/_rels/slide7.xml.rels><?xml version="1.0" encoding="UTF-8" standalone="yes"?>
<Relationships xmlns="http://schemas.openxmlformats.org/package/2006/relationships"><Relationship Id="rId3" Type="http://schemas.openxmlformats.org/officeDocument/2006/relationships/hyperlink" Target="https://bob.ibm.com/docs/ide/getting-started/install" TargetMode="External"/><Relationship Id="rId2" Type="http://schemas.openxmlformats.org/officeDocument/2006/relationships/hyperlink" Target="https://bob.ibm.com/trial" TargetMode="External"/><Relationship Id="rId1" Type="http://schemas.openxmlformats.org/officeDocument/2006/relationships/slideLayout" Target="../slideLayouts/slideLayout101.xml"/><Relationship Id="rId4" Type="http://schemas.openxmlformats.org/officeDocument/2006/relationships/image" Target="../media/image28.png"/></Relationships>
</file>

<file path=ppt/slides/_rels/slide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11.xml"/></Relationships>
</file>

<file path=ppt/slides/_rels/slide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xml"/><Relationship Id="rId1" Type="http://schemas.openxmlformats.org/officeDocument/2006/relationships/slideLayout" Target="../slideLayouts/slideLayout9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A66BC52-0C56-CC99-0150-568D80CFBB4D}"/>
              </a:ext>
            </a:extLst>
          </p:cNvPr>
          <p:cNvPicPr>
            <a:picLocks noChangeAspect="1"/>
          </p:cNvPicPr>
          <p:nvPr/>
        </p:nvPicPr>
        <p:blipFill>
          <a:blip r:embed="rId3"/>
          <a:stretch>
            <a:fillRect/>
          </a:stretch>
        </p:blipFill>
        <p:spPr>
          <a:xfrm>
            <a:off x="793" y="446"/>
            <a:ext cx="12191207" cy="685755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C068EF-6F4E-DCC6-9991-0C12C1833C7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ECF553FB-6385-7294-F19F-86A15DB5D8DD}"/>
              </a:ext>
            </a:extLst>
          </p:cNvPr>
          <p:cNvSpPr txBox="1"/>
          <p:nvPr/>
        </p:nvSpPr>
        <p:spPr>
          <a:xfrm>
            <a:off x="7662041" y="4025462"/>
            <a:ext cx="0" cy="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rtlCol="0">
            <a:noAutofit/>
          </a:bodyPr>
          <a:lstStyle/>
          <a:p>
            <a:pPr marL="444465" marR="0" lvl="0" indent="-446749" algn="l" defTabSz="2438400" rtl="0" eaLnBrk="1" fontAlgn="auto" latinLnBrk="0" hangingPunct="1">
              <a:lnSpc>
                <a:spcPct val="100000"/>
              </a:lnSpc>
              <a:spcBef>
                <a:spcPts val="2900"/>
              </a:spcBef>
              <a:spcAft>
                <a:spcPts val="0"/>
              </a:spcAft>
              <a:buClrTx/>
              <a:buSzPct val="100000"/>
              <a:buFontTx/>
              <a:buChar char="–"/>
              <a:tabLst/>
              <a:defRPr/>
            </a:pPr>
            <a:endParaRPr kumimoji="0" lang="en-US" sz="1800" b="0" i="0" u="none" strike="noStrike" kern="0" cap="none" spc="0" normalizeH="0" baseline="0" noProof="0">
              <a:ln>
                <a:noFill/>
              </a:ln>
              <a:solidFill>
                <a:srgbClr val="000000"/>
              </a:solidFill>
              <a:effectLst/>
              <a:uLnTx/>
              <a:uFillTx/>
              <a:latin typeface="IBM Plex Sans Light"/>
              <a:ea typeface="+mn-ea"/>
              <a:cs typeface="+mn-cs"/>
              <a:sym typeface="IBM Plex Sans Light"/>
            </a:endParaRPr>
          </a:p>
        </p:txBody>
      </p:sp>
      <p:sp>
        <p:nvSpPr>
          <p:cNvPr id="6" name="Rounded Rectangle 5">
            <a:extLst>
              <a:ext uri="{FF2B5EF4-FFF2-40B4-BE49-F238E27FC236}">
                <a16:creationId xmlns:a16="http://schemas.microsoft.com/office/drawing/2014/main" id="{E6ADBC43-0866-180C-FD61-BEAB95FE1405}"/>
              </a:ext>
            </a:extLst>
          </p:cNvPr>
          <p:cNvSpPr/>
          <p:nvPr/>
        </p:nvSpPr>
        <p:spPr bwMode="auto">
          <a:xfrm>
            <a:off x="7563443" y="2513555"/>
            <a:ext cx="4321991" cy="693683"/>
          </a:xfrm>
          <a:prstGeom prst="roundRect">
            <a:avLst/>
          </a:prstGeom>
          <a:solidFill>
            <a:schemeClr val="accent6">
              <a:lumMod val="20000"/>
              <a:lumOff val="80000"/>
            </a:schemeClr>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IBM Plex Sans Light" panose="020B0403050203000203" pitchFamily="34" charset="0"/>
                <a:ea typeface="+mn-ea"/>
                <a:cs typeface="+mn-cs"/>
              </a:rPr>
              <a:t>Works where you work</a:t>
            </a:r>
          </a:p>
        </p:txBody>
      </p:sp>
      <p:sp>
        <p:nvSpPr>
          <p:cNvPr id="9" name="Rounded Rectangle 8">
            <a:extLst>
              <a:ext uri="{FF2B5EF4-FFF2-40B4-BE49-F238E27FC236}">
                <a16:creationId xmlns:a16="http://schemas.microsoft.com/office/drawing/2014/main" id="{7D818A59-4A06-FC54-8CB1-138214CE53EF}"/>
              </a:ext>
            </a:extLst>
          </p:cNvPr>
          <p:cNvSpPr/>
          <p:nvPr/>
        </p:nvSpPr>
        <p:spPr bwMode="auto">
          <a:xfrm>
            <a:off x="7544187" y="3429000"/>
            <a:ext cx="4321992" cy="693683"/>
          </a:xfrm>
          <a:prstGeom prst="roundRect">
            <a:avLst/>
          </a:prstGeom>
          <a:solidFill>
            <a:srgbClr val="DEFBE6"/>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000000"/>
                </a:solidFill>
                <a:effectLst/>
                <a:uLnTx/>
                <a:uFillTx/>
                <a:latin typeface="IBM Plex Sans Light"/>
                <a:ea typeface="+mn-ea"/>
                <a:cs typeface="+mn-cs"/>
              </a:rPr>
              <a:t>Understands the full codebase</a:t>
            </a:r>
          </a:p>
        </p:txBody>
      </p:sp>
      <p:sp>
        <p:nvSpPr>
          <p:cNvPr id="10" name="Rounded Rectangle 9">
            <a:extLst>
              <a:ext uri="{FF2B5EF4-FFF2-40B4-BE49-F238E27FC236}">
                <a16:creationId xmlns:a16="http://schemas.microsoft.com/office/drawing/2014/main" id="{8979F0FC-20F3-A5B2-D1BE-F227FB1E3822}"/>
              </a:ext>
            </a:extLst>
          </p:cNvPr>
          <p:cNvSpPr/>
          <p:nvPr/>
        </p:nvSpPr>
        <p:spPr bwMode="auto">
          <a:xfrm>
            <a:off x="7521400" y="4344445"/>
            <a:ext cx="4321992" cy="693683"/>
          </a:xfrm>
          <a:prstGeom prst="roundRect">
            <a:avLst/>
          </a:prstGeom>
          <a:solidFill>
            <a:schemeClr val="accent2">
              <a:lumMod val="20000"/>
              <a:lumOff val="80000"/>
            </a:schemeClr>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IBM Plex Sans Light" panose="020B0403050203000203" pitchFamily="34" charset="0"/>
                <a:ea typeface="+mn-ea"/>
                <a:cs typeface="+mn-cs"/>
              </a:rPr>
              <a:t>Drives end-to-end tasks</a:t>
            </a:r>
          </a:p>
        </p:txBody>
      </p:sp>
      <p:sp>
        <p:nvSpPr>
          <p:cNvPr id="11" name="Rounded Rectangle 10">
            <a:extLst>
              <a:ext uri="{FF2B5EF4-FFF2-40B4-BE49-F238E27FC236}">
                <a16:creationId xmlns:a16="http://schemas.microsoft.com/office/drawing/2014/main" id="{7D37DB9A-190F-73FD-FAB7-8E3A712A3187}"/>
              </a:ext>
            </a:extLst>
          </p:cNvPr>
          <p:cNvSpPr/>
          <p:nvPr/>
        </p:nvSpPr>
        <p:spPr bwMode="auto">
          <a:xfrm>
            <a:off x="7521400" y="5259890"/>
            <a:ext cx="4321992" cy="693683"/>
          </a:xfrm>
          <a:prstGeom prst="roundRect">
            <a:avLst/>
          </a:prstGeom>
          <a:solidFill>
            <a:schemeClr val="accent1">
              <a:lumMod val="20000"/>
              <a:lumOff val="80000"/>
            </a:schemeClr>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000000"/>
                </a:solidFill>
                <a:effectLst/>
                <a:uLnTx/>
                <a:uFillTx/>
                <a:latin typeface="IBM Plex Sans Light"/>
                <a:ea typeface="+mn-ea"/>
                <a:cs typeface="+mn-cs"/>
              </a:rPr>
              <a:t>Keeps you in control</a:t>
            </a:r>
          </a:p>
        </p:txBody>
      </p:sp>
      <p:sp>
        <p:nvSpPr>
          <p:cNvPr id="12" name="Rounded Rectangle 11">
            <a:extLst>
              <a:ext uri="{FF2B5EF4-FFF2-40B4-BE49-F238E27FC236}">
                <a16:creationId xmlns:a16="http://schemas.microsoft.com/office/drawing/2014/main" id="{DF9435FA-5C6E-87CB-1E3F-7131E551E7D4}"/>
              </a:ext>
            </a:extLst>
          </p:cNvPr>
          <p:cNvSpPr/>
          <p:nvPr/>
        </p:nvSpPr>
        <p:spPr bwMode="auto">
          <a:xfrm>
            <a:off x="7563442" y="1598110"/>
            <a:ext cx="4321991" cy="693683"/>
          </a:xfrm>
          <a:prstGeom prst="roundRect">
            <a:avLst/>
          </a:prstGeom>
          <a:solidFill>
            <a:srgbClr val="FCF4D6"/>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IBM Plex Sans Light" panose="020B0403050203000203" pitchFamily="34" charset="0"/>
                <a:ea typeface="+mn-ea"/>
                <a:cs typeface="+mn-cs"/>
              </a:rPr>
              <a:t>Adapts to your intent</a:t>
            </a:r>
          </a:p>
        </p:txBody>
      </p:sp>
      <p:cxnSp>
        <p:nvCxnSpPr>
          <p:cNvPr id="15" name="Elbow Connector 14">
            <a:extLst>
              <a:ext uri="{FF2B5EF4-FFF2-40B4-BE49-F238E27FC236}">
                <a16:creationId xmlns:a16="http://schemas.microsoft.com/office/drawing/2014/main" id="{8C6EE077-378E-01D5-F95E-3C3D86B5E5E7}"/>
              </a:ext>
            </a:extLst>
          </p:cNvPr>
          <p:cNvCxnSpPr>
            <a:cxnSpLocks/>
            <a:stCxn id="14" idx="3"/>
            <a:endCxn id="12" idx="1"/>
          </p:cNvCxnSpPr>
          <p:nvPr/>
        </p:nvCxnSpPr>
        <p:spPr bwMode="auto">
          <a:xfrm flipV="1">
            <a:off x="5883088" y="1944952"/>
            <a:ext cx="1680354" cy="2468360"/>
          </a:xfrm>
          <a:prstGeom prst="bentConnector3">
            <a:avLst>
              <a:gd name="adj1" fmla="val 23097"/>
            </a:avLst>
          </a:prstGeom>
          <a:ln w="19050">
            <a:solidFill>
              <a:srgbClr val="FFC000"/>
            </a:solidFill>
            <a:prstDash val="sysDot"/>
            <a:headEnd type="none" w="med" len="med"/>
            <a:tailEnd type="triangle"/>
          </a:ln>
          <a:effectLst/>
        </p:spPr>
        <p:style>
          <a:lnRef idx="1">
            <a:schemeClr val="dk1"/>
          </a:lnRef>
          <a:fillRef idx="0">
            <a:schemeClr val="dk1"/>
          </a:fillRef>
          <a:effectRef idx="0">
            <a:schemeClr val="dk1"/>
          </a:effectRef>
          <a:fontRef idx="minor">
            <a:schemeClr val="tx1"/>
          </a:fontRef>
        </p:style>
      </p:cxnSp>
      <p:cxnSp>
        <p:nvCxnSpPr>
          <p:cNvPr id="16" name="Elbow Connector 15">
            <a:extLst>
              <a:ext uri="{FF2B5EF4-FFF2-40B4-BE49-F238E27FC236}">
                <a16:creationId xmlns:a16="http://schemas.microsoft.com/office/drawing/2014/main" id="{1F0E2FB9-3B80-2AEA-7510-305DAFE69912}"/>
              </a:ext>
            </a:extLst>
          </p:cNvPr>
          <p:cNvCxnSpPr>
            <a:cxnSpLocks/>
            <a:stCxn id="18" idx="3"/>
            <a:endCxn id="6" idx="1"/>
          </p:cNvCxnSpPr>
          <p:nvPr/>
        </p:nvCxnSpPr>
        <p:spPr bwMode="auto">
          <a:xfrm flipV="1">
            <a:off x="5880284" y="2860397"/>
            <a:ext cx="1683159" cy="1942890"/>
          </a:xfrm>
          <a:prstGeom prst="bentConnector3">
            <a:avLst>
              <a:gd name="adj1" fmla="val 38402"/>
            </a:avLst>
          </a:prstGeom>
          <a:ln w="19050">
            <a:solidFill>
              <a:schemeClr val="accent6"/>
            </a:solidFill>
            <a:prstDash val="sysDot"/>
            <a:headEnd type="none" w="med" len="med"/>
            <a:tailEnd type="triangle"/>
          </a:ln>
          <a:effectLst/>
        </p:spPr>
        <p:style>
          <a:lnRef idx="1">
            <a:schemeClr val="dk1"/>
          </a:lnRef>
          <a:fillRef idx="0">
            <a:schemeClr val="dk1"/>
          </a:fillRef>
          <a:effectRef idx="0">
            <a:schemeClr val="dk1"/>
          </a:effectRef>
          <a:fontRef idx="minor">
            <a:schemeClr val="tx1"/>
          </a:fontRef>
        </p:style>
      </p:cxnSp>
      <p:cxnSp>
        <p:nvCxnSpPr>
          <p:cNvPr id="20" name="Elbow Connector 19">
            <a:extLst>
              <a:ext uri="{FF2B5EF4-FFF2-40B4-BE49-F238E27FC236}">
                <a16:creationId xmlns:a16="http://schemas.microsoft.com/office/drawing/2014/main" id="{00D6DF5D-0D03-0212-B378-F57B4EAFF43B}"/>
              </a:ext>
            </a:extLst>
          </p:cNvPr>
          <p:cNvCxnSpPr>
            <a:cxnSpLocks/>
            <a:stCxn id="21" idx="3"/>
            <a:endCxn id="9" idx="1"/>
          </p:cNvCxnSpPr>
          <p:nvPr/>
        </p:nvCxnSpPr>
        <p:spPr bwMode="auto">
          <a:xfrm flipV="1">
            <a:off x="5884204" y="3775842"/>
            <a:ext cx="1659983" cy="1377446"/>
          </a:xfrm>
          <a:prstGeom prst="bentConnector3">
            <a:avLst>
              <a:gd name="adj1" fmla="val 50000"/>
            </a:avLst>
          </a:prstGeom>
          <a:ln w="19050">
            <a:solidFill>
              <a:schemeClr val="accent4"/>
            </a:solidFill>
            <a:prstDash val="sysDot"/>
            <a:headEnd type="none" w="med" len="med"/>
            <a:tailEnd type="triangle"/>
          </a:ln>
          <a:effectLst/>
        </p:spPr>
        <p:style>
          <a:lnRef idx="1">
            <a:schemeClr val="dk1"/>
          </a:lnRef>
          <a:fillRef idx="0">
            <a:schemeClr val="dk1"/>
          </a:fillRef>
          <a:effectRef idx="0">
            <a:schemeClr val="dk1"/>
          </a:effectRef>
          <a:fontRef idx="minor">
            <a:schemeClr val="tx1"/>
          </a:fontRef>
        </p:style>
      </p:cxnSp>
      <p:cxnSp>
        <p:nvCxnSpPr>
          <p:cNvPr id="23" name="Elbow Connector 22">
            <a:extLst>
              <a:ext uri="{FF2B5EF4-FFF2-40B4-BE49-F238E27FC236}">
                <a16:creationId xmlns:a16="http://schemas.microsoft.com/office/drawing/2014/main" id="{1EF3D316-8691-5A47-DFEF-09DA596ABBBB}"/>
              </a:ext>
            </a:extLst>
          </p:cNvPr>
          <p:cNvCxnSpPr>
            <a:cxnSpLocks/>
            <a:stCxn id="22" idx="3"/>
            <a:endCxn id="10" idx="1"/>
          </p:cNvCxnSpPr>
          <p:nvPr/>
        </p:nvCxnSpPr>
        <p:spPr bwMode="auto">
          <a:xfrm flipV="1">
            <a:off x="5880284" y="4691287"/>
            <a:ext cx="1641116" cy="812002"/>
          </a:xfrm>
          <a:prstGeom prst="bentConnector3">
            <a:avLst>
              <a:gd name="adj1" fmla="val 63773"/>
            </a:avLst>
          </a:prstGeom>
          <a:ln w="19050">
            <a:solidFill>
              <a:schemeClr val="accent2"/>
            </a:solidFill>
            <a:prstDash val="sysDot"/>
            <a:headEnd type="none" w="med" len="med"/>
            <a:tailEnd type="triangle"/>
          </a:ln>
          <a:effectLst/>
        </p:spPr>
        <p:style>
          <a:lnRef idx="1">
            <a:schemeClr val="dk1"/>
          </a:lnRef>
          <a:fillRef idx="0">
            <a:schemeClr val="dk1"/>
          </a:fillRef>
          <a:effectRef idx="0">
            <a:schemeClr val="dk1"/>
          </a:effectRef>
          <a:fontRef idx="minor">
            <a:schemeClr val="tx1"/>
          </a:fontRef>
        </p:style>
      </p:cxnSp>
      <p:cxnSp>
        <p:nvCxnSpPr>
          <p:cNvPr id="26" name="Elbow Connector 25">
            <a:extLst>
              <a:ext uri="{FF2B5EF4-FFF2-40B4-BE49-F238E27FC236}">
                <a16:creationId xmlns:a16="http://schemas.microsoft.com/office/drawing/2014/main" id="{18320978-40C0-3516-7A42-6A9881C5AF27}"/>
              </a:ext>
            </a:extLst>
          </p:cNvPr>
          <p:cNvCxnSpPr>
            <a:cxnSpLocks/>
            <a:stCxn id="29" idx="3"/>
            <a:endCxn id="11" idx="1"/>
          </p:cNvCxnSpPr>
          <p:nvPr/>
        </p:nvCxnSpPr>
        <p:spPr bwMode="auto">
          <a:xfrm flipV="1">
            <a:off x="5877480" y="5606732"/>
            <a:ext cx="1643920" cy="250434"/>
          </a:xfrm>
          <a:prstGeom prst="bentConnector3">
            <a:avLst>
              <a:gd name="adj1" fmla="val 64374"/>
            </a:avLst>
          </a:prstGeom>
          <a:ln w="19050">
            <a:solidFill>
              <a:schemeClr val="accent1"/>
            </a:solidFill>
            <a:prstDash val="sysDot"/>
            <a:headEnd type="none" w="med" len="med"/>
            <a:tailEnd type="triangle"/>
          </a:ln>
          <a:effectLst/>
        </p:spPr>
        <p:style>
          <a:lnRef idx="1">
            <a:schemeClr val="dk1"/>
          </a:lnRef>
          <a:fillRef idx="0">
            <a:schemeClr val="dk1"/>
          </a:fillRef>
          <a:effectRef idx="0">
            <a:schemeClr val="dk1"/>
          </a:effectRef>
          <a:fontRef idx="minor">
            <a:schemeClr val="tx1"/>
          </a:fontRef>
        </p:style>
      </p:cxnSp>
      <p:sp>
        <p:nvSpPr>
          <p:cNvPr id="7" name="Rectangle 6">
            <a:extLst>
              <a:ext uri="{FF2B5EF4-FFF2-40B4-BE49-F238E27FC236}">
                <a16:creationId xmlns:a16="http://schemas.microsoft.com/office/drawing/2014/main" id="{2B8A0CC5-6FFA-7EBA-3073-6317C3F4D274}"/>
              </a:ext>
            </a:extLst>
          </p:cNvPr>
          <p:cNvSpPr/>
          <p:nvPr/>
        </p:nvSpPr>
        <p:spPr bwMode="auto">
          <a:xfrm>
            <a:off x="4719145" y="4561490"/>
            <a:ext cx="1409945" cy="336331"/>
          </a:xfrm>
          <a:prstGeom prst="rect">
            <a:avLst/>
          </a:prstGeom>
          <a:no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 typeface="IBM Plex Sans Light"/>
              <a:buNone/>
              <a:tabLst/>
              <a:defRPr/>
            </a:pPr>
            <a:endParaRPr kumimoji="0" lang="en-US" sz="1400" b="0" i="0" u="none" strike="noStrike" kern="1200" cap="none" spc="0" normalizeH="0" baseline="0" noProof="0">
              <a:ln>
                <a:noFill/>
              </a:ln>
              <a:solidFill>
                <a:srgbClr val="FFFFFF"/>
              </a:solidFill>
              <a:effectLst/>
              <a:uLnTx/>
              <a:uFillTx/>
              <a:latin typeface="IBM Plex Sans Light"/>
              <a:ea typeface="+mn-ea"/>
              <a:cs typeface="+mn-cs"/>
            </a:endParaRPr>
          </a:p>
        </p:txBody>
      </p:sp>
      <p:sp>
        <p:nvSpPr>
          <p:cNvPr id="17" name="Rectangle 16">
            <a:extLst>
              <a:ext uri="{FF2B5EF4-FFF2-40B4-BE49-F238E27FC236}">
                <a16:creationId xmlns:a16="http://schemas.microsoft.com/office/drawing/2014/main" id="{267620EB-F1E0-FB00-60ED-239B4BF8EBF9}"/>
              </a:ext>
            </a:extLst>
          </p:cNvPr>
          <p:cNvSpPr/>
          <p:nvPr/>
        </p:nvSpPr>
        <p:spPr bwMode="auto">
          <a:xfrm>
            <a:off x="4601263" y="4265133"/>
            <a:ext cx="1409945" cy="336331"/>
          </a:xfrm>
          <a:prstGeom prst="rect">
            <a:avLst/>
          </a:prstGeom>
          <a:no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 typeface="IBM Plex Sans Light"/>
              <a:buNone/>
              <a:tabLst/>
              <a:defRPr/>
            </a:pPr>
            <a:endParaRPr kumimoji="0" lang="en-US" sz="1400" b="0" i="0" u="none" strike="noStrike" kern="1200" cap="none" spc="0" normalizeH="0" baseline="0" noProof="0">
              <a:ln>
                <a:noFill/>
              </a:ln>
              <a:solidFill>
                <a:srgbClr val="FFFFFF"/>
              </a:solidFill>
              <a:effectLst/>
              <a:uLnTx/>
              <a:uFillTx/>
              <a:latin typeface="IBM Plex Sans Light"/>
              <a:ea typeface="+mn-ea"/>
              <a:cs typeface="+mn-cs"/>
            </a:endParaRPr>
          </a:p>
        </p:txBody>
      </p:sp>
      <p:sp>
        <p:nvSpPr>
          <p:cNvPr id="19" name="Text 0">
            <a:extLst>
              <a:ext uri="{FF2B5EF4-FFF2-40B4-BE49-F238E27FC236}">
                <a16:creationId xmlns:a16="http://schemas.microsoft.com/office/drawing/2014/main" id="{F6347D75-D3B4-C948-1E2F-844F83FCB13E}"/>
              </a:ext>
            </a:extLst>
          </p:cNvPr>
          <p:cNvSpPr txBox="1"/>
          <p:nvPr/>
        </p:nvSpPr>
        <p:spPr>
          <a:xfrm>
            <a:off x="551501" y="1275494"/>
            <a:ext cx="5215153" cy="1136633"/>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000000"/>
                </a:solidFill>
                <a:effectLst/>
                <a:uLnTx/>
                <a:uFillTx/>
                <a:latin typeface="IBM Plex Sans Light"/>
                <a:ea typeface="+mn-ea"/>
                <a:cs typeface="+mn-cs"/>
              </a:rPr>
              <a:t>IBM Bob </a:t>
            </a:r>
            <a:endParaRPr kumimoji="0" lang="en-US" sz="3600" b="0" i="0" u="none" strike="noStrike" kern="1200" cap="none" spc="0" normalizeH="0" baseline="0" noProof="0">
              <a:ln>
                <a:noFill/>
              </a:ln>
              <a:solidFill>
                <a:srgbClr val="0F62FE"/>
              </a:solidFill>
              <a:effectLst/>
              <a:uLnTx/>
              <a:uFillTx/>
              <a:latin typeface="IBM Plex Sans Ligh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IBM Plex Sans Light"/>
                <a:ea typeface="+mn-ea"/>
                <a:cs typeface="+mn-cs"/>
              </a:rPr>
              <a:t>Built for software delivery, not just code generation</a:t>
            </a:r>
          </a:p>
        </p:txBody>
      </p:sp>
      <p:sp>
        <p:nvSpPr>
          <p:cNvPr id="4" name="TextBox 3">
            <a:extLst>
              <a:ext uri="{FF2B5EF4-FFF2-40B4-BE49-F238E27FC236}">
                <a16:creationId xmlns:a16="http://schemas.microsoft.com/office/drawing/2014/main" id="{16AF4FCD-7EBA-DEA4-92B4-D7961455EC80}"/>
              </a:ext>
            </a:extLst>
          </p:cNvPr>
          <p:cNvSpPr txBox="1"/>
          <p:nvPr/>
        </p:nvSpPr>
        <p:spPr>
          <a:xfrm>
            <a:off x="484586" y="4281680"/>
            <a:ext cx="2800207" cy="1631216"/>
          </a:xfrm>
          <a:prstGeom prst="rect">
            <a:avLst/>
          </a:prstGeom>
          <a:noFill/>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IBM Plex Sans Light" panose="020B0403050203000203" pitchFamily="34" charset="0"/>
                <a:ea typeface="+mn-ea"/>
                <a:cs typeface="+mn-cs"/>
              </a:rPr>
              <a:t>Built to understand real codebases, coordinate end-to-end work, and keep developers in control.</a:t>
            </a:r>
          </a:p>
        </p:txBody>
      </p:sp>
      <p:pic>
        <p:nvPicPr>
          <p:cNvPr id="8" name="Google Shape;87;p16" title="waving_bob_03_code_body (1).png">
            <a:extLst>
              <a:ext uri="{FF2B5EF4-FFF2-40B4-BE49-F238E27FC236}">
                <a16:creationId xmlns:a16="http://schemas.microsoft.com/office/drawing/2014/main" id="{F2A8AF57-8C65-CD69-C494-F88B286F44B5}"/>
              </a:ext>
            </a:extLst>
          </p:cNvPr>
          <p:cNvPicPr preferRelativeResize="0"/>
          <p:nvPr/>
        </p:nvPicPr>
        <p:blipFill>
          <a:blip r:embed="rId3">
            <a:alphaModFix/>
          </a:blip>
          <a:stretch>
            <a:fillRect/>
          </a:stretch>
        </p:blipFill>
        <p:spPr>
          <a:xfrm>
            <a:off x="2955235" y="2483796"/>
            <a:ext cx="3173855" cy="4107362"/>
          </a:xfrm>
          <a:prstGeom prst="rect">
            <a:avLst/>
          </a:prstGeom>
          <a:noFill/>
          <a:ln>
            <a:noFill/>
          </a:ln>
        </p:spPr>
      </p:pic>
      <p:sp>
        <p:nvSpPr>
          <p:cNvPr id="14" name="Rectangle 13">
            <a:extLst>
              <a:ext uri="{FF2B5EF4-FFF2-40B4-BE49-F238E27FC236}">
                <a16:creationId xmlns:a16="http://schemas.microsoft.com/office/drawing/2014/main" id="{7FA48387-3343-A776-F0BD-6BB8872C1787}"/>
              </a:ext>
            </a:extLst>
          </p:cNvPr>
          <p:cNvSpPr/>
          <p:nvPr/>
        </p:nvSpPr>
        <p:spPr bwMode="auto">
          <a:xfrm>
            <a:off x="5674659" y="4265133"/>
            <a:ext cx="208429" cy="296357"/>
          </a:xfrm>
          <a:prstGeom prst="rect">
            <a:avLst/>
          </a:prstGeom>
          <a:no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 typeface="IBM Plex Sans Light"/>
              <a:buNone/>
              <a:tabLst/>
              <a:defRPr/>
            </a:pPr>
            <a:endParaRPr kumimoji="0" lang="en-US" sz="1400" b="0" i="0" u="none" strike="noStrike" kern="1200" cap="none" spc="0" normalizeH="0" baseline="0" noProof="0">
              <a:ln>
                <a:noFill/>
              </a:ln>
              <a:solidFill>
                <a:srgbClr val="FFFFFF"/>
              </a:solidFill>
              <a:effectLst/>
              <a:uLnTx/>
              <a:uFillTx/>
              <a:latin typeface="IBM Plex Sans Light"/>
              <a:ea typeface="+mn-ea"/>
              <a:cs typeface="+mn-cs"/>
            </a:endParaRPr>
          </a:p>
        </p:txBody>
      </p:sp>
      <p:sp>
        <p:nvSpPr>
          <p:cNvPr id="18" name="Rectangle 17">
            <a:extLst>
              <a:ext uri="{FF2B5EF4-FFF2-40B4-BE49-F238E27FC236}">
                <a16:creationId xmlns:a16="http://schemas.microsoft.com/office/drawing/2014/main" id="{CD928434-FBC9-7580-8D5E-0417B3615516}"/>
              </a:ext>
            </a:extLst>
          </p:cNvPr>
          <p:cNvSpPr/>
          <p:nvPr/>
        </p:nvSpPr>
        <p:spPr bwMode="auto">
          <a:xfrm>
            <a:off x="5671855" y="4655108"/>
            <a:ext cx="208429" cy="296357"/>
          </a:xfrm>
          <a:prstGeom prst="rect">
            <a:avLst/>
          </a:prstGeom>
          <a:no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 typeface="IBM Plex Sans Light"/>
              <a:buNone/>
              <a:tabLst/>
              <a:defRPr/>
            </a:pPr>
            <a:endParaRPr kumimoji="0" lang="en-US" sz="1400" b="0" i="0" u="none" strike="noStrike" kern="1200" cap="none" spc="0" normalizeH="0" baseline="0" noProof="0">
              <a:ln>
                <a:noFill/>
              </a:ln>
              <a:solidFill>
                <a:srgbClr val="FFFFFF"/>
              </a:solidFill>
              <a:effectLst/>
              <a:uLnTx/>
              <a:uFillTx/>
              <a:latin typeface="IBM Plex Sans Light"/>
              <a:ea typeface="+mn-ea"/>
              <a:cs typeface="+mn-cs"/>
            </a:endParaRPr>
          </a:p>
        </p:txBody>
      </p:sp>
      <p:sp>
        <p:nvSpPr>
          <p:cNvPr id="21" name="Rectangle 20">
            <a:extLst>
              <a:ext uri="{FF2B5EF4-FFF2-40B4-BE49-F238E27FC236}">
                <a16:creationId xmlns:a16="http://schemas.microsoft.com/office/drawing/2014/main" id="{6471C670-E16D-BBDF-3257-A225012BF3E3}"/>
              </a:ext>
            </a:extLst>
          </p:cNvPr>
          <p:cNvSpPr/>
          <p:nvPr/>
        </p:nvSpPr>
        <p:spPr bwMode="auto">
          <a:xfrm>
            <a:off x="5675775" y="5005109"/>
            <a:ext cx="208429" cy="296357"/>
          </a:xfrm>
          <a:prstGeom prst="rect">
            <a:avLst/>
          </a:prstGeom>
          <a:no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 typeface="IBM Plex Sans Light"/>
              <a:buNone/>
              <a:tabLst/>
              <a:defRPr/>
            </a:pPr>
            <a:endParaRPr kumimoji="0" lang="en-US" sz="1400" b="0" i="0" u="none" strike="noStrike" kern="1200" cap="none" spc="0" normalizeH="0" baseline="0" noProof="0">
              <a:ln>
                <a:noFill/>
              </a:ln>
              <a:solidFill>
                <a:srgbClr val="FFFFFF"/>
              </a:solidFill>
              <a:effectLst/>
              <a:uLnTx/>
              <a:uFillTx/>
              <a:latin typeface="IBM Plex Sans Light"/>
              <a:ea typeface="+mn-ea"/>
              <a:cs typeface="+mn-cs"/>
            </a:endParaRPr>
          </a:p>
        </p:txBody>
      </p:sp>
      <p:sp>
        <p:nvSpPr>
          <p:cNvPr id="22" name="Rectangle 21">
            <a:extLst>
              <a:ext uri="{FF2B5EF4-FFF2-40B4-BE49-F238E27FC236}">
                <a16:creationId xmlns:a16="http://schemas.microsoft.com/office/drawing/2014/main" id="{9D6CC3C9-B036-47D2-31C4-32200D7635D2}"/>
              </a:ext>
            </a:extLst>
          </p:cNvPr>
          <p:cNvSpPr/>
          <p:nvPr/>
        </p:nvSpPr>
        <p:spPr bwMode="auto">
          <a:xfrm>
            <a:off x="5671855" y="5355110"/>
            <a:ext cx="208429" cy="296357"/>
          </a:xfrm>
          <a:prstGeom prst="rect">
            <a:avLst/>
          </a:prstGeom>
          <a:no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 typeface="IBM Plex Sans Light"/>
              <a:buNone/>
              <a:tabLst/>
              <a:defRPr/>
            </a:pPr>
            <a:endParaRPr kumimoji="0" lang="en-US" sz="1400" b="0" i="0" u="none" strike="noStrike" kern="1200" cap="none" spc="0" normalizeH="0" baseline="0" noProof="0">
              <a:ln>
                <a:noFill/>
              </a:ln>
              <a:solidFill>
                <a:srgbClr val="FFFFFF"/>
              </a:solidFill>
              <a:effectLst/>
              <a:uLnTx/>
              <a:uFillTx/>
              <a:latin typeface="IBM Plex Sans Light"/>
              <a:ea typeface="+mn-ea"/>
              <a:cs typeface="+mn-cs"/>
            </a:endParaRPr>
          </a:p>
        </p:txBody>
      </p:sp>
      <p:sp>
        <p:nvSpPr>
          <p:cNvPr id="29" name="Rectangle 28">
            <a:extLst>
              <a:ext uri="{FF2B5EF4-FFF2-40B4-BE49-F238E27FC236}">
                <a16:creationId xmlns:a16="http://schemas.microsoft.com/office/drawing/2014/main" id="{8AC68C78-736E-B295-F35D-6F5BB14C3DDD}"/>
              </a:ext>
            </a:extLst>
          </p:cNvPr>
          <p:cNvSpPr/>
          <p:nvPr/>
        </p:nvSpPr>
        <p:spPr bwMode="auto">
          <a:xfrm>
            <a:off x="5669051" y="5708987"/>
            <a:ext cx="208429" cy="296357"/>
          </a:xfrm>
          <a:prstGeom prst="rect">
            <a:avLst/>
          </a:prstGeom>
          <a:no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 typeface="IBM Plex Sans Light"/>
              <a:buNone/>
              <a:tabLst/>
              <a:defRPr/>
            </a:pPr>
            <a:endParaRPr kumimoji="0" lang="en-US" sz="1400" b="0" i="0" u="none" strike="noStrike" kern="1200" cap="none" spc="0" normalizeH="0" baseline="0" noProof="0">
              <a:ln>
                <a:noFill/>
              </a:ln>
              <a:solidFill>
                <a:srgbClr val="FFFFFF"/>
              </a:solidFill>
              <a:effectLst/>
              <a:uLnTx/>
              <a:uFillTx/>
              <a:latin typeface="IBM Plex Sans Light"/>
              <a:ea typeface="+mn-ea"/>
              <a:cs typeface="+mn-cs"/>
            </a:endParaRPr>
          </a:p>
        </p:txBody>
      </p:sp>
      <p:sp>
        <p:nvSpPr>
          <p:cNvPr id="25" name="Text 0">
            <a:extLst>
              <a:ext uri="{FF2B5EF4-FFF2-40B4-BE49-F238E27FC236}">
                <a16:creationId xmlns:a16="http://schemas.microsoft.com/office/drawing/2014/main" id="{7F97829C-3C6E-4A63-5950-668DD57BDECE}"/>
              </a:ext>
            </a:extLst>
          </p:cNvPr>
          <p:cNvSpPr txBox="1"/>
          <p:nvPr/>
        </p:nvSpPr>
        <p:spPr>
          <a:xfrm>
            <a:off x="551501" y="422889"/>
            <a:ext cx="6611299" cy="775284"/>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800" b="0" i="0" u="none" strike="noStrike" kern="1200" cap="none" spc="0" normalizeH="0" baseline="0" noProof="0">
                <a:ln>
                  <a:noFill/>
                </a:ln>
                <a:solidFill>
                  <a:srgbClr val="0F62FE"/>
                </a:solidFill>
                <a:effectLst/>
                <a:uLnTx/>
                <a:uFillTx/>
                <a:latin typeface="IBM Plex Sans Light"/>
                <a:ea typeface="+mn-ea"/>
                <a:cs typeface="+mn-cs"/>
              </a:rPr>
              <a:t>Meet your SDLC partner</a:t>
            </a:r>
          </a:p>
        </p:txBody>
      </p:sp>
      <p:sp>
        <p:nvSpPr>
          <p:cNvPr id="2" name="Freeform 1">
            <a:extLst>
              <a:ext uri="{FF2B5EF4-FFF2-40B4-BE49-F238E27FC236}">
                <a16:creationId xmlns:a16="http://schemas.microsoft.com/office/drawing/2014/main" id="{78EDD3AC-D0EB-F086-E141-F791C3B43573}"/>
              </a:ext>
            </a:extLst>
          </p:cNvPr>
          <p:cNvSpPr/>
          <p:nvPr/>
        </p:nvSpPr>
        <p:spPr>
          <a:xfrm>
            <a:off x="7260151" y="528159"/>
            <a:ext cx="1350449" cy="559171"/>
          </a:xfrm>
          <a:custGeom>
            <a:avLst/>
            <a:gdLst>
              <a:gd name="csX0" fmla="*/ 693522 w 874588"/>
              <a:gd name="csY0" fmla="*/ 362134 h 362134"/>
              <a:gd name="csX1" fmla="*/ 515273 w 874588"/>
              <a:gd name="csY1" fmla="*/ 273537 h 362134"/>
              <a:gd name="csX2" fmla="*/ 458504 w 874588"/>
              <a:gd name="csY2" fmla="*/ 216797 h 362134"/>
              <a:gd name="csX3" fmla="*/ 472995 w 874588"/>
              <a:gd name="csY3" fmla="*/ 202306 h 362134"/>
              <a:gd name="csX4" fmla="*/ 529935 w 874588"/>
              <a:gd name="csY4" fmla="*/ 259245 h 362134"/>
              <a:gd name="csX5" fmla="*/ 530305 w 874588"/>
              <a:gd name="csY5" fmla="*/ 259672 h 362134"/>
              <a:gd name="csX6" fmla="*/ 693493 w 874588"/>
              <a:gd name="csY6" fmla="*/ 341665 h 362134"/>
              <a:gd name="csX7" fmla="*/ 854062 w 874588"/>
              <a:gd name="csY7" fmla="*/ 181096 h 362134"/>
              <a:gd name="csX8" fmla="*/ 693493 w 874588"/>
              <a:gd name="csY8" fmla="*/ 20527 h 362134"/>
              <a:gd name="csX9" fmla="*/ 557664 w 874588"/>
              <a:gd name="csY9" fmla="*/ 75132 h 362134"/>
              <a:gd name="csX10" fmla="*/ 544654 w 874588"/>
              <a:gd name="csY10" fmla="*/ 59274 h 362134"/>
              <a:gd name="csX11" fmla="*/ 693522 w 874588"/>
              <a:gd name="csY11" fmla="*/ 0 h 362134"/>
              <a:gd name="csX12" fmla="*/ 874589 w 874588"/>
              <a:gd name="csY12" fmla="*/ 181067 h 362134"/>
              <a:gd name="csX13" fmla="*/ 693522 w 874588"/>
              <a:gd name="csY13" fmla="*/ 362134 h 362134"/>
              <a:gd name="csX14" fmla="*/ 344255 w 874588"/>
              <a:gd name="csY14" fmla="*/ 102491 h 362134"/>
              <a:gd name="csX15" fmla="*/ 181067 w 874588"/>
              <a:gd name="csY15" fmla="*/ 20498 h 362134"/>
              <a:gd name="csX16" fmla="*/ 20498 w 874588"/>
              <a:gd name="csY16" fmla="*/ 181067 h 362134"/>
              <a:gd name="csX17" fmla="*/ 181067 w 874588"/>
              <a:gd name="csY17" fmla="*/ 341636 h 362134"/>
              <a:gd name="csX18" fmla="*/ 316925 w 874588"/>
              <a:gd name="csY18" fmla="*/ 287031 h 362134"/>
              <a:gd name="csX19" fmla="*/ 329907 w 874588"/>
              <a:gd name="csY19" fmla="*/ 302889 h 362134"/>
              <a:gd name="csX20" fmla="*/ 181067 w 874588"/>
              <a:gd name="csY20" fmla="*/ 362134 h 362134"/>
              <a:gd name="csX21" fmla="*/ 0 w 874588"/>
              <a:gd name="csY21" fmla="*/ 181067 h 362134"/>
              <a:gd name="csX22" fmla="*/ 181067 w 874588"/>
              <a:gd name="csY22" fmla="*/ 0 h 362134"/>
              <a:gd name="csX23" fmla="*/ 359316 w 874588"/>
              <a:gd name="csY23" fmla="*/ 88598 h 362134"/>
              <a:gd name="csX24" fmla="*/ 416056 w 874588"/>
              <a:gd name="csY24" fmla="*/ 145366 h 362134"/>
              <a:gd name="csX25" fmla="*/ 401565 w 874588"/>
              <a:gd name="csY25" fmla="*/ 159857 h 362134"/>
              <a:gd name="csX26" fmla="*/ 344626 w 874588"/>
              <a:gd name="csY26" fmla="*/ 102918 h 362134"/>
              <a:gd name="csX27" fmla="*/ 344255 w 874588"/>
              <a:gd name="csY27" fmla="*/ 102491 h 362134"/>
              <a:gd name="csX28" fmla="*/ 359117 w 874588"/>
              <a:gd name="csY28" fmla="*/ 273736 h 362134"/>
              <a:gd name="csX29" fmla="*/ 344626 w 874588"/>
              <a:gd name="csY29" fmla="*/ 259217 h 362134"/>
              <a:gd name="csX30" fmla="*/ 497935 w 874588"/>
              <a:gd name="csY30" fmla="*/ 105907 h 362134"/>
              <a:gd name="csX31" fmla="*/ 437294 w 874588"/>
              <a:gd name="csY31" fmla="*/ 105907 h 362134"/>
              <a:gd name="csX32" fmla="*/ 437294 w 874588"/>
              <a:gd name="csY32" fmla="*/ 85409 h 362134"/>
              <a:gd name="csX33" fmla="*/ 532953 w 874588"/>
              <a:gd name="csY33" fmla="*/ 85409 h 362134"/>
              <a:gd name="csX34" fmla="*/ 532953 w 874588"/>
              <a:gd name="csY34" fmla="*/ 181067 h 362134"/>
              <a:gd name="csX35" fmla="*/ 512454 w 874588"/>
              <a:gd name="csY35" fmla="*/ 181067 h 362134"/>
              <a:gd name="csX36" fmla="*/ 512454 w 874588"/>
              <a:gd name="csY36" fmla="*/ 120398 h 362134"/>
              <a:gd name="csX37" fmla="*/ 359117 w 874588"/>
              <a:gd name="csY37" fmla="*/ 273736 h 36213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874588" h="362134">
                <a:moveTo>
                  <a:pt x="693522" y="362134"/>
                </a:moveTo>
                <a:cubicBezTo>
                  <a:pt x="597237" y="362134"/>
                  <a:pt x="520711" y="279544"/>
                  <a:pt x="515273" y="273537"/>
                </a:cubicBezTo>
                <a:lnTo>
                  <a:pt x="458504" y="216797"/>
                </a:lnTo>
                <a:lnTo>
                  <a:pt x="472995" y="202306"/>
                </a:lnTo>
                <a:lnTo>
                  <a:pt x="529935" y="259245"/>
                </a:lnTo>
                <a:lnTo>
                  <a:pt x="530305" y="259672"/>
                </a:lnTo>
                <a:cubicBezTo>
                  <a:pt x="531045" y="260469"/>
                  <a:pt x="604981" y="341665"/>
                  <a:pt x="693493" y="341665"/>
                </a:cubicBezTo>
                <a:cubicBezTo>
                  <a:pt x="782034" y="341665"/>
                  <a:pt x="854062" y="269665"/>
                  <a:pt x="854062" y="181096"/>
                </a:cubicBezTo>
                <a:cubicBezTo>
                  <a:pt x="854062" y="92555"/>
                  <a:pt x="782062" y="20527"/>
                  <a:pt x="693493" y="20527"/>
                </a:cubicBezTo>
                <a:cubicBezTo>
                  <a:pt x="633308" y="20527"/>
                  <a:pt x="582547" y="54747"/>
                  <a:pt x="557664" y="75132"/>
                </a:cubicBezTo>
                <a:lnTo>
                  <a:pt x="544654" y="59274"/>
                </a:lnTo>
                <a:cubicBezTo>
                  <a:pt x="571700" y="37124"/>
                  <a:pt x="626960" y="0"/>
                  <a:pt x="693522" y="0"/>
                </a:cubicBezTo>
                <a:cubicBezTo>
                  <a:pt x="793365" y="0"/>
                  <a:pt x="874589" y="81224"/>
                  <a:pt x="874589" y="181067"/>
                </a:cubicBezTo>
                <a:cubicBezTo>
                  <a:pt x="874589" y="280910"/>
                  <a:pt x="793365" y="362134"/>
                  <a:pt x="693522" y="362134"/>
                </a:cubicBezTo>
                <a:close/>
                <a:moveTo>
                  <a:pt x="344255" y="102491"/>
                </a:moveTo>
                <a:cubicBezTo>
                  <a:pt x="343515" y="101665"/>
                  <a:pt x="269579" y="20498"/>
                  <a:pt x="181067" y="20498"/>
                </a:cubicBezTo>
                <a:cubicBezTo>
                  <a:pt x="92526" y="20498"/>
                  <a:pt x="20498" y="92526"/>
                  <a:pt x="20498" y="181067"/>
                </a:cubicBezTo>
                <a:cubicBezTo>
                  <a:pt x="20498" y="269608"/>
                  <a:pt x="92526" y="341636"/>
                  <a:pt x="181067" y="341636"/>
                </a:cubicBezTo>
                <a:cubicBezTo>
                  <a:pt x="241281" y="341636"/>
                  <a:pt x="292014" y="307444"/>
                  <a:pt x="316925" y="287031"/>
                </a:cubicBezTo>
                <a:lnTo>
                  <a:pt x="329907" y="302889"/>
                </a:lnTo>
                <a:cubicBezTo>
                  <a:pt x="302917" y="325010"/>
                  <a:pt x="247658" y="362134"/>
                  <a:pt x="181067" y="362134"/>
                </a:cubicBezTo>
                <a:cubicBezTo>
                  <a:pt x="81224" y="362134"/>
                  <a:pt x="0" y="280882"/>
                  <a:pt x="0" y="181067"/>
                </a:cubicBezTo>
                <a:cubicBezTo>
                  <a:pt x="0" y="81252"/>
                  <a:pt x="81224" y="0"/>
                  <a:pt x="181067" y="0"/>
                </a:cubicBezTo>
                <a:cubicBezTo>
                  <a:pt x="277352" y="0"/>
                  <a:pt x="353907" y="82591"/>
                  <a:pt x="359316" y="88598"/>
                </a:cubicBezTo>
                <a:lnTo>
                  <a:pt x="416056" y="145366"/>
                </a:lnTo>
                <a:lnTo>
                  <a:pt x="401565" y="159857"/>
                </a:lnTo>
                <a:lnTo>
                  <a:pt x="344626" y="102918"/>
                </a:lnTo>
                <a:lnTo>
                  <a:pt x="344255" y="102491"/>
                </a:lnTo>
                <a:close/>
                <a:moveTo>
                  <a:pt x="359117" y="273736"/>
                </a:moveTo>
                <a:lnTo>
                  <a:pt x="344626" y="259217"/>
                </a:lnTo>
                <a:lnTo>
                  <a:pt x="497935" y="105907"/>
                </a:lnTo>
                <a:lnTo>
                  <a:pt x="437294" y="105907"/>
                </a:lnTo>
                <a:lnTo>
                  <a:pt x="437294" y="85409"/>
                </a:lnTo>
                <a:lnTo>
                  <a:pt x="532953" y="85409"/>
                </a:lnTo>
                <a:lnTo>
                  <a:pt x="532953" y="181067"/>
                </a:lnTo>
                <a:lnTo>
                  <a:pt x="512454" y="181067"/>
                </a:lnTo>
                <a:lnTo>
                  <a:pt x="512454" y="120398"/>
                </a:lnTo>
                <a:lnTo>
                  <a:pt x="359117" y="273736"/>
                </a:lnTo>
                <a:close/>
              </a:path>
            </a:pathLst>
          </a:custGeom>
          <a:solidFill>
            <a:schemeClr val="accent1"/>
          </a:solidFill>
          <a:ln w="28277"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IBM Plex Sans Light"/>
              <a:ea typeface="+mn-ea"/>
              <a:cs typeface="+mn-cs"/>
            </a:endParaRPr>
          </a:p>
        </p:txBody>
      </p:sp>
    </p:spTree>
    <p:extLst>
      <p:ext uri="{BB962C8B-B14F-4D97-AF65-F5344CB8AC3E}">
        <p14:creationId xmlns:p14="http://schemas.microsoft.com/office/powerpoint/2010/main" val="4775114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5C8435-8541-FD73-7F56-907E7703AE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85A023-BD75-E27B-D4B9-D6D635C317EE}"/>
              </a:ext>
            </a:extLst>
          </p:cNvPr>
          <p:cNvSpPr>
            <a:spLocks noGrp="1"/>
          </p:cNvSpPr>
          <p:nvPr>
            <p:ph type="title"/>
          </p:nvPr>
        </p:nvSpPr>
        <p:spPr>
          <a:xfrm>
            <a:off x="280415" y="228599"/>
            <a:ext cx="5522979" cy="651295"/>
          </a:xfrm>
          <a:ln w="12700">
            <a:miter lim="400000"/>
          </a:ln>
        </p:spPr>
        <p:txBody>
          <a:bodyPr lIns="0" tIns="0" rIns="0" bIns="0">
            <a:normAutofit/>
          </a:bodyPr>
          <a:lstStyle/>
          <a:p>
            <a:r>
              <a:rPr lang="en-US" sz="3200" dirty="0">
                <a:solidFill>
                  <a:schemeClr val="accent2"/>
                </a:solidFill>
                <a:latin typeface="+mj-lt"/>
                <a:ea typeface="+mj-ea"/>
                <a:cs typeface="+mj-cs"/>
                <a:sym typeface="IBM Plex Sans Light"/>
              </a:rPr>
              <a:t>Bob-a-thon Overview</a:t>
            </a:r>
          </a:p>
        </p:txBody>
      </p:sp>
      <p:graphicFrame>
        <p:nvGraphicFramePr>
          <p:cNvPr id="3" name="Table 2">
            <a:extLst>
              <a:ext uri="{FF2B5EF4-FFF2-40B4-BE49-F238E27FC236}">
                <a16:creationId xmlns:a16="http://schemas.microsoft.com/office/drawing/2014/main" id="{7A509E27-0B9F-287C-7E4D-1FCB35DC2F3C}"/>
              </a:ext>
            </a:extLst>
          </p:cNvPr>
          <p:cNvGraphicFramePr>
            <a:graphicFrameLocks noGrp="1"/>
          </p:cNvGraphicFramePr>
          <p:nvPr>
            <p:extLst>
              <p:ext uri="{D42A27DB-BD31-4B8C-83A1-F6EECF244321}">
                <p14:modId xmlns:p14="http://schemas.microsoft.com/office/powerpoint/2010/main" val="3763086983"/>
              </p:ext>
            </p:extLst>
          </p:nvPr>
        </p:nvGraphicFramePr>
        <p:xfrm>
          <a:off x="4648201" y="877472"/>
          <a:ext cx="7227290" cy="5588139"/>
        </p:xfrm>
        <a:graphic>
          <a:graphicData uri="http://schemas.openxmlformats.org/drawingml/2006/table">
            <a:tbl>
              <a:tblPr firstCol="1">
                <a:tableStyleId>{F5AB1C69-6EDB-4FF4-983F-18BD219EF322}</a:tableStyleId>
              </a:tblPr>
              <a:tblGrid>
                <a:gridCol w="2133599">
                  <a:extLst>
                    <a:ext uri="{9D8B030D-6E8A-4147-A177-3AD203B41FA5}">
                      <a16:colId xmlns:a16="http://schemas.microsoft.com/office/drawing/2014/main" val="251616982"/>
                    </a:ext>
                  </a:extLst>
                </a:gridCol>
                <a:gridCol w="5093691">
                  <a:extLst>
                    <a:ext uri="{9D8B030D-6E8A-4147-A177-3AD203B41FA5}">
                      <a16:colId xmlns:a16="http://schemas.microsoft.com/office/drawing/2014/main" val="45169399"/>
                    </a:ext>
                  </a:extLst>
                </a:gridCol>
              </a:tblGrid>
              <a:tr h="1461336">
                <a:tc>
                  <a:txBody>
                    <a:bodyPr/>
                    <a:lstStyle/>
                    <a:p>
                      <a:pPr algn="l"/>
                      <a:r>
                        <a:rPr lang="en-US" sz="1600" dirty="0">
                          <a:solidFill>
                            <a:srgbClr val="0070C0"/>
                          </a:solidFill>
                        </a:rPr>
                        <a:t>Goal</a:t>
                      </a:r>
                    </a:p>
                  </a:txBody>
                  <a:tcPr>
                    <a:lnL w="12700" cap="flat" cmpd="sng" algn="ctr">
                      <a:solidFill>
                        <a:schemeClr val="accent3">
                          <a:lumMod val="60000"/>
                          <a:lumOff val="40000"/>
                        </a:schemeClr>
                      </a:solidFill>
                      <a:prstDash val="solid"/>
                      <a:round/>
                      <a:headEnd type="none" w="med" len="med"/>
                      <a:tailEnd type="none" w="med" len="med"/>
                    </a:lnL>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solidFill>
                      <a:schemeClr val="accent3">
                        <a:lumMod val="20000"/>
                        <a:lumOff val="80000"/>
                      </a:schemeClr>
                    </a:solidFill>
                  </a:tcPr>
                </a:tc>
                <a:tc>
                  <a:txBody>
                    <a:bodyPr/>
                    <a:lstStyle/>
                    <a:p>
                      <a:pPr marL="228600" marR="0" indent="-217488" algn="l" defTabSz="685982" rtl="0" fontAlgn="auto" latinLnBrk="0" hangingPunct="0">
                        <a:spcBef>
                          <a:spcPts val="600"/>
                        </a:spcBef>
                        <a:spcAft>
                          <a:spcPts val="0"/>
                        </a:spcAft>
                        <a:buClrTx/>
                        <a:buSzTx/>
                        <a:buFont typeface="Wingdings" pitchFamily="2" charset="2"/>
                        <a:buChar char="§"/>
                        <a:tabLst/>
                      </a:pPr>
                      <a:r>
                        <a:rPr lang="en-US" sz="1600" b="0" i="0" u="none" strike="noStrike" cap="none" spc="0" baseline="0" dirty="0">
                          <a:solidFill>
                            <a:schemeClr val="tx2">
                              <a:lumMod val="50000"/>
                            </a:schemeClr>
                          </a:solidFill>
                          <a:uFillTx/>
                          <a:latin typeface="IBM Plex Sans" panose="020B0503050203000203" pitchFamily="34" charset="0"/>
                          <a:ea typeface="+mn-ea"/>
                          <a:cs typeface="+mn-cs"/>
                          <a:sym typeface="IBM Plex Sans Light"/>
                        </a:rPr>
                        <a:t>Experience how IBM Bob streamline workflow</a:t>
                      </a:r>
                    </a:p>
                    <a:p>
                      <a:pPr marL="228600" marR="0" indent="-217488" algn="l" defTabSz="685982" rtl="0" fontAlgn="auto" latinLnBrk="0" hangingPunct="0">
                        <a:spcBef>
                          <a:spcPts val="600"/>
                        </a:spcBef>
                        <a:spcAft>
                          <a:spcPts val="0"/>
                        </a:spcAft>
                        <a:buClrTx/>
                        <a:buSzTx/>
                        <a:buFont typeface="Wingdings" pitchFamily="2" charset="2"/>
                        <a:buChar char="§"/>
                        <a:tabLst/>
                      </a:pPr>
                      <a:r>
                        <a:rPr lang="en-US" sz="1600" b="0" i="0" u="none" strike="noStrike" cap="none" spc="0" baseline="0" dirty="0">
                          <a:solidFill>
                            <a:schemeClr val="tx2">
                              <a:lumMod val="50000"/>
                            </a:schemeClr>
                          </a:solidFill>
                          <a:uFillTx/>
                          <a:latin typeface="IBM Plex Sans" panose="020B0503050203000203" pitchFamily="34" charset="0"/>
                          <a:ea typeface="+mn-ea"/>
                          <a:cs typeface="+mn-cs"/>
                          <a:sym typeface="IBM Plex Sans Light"/>
                        </a:rPr>
                        <a:t>Understand Bob’s capabilities and enterprise tool integration</a:t>
                      </a:r>
                    </a:p>
                  </a:txBody>
                  <a:tcPr>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57732603"/>
                  </a:ext>
                </a:extLst>
              </a:tr>
              <a:tr h="1301244">
                <a:tc>
                  <a:txBody>
                    <a:bodyPr/>
                    <a:lstStyle/>
                    <a:p>
                      <a:pPr algn="l"/>
                      <a:r>
                        <a:rPr lang="en-US" sz="1600" dirty="0">
                          <a:solidFill>
                            <a:srgbClr val="0070C0"/>
                          </a:solidFill>
                        </a:rPr>
                        <a:t>Workshop Contents Overview</a:t>
                      </a:r>
                    </a:p>
                    <a:p>
                      <a:pPr algn="l"/>
                      <a:endParaRPr lang="en-US" sz="1600" dirty="0">
                        <a:solidFill>
                          <a:srgbClr val="0070C0"/>
                        </a:solidFill>
                      </a:endParaRPr>
                    </a:p>
                  </a:txBody>
                  <a:tcPr>
                    <a:lnL w="12700" cap="flat" cmpd="sng" algn="ctr">
                      <a:solidFill>
                        <a:schemeClr val="accent3">
                          <a:lumMod val="60000"/>
                          <a:lumOff val="40000"/>
                        </a:schemeClr>
                      </a:solidFill>
                      <a:prstDash val="solid"/>
                      <a:round/>
                      <a:headEnd type="none" w="med" len="med"/>
                      <a:tailEnd type="none" w="med" len="med"/>
                    </a:lnL>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solidFill>
                      <a:schemeClr val="accent3">
                        <a:lumMod val="20000"/>
                        <a:lumOff val="80000"/>
                      </a:schemeClr>
                    </a:solidFill>
                  </a:tcPr>
                </a:tc>
                <a:tc>
                  <a:txBody>
                    <a:bodyPr/>
                    <a:lstStyle/>
                    <a:p>
                      <a:pPr marL="228600" marR="0" lvl="0" indent="-217488" algn="l" defTabSz="685982" rtl="0" eaLnBrk="1" fontAlgn="auto" latinLnBrk="0" hangingPunct="0">
                        <a:lnSpc>
                          <a:spcPct val="100000"/>
                        </a:lnSpc>
                        <a:spcBef>
                          <a:spcPts val="600"/>
                        </a:spcBef>
                        <a:spcAft>
                          <a:spcPts val="0"/>
                        </a:spcAft>
                        <a:buClrTx/>
                        <a:buSzTx/>
                        <a:buFont typeface="Wingdings" pitchFamily="2" charset="2"/>
                        <a:buChar char="§"/>
                        <a:tabLst/>
                        <a:defRPr/>
                      </a:pPr>
                      <a:r>
                        <a:rPr kumimoji="0" lang="en-US" sz="1600" b="0" i="0" u="none" strike="noStrike" kern="1200" cap="none" spc="0" normalizeH="0" baseline="0" noProof="0" dirty="0">
                          <a:ln>
                            <a:noFill/>
                          </a:ln>
                          <a:solidFill>
                            <a:srgbClr val="535353">
                              <a:lumMod val="50000"/>
                            </a:srgbClr>
                          </a:solidFill>
                          <a:effectLst/>
                          <a:uLnTx/>
                          <a:uFillTx/>
                          <a:latin typeface="IBM Plex Sans" panose="020B0503050203000203" pitchFamily="34" charset="0"/>
                          <a:sym typeface="IBM Plex Sans Light"/>
                        </a:rPr>
                        <a:t>Bob Solution Quick Overview</a:t>
                      </a:r>
                    </a:p>
                    <a:p>
                      <a:pPr marL="228600" marR="0" lvl="0" indent="-217488" algn="l" defTabSz="685982" rtl="0" eaLnBrk="1" fontAlgn="auto" latinLnBrk="0" hangingPunct="0">
                        <a:lnSpc>
                          <a:spcPct val="100000"/>
                        </a:lnSpc>
                        <a:spcBef>
                          <a:spcPts val="600"/>
                        </a:spcBef>
                        <a:spcAft>
                          <a:spcPts val="0"/>
                        </a:spcAft>
                        <a:buClrTx/>
                        <a:buSzTx/>
                        <a:buFont typeface="Wingdings" pitchFamily="2" charset="2"/>
                        <a:buChar char="§"/>
                        <a:tabLst/>
                        <a:defRPr/>
                      </a:pPr>
                      <a:r>
                        <a:rPr kumimoji="0" lang="en-US" sz="1600" b="0" i="0" u="none" strike="noStrike" kern="1200" cap="none" spc="0" normalizeH="0" baseline="0" noProof="0" dirty="0">
                          <a:ln>
                            <a:noFill/>
                          </a:ln>
                          <a:solidFill>
                            <a:srgbClr val="535353">
                              <a:lumMod val="50000"/>
                            </a:srgbClr>
                          </a:solidFill>
                          <a:effectLst/>
                          <a:uLnTx/>
                          <a:uFillTx/>
                          <a:latin typeface="IBM Plex Sans" panose="020B0503050203000203" pitchFamily="34" charset="0"/>
                          <a:sym typeface="IBM Plex Sans Light"/>
                        </a:rPr>
                        <a:t>Hands on lab with canned use case</a:t>
                      </a:r>
                    </a:p>
                    <a:p>
                      <a:pPr marL="228600" marR="0" lvl="0" indent="-217488" algn="l" defTabSz="685982" rtl="0" eaLnBrk="1" fontAlgn="auto" latinLnBrk="0" hangingPunct="0">
                        <a:lnSpc>
                          <a:spcPct val="100000"/>
                        </a:lnSpc>
                        <a:spcBef>
                          <a:spcPts val="600"/>
                        </a:spcBef>
                        <a:spcAft>
                          <a:spcPts val="0"/>
                        </a:spcAft>
                        <a:buClrTx/>
                        <a:buSzTx/>
                        <a:buFont typeface="Wingdings" pitchFamily="2" charset="2"/>
                        <a:buChar char="§"/>
                        <a:tabLst/>
                        <a:defRPr/>
                      </a:pPr>
                      <a:r>
                        <a:rPr kumimoji="0" lang="en-US" sz="1600" b="0" i="0" u="none" strike="noStrike" kern="1200" cap="none" spc="0" normalizeH="0" baseline="0" noProof="0" dirty="0">
                          <a:ln>
                            <a:noFill/>
                          </a:ln>
                          <a:solidFill>
                            <a:srgbClr val="535353">
                              <a:lumMod val="50000"/>
                            </a:srgbClr>
                          </a:solidFill>
                          <a:effectLst/>
                          <a:uLnTx/>
                          <a:uFillTx/>
                          <a:latin typeface="IBM Plex Sans" panose="020B0503050203000203" pitchFamily="34" charset="0"/>
                          <a:sym typeface="IBM Plex Sans Light"/>
                        </a:rPr>
                        <a:t>BYOC session with IBM experts</a:t>
                      </a:r>
                    </a:p>
                  </a:txBody>
                  <a:tcPr>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431032662"/>
                  </a:ext>
                </a:extLst>
              </a:tr>
              <a:tr h="1784564">
                <a:tc>
                  <a:txBody>
                    <a:bodyPr/>
                    <a:lstStyle/>
                    <a:p>
                      <a:pPr marL="0" marR="0" indent="0" algn="l" defTabSz="914620" rtl="0" eaLnBrk="1" fontAlgn="auto" latinLnBrk="0" hangingPunct="1">
                        <a:lnSpc>
                          <a:spcPct val="100000"/>
                        </a:lnSpc>
                        <a:spcBef>
                          <a:spcPts val="0"/>
                        </a:spcBef>
                        <a:spcAft>
                          <a:spcPts val="0"/>
                        </a:spcAft>
                        <a:buClrTx/>
                        <a:buSzTx/>
                        <a:buFontTx/>
                        <a:buNone/>
                        <a:tabLst/>
                        <a:defRPr/>
                      </a:pPr>
                      <a:r>
                        <a:rPr lang="en-US" sz="1600" dirty="0">
                          <a:solidFill>
                            <a:srgbClr val="0070C0"/>
                          </a:solidFill>
                        </a:rPr>
                        <a:t>Outcomes</a:t>
                      </a:r>
                    </a:p>
                  </a:txBody>
                  <a:tcPr>
                    <a:lnL w="12700" cap="flat" cmpd="sng" algn="ctr">
                      <a:solidFill>
                        <a:schemeClr val="accent3">
                          <a:lumMod val="60000"/>
                          <a:lumOff val="40000"/>
                        </a:schemeClr>
                      </a:solidFill>
                      <a:prstDash val="solid"/>
                      <a:round/>
                      <a:headEnd type="none" w="med" len="med"/>
                      <a:tailEnd type="none" w="med" len="med"/>
                    </a:lnL>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solidFill>
                      <a:schemeClr val="accent3">
                        <a:lumMod val="20000"/>
                        <a:lumOff val="80000"/>
                      </a:schemeClr>
                    </a:solidFill>
                  </a:tcPr>
                </a:tc>
                <a:tc>
                  <a:txBody>
                    <a:bodyPr/>
                    <a:lstStyle/>
                    <a:p>
                      <a:pPr marL="228600" marR="0" lvl="0" indent="-217488" algn="l" defTabSz="685982" rtl="0" eaLnBrk="1" fontAlgn="auto" latinLnBrk="0" hangingPunct="0">
                        <a:lnSpc>
                          <a:spcPct val="100000"/>
                        </a:lnSpc>
                        <a:spcBef>
                          <a:spcPts val="600"/>
                        </a:spcBef>
                        <a:spcAft>
                          <a:spcPts val="0"/>
                        </a:spcAft>
                        <a:buClrTx/>
                        <a:buSzTx/>
                        <a:buFont typeface="Wingdings" pitchFamily="2" charset="2"/>
                        <a:buChar char="§"/>
                        <a:tabLst/>
                        <a:defRPr/>
                      </a:pPr>
                      <a:r>
                        <a:rPr kumimoji="0" lang="en-US" sz="1600" b="0" i="0" u="none" strike="noStrike" kern="1200" cap="none" spc="0" normalizeH="0" baseline="0" noProof="0" dirty="0">
                          <a:ln>
                            <a:noFill/>
                          </a:ln>
                          <a:solidFill>
                            <a:srgbClr val="535353">
                              <a:lumMod val="50000"/>
                            </a:srgbClr>
                          </a:solidFill>
                          <a:effectLst/>
                          <a:uLnTx/>
                          <a:uFillTx/>
                          <a:latin typeface="IBM Plex Sans" panose="020B0503050203000203" pitchFamily="34" charset="0"/>
                          <a:ea typeface="+mn-ea"/>
                          <a:cs typeface="+mn-cs"/>
                          <a:sym typeface="IBM Plex Sans Light"/>
                        </a:rPr>
                        <a:t>Deeper understanding of IBM Bob capabilities</a:t>
                      </a:r>
                    </a:p>
                    <a:p>
                      <a:pPr marL="228600" marR="0" lvl="0" indent="-217488" algn="l" defTabSz="685982" rtl="0" eaLnBrk="1" fontAlgn="auto" latinLnBrk="0" hangingPunct="0">
                        <a:lnSpc>
                          <a:spcPct val="100000"/>
                        </a:lnSpc>
                        <a:spcBef>
                          <a:spcPts val="600"/>
                        </a:spcBef>
                        <a:spcAft>
                          <a:spcPts val="0"/>
                        </a:spcAft>
                        <a:buClrTx/>
                        <a:buSzTx/>
                        <a:buFont typeface="Wingdings" pitchFamily="2" charset="2"/>
                        <a:buChar char="§"/>
                        <a:tabLst/>
                        <a:defRPr/>
                      </a:pPr>
                      <a:r>
                        <a:rPr kumimoji="0" lang="en-US" sz="1600" b="0" i="0" u="none" strike="noStrike" kern="1200" cap="none" spc="0" normalizeH="0" baseline="0" noProof="0" dirty="0">
                          <a:ln>
                            <a:noFill/>
                          </a:ln>
                          <a:solidFill>
                            <a:srgbClr val="535353">
                              <a:lumMod val="50000"/>
                            </a:srgbClr>
                          </a:solidFill>
                          <a:effectLst/>
                          <a:uLnTx/>
                          <a:uFillTx/>
                          <a:latin typeface="IBM Plex Sans" panose="020B0503050203000203" pitchFamily="34" charset="0"/>
                          <a:ea typeface="+mn-ea"/>
                          <a:cs typeface="+mn-cs"/>
                          <a:sym typeface="IBM Plex Sans Light"/>
                        </a:rPr>
                        <a:t>Practical skills in creating workflows</a:t>
                      </a:r>
                    </a:p>
                    <a:p>
                      <a:pPr marL="228600" marR="0" lvl="0" indent="-217488" algn="l" defTabSz="685982" rtl="0" eaLnBrk="1" fontAlgn="auto" latinLnBrk="0" hangingPunct="0">
                        <a:lnSpc>
                          <a:spcPct val="100000"/>
                        </a:lnSpc>
                        <a:spcBef>
                          <a:spcPts val="600"/>
                        </a:spcBef>
                        <a:spcAft>
                          <a:spcPts val="0"/>
                        </a:spcAft>
                        <a:buClrTx/>
                        <a:buSzTx/>
                        <a:buFont typeface="Wingdings" pitchFamily="2" charset="2"/>
                        <a:buChar char="§"/>
                        <a:tabLst/>
                        <a:defRPr/>
                      </a:pPr>
                      <a:r>
                        <a:rPr kumimoji="0" lang="en-US" sz="1600" b="0" i="0" u="none" strike="noStrike" kern="1200" cap="none" spc="0" normalizeH="0" baseline="0" noProof="0" dirty="0">
                          <a:ln>
                            <a:noFill/>
                          </a:ln>
                          <a:solidFill>
                            <a:srgbClr val="535353">
                              <a:lumMod val="50000"/>
                            </a:srgbClr>
                          </a:solidFill>
                          <a:effectLst/>
                          <a:uLnTx/>
                          <a:uFillTx/>
                          <a:latin typeface="IBM Plex Sans" panose="020B0503050203000203" pitchFamily="34" charset="0"/>
                          <a:ea typeface="+mn-ea"/>
                          <a:cs typeface="+mn-cs"/>
                          <a:sym typeface="IBM Plex Sans Light"/>
                        </a:rPr>
                        <a:t>Actionable use cases to accelerate workflow</a:t>
                      </a:r>
                    </a:p>
                    <a:p>
                      <a:pPr marL="228600" marR="0" lvl="0" indent="-217488" algn="l" defTabSz="685982" rtl="0" eaLnBrk="1" fontAlgn="auto" latinLnBrk="0" hangingPunct="0">
                        <a:lnSpc>
                          <a:spcPct val="100000"/>
                        </a:lnSpc>
                        <a:spcBef>
                          <a:spcPts val="600"/>
                        </a:spcBef>
                        <a:spcAft>
                          <a:spcPts val="0"/>
                        </a:spcAft>
                        <a:buClrTx/>
                        <a:buSzTx/>
                        <a:buFont typeface="Wingdings" pitchFamily="2" charset="2"/>
                        <a:buChar char="§"/>
                        <a:tabLst/>
                        <a:defRPr/>
                      </a:pPr>
                      <a:r>
                        <a:rPr kumimoji="0" lang="en-US" sz="1600" b="0" i="0" u="none" strike="noStrike" kern="1200" cap="none" spc="0" normalizeH="0" baseline="0" noProof="0" dirty="0">
                          <a:ln>
                            <a:noFill/>
                          </a:ln>
                          <a:solidFill>
                            <a:srgbClr val="535353">
                              <a:lumMod val="50000"/>
                            </a:srgbClr>
                          </a:solidFill>
                          <a:effectLst/>
                          <a:uLnTx/>
                          <a:uFillTx/>
                          <a:latin typeface="IBM Plex Sans" panose="020B0503050203000203" pitchFamily="34" charset="0"/>
                          <a:ea typeface="+mn-ea"/>
                          <a:cs typeface="+mn-cs"/>
                          <a:sym typeface="IBM Plex Sans Light"/>
                        </a:rPr>
                        <a:t>Bob Trial for 30 days</a:t>
                      </a:r>
                    </a:p>
                  </a:txBody>
                  <a:tcPr>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149808984"/>
                  </a:ext>
                </a:extLst>
              </a:tr>
              <a:tr h="1040995">
                <a:tc>
                  <a:txBody>
                    <a:bodyPr/>
                    <a:lstStyle/>
                    <a:p>
                      <a:pPr marL="0" marR="0" indent="0" algn="l" defTabSz="914620" rtl="0" eaLnBrk="1" fontAlgn="auto" latinLnBrk="0" hangingPunct="1">
                        <a:lnSpc>
                          <a:spcPct val="100000"/>
                        </a:lnSpc>
                        <a:spcBef>
                          <a:spcPts val="0"/>
                        </a:spcBef>
                        <a:spcAft>
                          <a:spcPts val="0"/>
                        </a:spcAft>
                        <a:buClrTx/>
                        <a:buSzTx/>
                        <a:buFontTx/>
                        <a:buNone/>
                        <a:tabLst/>
                        <a:defRPr/>
                      </a:pPr>
                      <a:r>
                        <a:rPr lang="en-US" sz="1600" dirty="0">
                          <a:solidFill>
                            <a:srgbClr val="0070C0"/>
                          </a:solidFill>
                        </a:rPr>
                        <a:t>Location</a:t>
                      </a:r>
                    </a:p>
                  </a:txBody>
                  <a:tcPr>
                    <a:lnL w="12700" cap="flat" cmpd="sng" algn="ctr">
                      <a:solidFill>
                        <a:schemeClr val="accent3">
                          <a:lumMod val="60000"/>
                          <a:lumOff val="40000"/>
                        </a:schemeClr>
                      </a:solidFill>
                      <a:prstDash val="solid"/>
                      <a:round/>
                      <a:headEnd type="none" w="med" len="med"/>
                      <a:tailEnd type="none" w="med" len="med"/>
                    </a:lnL>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solidFill>
                      <a:schemeClr val="accent3">
                        <a:lumMod val="20000"/>
                        <a:lumOff val="80000"/>
                      </a:schemeClr>
                    </a:solidFill>
                  </a:tcPr>
                </a:tc>
                <a:tc>
                  <a:txBody>
                    <a:bodyPr/>
                    <a:lstStyle/>
                    <a:p>
                      <a:pPr marL="0" marR="0" lvl="0" indent="0" algn="l" defTabSz="685982" rtl="0" eaLnBrk="1" fontAlgn="auto" latinLnBrk="0" hangingPunct="0">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535353">
                              <a:lumMod val="50000"/>
                            </a:srgbClr>
                          </a:solidFill>
                          <a:effectLst/>
                          <a:uLnTx/>
                          <a:uFillTx/>
                          <a:latin typeface="IBM Plex Sans Light"/>
                          <a:ea typeface="+mn-ea"/>
                          <a:cs typeface="+mn-cs"/>
                          <a:sym typeface="IBM Plex Sans Light"/>
                        </a:rPr>
                        <a:t>On Teams</a:t>
                      </a:r>
                    </a:p>
                  </a:txBody>
                  <a:tcPr>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848347299"/>
                  </a:ext>
                </a:extLst>
              </a:tr>
            </a:tbl>
          </a:graphicData>
        </a:graphic>
      </p:graphicFrame>
      <p:pic>
        <p:nvPicPr>
          <p:cNvPr id="5" name="Google Shape;87;p16" title="waving_bob_03_code_body (1).png">
            <a:extLst>
              <a:ext uri="{FF2B5EF4-FFF2-40B4-BE49-F238E27FC236}">
                <a16:creationId xmlns:a16="http://schemas.microsoft.com/office/drawing/2014/main" id="{0B47CEC8-57B6-9226-47F9-EED95573AEE4}"/>
              </a:ext>
            </a:extLst>
          </p:cNvPr>
          <p:cNvPicPr preferRelativeResize="0">
            <a:picLocks noChangeAspect="1"/>
          </p:cNvPicPr>
          <p:nvPr/>
        </p:nvPicPr>
        <p:blipFill>
          <a:blip r:embed="rId2">
            <a:alphaModFix/>
          </a:blip>
          <a:stretch>
            <a:fillRect/>
          </a:stretch>
        </p:blipFill>
        <p:spPr>
          <a:xfrm>
            <a:off x="5255" y="1388454"/>
            <a:ext cx="4246751" cy="5495822"/>
          </a:xfrm>
          <a:prstGeom prst="rect">
            <a:avLst/>
          </a:prstGeom>
          <a:noFill/>
          <a:ln>
            <a:noFill/>
          </a:ln>
        </p:spPr>
      </p:pic>
    </p:spTree>
    <p:extLst>
      <p:ext uri="{BB962C8B-B14F-4D97-AF65-F5344CB8AC3E}">
        <p14:creationId xmlns:p14="http://schemas.microsoft.com/office/powerpoint/2010/main" val="458762386"/>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 Placeholder 12">
            <a:extLst>
              <a:ext uri="{FF2B5EF4-FFF2-40B4-BE49-F238E27FC236}">
                <a16:creationId xmlns:a16="http://schemas.microsoft.com/office/drawing/2014/main" id="{FCB5B95F-CED4-60D4-9FD9-7FBA2816EF63}"/>
              </a:ext>
            </a:extLst>
          </p:cNvPr>
          <p:cNvSpPr>
            <a:spLocks noGrp="1"/>
          </p:cNvSpPr>
          <p:nvPr>
            <p:ph type="body" sz="quarter" idx="30"/>
          </p:nvPr>
        </p:nvSpPr>
        <p:spPr>
          <a:xfrm>
            <a:off x="6096000" y="3418912"/>
            <a:ext cx="2286000" cy="457200"/>
          </a:xfrm>
        </p:spPr>
        <p:txBody>
          <a:bodyPr/>
          <a:lstStyle/>
          <a:p>
            <a:pPr algn="ctr"/>
            <a:r>
              <a:rPr lang="en-US" dirty="0">
                <a:latin typeface="IBM Plex Sans Medm" panose="020B0503050203000203" pitchFamily="34" charset="0"/>
              </a:rPr>
              <a:t>Varun Sreekumar</a:t>
            </a:r>
            <a:br>
              <a:rPr lang="en-US" dirty="0"/>
            </a:br>
            <a:r>
              <a:rPr lang="en-US" dirty="0"/>
              <a:t>Lab Instructor</a:t>
            </a:r>
          </a:p>
        </p:txBody>
      </p:sp>
      <p:sp>
        <p:nvSpPr>
          <p:cNvPr id="6" name="Text Placeholder 5">
            <a:extLst>
              <a:ext uri="{FF2B5EF4-FFF2-40B4-BE49-F238E27FC236}">
                <a16:creationId xmlns:a16="http://schemas.microsoft.com/office/drawing/2014/main" id="{8A53E0A9-DF4D-76AB-60F1-AC6A2CA80900}"/>
              </a:ext>
            </a:extLst>
          </p:cNvPr>
          <p:cNvSpPr>
            <a:spLocks noGrp="1"/>
          </p:cNvSpPr>
          <p:nvPr>
            <p:ph type="body" sz="quarter" idx="11"/>
          </p:nvPr>
        </p:nvSpPr>
        <p:spPr/>
        <p:txBody>
          <a:bodyPr/>
          <a:lstStyle/>
          <a:p>
            <a:r>
              <a:rPr lang="en-US" dirty="0"/>
              <a:t>Our Team</a:t>
            </a:r>
          </a:p>
        </p:txBody>
      </p:sp>
      <p:pic>
        <p:nvPicPr>
          <p:cNvPr id="15" name="Picture 14" descr="Profile photo for Bansini Doshi">
            <a:extLst>
              <a:ext uri="{FF2B5EF4-FFF2-40B4-BE49-F238E27FC236}">
                <a16:creationId xmlns:a16="http://schemas.microsoft.com/office/drawing/2014/main" id="{7B1128F9-C3FC-02A8-0C4E-B2FEA09F9815}"/>
              </a:ext>
            </a:extLst>
          </p:cNvPr>
          <p:cNvPicPr>
            <a:picLocks noChangeAspect="1"/>
          </p:cNvPicPr>
          <p:nvPr/>
        </p:nvPicPr>
        <p:blipFill>
          <a:blip r:embed="rId2"/>
          <a:stretch>
            <a:fillRect/>
          </a:stretch>
        </p:blipFill>
        <p:spPr>
          <a:xfrm>
            <a:off x="8686800" y="1143000"/>
            <a:ext cx="2286000" cy="2286000"/>
          </a:xfrm>
          <a:prstGeom prst="rect">
            <a:avLst/>
          </a:prstGeom>
        </p:spPr>
      </p:pic>
      <p:pic>
        <p:nvPicPr>
          <p:cNvPr id="16" name="Picture 15" descr="Profile photo for Reina Sato">
            <a:extLst>
              <a:ext uri="{FF2B5EF4-FFF2-40B4-BE49-F238E27FC236}">
                <a16:creationId xmlns:a16="http://schemas.microsoft.com/office/drawing/2014/main" id="{FF931DDD-6CD0-41BB-5DE2-8D07CC30F1BD}"/>
              </a:ext>
            </a:extLst>
          </p:cNvPr>
          <p:cNvPicPr>
            <a:picLocks noChangeAspect="1"/>
          </p:cNvPicPr>
          <p:nvPr/>
        </p:nvPicPr>
        <p:blipFill>
          <a:blip r:embed="rId3"/>
          <a:stretch>
            <a:fillRect/>
          </a:stretch>
        </p:blipFill>
        <p:spPr>
          <a:xfrm>
            <a:off x="381000" y="1143000"/>
            <a:ext cx="2285999" cy="2285999"/>
          </a:xfrm>
          <a:prstGeom prst="rect">
            <a:avLst/>
          </a:prstGeom>
        </p:spPr>
      </p:pic>
      <p:pic>
        <p:nvPicPr>
          <p:cNvPr id="17" name="Picture 16" descr="Profile photo for Brandon Mercado">
            <a:extLst>
              <a:ext uri="{FF2B5EF4-FFF2-40B4-BE49-F238E27FC236}">
                <a16:creationId xmlns:a16="http://schemas.microsoft.com/office/drawing/2014/main" id="{1F3840C1-EBA7-9315-D3F3-A858744EE879}"/>
              </a:ext>
            </a:extLst>
          </p:cNvPr>
          <p:cNvPicPr>
            <a:picLocks noChangeAspect="1"/>
          </p:cNvPicPr>
          <p:nvPr/>
        </p:nvPicPr>
        <p:blipFill>
          <a:blip r:embed="rId4"/>
          <a:stretch>
            <a:fillRect/>
          </a:stretch>
        </p:blipFill>
        <p:spPr>
          <a:xfrm>
            <a:off x="2980003" y="1143001"/>
            <a:ext cx="2286000" cy="2286000"/>
          </a:xfrm>
          <a:prstGeom prst="rect">
            <a:avLst/>
          </a:prstGeom>
        </p:spPr>
      </p:pic>
      <p:pic>
        <p:nvPicPr>
          <p:cNvPr id="18" name="Picture 17" descr="Profile photo for Dustin Le">
            <a:extLst>
              <a:ext uri="{FF2B5EF4-FFF2-40B4-BE49-F238E27FC236}">
                <a16:creationId xmlns:a16="http://schemas.microsoft.com/office/drawing/2014/main" id="{C35DDB6C-F350-2AFA-3A6C-A16576732FE6}"/>
              </a:ext>
            </a:extLst>
          </p:cNvPr>
          <p:cNvPicPr>
            <a:picLocks noChangeAspect="1"/>
          </p:cNvPicPr>
          <p:nvPr/>
        </p:nvPicPr>
        <p:blipFill>
          <a:blip r:embed="rId5"/>
          <a:stretch>
            <a:fillRect/>
          </a:stretch>
        </p:blipFill>
        <p:spPr>
          <a:xfrm>
            <a:off x="6096000" y="3968981"/>
            <a:ext cx="2286000" cy="2286000"/>
          </a:xfrm>
          <a:prstGeom prst="rect">
            <a:avLst/>
          </a:prstGeom>
        </p:spPr>
      </p:pic>
      <p:pic>
        <p:nvPicPr>
          <p:cNvPr id="20" name="Picture 19" descr="Profile photo for Varun Sreekumar">
            <a:extLst>
              <a:ext uri="{FF2B5EF4-FFF2-40B4-BE49-F238E27FC236}">
                <a16:creationId xmlns:a16="http://schemas.microsoft.com/office/drawing/2014/main" id="{4F19111E-C4E5-9CED-C710-97A003960EAA}"/>
              </a:ext>
            </a:extLst>
          </p:cNvPr>
          <p:cNvPicPr>
            <a:picLocks noChangeAspect="1"/>
          </p:cNvPicPr>
          <p:nvPr/>
        </p:nvPicPr>
        <p:blipFill>
          <a:blip r:embed="rId6"/>
          <a:stretch>
            <a:fillRect/>
          </a:stretch>
        </p:blipFill>
        <p:spPr>
          <a:xfrm>
            <a:off x="6096000" y="1143000"/>
            <a:ext cx="2286000" cy="2286000"/>
          </a:xfrm>
          <a:prstGeom prst="rect">
            <a:avLst/>
          </a:prstGeom>
        </p:spPr>
      </p:pic>
      <p:pic>
        <p:nvPicPr>
          <p:cNvPr id="21" name="Picture 20" descr="Profile photo for Stacey Dana Cajita">
            <a:extLst>
              <a:ext uri="{FF2B5EF4-FFF2-40B4-BE49-F238E27FC236}">
                <a16:creationId xmlns:a16="http://schemas.microsoft.com/office/drawing/2014/main" id="{CD5AD6C1-7B50-C051-0E1C-46490B2C1870}"/>
              </a:ext>
            </a:extLst>
          </p:cNvPr>
          <p:cNvPicPr>
            <a:picLocks noChangeAspect="1"/>
          </p:cNvPicPr>
          <p:nvPr/>
        </p:nvPicPr>
        <p:blipFill>
          <a:blip r:embed="rId7"/>
          <a:stretch>
            <a:fillRect/>
          </a:stretch>
        </p:blipFill>
        <p:spPr>
          <a:xfrm>
            <a:off x="8686800" y="3979727"/>
            <a:ext cx="2286000" cy="2286000"/>
          </a:xfrm>
          <a:prstGeom prst="rect">
            <a:avLst/>
          </a:prstGeom>
        </p:spPr>
      </p:pic>
      <p:sp>
        <p:nvSpPr>
          <p:cNvPr id="22" name="Text Placeholder 12">
            <a:extLst>
              <a:ext uri="{FF2B5EF4-FFF2-40B4-BE49-F238E27FC236}">
                <a16:creationId xmlns:a16="http://schemas.microsoft.com/office/drawing/2014/main" id="{B20E41CC-F109-40FD-F5A1-95138B78C6EE}"/>
              </a:ext>
            </a:extLst>
          </p:cNvPr>
          <p:cNvSpPr txBox="1">
            <a:spLocks/>
          </p:cNvSpPr>
          <p:nvPr/>
        </p:nvSpPr>
        <p:spPr>
          <a:xfrm>
            <a:off x="8688475" y="3418912"/>
            <a:ext cx="2286000" cy="457200"/>
          </a:xfrm>
          <a:prstGeom prst="rect">
            <a:avLst/>
          </a:prstGeom>
        </p:spPr>
        <p:txBody>
          <a:bodyPr/>
          <a:lstStyle>
            <a:lvl1pPr marL="0" marR="0" indent="0" algn="l" defTabSz="914400" rtl="0" eaLnBrk="1" fontAlgn="base" latinLnBrk="0" hangingPunct="1">
              <a:lnSpc>
                <a:spcPct val="100000"/>
              </a:lnSpc>
              <a:spcBef>
                <a:spcPts val="1467"/>
              </a:spcBef>
              <a:spcAft>
                <a:spcPct val="0"/>
              </a:spcAft>
              <a:buClr>
                <a:schemeClr val="tx1"/>
              </a:buClr>
              <a:buSzPct val="90000"/>
              <a:buFont typeface="Wingdings" pitchFamily="2" charset="2"/>
              <a:buNone/>
              <a:tabLst/>
              <a:defRPr sz="1200" b="0" i="0">
                <a:solidFill>
                  <a:schemeClr val="tx1"/>
                </a:solidFill>
                <a:latin typeface="IBM Plex Sans" panose="020B0503050000000000" pitchFamily="34" charset="77"/>
                <a:ea typeface="IBM Plex Sans" charset="0"/>
                <a:cs typeface="IBM Plex Sans" charset="0"/>
              </a:defRPr>
            </a:lvl1pPr>
            <a:lvl2pPr marL="228589" indent="-228589" algn="l" rtl="0" eaLnBrk="1" fontAlgn="base" hangingPunct="1">
              <a:lnSpc>
                <a:spcPct val="100000"/>
              </a:lnSpc>
              <a:spcBef>
                <a:spcPts val="1467"/>
              </a:spcBef>
              <a:spcAft>
                <a:spcPct val="0"/>
              </a:spcAft>
              <a:buClr>
                <a:schemeClr val="tx1"/>
              </a:buClr>
              <a:buSzPct val="100000"/>
              <a:buFont typeface=".AppleSystemUIFont" charset="-120"/>
              <a:buChar char="–"/>
              <a:tabLst/>
              <a:defRPr sz="1600" b="0" i="0">
                <a:solidFill>
                  <a:srgbClr val="50565B"/>
                </a:solidFill>
                <a:latin typeface="IBM Plex Sans" panose="020B0503050000000000" pitchFamily="34" charset="77"/>
                <a:ea typeface="IBM Plex Sans" charset="0"/>
                <a:cs typeface="IBM Plex Sans" charset="0"/>
              </a:defRPr>
            </a:lvl2pPr>
            <a:lvl3pPr marL="457178" indent="-188374" algn="l" rtl="0" eaLnBrk="1" fontAlgn="base" hangingPunct="1">
              <a:lnSpc>
                <a:spcPct val="100000"/>
              </a:lnSpc>
              <a:spcBef>
                <a:spcPts val="1467"/>
              </a:spcBef>
              <a:spcAft>
                <a:spcPct val="0"/>
              </a:spcAft>
              <a:buClr>
                <a:schemeClr val="tx1"/>
              </a:buClr>
              <a:buSzPct val="100000"/>
              <a:buFont typeface="Arial" panose="020B0604020202020204" pitchFamily="34" charset="0"/>
              <a:buChar char="•"/>
              <a:tabLst/>
              <a:defRPr sz="1600" b="0" i="0">
                <a:solidFill>
                  <a:srgbClr val="50565B"/>
                </a:solidFill>
                <a:latin typeface="IBM Plex Sans" panose="020B0503050000000000" pitchFamily="34" charset="77"/>
                <a:ea typeface="IBM Plex Sans" charset="0"/>
                <a:cs typeface="IBM Plex Sans" charset="0"/>
              </a:defRPr>
            </a:lvl3pPr>
            <a:lvl4pPr marL="838158" indent="-258220" algn="l" rtl="0" eaLnBrk="1" fontAlgn="base" hangingPunct="1">
              <a:lnSpc>
                <a:spcPct val="100000"/>
              </a:lnSpc>
              <a:spcBef>
                <a:spcPts val="1467"/>
              </a:spcBef>
              <a:spcAft>
                <a:spcPct val="0"/>
              </a:spcAft>
              <a:buClr>
                <a:schemeClr val="tx1"/>
              </a:buClr>
              <a:buSzPct val="100000"/>
              <a:buFont typeface=".AppleSystemUIFont" charset="-120"/>
              <a:buChar char="–"/>
              <a:tabLst/>
              <a:defRPr sz="1600" b="0" i="0" baseline="0">
                <a:solidFill>
                  <a:srgbClr val="50565B"/>
                </a:solidFill>
                <a:latin typeface="IBM Plex Sans" panose="020B0503050000000000" pitchFamily="34" charset="77"/>
                <a:ea typeface="IBM Plex Sans" charset="0"/>
                <a:cs typeface="IBM Plex Sans" charset="0"/>
              </a:defRPr>
            </a:lvl4pPr>
            <a:lvl5pPr marL="1070980" indent="-228589" algn="l" rtl="0" eaLnBrk="1" fontAlgn="base" hangingPunct="1">
              <a:lnSpc>
                <a:spcPct val="100000"/>
              </a:lnSpc>
              <a:spcBef>
                <a:spcPts val="1467"/>
              </a:spcBef>
              <a:spcAft>
                <a:spcPct val="0"/>
              </a:spcAft>
              <a:buClr>
                <a:schemeClr val="tx1"/>
              </a:buClr>
              <a:buFont typeface=".AppleSystemUIFont" charset="-120"/>
              <a:buChar char="»"/>
              <a:tabLst/>
              <a:defRPr sz="1600" b="0" i="0">
                <a:solidFill>
                  <a:srgbClr val="50565B"/>
                </a:solidFill>
                <a:latin typeface="IBM Plex Sans" panose="020B0503050000000000" pitchFamily="34" charset="77"/>
                <a:ea typeface="IBM Plex Sans" charset="0"/>
                <a:cs typeface="IBM Plex Sans" charset="0"/>
              </a:defRPr>
            </a:lvl5pPr>
            <a:lvl6pPr marL="2111497" indent="-172882" algn="l" rtl="0" eaLnBrk="1" fontAlgn="base" hangingPunct="1">
              <a:spcBef>
                <a:spcPct val="20000"/>
              </a:spcBef>
              <a:spcAft>
                <a:spcPct val="0"/>
              </a:spcAft>
              <a:buClr>
                <a:schemeClr val="bg1"/>
              </a:buClr>
              <a:buChar char="»"/>
              <a:defRPr sz="1692">
                <a:solidFill>
                  <a:schemeClr val="bg1"/>
                </a:solidFill>
                <a:latin typeface="Arial" charset="0"/>
              </a:defRPr>
            </a:lvl6pPr>
            <a:lvl7pPr marL="2594891" indent="-172882" algn="l" rtl="0" eaLnBrk="1" fontAlgn="base" hangingPunct="1">
              <a:spcBef>
                <a:spcPct val="20000"/>
              </a:spcBef>
              <a:spcAft>
                <a:spcPct val="0"/>
              </a:spcAft>
              <a:buClr>
                <a:schemeClr val="bg1"/>
              </a:buClr>
              <a:buChar char="»"/>
              <a:defRPr sz="1692">
                <a:solidFill>
                  <a:schemeClr val="bg1"/>
                </a:solidFill>
                <a:latin typeface="Arial" charset="0"/>
              </a:defRPr>
            </a:lvl7pPr>
            <a:lvl8pPr marL="3078287" indent="-172882" algn="l" rtl="0" eaLnBrk="1" fontAlgn="base" hangingPunct="1">
              <a:spcBef>
                <a:spcPct val="20000"/>
              </a:spcBef>
              <a:spcAft>
                <a:spcPct val="0"/>
              </a:spcAft>
              <a:buClr>
                <a:schemeClr val="bg1"/>
              </a:buClr>
              <a:buChar char="»"/>
              <a:defRPr sz="1692">
                <a:solidFill>
                  <a:schemeClr val="bg1"/>
                </a:solidFill>
                <a:latin typeface="Arial" charset="0"/>
              </a:defRPr>
            </a:lvl8pPr>
            <a:lvl9pPr marL="3561683" indent="-172882" algn="l" rtl="0" eaLnBrk="1" fontAlgn="base" hangingPunct="1">
              <a:spcBef>
                <a:spcPct val="20000"/>
              </a:spcBef>
              <a:spcAft>
                <a:spcPct val="0"/>
              </a:spcAft>
              <a:buClr>
                <a:schemeClr val="bg1"/>
              </a:buClr>
              <a:buChar char="»"/>
              <a:defRPr sz="1692">
                <a:solidFill>
                  <a:schemeClr val="bg1"/>
                </a:solidFill>
                <a:latin typeface="Arial" charset="0"/>
              </a:defRPr>
            </a:lvl9pPr>
          </a:lstStyle>
          <a:p>
            <a:pPr algn="ctr"/>
            <a:r>
              <a:rPr lang="en-US" kern="0" dirty="0">
                <a:latin typeface="IBM Plex Sans Medm" panose="020B0503050203000203" pitchFamily="34" charset="0"/>
              </a:rPr>
              <a:t>Bansini Doshi</a:t>
            </a:r>
            <a:br>
              <a:rPr lang="en-US" kern="0" dirty="0"/>
            </a:br>
            <a:r>
              <a:rPr lang="en-US" kern="0" dirty="0"/>
              <a:t>Facilitator</a:t>
            </a:r>
          </a:p>
        </p:txBody>
      </p:sp>
      <p:sp>
        <p:nvSpPr>
          <p:cNvPr id="23" name="Text Placeholder 12">
            <a:extLst>
              <a:ext uri="{FF2B5EF4-FFF2-40B4-BE49-F238E27FC236}">
                <a16:creationId xmlns:a16="http://schemas.microsoft.com/office/drawing/2014/main" id="{DE459271-8F5D-1E2B-6F41-BED182F7BBDF}"/>
              </a:ext>
            </a:extLst>
          </p:cNvPr>
          <p:cNvSpPr txBox="1">
            <a:spLocks/>
          </p:cNvSpPr>
          <p:nvPr/>
        </p:nvSpPr>
        <p:spPr>
          <a:xfrm>
            <a:off x="6096000" y="6252548"/>
            <a:ext cx="2286000" cy="457200"/>
          </a:xfrm>
          <a:prstGeom prst="rect">
            <a:avLst/>
          </a:prstGeom>
        </p:spPr>
        <p:txBody>
          <a:bodyPr/>
          <a:lstStyle>
            <a:lvl1pPr marL="0" marR="0" indent="0" algn="l" defTabSz="914400" rtl="0" eaLnBrk="1" fontAlgn="base" latinLnBrk="0" hangingPunct="1">
              <a:lnSpc>
                <a:spcPct val="100000"/>
              </a:lnSpc>
              <a:spcBef>
                <a:spcPts val="1467"/>
              </a:spcBef>
              <a:spcAft>
                <a:spcPct val="0"/>
              </a:spcAft>
              <a:buClr>
                <a:schemeClr val="tx1"/>
              </a:buClr>
              <a:buSzPct val="90000"/>
              <a:buFont typeface="Wingdings" pitchFamily="2" charset="2"/>
              <a:buNone/>
              <a:tabLst/>
              <a:defRPr sz="1200" b="0" i="0">
                <a:solidFill>
                  <a:schemeClr val="tx1"/>
                </a:solidFill>
                <a:latin typeface="IBM Plex Sans" panose="020B0503050000000000" pitchFamily="34" charset="77"/>
                <a:ea typeface="IBM Plex Sans" charset="0"/>
                <a:cs typeface="IBM Plex Sans" charset="0"/>
              </a:defRPr>
            </a:lvl1pPr>
            <a:lvl2pPr marL="228589" indent="-228589" algn="l" rtl="0" eaLnBrk="1" fontAlgn="base" hangingPunct="1">
              <a:lnSpc>
                <a:spcPct val="100000"/>
              </a:lnSpc>
              <a:spcBef>
                <a:spcPts val="1467"/>
              </a:spcBef>
              <a:spcAft>
                <a:spcPct val="0"/>
              </a:spcAft>
              <a:buClr>
                <a:schemeClr val="tx1"/>
              </a:buClr>
              <a:buSzPct val="100000"/>
              <a:buFont typeface=".AppleSystemUIFont" charset="-120"/>
              <a:buChar char="–"/>
              <a:tabLst/>
              <a:defRPr sz="1600" b="0" i="0">
                <a:solidFill>
                  <a:srgbClr val="50565B"/>
                </a:solidFill>
                <a:latin typeface="IBM Plex Sans" panose="020B0503050000000000" pitchFamily="34" charset="77"/>
                <a:ea typeface="IBM Plex Sans" charset="0"/>
                <a:cs typeface="IBM Plex Sans" charset="0"/>
              </a:defRPr>
            </a:lvl2pPr>
            <a:lvl3pPr marL="457178" indent="-188374" algn="l" rtl="0" eaLnBrk="1" fontAlgn="base" hangingPunct="1">
              <a:lnSpc>
                <a:spcPct val="100000"/>
              </a:lnSpc>
              <a:spcBef>
                <a:spcPts val="1467"/>
              </a:spcBef>
              <a:spcAft>
                <a:spcPct val="0"/>
              </a:spcAft>
              <a:buClr>
                <a:schemeClr val="tx1"/>
              </a:buClr>
              <a:buSzPct val="100000"/>
              <a:buFont typeface="Arial" panose="020B0604020202020204" pitchFamily="34" charset="0"/>
              <a:buChar char="•"/>
              <a:tabLst/>
              <a:defRPr sz="1600" b="0" i="0">
                <a:solidFill>
                  <a:srgbClr val="50565B"/>
                </a:solidFill>
                <a:latin typeface="IBM Plex Sans" panose="020B0503050000000000" pitchFamily="34" charset="77"/>
                <a:ea typeface="IBM Plex Sans" charset="0"/>
                <a:cs typeface="IBM Plex Sans" charset="0"/>
              </a:defRPr>
            </a:lvl3pPr>
            <a:lvl4pPr marL="838158" indent="-258220" algn="l" rtl="0" eaLnBrk="1" fontAlgn="base" hangingPunct="1">
              <a:lnSpc>
                <a:spcPct val="100000"/>
              </a:lnSpc>
              <a:spcBef>
                <a:spcPts val="1467"/>
              </a:spcBef>
              <a:spcAft>
                <a:spcPct val="0"/>
              </a:spcAft>
              <a:buClr>
                <a:schemeClr val="tx1"/>
              </a:buClr>
              <a:buSzPct val="100000"/>
              <a:buFont typeface=".AppleSystemUIFont" charset="-120"/>
              <a:buChar char="–"/>
              <a:tabLst/>
              <a:defRPr sz="1600" b="0" i="0" baseline="0">
                <a:solidFill>
                  <a:srgbClr val="50565B"/>
                </a:solidFill>
                <a:latin typeface="IBM Plex Sans" panose="020B0503050000000000" pitchFamily="34" charset="77"/>
                <a:ea typeface="IBM Plex Sans" charset="0"/>
                <a:cs typeface="IBM Plex Sans" charset="0"/>
              </a:defRPr>
            </a:lvl4pPr>
            <a:lvl5pPr marL="1070980" indent="-228589" algn="l" rtl="0" eaLnBrk="1" fontAlgn="base" hangingPunct="1">
              <a:lnSpc>
                <a:spcPct val="100000"/>
              </a:lnSpc>
              <a:spcBef>
                <a:spcPts val="1467"/>
              </a:spcBef>
              <a:spcAft>
                <a:spcPct val="0"/>
              </a:spcAft>
              <a:buClr>
                <a:schemeClr val="tx1"/>
              </a:buClr>
              <a:buFont typeface=".AppleSystemUIFont" charset="-120"/>
              <a:buChar char="»"/>
              <a:tabLst/>
              <a:defRPr sz="1600" b="0" i="0">
                <a:solidFill>
                  <a:srgbClr val="50565B"/>
                </a:solidFill>
                <a:latin typeface="IBM Plex Sans" panose="020B0503050000000000" pitchFamily="34" charset="77"/>
                <a:ea typeface="IBM Plex Sans" charset="0"/>
                <a:cs typeface="IBM Plex Sans" charset="0"/>
              </a:defRPr>
            </a:lvl5pPr>
            <a:lvl6pPr marL="2111497" indent="-172882" algn="l" rtl="0" eaLnBrk="1" fontAlgn="base" hangingPunct="1">
              <a:spcBef>
                <a:spcPct val="20000"/>
              </a:spcBef>
              <a:spcAft>
                <a:spcPct val="0"/>
              </a:spcAft>
              <a:buClr>
                <a:schemeClr val="bg1"/>
              </a:buClr>
              <a:buChar char="»"/>
              <a:defRPr sz="1692">
                <a:solidFill>
                  <a:schemeClr val="bg1"/>
                </a:solidFill>
                <a:latin typeface="Arial" charset="0"/>
              </a:defRPr>
            </a:lvl6pPr>
            <a:lvl7pPr marL="2594891" indent="-172882" algn="l" rtl="0" eaLnBrk="1" fontAlgn="base" hangingPunct="1">
              <a:spcBef>
                <a:spcPct val="20000"/>
              </a:spcBef>
              <a:spcAft>
                <a:spcPct val="0"/>
              </a:spcAft>
              <a:buClr>
                <a:schemeClr val="bg1"/>
              </a:buClr>
              <a:buChar char="»"/>
              <a:defRPr sz="1692">
                <a:solidFill>
                  <a:schemeClr val="bg1"/>
                </a:solidFill>
                <a:latin typeface="Arial" charset="0"/>
              </a:defRPr>
            </a:lvl7pPr>
            <a:lvl8pPr marL="3078287" indent="-172882" algn="l" rtl="0" eaLnBrk="1" fontAlgn="base" hangingPunct="1">
              <a:spcBef>
                <a:spcPct val="20000"/>
              </a:spcBef>
              <a:spcAft>
                <a:spcPct val="0"/>
              </a:spcAft>
              <a:buClr>
                <a:schemeClr val="bg1"/>
              </a:buClr>
              <a:buChar char="»"/>
              <a:defRPr sz="1692">
                <a:solidFill>
                  <a:schemeClr val="bg1"/>
                </a:solidFill>
                <a:latin typeface="Arial" charset="0"/>
              </a:defRPr>
            </a:lvl8pPr>
            <a:lvl9pPr marL="3561683" indent="-172882" algn="l" rtl="0" eaLnBrk="1" fontAlgn="base" hangingPunct="1">
              <a:spcBef>
                <a:spcPct val="20000"/>
              </a:spcBef>
              <a:spcAft>
                <a:spcPct val="0"/>
              </a:spcAft>
              <a:buClr>
                <a:schemeClr val="bg1"/>
              </a:buClr>
              <a:buChar char="»"/>
              <a:defRPr sz="1692">
                <a:solidFill>
                  <a:schemeClr val="bg1"/>
                </a:solidFill>
                <a:latin typeface="Arial" charset="0"/>
              </a:defRPr>
            </a:lvl9pPr>
          </a:lstStyle>
          <a:p>
            <a:pPr algn="ctr"/>
            <a:r>
              <a:rPr lang="en-US" kern="0" dirty="0">
                <a:latin typeface="IBM Plex Sans Medm" panose="020B0503050203000203" pitchFamily="34" charset="0"/>
              </a:rPr>
              <a:t>Dustin Le</a:t>
            </a:r>
            <a:br>
              <a:rPr lang="en-US" kern="0" dirty="0"/>
            </a:br>
            <a:r>
              <a:rPr lang="en-US" kern="0" dirty="0"/>
              <a:t>Technical Expert</a:t>
            </a:r>
          </a:p>
        </p:txBody>
      </p:sp>
      <p:sp>
        <p:nvSpPr>
          <p:cNvPr id="24" name="Text Placeholder 12">
            <a:extLst>
              <a:ext uri="{FF2B5EF4-FFF2-40B4-BE49-F238E27FC236}">
                <a16:creationId xmlns:a16="http://schemas.microsoft.com/office/drawing/2014/main" id="{4EE1D670-096B-D370-F2A6-8815B2073645}"/>
              </a:ext>
            </a:extLst>
          </p:cNvPr>
          <p:cNvSpPr txBox="1">
            <a:spLocks/>
          </p:cNvSpPr>
          <p:nvPr/>
        </p:nvSpPr>
        <p:spPr>
          <a:xfrm>
            <a:off x="8688475" y="6252548"/>
            <a:ext cx="2286000" cy="457200"/>
          </a:xfrm>
          <a:prstGeom prst="rect">
            <a:avLst/>
          </a:prstGeom>
        </p:spPr>
        <p:txBody>
          <a:bodyPr/>
          <a:lstStyle>
            <a:lvl1pPr marL="0" marR="0" indent="0" algn="l" defTabSz="914400" rtl="0" eaLnBrk="1" fontAlgn="base" latinLnBrk="0" hangingPunct="1">
              <a:lnSpc>
                <a:spcPct val="100000"/>
              </a:lnSpc>
              <a:spcBef>
                <a:spcPts val="1467"/>
              </a:spcBef>
              <a:spcAft>
                <a:spcPct val="0"/>
              </a:spcAft>
              <a:buClr>
                <a:schemeClr val="tx1"/>
              </a:buClr>
              <a:buSzPct val="90000"/>
              <a:buFont typeface="Wingdings" pitchFamily="2" charset="2"/>
              <a:buNone/>
              <a:tabLst/>
              <a:defRPr sz="1200" b="0" i="0">
                <a:solidFill>
                  <a:schemeClr val="tx1"/>
                </a:solidFill>
                <a:latin typeface="IBM Plex Sans" panose="020B0503050000000000" pitchFamily="34" charset="77"/>
                <a:ea typeface="IBM Plex Sans" charset="0"/>
                <a:cs typeface="IBM Plex Sans" charset="0"/>
              </a:defRPr>
            </a:lvl1pPr>
            <a:lvl2pPr marL="228589" indent="-228589" algn="l" rtl="0" eaLnBrk="1" fontAlgn="base" hangingPunct="1">
              <a:lnSpc>
                <a:spcPct val="100000"/>
              </a:lnSpc>
              <a:spcBef>
                <a:spcPts val="1467"/>
              </a:spcBef>
              <a:spcAft>
                <a:spcPct val="0"/>
              </a:spcAft>
              <a:buClr>
                <a:schemeClr val="tx1"/>
              </a:buClr>
              <a:buSzPct val="100000"/>
              <a:buFont typeface=".AppleSystemUIFont" charset="-120"/>
              <a:buChar char="–"/>
              <a:tabLst/>
              <a:defRPr sz="1600" b="0" i="0">
                <a:solidFill>
                  <a:srgbClr val="50565B"/>
                </a:solidFill>
                <a:latin typeface="IBM Plex Sans" panose="020B0503050000000000" pitchFamily="34" charset="77"/>
                <a:ea typeface="IBM Plex Sans" charset="0"/>
                <a:cs typeface="IBM Plex Sans" charset="0"/>
              </a:defRPr>
            </a:lvl2pPr>
            <a:lvl3pPr marL="457178" indent="-188374" algn="l" rtl="0" eaLnBrk="1" fontAlgn="base" hangingPunct="1">
              <a:lnSpc>
                <a:spcPct val="100000"/>
              </a:lnSpc>
              <a:spcBef>
                <a:spcPts val="1467"/>
              </a:spcBef>
              <a:spcAft>
                <a:spcPct val="0"/>
              </a:spcAft>
              <a:buClr>
                <a:schemeClr val="tx1"/>
              </a:buClr>
              <a:buSzPct val="100000"/>
              <a:buFont typeface="Arial" panose="020B0604020202020204" pitchFamily="34" charset="0"/>
              <a:buChar char="•"/>
              <a:tabLst/>
              <a:defRPr sz="1600" b="0" i="0">
                <a:solidFill>
                  <a:srgbClr val="50565B"/>
                </a:solidFill>
                <a:latin typeface="IBM Plex Sans" panose="020B0503050000000000" pitchFamily="34" charset="77"/>
                <a:ea typeface="IBM Plex Sans" charset="0"/>
                <a:cs typeface="IBM Plex Sans" charset="0"/>
              </a:defRPr>
            </a:lvl3pPr>
            <a:lvl4pPr marL="838158" indent="-258220" algn="l" rtl="0" eaLnBrk="1" fontAlgn="base" hangingPunct="1">
              <a:lnSpc>
                <a:spcPct val="100000"/>
              </a:lnSpc>
              <a:spcBef>
                <a:spcPts val="1467"/>
              </a:spcBef>
              <a:spcAft>
                <a:spcPct val="0"/>
              </a:spcAft>
              <a:buClr>
                <a:schemeClr val="tx1"/>
              </a:buClr>
              <a:buSzPct val="100000"/>
              <a:buFont typeface=".AppleSystemUIFont" charset="-120"/>
              <a:buChar char="–"/>
              <a:tabLst/>
              <a:defRPr sz="1600" b="0" i="0" baseline="0">
                <a:solidFill>
                  <a:srgbClr val="50565B"/>
                </a:solidFill>
                <a:latin typeface="IBM Plex Sans" panose="020B0503050000000000" pitchFamily="34" charset="77"/>
                <a:ea typeface="IBM Plex Sans" charset="0"/>
                <a:cs typeface="IBM Plex Sans" charset="0"/>
              </a:defRPr>
            </a:lvl4pPr>
            <a:lvl5pPr marL="1070980" indent="-228589" algn="l" rtl="0" eaLnBrk="1" fontAlgn="base" hangingPunct="1">
              <a:lnSpc>
                <a:spcPct val="100000"/>
              </a:lnSpc>
              <a:spcBef>
                <a:spcPts val="1467"/>
              </a:spcBef>
              <a:spcAft>
                <a:spcPct val="0"/>
              </a:spcAft>
              <a:buClr>
                <a:schemeClr val="tx1"/>
              </a:buClr>
              <a:buFont typeface=".AppleSystemUIFont" charset="-120"/>
              <a:buChar char="»"/>
              <a:tabLst/>
              <a:defRPr sz="1600" b="0" i="0">
                <a:solidFill>
                  <a:srgbClr val="50565B"/>
                </a:solidFill>
                <a:latin typeface="IBM Plex Sans" panose="020B0503050000000000" pitchFamily="34" charset="77"/>
                <a:ea typeface="IBM Plex Sans" charset="0"/>
                <a:cs typeface="IBM Plex Sans" charset="0"/>
              </a:defRPr>
            </a:lvl5pPr>
            <a:lvl6pPr marL="2111497" indent="-172882" algn="l" rtl="0" eaLnBrk="1" fontAlgn="base" hangingPunct="1">
              <a:spcBef>
                <a:spcPct val="20000"/>
              </a:spcBef>
              <a:spcAft>
                <a:spcPct val="0"/>
              </a:spcAft>
              <a:buClr>
                <a:schemeClr val="bg1"/>
              </a:buClr>
              <a:buChar char="»"/>
              <a:defRPr sz="1692">
                <a:solidFill>
                  <a:schemeClr val="bg1"/>
                </a:solidFill>
                <a:latin typeface="Arial" charset="0"/>
              </a:defRPr>
            </a:lvl6pPr>
            <a:lvl7pPr marL="2594891" indent="-172882" algn="l" rtl="0" eaLnBrk="1" fontAlgn="base" hangingPunct="1">
              <a:spcBef>
                <a:spcPct val="20000"/>
              </a:spcBef>
              <a:spcAft>
                <a:spcPct val="0"/>
              </a:spcAft>
              <a:buClr>
                <a:schemeClr val="bg1"/>
              </a:buClr>
              <a:buChar char="»"/>
              <a:defRPr sz="1692">
                <a:solidFill>
                  <a:schemeClr val="bg1"/>
                </a:solidFill>
                <a:latin typeface="Arial" charset="0"/>
              </a:defRPr>
            </a:lvl7pPr>
            <a:lvl8pPr marL="3078287" indent="-172882" algn="l" rtl="0" eaLnBrk="1" fontAlgn="base" hangingPunct="1">
              <a:spcBef>
                <a:spcPct val="20000"/>
              </a:spcBef>
              <a:spcAft>
                <a:spcPct val="0"/>
              </a:spcAft>
              <a:buClr>
                <a:schemeClr val="bg1"/>
              </a:buClr>
              <a:buChar char="»"/>
              <a:defRPr sz="1692">
                <a:solidFill>
                  <a:schemeClr val="bg1"/>
                </a:solidFill>
                <a:latin typeface="Arial" charset="0"/>
              </a:defRPr>
            </a:lvl8pPr>
            <a:lvl9pPr marL="3561683" indent="-172882" algn="l" rtl="0" eaLnBrk="1" fontAlgn="base" hangingPunct="1">
              <a:spcBef>
                <a:spcPct val="20000"/>
              </a:spcBef>
              <a:spcAft>
                <a:spcPct val="0"/>
              </a:spcAft>
              <a:buClr>
                <a:schemeClr val="bg1"/>
              </a:buClr>
              <a:buChar char="»"/>
              <a:defRPr sz="1692">
                <a:solidFill>
                  <a:schemeClr val="bg1"/>
                </a:solidFill>
                <a:latin typeface="Arial" charset="0"/>
              </a:defRPr>
            </a:lvl9pPr>
          </a:lstStyle>
          <a:p>
            <a:pPr algn="ctr"/>
            <a:r>
              <a:rPr lang="en-US" kern="0" dirty="0">
                <a:latin typeface="IBM Plex Sans Medm" panose="020B0503050203000203" pitchFamily="34" charset="0"/>
              </a:rPr>
              <a:t>Stacey Dana </a:t>
            </a:r>
            <a:r>
              <a:rPr lang="en-US" kern="0" dirty="0" err="1">
                <a:latin typeface="IBM Plex Sans Medm" panose="020B0503050203000203" pitchFamily="34" charset="0"/>
              </a:rPr>
              <a:t>Cajita</a:t>
            </a:r>
            <a:br>
              <a:rPr lang="en-US" kern="0" dirty="0"/>
            </a:br>
            <a:r>
              <a:rPr lang="en-US" kern="0" dirty="0"/>
              <a:t>Design Facilitator</a:t>
            </a:r>
          </a:p>
        </p:txBody>
      </p:sp>
      <p:sp>
        <p:nvSpPr>
          <p:cNvPr id="31" name="Text Placeholder 12">
            <a:extLst>
              <a:ext uri="{FF2B5EF4-FFF2-40B4-BE49-F238E27FC236}">
                <a16:creationId xmlns:a16="http://schemas.microsoft.com/office/drawing/2014/main" id="{D99D0BCA-0DBF-BC5D-639C-78E9AEA7495A}"/>
              </a:ext>
            </a:extLst>
          </p:cNvPr>
          <p:cNvSpPr txBox="1">
            <a:spLocks/>
          </p:cNvSpPr>
          <p:nvPr/>
        </p:nvSpPr>
        <p:spPr>
          <a:xfrm>
            <a:off x="398585" y="3401327"/>
            <a:ext cx="2286000" cy="457200"/>
          </a:xfrm>
          <a:prstGeom prst="rect">
            <a:avLst/>
          </a:prstGeom>
        </p:spPr>
        <p:txBody>
          <a:bodyPr/>
          <a:lstStyle>
            <a:lvl1pPr marL="0" marR="0" indent="0" algn="l" defTabSz="914400" rtl="0" eaLnBrk="1" fontAlgn="base" latinLnBrk="0" hangingPunct="1">
              <a:lnSpc>
                <a:spcPct val="100000"/>
              </a:lnSpc>
              <a:spcBef>
                <a:spcPts val="1467"/>
              </a:spcBef>
              <a:spcAft>
                <a:spcPct val="0"/>
              </a:spcAft>
              <a:buClr>
                <a:schemeClr val="tx1"/>
              </a:buClr>
              <a:buSzPct val="90000"/>
              <a:buFont typeface="Wingdings" pitchFamily="2" charset="2"/>
              <a:buNone/>
              <a:tabLst/>
              <a:defRPr sz="1200" b="0" i="0">
                <a:solidFill>
                  <a:schemeClr val="tx1"/>
                </a:solidFill>
                <a:latin typeface="IBM Plex Sans" panose="020B0503050000000000" pitchFamily="34" charset="77"/>
                <a:ea typeface="IBM Plex Sans" charset="0"/>
                <a:cs typeface="IBM Plex Sans" charset="0"/>
              </a:defRPr>
            </a:lvl1pPr>
            <a:lvl2pPr marL="228589" indent="-228589" algn="l" rtl="0" eaLnBrk="1" fontAlgn="base" hangingPunct="1">
              <a:lnSpc>
                <a:spcPct val="100000"/>
              </a:lnSpc>
              <a:spcBef>
                <a:spcPts val="1467"/>
              </a:spcBef>
              <a:spcAft>
                <a:spcPct val="0"/>
              </a:spcAft>
              <a:buClr>
                <a:schemeClr val="tx1"/>
              </a:buClr>
              <a:buSzPct val="100000"/>
              <a:buFont typeface=".AppleSystemUIFont" charset="-120"/>
              <a:buChar char="–"/>
              <a:tabLst/>
              <a:defRPr sz="1600" b="0" i="0">
                <a:solidFill>
                  <a:srgbClr val="50565B"/>
                </a:solidFill>
                <a:latin typeface="IBM Plex Sans" panose="020B0503050000000000" pitchFamily="34" charset="77"/>
                <a:ea typeface="IBM Plex Sans" charset="0"/>
                <a:cs typeface="IBM Plex Sans" charset="0"/>
              </a:defRPr>
            </a:lvl2pPr>
            <a:lvl3pPr marL="457178" indent="-188374" algn="l" rtl="0" eaLnBrk="1" fontAlgn="base" hangingPunct="1">
              <a:lnSpc>
                <a:spcPct val="100000"/>
              </a:lnSpc>
              <a:spcBef>
                <a:spcPts val="1467"/>
              </a:spcBef>
              <a:spcAft>
                <a:spcPct val="0"/>
              </a:spcAft>
              <a:buClr>
                <a:schemeClr val="tx1"/>
              </a:buClr>
              <a:buSzPct val="100000"/>
              <a:buFont typeface="Arial" panose="020B0604020202020204" pitchFamily="34" charset="0"/>
              <a:buChar char="•"/>
              <a:tabLst/>
              <a:defRPr sz="1600" b="0" i="0">
                <a:solidFill>
                  <a:srgbClr val="50565B"/>
                </a:solidFill>
                <a:latin typeface="IBM Plex Sans" panose="020B0503050000000000" pitchFamily="34" charset="77"/>
                <a:ea typeface="IBM Plex Sans" charset="0"/>
                <a:cs typeface="IBM Plex Sans" charset="0"/>
              </a:defRPr>
            </a:lvl3pPr>
            <a:lvl4pPr marL="838158" indent="-258220" algn="l" rtl="0" eaLnBrk="1" fontAlgn="base" hangingPunct="1">
              <a:lnSpc>
                <a:spcPct val="100000"/>
              </a:lnSpc>
              <a:spcBef>
                <a:spcPts val="1467"/>
              </a:spcBef>
              <a:spcAft>
                <a:spcPct val="0"/>
              </a:spcAft>
              <a:buClr>
                <a:schemeClr val="tx1"/>
              </a:buClr>
              <a:buSzPct val="100000"/>
              <a:buFont typeface=".AppleSystemUIFont" charset="-120"/>
              <a:buChar char="–"/>
              <a:tabLst/>
              <a:defRPr sz="1600" b="0" i="0" baseline="0">
                <a:solidFill>
                  <a:srgbClr val="50565B"/>
                </a:solidFill>
                <a:latin typeface="IBM Plex Sans" panose="020B0503050000000000" pitchFamily="34" charset="77"/>
                <a:ea typeface="IBM Plex Sans" charset="0"/>
                <a:cs typeface="IBM Plex Sans" charset="0"/>
              </a:defRPr>
            </a:lvl4pPr>
            <a:lvl5pPr marL="1070980" indent="-228589" algn="l" rtl="0" eaLnBrk="1" fontAlgn="base" hangingPunct="1">
              <a:lnSpc>
                <a:spcPct val="100000"/>
              </a:lnSpc>
              <a:spcBef>
                <a:spcPts val="1467"/>
              </a:spcBef>
              <a:spcAft>
                <a:spcPct val="0"/>
              </a:spcAft>
              <a:buClr>
                <a:schemeClr val="tx1"/>
              </a:buClr>
              <a:buFont typeface=".AppleSystemUIFont" charset="-120"/>
              <a:buChar char="»"/>
              <a:tabLst/>
              <a:defRPr sz="1600" b="0" i="0">
                <a:solidFill>
                  <a:srgbClr val="50565B"/>
                </a:solidFill>
                <a:latin typeface="IBM Plex Sans" panose="020B0503050000000000" pitchFamily="34" charset="77"/>
                <a:ea typeface="IBM Plex Sans" charset="0"/>
                <a:cs typeface="IBM Plex Sans" charset="0"/>
              </a:defRPr>
            </a:lvl5pPr>
            <a:lvl6pPr marL="2111497" indent="-172882" algn="l" rtl="0" eaLnBrk="1" fontAlgn="base" hangingPunct="1">
              <a:spcBef>
                <a:spcPct val="20000"/>
              </a:spcBef>
              <a:spcAft>
                <a:spcPct val="0"/>
              </a:spcAft>
              <a:buClr>
                <a:schemeClr val="bg1"/>
              </a:buClr>
              <a:buChar char="»"/>
              <a:defRPr sz="1692">
                <a:solidFill>
                  <a:schemeClr val="bg1"/>
                </a:solidFill>
                <a:latin typeface="Arial" charset="0"/>
              </a:defRPr>
            </a:lvl6pPr>
            <a:lvl7pPr marL="2594891" indent="-172882" algn="l" rtl="0" eaLnBrk="1" fontAlgn="base" hangingPunct="1">
              <a:spcBef>
                <a:spcPct val="20000"/>
              </a:spcBef>
              <a:spcAft>
                <a:spcPct val="0"/>
              </a:spcAft>
              <a:buClr>
                <a:schemeClr val="bg1"/>
              </a:buClr>
              <a:buChar char="»"/>
              <a:defRPr sz="1692">
                <a:solidFill>
                  <a:schemeClr val="bg1"/>
                </a:solidFill>
                <a:latin typeface="Arial" charset="0"/>
              </a:defRPr>
            </a:lvl7pPr>
            <a:lvl8pPr marL="3078287" indent="-172882" algn="l" rtl="0" eaLnBrk="1" fontAlgn="base" hangingPunct="1">
              <a:spcBef>
                <a:spcPct val="20000"/>
              </a:spcBef>
              <a:spcAft>
                <a:spcPct val="0"/>
              </a:spcAft>
              <a:buClr>
                <a:schemeClr val="bg1"/>
              </a:buClr>
              <a:buChar char="»"/>
              <a:defRPr sz="1692">
                <a:solidFill>
                  <a:schemeClr val="bg1"/>
                </a:solidFill>
                <a:latin typeface="Arial" charset="0"/>
              </a:defRPr>
            </a:lvl8pPr>
            <a:lvl9pPr marL="3561683" indent="-172882" algn="l" rtl="0" eaLnBrk="1" fontAlgn="base" hangingPunct="1">
              <a:spcBef>
                <a:spcPct val="20000"/>
              </a:spcBef>
              <a:spcAft>
                <a:spcPct val="0"/>
              </a:spcAft>
              <a:buClr>
                <a:schemeClr val="bg1"/>
              </a:buClr>
              <a:buChar char="»"/>
              <a:defRPr sz="1692">
                <a:solidFill>
                  <a:schemeClr val="bg1"/>
                </a:solidFill>
                <a:latin typeface="Arial" charset="0"/>
              </a:defRPr>
            </a:lvl9pPr>
          </a:lstStyle>
          <a:p>
            <a:pPr algn="ctr"/>
            <a:r>
              <a:rPr lang="en-US" kern="0" dirty="0">
                <a:latin typeface="IBM Plex Sans Medm" panose="020B0503050203000203" pitchFamily="34" charset="0"/>
              </a:rPr>
              <a:t>Reina Sato</a:t>
            </a:r>
            <a:br>
              <a:rPr lang="en-US" kern="0" dirty="0"/>
            </a:br>
            <a:r>
              <a:rPr lang="en-US" kern="0" dirty="0"/>
              <a:t>Data &amp; AI Specialist</a:t>
            </a:r>
          </a:p>
        </p:txBody>
      </p:sp>
      <p:sp>
        <p:nvSpPr>
          <p:cNvPr id="32" name="Text Placeholder 12">
            <a:extLst>
              <a:ext uri="{FF2B5EF4-FFF2-40B4-BE49-F238E27FC236}">
                <a16:creationId xmlns:a16="http://schemas.microsoft.com/office/drawing/2014/main" id="{8D8506E0-E77A-D33B-5F2E-625D77D7FDFF}"/>
              </a:ext>
            </a:extLst>
          </p:cNvPr>
          <p:cNvSpPr txBox="1">
            <a:spLocks/>
          </p:cNvSpPr>
          <p:nvPr/>
        </p:nvSpPr>
        <p:spPr>
          <a:xfrm>
            <a:off x="2991060" y="3401327"/>
            <a:ext cx="2286000" cy="457200"/>
          </a:xfrm>
          <a:prstGeom prst="rect">
            <a:avLst/>
          </a:prstGeom>
        </p:spPr>
        <p:txBody>
          <a:bodyPr/>
          <a:lstStyle>
            <a:lvl1pPr marL="0" marR="0" indent="0" algn="l" defTabSz="914400" rtl="0" eaLnBrk="1" fontAlgn="base" latinLnBrk="0" hangingPunct="1">
              <a:lnSpc>
                <a:spcPct val="100000"/>
              </a:lnSpc>
              <a:spcBef>
                <a:spcPts val="1467"/>
              </a:spcBef>
              <a:spcAft>
                <a:spcPct val="0"/>
              </a:spcAft>
              <a:buClr>
                <a:schemeClr val="tx1"/>
              </a:buClr>
              <a:buSzPct val="90000"/>
              <a:buFont typeface="Wingdings" pitchFamily="2" charset="2"/>
              <a:buNone/>
              <a:tabLst/>
              <a:defRPr sz="1200" b="0" i="0">
                <a:solidFill>
                  <a:schemeClr val="tx1"/>
                </a:solidFill>
                <a:latin typeface="IBM Plex Sans" panose="020B0503050000000000" pitchFamily="34" charset="77"/>
                <a:ea typeface="IBM Plex Sans" charset="0"/>
                <a:cs typeface="IBM Plex Sans" charset="0"/>
              </a:defRPr>
            </a:lvl1pPr>
            <a:lvl2pPr marL="228589" indent="-228589" algn="l" rtl="0" eaLnBrk="1" fontAlgn="base" hangingPunct="1">
              <a:lnSpc>
                <a:spcPct val="100000"/>
              </a:lnSpc>
              <a:spcBef>
                <a:spcPts val="1467"/>
              </a:spcBef>
              <a:spcAft>
                <a:spcPct val="0"/>
              </a:spcAft>
              <a:buClr>
                <a:schemeClr val="tx1"/>
              </a:buClr>
              <a:buSzPct val="100000"/>
              <a:buFont typeface=".AppleSystemUIFont" charset="-120"/>
              <a:buChar char="–"/>
              <a:tabLst/>
              <a:defRPr sz="1600" b="0" i="0">
                <a:solidFill>
                  <a:srgbClr val="50565B"/>
                </a:solidFill>
                <a:latin typeface="IBM Plex Sans" panose="020B0503050000000000" pitchFamily="34" charset="77"/>
                <a:ea typeface="IBM Plex Sans" charset="0"/>
                <a:cs typeface="IBM Plex Sans" charset="0"/>
              </a:defRPr>
            </a:lvl2pPr>
            <a:lvl3pPr marL="457178" indent="-188374" algn="l" rtl="0" eaLnBrk="1" fontAlgn="base" hangingPunct="1">
              <a:lnSpc>
                <a:spcPct val="100000"/>
              </a:lnSpc>
              <a:spcBef>
                <a:spcPts val="1467"/>
              </a:spcBef>
              <a:spcAft>
                <a:spcPct val="0"/>
              </a:spcAft>
              <a:buClr>
                <a:schemeClr val="tx1"/>
              </a:buClr>
              <a:buSzPct val="100000"/>
              <a:buFont typeface="Arial" panose="020B0604020202020204" pitchFamily="34" charset="0"/>
              <a:buChar char="•"/>
              <a:tabLst/>
              <a:defRPr sz="1600" b="0" i="0">
                <a:solidFill>
                  <a:srgbClr val="50565B"/>
                </a:solidFill>
                <a:latin typeface="IBM Plex Sans" panose="020B0503050000000000" pitchFamily="34" charset="77"/>
                <a:ea typeface="IBM Plex Sans" charset="0"/>
                <a:cs typeface="IBM Plex Sans" charset="0"/>
              </a:defRPr>
            </a:lvl3pPr>
            <a:lvl4pPr marL="838158" indent="-258220" algn="l" rtl="0" eaLnBrk="1" fontAlgn="base" hangingPunct="1">
              <a:lnSpc>
                <a:spcPct val="100000"/>
              </a:lnSpc>
              <a:spcBef>
                <a:spcPts val="1467"/>
              </a:spcBef>
              <a:spcAft>
                <a:spcPct val="0"/>
              </a:spcAft>
              <a:buClr>
                <a:schemeClr val="tx1"/>
              </a:buClr>
              <a:buSzPct val="100000"/>
              <a:buFont typeface=".AppleSystemUIFont" charset="-120"/>
              <a:buChar char="–"/>
              <a:tabLst/>
              <a:defRPr sz="1600" b="0" i="0" baseline="0">
                <a:solidFill>
                  <a:srgbClr val="50565B"/>
                </a:solidFill>
                <a:latin typeface="IBM Plex Sans" panose="020B0503050000000000" pitchFamily="34" charset="77"/>
                <a:ea typeface="IBM Plex Sans" charset="0"/>
                <a:cs typeface="IBM Plex Sans" charset="0"/>
              </a:defRPr>
            </a:lvl4pPr>
            <a:lvl5pPr marL="1070980" indent="-228589" algn="l" rtl="0" eaLnBrk="1" fontAlgn="base" hangingPunct="1">
              <a:lnSpc>
                <a:spcPct val="100000"/>
              </a:lnSpc>
              <a:spcBef>
                <a:spcPts val="1467"/>
              </a:spcBef>
              <a:spcAft>
                <a:spcPct val="0"/>
              </a:spcAft>
              <a:buClr>
                <a:schemeClr val="tx1"/>
              </a:buClr>
              <a:buFont typeface=".AppleSystemUIFont" charset="-120"/>
              <a:buChar char="»"/>
              <a:tabLst/>
              <a:defRPr sz="1600" b="0" i="0">
                <a:solidFill>
                  <a:srgbClr val="50565B"/>
                </a:solidFill>
                <a:latin typeface="IBM Plex Sans" panose="020B0503050000000000" pitchFamily="34" charset="77"/>
                <a:ea typeface="IBM Plex Sans" charset="0"/>
                <a:cs typeface="IBM Plex Sans" charset="0"/>
              </a:defRPr>
            </a:lvl5pPr>
            <a:lvl6pPr marL="2111497" indent="-172882" algn="l" rtl="0" eaLnBrk="1" fontAlgn="base" hangingPunct="1">
              <a:spcBef>
                <a:spcPct val="20000"/>
              </a:spcBef>
              <a:spcAft>
                <a:spcPct val="0"/>
              </a:spcAft>
              <a:buClr>
                <a:schemeClr val="bg1"/>
              </a:buClr>
              <a:buChar char="»"/>
              <a:defRPr sz="1692">
                <a:solidFill>
                  <a:schemeClr val="bg1"/>
                </a:solidFill>
                <a:latin typeface="Arial" charset="0"/>
              </a:defRPr>
            </a:lvl6pPr>
            <a:lvl7pPr marL="2594891" indent="-172882" algn="l" rtl="0" eaLnBrk="1" fontAlgn="base" hangingPunct="1">
              <a:spcBef>
                <a:spcPct val="20000"/>
              </a:spcBef>
              <a:spcAft>
                <a:spcPct val="0"/>
              </a:spcAft>
              <a:buClr>
                <a:schemeClr val="bg1"/>
              </a:buClr>
              <a:buChar char="»"/>
              <a:defRPr sz="1692">
                <a:solidFill>
                  <a:schemeClr val="bg1"/>
                </a:solidFill>
                <a:latin typeface="Arial" charset="0"/>
              </a:defRPr>
            </a:lvl7pPr>
            <a:lvl8pPr marL="3078287" indent="-172882" algn="l" rtl="0" eaLnBrk="1" fontAlgn="base" hangingPunct="1">
              <a:spcBef>
                <a:spcPct val="20000"/>
              </a:spcBef>
              <a:spcAft>
                <a:spcPct val="0"/>
              </a:spcAft>
              <a:buClr>
                <a:schemeClr val="bg1"/>
              </a:buClr>
              <a:buChar char="»"/>
              <a:defRPr sz="1692">
                <a:solidFill>
                  <a:schemeClr val="bg1"/>
                </a:solidFill>
                <a:latin typeface="Arial" charset="0"/>
              </a:defRPr>
            </a:lvl8pPr>
            <a:lvl9pPr marL="3561683" indent="-172882" algn="l" rtl="0" eaLnBrk="1" fontAlgn="base" hangingPunct="1">
              <a:spcBef>
                <a:spcPct val="20000"/>
              </a:spcBef>
              <a:spcAft>
                <a:spcPct val="0"/>
              </a:spcAft>
              <a:buClr>
                <a:schemeClr val="bg1"/>
              </a:buClr>
              <a:buChar char="»"/>
              <a:defRPr sz="1692">
                <a:solidFill>
                  <a:schemeClr val="bg1"/>
                </a:solidFill>
                <a:latin typeface="Arial" charset="0"/>
              </a:defRPr>
            </a:lvl9pPr>
          </a:lstStyle>
          <a:p>
            <a:pPr algn="ctr"/>
            <a:r>
              <a:rPr lang="en-US" kern="0" dirty="0">
                <a:latin typeface="IBM Plex Sans Medm" panose="020B0503050203000203" pitchFamily="34" charset="0"/>
              </a:rPr>
              <a:t>Brandon Mercado</a:t>
            </a:r>
            <a:br>
              <a:rPr lang="en-US" kern="0" dirty="0"/>
            </a:br>
            <a:r>
              <a:rPr lang="en-US" kern="0" dirty="0"/>
              <a:t>Data &amp; AI Technical Specialist</a:t>
            </a:r>
          </a:p>
        </p:txBody>
      </p:sp>
      <p:pic>
        <p:nvPicPr>
          <p:cNvPr id="33" name="Picture 32" descr="Profile photo for Tim Rowe">
            <a:extLst>
              <a:ext uri="{FF2B5EF4-FFF2-40B4-BE49-F238E27FC236}">
                <a16:creationId xmlns:a16="http://schemas.microsoft.com/office/drawing/2014/main" id="{80712A1A-35C1-5DC6-8450-407006E63EF2}"/>
              </a:ext>
            </a:extLst>
          </p:cNvPr>
          <p:cNvPicPr>
            <a:picLocks noChangeAspect="1"/>
          </p:cNvPicPr>
          <p:nvPr/>
        </p:nvPicPr>
        <p:blipFill>
          <a:blip r:embed="rId8"/>
          <a:stretch>
            <a:fillRect/>
          </a:stretch>
        </p:blipFill>
        <p:spPr>
          <a:xfrm>
            <a:off x="381000" y="3951396"/>
            <a:ext cx="2285999" cy="2285999"/>
          </a:xfrm>
          <a:prstGeom prst="rect">
            <a:avLst/>
          </a:prstGeom>
        </p:spPr>
      </p:pic>
      <p:sp>
        <p:nvSpPr>
          <p:cNvPr id="34" name="Text Placeholder 12">
            <a:extLst>
              <a:ext uri="{FF2B5EF4-FFF2-40B4-BE49-F238E27FC236}">
                <a16:creationId xmlns:a16="http://schemas.microsoft.com/office/drawing/2014/main" id="{187A2BDF-6F93-7D80-CCFF-83284953CE95}"/>
              </a:ext>
            </a:extLst>
          </p:cNvPr>
          <p:cNvSpPr txBox="1">
            <a:spLocks/>
          </p:cNvSpPr>
          <p:nvPr/>
        </p:nvSpPr>
        <p:spPr>
          <a:xfrm>
            <a:off x="398585" y="6245011"/>
            <a:ext cx="2286000" cy="457200"/>
          </a:xfrm>
          <a:prstGeom prst="rect">
            <a:avLst/>
          </a:prstGeom>
        </p:spPr>
        <p:txBody>
          <a:bodyPr/>
          <a:lstStyle>
            <a:lvl1pPr marL="0" marR="0" indent="0" algn="l" defTabSz="914400" rtl="0" eaLnBrk="1" fontAlgn="base" latinLnBrk="0" hangingPunct="1">
              <a:lnSpc>
                <a:spcPct val="100000"/>
              </a:lnSpc>
              <a:spcBef>
                <a:spcPts val="1467"/>
              </a:spcBef>
              <a:spcAft>
                <a:spcPct val="0"/>
              </a:spcAft>
              <a:buClr>
                <a:schemeClr val="tx1"/>
              </a:buClr>
              <a:buSzPct val="90000"/>
              <a:buFont typeface="Wingdings" pitchFamily="2" charset="2"/>
              <a:buNone/>
              <a:tabLst/>
              <a:defRPr sz="1200" b="0" i="0">
                <a:solidFill>
                  <a:schemeClr val="tx1"/>
                </a:solidFill>
                <a:latin typeface="IBM Plex Sans" panose="020B0503050000000000" pitchFamily="34" charset="77"/>
                <a:ea typeface="IBM Plex Sans" charset="0"/>
                <a:cs typeface="IBM Plex Sans" charset="0"/>
              </a:defRPr>
            </a:lvl1pPr>
            <a:lvl2pPr marL="228589" indent="-228589" algn="l" rtl="0" eaLnBrk="1" fontAlgn="base" hangingPunct="1">
              <a:lnSpc>
                <a:spcPct val="100000"/>
              </a:lnSpc>
              <a:spcBef>
                <a:spcPts val="1467"/>
              </a:spcBef>
              <a:spcAft>
                <a:spcPct val="0"/>
              </a:spcAft>
              <a:buClr>
                <a:schemeClr val="tx1"/>
              </a:buClr>
              <a:buSzPct val="100000"/>
              <a:buFont typeface=".AppleSystemUIFont" charset="-120"/>
              <a:buChar char="–"/>
              <a:tabLst/>
              <a:defRPr sz="1600" b="0" i="0">
                <a:solidFill>
                  <a:srgbClr val="50565B"/>
                </a:solidFill>
                <a:latin typeface="IBM Plex Sans" panose="020B0503050000000000" pitchFamily="34" charset="77"/>
                <a:ea typeface="IBM Plex Sans" charset="0"/>
                <a:cs typeface="IBM Plex Sans" charset="0"/>
              </a:defRPr>
            </a:lvl2pPr>
            <a:lvl3pPr marL="457178" indent="-188374" algn="l" rtl="0" eaLnBrk="1" fontAlgn="base" hangingPunct="1">
              <a:lnSpc>
                <a:spcPct val="100000"/>
              </a:lnSpc>
              <a:spcBef>
                <a:spcPts val="1467"/>
              </a:spcBef>
              <a:spcAft>
                <a:spcPct val="0"/>
              </a:spcAft>
              <a:buClr>
                <a:schemeClr val="tx1"/>
              </a:buClr>
              <a:buSzPct val="100000"/>
              <a:buFont typeface="Arial" panose="020B0604020202020204" pitchFamily="34" charset="0"/>
              <a:buChar char="•"/>
              <a:tabLst/>
              <a:defRPr sz="1600" b="0" i="0">
                <a:solidFill>
                  <a:srgbClr val="50565B"/>
                </a:solidFill>
                <a:latin typeface="IBM Plex Sans" panose="020B0503050000000000" pitchFamily="34" charset="77"/>
                <a:ea typeface="IBM Plex Sans" charset="0"/>
                <a:cs typeface="IBM Plex Sans" charset="0"/>
              </a:defRPr>
            </a:lvl3pPr>
            <a:lvl4pPr marL="838158" indent="-258220" algn="l" rtl="0" eaLnBrk="1" fontAlgn="base" hangingPunct="1">
              <a:lnSpc>
                <a:spcPct val="100000"/>
              </a:lnSpc>
              <a:spcBef>
                <a:spcPts val="1467"/>
              </a:spcBef>
              <a:spcAft>
                <a:spcPct val="0"/>
              </a:spcAft>
              <a:buClr>
                <a:schemeClr val="tx1"/>
              </a:buClr>
              <a:buSzPct val="100000"/>
              <a:buFont typeface=".AppleSystemUIFont" charset="-120"/>
              <a:buChar char="–"/>
              <a:tabLst/>
              <a:defRPr sz="1600" b="0" i="0" baseline="0">
                <a:solidFill>
                  <a:srgbClr val="50565B"/>
                </a:solidFill>
                <a:latin typeface="IBM Plex Sans" panose="020B0503050000000000" pitchFamily="34" charset="77"/>
                <a:ea typeface="IBM Plex Sans" charset="0"/>
                <a:cs typeface="IBM Plex Sans" charset="0"/>
              </a:defRPr>
            </a:lvl4pPr>
            <a:lvl5pPr marL="1070980" indent="-228589" algn="l" rtl="0" eaLnBrk="1" fontAlgn="base" hangingPunct="1">
              <a:lnSpc>
                <a:spcPct val="100000"/>
              </a:lnSpc>
              <a:spcBef>
                <a:spcPts val="1467"/>
              </a:spcBef>
              <a:spcAft>
                <a:spcPct val="0"/>
              </a:spcAft>
              <a:buClr>
                <a:schemeClr val="tx1"/>
              </a:buClr>
              <a:buFont typeface=".AppleSystemUIFont" charset="-120"/>
              <a:buChar char="»"/>
              <a:tabLst/>
              <a:defRPr sz="1600" b="0" i="0">
                <a:solidFill>
                  <a:srgbClr val="50565B"/>
                </a:solidFill>
                <a:latin typeface="IBM Plex Sans" panose="020B0503050000000000" pitchFamily="34" charset="77"/>
                <a:ea typeface="IBM Plex Sans" charset="0"/>
                <a:cs typeface="IBM Plex Sans" charset="0"/>
              </a:defRPr>
            </a:lvl5pPr>
            <a:lvl6pPr marL="2111497" indent="-172882" algn="l" rtl="0" eaLnBrk="1" fontAlgn="base" hangingPunct="1">
              <a:spcBef>
                <a:spcPct val="20000"/>
              </a:spcBef>
              <a:spcAft>
                <a:spcPct val="0"/>
              </a:spcAft>
              <a:buClr>
                <a:schemeClr val="bg1"/>
              </a:buClr>
              <a:buChar char="»"/>
              <a:defRPr sz="1692">
                <a:solidFill>
                  <a:schemeClr val="bg1"/>
                </a:solidFill>
                <a:latin typeface="Arial" charset="0"/>
              </a:defRPr>
            </a:lvl6pPr>
            <a:lvl7pPr marL="2594891" indent="-172882" algn="l" rtl="0" eaLnBrk="1" fontAlgn="base" hangingPunct="1">
              <a:spcBef>
                <a:spcPct val="20000"/>
              </a:spcBef>
              <a:spcAft>
                <a:spcPct val="0"/>
              </a:spcAft>
              <a:buClr>
                <a:schemeClr val="bg1"/>
              </a:buClr>
              <a:buChar char="»"/>
              <a:defRPr sz="1692">
                <a:solidFill>
                  <a:schemeClr val="bg1"/>
                </a:solidFill>
                <a:latin typeface="Arial" charset="0"/>
              </a:defRPr>
            </a:lvl7pPr>
            <a:lvl8pPr marL="3078287" indent="-172882" algn="l" rtl="0" eaLnBrk="1" fontAlgn="base" hangingPunct="1">
              <a:spcBef>
                <a:spcPct val="20000"/>
              </a:spcBef>
              <a:spcAft>
                <a:spcPct val="0"/>
              </a:spcAft>
              <a:buClr>
                <a:schemeClr val="bg1"/>
              </a:buClr>
              <a:buChar char="»"/>
              <a:defRPr sz="1692">
                <a:solidFill>
                  <a:schemeClr val="bg1"/>
                </a:solidFill>
                <a:latin typeface="Arial" charset="0"/>
              </a:defRPr>
            </a:lvl8pPr>
            <a:lvl9pPr marL="3561683" indent="-172882" algn="l" rtl="0" eaLnBrk="1" fontAlgn="base" hangingPunct="1">
              <a:spcBef>
                <a:spcPct val="20000"/>
              </a:spcBef>
              <a:spcAft>
                <a:spcPct val="0"/>
              </a:spcAft>
              <a:buClr>
                <a:schemeClr val="bg1"/>
              </a:buClr>
              <a:buChar char="»"/>
              <a:defRPr sz="1692">
                <a:solidFill>
                  <a:schemeClr val="bg1"/>
                </a:solidFill>
                <a:latin typeface="Arial" charset="0"/>
              </a:defRPr>
            </a:lvl9pPr>
          </a:lstStyle>
          <a:p>
            <a:pPr algn="ctr"/>
            <a:r>
              <a:rPr lang="en-US" kern="0" dirty="0">
                <a:latin typeface="IBM Plex Sans Medm" panose="020B0503050203000203" pitchFamily="34" charset="0"/>
              </a:rPr>
              <a:t>Tim Rowe</a:t>
            </a:r>
            <a:br>
              <a:rPr lang="en-US" kern="0" dirty="0"/>
            </a:br>
            <a:r>
              <a:rPr lang="en-US" kern="0" dirty="0"/>
              <a:t>IBM </a:t>
            </a:r>
            <a:r>
              <a:rPr lang="en-US" kern="0" dirty="0" err="1"/>
              <a:t>i</a:t>
            </a:r>
            <a:r>
              <a:rPr lang="en-US" kern="0" dirty="0"/>
              <a:t> SME</a:t>
            </a:r>
          </a:p>
        </p:txBody>
      </p:sp>
      <p:sp>
        <p:nvSpPr>
          <p:cNvPr id="36" name="Rounded Rectangle 35">
            <a:extLst>
              <a:ext uri="{FF2B5EF4-FFF2-40B4-BE49-F238E27FC236}">
                <a16:creationId xmlns:a16="http://schemas.microsoft.com/office/drawing/2014/main" id="{E45E2BA5-BEB1-7A6F-6D6F-403C19E6B70F}"/>
              </a:ext>
            </a:extLst>
          </p:cNvPr>
          <p:cNvSpPr/>
          <p:nvPr/>
        </p:nvSpPr>
        <p:spPr bwMode="auto">
          <a:xfrm>
            <a:off x="5876110" y="914400"/>
            <a:ext cx="5325290" cy="5867400"/>
          </a:xfrm>
          <a:prstGeom prst="roundRect">
            <a:avLst>
              <a:gd name="adj" fmla="val 5636"/>
            </a:avLst>
          </a:prstGeom>
          <a:noFill/>
          <a:ln w="19050">
            <a:solidFill>
              <a:schemeClr val="accent2"/>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90000"/>
              </a:lnSpc>
              <a:spcBef>
                <a:spcPct val="0"/>
              </a:spcBef>
              <a:spcAft>
                <a:spcPct val="0"/>
              </a:spcAft>
              <a:buClrTx/>
              <a:buSzTx/>
              <a:buFontTx/>
              <a:buNone/>
              <a:tabLst/>
            </a:pPr>
            <a:endParaRPr kumimoji="0" lang="en-US" sz="2000" b="0" i="0" u="none" strike="noStrike" cap="none" normalizeH="0" baseline="0" dirty="0">
              <a:ln>
                <a:noFill/>
              </a:ln>
              <a:solidFill>
                <a:srgbClr val="191919"/>
              </a:solidFill>
              <a:effectLst/>
              <a:latin typeface="HelvNeue Light for IBM" pitchFamily="34" charset="0"/>
            </a:endParaRPr>
          </a:p>
        </p:txBody>
      </p:sp>
      <p:sp>
        <p:nvSpPr>
          <p:cNvPr id="38" name="Rectangle 37">
            <a:extLst>
              <a:ext uri="{FF2B5EF4-FFF2-40B4-BE49-F238E27FC236}">
                <a16:creationId xmlns:a16="http://schemas.microsoft.com/office/drawing/2014/main" id="{772B923D-14ED-B69F-7C2E-956E59774ADA}"/>
              </a:ext>
            </a:extLst>
          </p:cNvPr>
          <p:cNvSpPr/>
          <p:nvPr/>
        </p:nvSpPr>
        <p:spPr bwMode="auto">
          <a:xfrm>
            <a:off x="7467600" y="801533"/>
            <a:ext cx="1828800" cy="237852"/>
          </a:xfrm>
          <a:prstGeom prst="rect">
            <a:avLst/>
          </a:prstGeom>
          <a:solidFill>
            <a:schemeClr val="bg1"/>
          </a:solidFill>
          <a:ln w="19050">
            <a:solidFill>
              <a:schemeClr val="bg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90000"/>
              </a:lnSpc>
              <a:spcBef>
                <a:spcPct val="0"/>
              </a:spcBef>
              <a:spcAft>
                <a:spcPct val="0"/>
              </a:spcAft>
              <a:buClrTx/>
              <a:buSzTx/>
              <a:buFontTx/>
              <a:buNone/>
              <a:tabLst/>
            </a:pPr>
            <a:endParaRPr kumimoji="0" lang="en-US" sz="2000" b="0" i="0" u="none" strike="noStrike" cap="none" normalizeH="0" baseline="0" dirty="0">
              <a:ln>
                <a:noFill/>
              </a:ln>
              <a:solidFill>
                <a:srgbClr val="191919"/>
              </a:solidFill>
              <a:effectLst/>
              <a:latin typeface="HelvNeue Light for IBM" pitchFamily="34" charset="0"/>
            </a:endParaRPr>
          </a:p>
        </p:txBody>
      </p:sp>
      <p:sp>
        <p:nvSpPr>
          <p:cNvPr id="35" name="Text Placeholder 12">
            <a:extLst>
              <a:ext uri="{FF2B5EF4-FFF2-40B4-BE49-F238E27FC236}">
                <a16:creationId xmlns:a16="http://schemas.microsoft.com/office/drawing/2014/main" id="{B9E99C82-FEC2-7B23-CCEB-2820EAF1B0F8}"/>
              </a:ext>
            </a:extLst>
          </p:cNvPr>
          <p:cNvSpPr txBox="1">
            <a:spLocks/>
          </p:cNvSpPr>
          <p:nvPr/>
        </p:nvSpPr>
        <p:spPr>
          <a:xfrm>
            <a:off x="7239000" y="762000"/>
            <a:ext cx="2286000" cy="457200"/>
          </a:xfrm>
          <a:prstGeom prst="rect">
            <a:avLst/>
          </a:prstGeom>
        </p:spPr>
        <p:txBody>
          <a:bodyPr/>
          <a:lstStyle>
            <a:lvl1pPr marL="0" marR="0" indent="0" algn="l" defTabSz="914400" rtl="0" eaLnBrk="1" fontAlgn="base" latinLnBrk="0" hangingPunct="1">
              <a:lnSpc>
                <a:spcPct val="100000"/>
              </a:lnSpc>
              <a:spcBef>
                <a:spcPts val="1467"/>
              </a:spcBef>
              <a:spcAft>
                <a:spcPct val="0"/>
              </a:spcAft>
              <a:buClr>
                <a:schemeClr val="tx1"/>
              </a:buClr>
              <a:buSzPct val="90000"/>
              <a:buFont typeface="Wingdings" pitchFamily="2" charset="2"/>
              <a:buNone/>
              <a:tabLst/>
              <a:defRPr sz="1200" b="0" i="0">
                <a:solidFill>
                  <a:schemeClr val="tx1"/>
                </a:solidFill>
                <a:latin typeface="IBM Plex Sans" panose="020B0503050000000000" pitchFamily="34" charset="77"/>
                <a:ea typeface="IBM Plex Sans" charset="0"/>
                <a:cs typeface="IBM Plex Sans" charset="0"/>
              </a:defRPr>
            </a:lvl1pPr>
            <a:lvl2pPr marL="228589" indent="-228589" algn="l" rtl="0" eaLnBrk="1" fontAlgn="base" hangingPunct="1">
              <a:lnSpc>
                <a:spcPct val="100000"/>
              </a:lnSpc>
              <a:spcBef>
                <a:spcPts val="1467"/>
              </a:spcBef>
              <a:spcAft>
                <a:spcPct val="0"/>
              </a:spcAft>
              <a:buClr>
                <a:schemeClr val="tx1"/>
              </a:buClr>
              <a:buSzPct val="100000"/>
              <a:buFont typeface=".AppleSystemUIFont" charset="-120"/>
              <a:buChar char="–"/>
              <a:tabLst/>
              <a:defRPr sz="1600" b="0" i="0">
                <a:solidFill>
                  <a:srgbClr val="50565B"/>
                </a:solidFill>
                <a:latin typeface="IBM Plex Sans" panose="020B0503050000000000" pitchFamily="34" charset="77"/>
                <a:ea typeface="IBM Plex Sans" charset="0"/>
                <a:cs typeface="IBM Plex Sans" charset="0"/>
              </a:defRPr>
            </a:lvl2pPr>
            <a:lvl3pPr marL="457178" indent="-188374" algn="l" rtl="0" eaLnBrk="1" fontAlgn="base" hangingPunct="1">
              <a:lnSpc>
                <a:spcPct val="100000"/>
              </a:lnSpc>
              <a:spcBef>
                <a:spcPts val="1467"/>
              </a:spcBef>
              <a:spcAft>
                <a:spcPct val="0"/>
              </a:spcAft>
              <a:buClr>
                <a:schemeClr val="tx1"/>
              </a:buClr>
              <a:buSzPct val="100000"/>
              <a:buFont typeface="Arial" panose="020B0604020202020204" pitchFamily="34" charset="0"/>
              <a:buChar char="•"/>
              <a:tabLst/>
              <a:defRPr sz="1600" b="0" i="0">
                <a:solidFill>
                  <a:srgbClr val="50565B"/>
                </a:solidFill>
                <a:latin typeface="IBM Plex Sans" panose="020B0503050000000000" pitchFamily="34" charset="77"/>
                <a:ea typeface="IBM Plex Sans" charset="0"/>
                <a:cs typeface="IBM Plex Sans" charset="0"/>
              </a:defRPr>
            </a:lvl3pPr>
            <a:lvl4pPr marL="838158" indent="-258220" algn="l" rtl="0" eaLnBrk="1" fontAlgn="base" hangingPunct="1">
              <a:lnSpc>
                <a:spcPct val="100000"/>
              </a:lnSpc>
              <a:spcBef>
                <a:spcPts val="1467"/>
              </a:spcBef>
              <a:spcAft>
                <a:spcPct val="0"/>
              </a:spcAft>
              <a:buClr>
                <a:schemeClr val="tx1"/>
              </a:buClr>
              <a:buSzPct val="100000"/>
              <a:buFont typeface=".AppleSystemUIFont" charset="-120"/>
              <a:buChar char="–"/>
              <a:tabLst/>
              <a:defRPr sz="1600" b="0" i="0" baseline="0">
                <a:solidFill>
                  <a:srgbClr val="50565B"/>
                </a:solidFill>
                <a:latin typeface="IBM Plex Sans" panose="020B0503050000000000" pitchFamily="34" charset="77"/>
                <a:ea typeface="IBM Plex Sans" charset="0"/>
                <a:cs typeface="IBM Plex Sans" charset="0"/>
              </a:defRPr>
            </a:lvl4pPr>
            <a:lvl5pPr marL="1070980" indent="-228589" algn="l" rtl="0" eaLnBrk="1" fontAlgn="base" hangingPunct="1">
              <a:lnSpc>
                <a:spcPct val="100000"/>
              </a:lnSpc>
              <a:spcBef>
                <a:spcPts val="1467"/>
              </a:spcBef>
              <a:spcAft>
                <a:spcPct val="0"/>
              </a:spcAft>
              <a:buClr>
                <a:schemeClr val="tx1"/>
              </a:buClr>
              <a:buFont typeface=".AppleSystemUIFont" charset="-120"/>
              <a:buChar char="»"/>
              <a:tabLst/>
              <a:defRPr sz="1600" b="0" i="0">
                <a:solidFill>
                  <a:srgbClr val="50565B"/>
                </a:solidFill>
                <a:latin typeface="IBM Plex Sans" panose="020B0503050000000000" pitchFamily="34" charset="77"/>
                <a:ea typeface="IBM Plex Sans" charset="0"/>
                <a:cs typeface="IBM Plex Sans" charset="0"/>
              </a:defRPr>
            </a:lvl5pPr>
            <a:lvl6pPr marL="2111497" indent="-172882" algn="l" rtl="0" eaLnBrk="1" fontAlgn="base" hangingPunct="1">
              <a:spcBef>
                <a:spcPct val="20000"/>
              </a:spcBef>
              <a:spcAft>
                <a:spcPct val="0"/>
              </a:spcAft>
              <a:buClr>
                <a:schemeClr val="bg1"/>
              </a:buClr>
              <a:buChar char="»"/>
              <a:defRPr sz="1692">
                <a:solidFill>
                  <a:schemeClr val="bg1"/>
                </a:solidFill>
                <a:latin typeface="Arial" charset="0"/>
              </a:defRPr>
            </a:lvl6pPr>
            <a:lvl7pPr marL="2594891" indent="-172882" algn="l" rtl="0" eaLnBrk="1" fontAlgn="base" hangingPunct="1">
              <a:spcBef>
                <a:spcPct val="20000"/>
              </a:spcBef>
              <a:spcAft>
                <a:spcPct val="0"/>
              </a:spcAft>
              <a:buClr>
                <a:schemeClr val="bg1"/>
              </a:buClr>
              <a:buChar char="»"/>
              <a:defRPr sz="1692">
                <a:solidFill>
                  <a:schemeClr val="bg1"/>
                </a:solidFill>
                <a:latin typeface="Arial" charset="0"/>
              </a:defRPr>
            </a:lvl7pPr>
            <a:lvl8pPr marL="3078287" indent="-172882" algn="l" rtl="0" eaLnBrk="1" fontAlgn="base" hangingPunct="1">
              <a:spcBef>
                <a:spcPct val="20000"/>
              </a:spcBef>
              <a:spcAft>
                <a:spcPct val="0"/>
              </a:spcAft>
              <a:buClr>
                <a:schemeClr val="bg1"/>
              </a:buClr>
              <a:buChar char="»"/>
              <a:defRPr sz="1692">
                <a:solidFill>
                  <a:schemeClr val="bg1"/>
                </a:solidFill>
                <a:latin typeface="Arial" charset="0"/>
              </a:defRPr>
            </a:lvl8pPr>
            <a:lvl9pPr marL="3561683" indent="-172882" algn="l" rtl="0" eaLnBrk="1" fontAlgn="base" hangingPunct="1">
              <a:spcBef>
                <a:spcPct val="20000"/>
              </a:spcBef>
              <a:spcAft>
                <a:spcPct val="0"/>
              </a:spcAft>
              <a:buClr>
                <a:schemeClr val="bg1"/>
              </a:buClr>
              <a:buChar char="»"/>
              <a:defRPr sz="1692">
                <a:solidFill>
                  <a:schemeClr val="bg1"/>
                </a:solidFill>
                <a:latin typeface="Arial" charset="0"/>
              </a:defRPr>
            </a:lvl9pPr>
          </a:lstStyle>
          <a:p>
            <a:pPr algn="ctr"/>
            <a:r>
              <a:rPr lang="en-US" kern="0" dirty="0">
                <a:latin typeface="IBM Plex Sans Medm" panose="020B0503050203000203" pitchFamily="34" charset="0"/>
              </a:rPr>
              <a:t>IBM Client Engineering</a:t>
            </a:r>
            <a:endParaRPr lang="en-US" kern="0" dirty="0"/>
          </a:p>
        </p:txBody>
      </p:sp>
    </p:spTree>
    <p:extLst>
      <p:ext uri="{BB962C8B-B14F-4D97-AF65-F5344CB8AC3E}">
        <p14:creationId xmlns:p14="http://schemas.microsoft.com/office/powerpoint/2010/main" val="30283967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ED9FF0-8532-E83A-8C74-43D43348A7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80DE49-2410-F338-CB07-C2A8C9E393FF}"/>
              </a:ext>
            </a:extLst>
          </p:cNvPr>
          <p:cNvSpPr>
            <a:spLocks noGrp="1"/>
          </p:cNvSpPr>
          <p:nvPr>
            <p:ph type="title"/>
          </p:nvPr>
        </p:nvSpPr>
        <p:spPr>
          <a:xfrm>
            <a:off x="271732" y="183739"/>
            <a:ext cx="11462808" cy="1992188"/>
          </a:xfrm>
        </p:spPr>
        <p:txBody>
          <a:bodyPr/>
          <a:lstStyle/>
          <a:p>
            <a:r>
              <a:rPr lang="en-US" dirty="0"/>
              <a:t>Bob-a-thon Agenda</a:t>
            </a:r>
          </a:p>
        </p:txBody>
      </p:sp>
      <p:sp>
        <p:nvSpPr>
          <p:cNvPr id="3" name="TextBox 2">
            <a:extLst>
              <a:ext uri="{FF2B5EF4-FFF2-40B4-BE49-F238E27FC236}">
                <a16:creationId xmlns:a16="http://schemas.microsoft.com/office/drawing/2014/main" id="{FB1F79B7-E38D-DEC4-1AA0-651CD6AA2371}"/>
              </a:ext>
            </a:extLst>
          </p:cNvPr>
          <p:cNvSpPr txBox="1"/>
          <p:nvPr/>
        </p:nvSpPr>
        <p:spPr>
          <a:xfrm>
            <a:off x="642668" y="838200"/>
            <a:ext cx="11091872" cy="44012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spAutoFit/>
          </a:bodyPr>
          <a:lstStyle/>
          <a:p>
            <a:pPr marL="460375" indent="-460375" defTabSz="2438400">
              <a:buSzPct val="100000"/>
              <a:buFont typeface="+mj-lt"/>
              <a:buAutoNum type="arabicPeriod"/>
            </a:pPr>
            <a:r>
              <a:rPr lang="en-US" sz="2000" b="1" dirty="0"/>
              <a:t>Introduction and Environment Setup (45 minutes) :</a:t>
            </a:r>
          </a:p>
          <a:p>
            <a:pPr marL="917575" lvl="1" indent="-460375" defTabSz="2438400">
              <a:buSzPct val="100000"/>
              <a:buFont typeface="Arial" panose="020B0604020202020204" pitchFamily="34" charset="0"/>
              <a:buChar char="•"/>
            </a:pPr>
            <a:r>
              <a:rPr lang="en-US" sz="1600" dirty="0"/>
              <a:t>IBM Bob overview</a:t>
            </a:r>
          </a:p>
          <a:p>
            <a:pPr marL="1374775" lvl="2" indent="-460375" defTabSz="2438400">
              <a:buSzPct val="100000"/>
              <a:buFont typeface="+mj-lt"/>
              <a:buAutoNum type="arabicPeriod"/>
            </a:pPr>
            <a:r>
              <a:rPr lang="en-US" sz="1600" dirty="0"/>
              <a:t>Bob Capability Overview</a:t>
            </a:r>
          </a:p>
          <a:p>
            <a:pPr marL="1374775" lvl="2" indent="-460375" defTabSz="2438400">
              <a:buSzPct val="100000"/>
              <a:buFont typeface="+mj-lt"/>
              <a:buAutoNum type="arabicPeriod"/>
            </a:pPr>
            <a:r>
              <a:rPr lang="en-US" sz="1600" dirty="0"/>
              <a:t>Q&amp;A</a:t>
            </a:r>
          </a:p>
          <a:p>
            <a:pPr marL="917575" lvl="1" indent="-460375" defTabSz="2438400">
              <a:buSzPct val="100000"/>
              <a:buFont typeface="Arial" panose="020B0604020202020204" pitchFamily="34" charset="0"/>
              <a:buChar char="•"/>
            </a:pPr>
            <a:r>
              <a:rPr lang="en-US" sz="1600" dirty="0"/>
              <a:t>Setup</a:t>
            </a:r>
          </a:p>
          <a:p>
            <a:pPr marL="1374775" lvl="2" indent="-460375" defTabSz="2438400">
              <a:buSzPct val="100000"/>
              <a:buFont typeface="Arial" panose="020B0604020202020204" pitchFamily="34" charset="0"/>
              <a:buChar char="•"/>
            </a:pPr>
            <a:r>
              <a:rPr lang="en-US" sz="1600" dirty="0"/>
              <a:t>Installation/log in verification</a:t>
            </a:r>
          </a:p>
          <a:p>
            <a:pPr marL="1374775" lvl="2" indent="-460375" defTabSz="2438400">
              <a:buSzPct val="100000"/>
              <a:buFont typeface="Arial" panose="020B0604020202020204" pitchFamily="34" charset="0"/>
              <a:buChar char="•"/>
            </a:pPr>
            <a:endParaRPr lang="en-US" sz="1000" dirty="0"/>
          </a:p>
          <a:p>
            <a:pPr marL="460375" indent="-460375" defTabSz="2438400">
              <a:buSzPct val="100000"/>
              <a:buFont typeface="+mj-lt"/>
              <a:buAutoNum type="arabicPeriod"/>
            </a:pPr>
            <a:r>
              <a:rPr lang="en-US" sz="2000" b="1" dirty="0"/>
              <a:t>Guided Hands-On Session (60 minutes) : </a:t>
            </a:r>
          </a:p>
          <a:p>
            <a:pPr marL="917575" lvl="1" indent="-460375" defTabSz="2438400">
              <a:buSzPct val="100000"/>
              <a:buFont typeface="Arial" panose="020B0604020202020204" pitchFamily="34" charset="0"/>
              <a:buChar char="•"/>
            </a:pPr>
            <a:r>
              <a:rPr lang="en-US" sz="1600" dirty="0"/>
              <a:t>IBM-led demonstration using pre-built use cases:</a:t>
            </a:r>
          </a:p>
          <a:p>
            <a:pPr marL="1374775" lvl="2" indent="-460375" defTabSz="2438400">
              <a:buSzPct val="100000"/>
              <a:buFont typeface="Arial" panose="020B0604020202020204" pitchFamily="34" charset="0"/>
              <a:buChar char="•"/>
            </a:pPr>
            <a:endParaRPr lang="en-US" sz="2000" b="1" dirty="0"/>
          </a:p>
          <a:p>
            <a:pPr marL="460375" indent="-460375" defTabSz="2438400">
              <a:buSzPct val="100000"/>
              <a:buFont typeface="+mj-lt"/>
              <a:buAutoNum type="arabicPeriod"/>
            </a:pPr>
            <a:r>
              <a:rPr lang="en-US" sz="2000" b="1" dirty="0"/>
              <a:t>Honda Open Workshop (90 minutes) : </a:t>
            </a:r>
          </a:p>
          <a:p>
            <a:pPr marL="917575" lvl="1" indent="-460375" defTabSz="2438400">
              <a:buSzPct val="100000"/>
              <a:buFont typeface="Arial" panose="020B0604020202020204" pitchFamily="34" charset="0"/>
              <a:buChar char="•"/>
            </a:pPr>
            <a:r>
              <a:rPr lang="en-US" sz="1600" dirty="0"/>
              <a:t>Participants bring their own code, repositories, and development challenges while collaborating with IBM experts to explore how Bob can accelerate your work.</a:t>
            </a:r>
          </a:p>
          <a:p>
            <a:pPr marL="917575" lvl="1" indent="-460375" defTabSz="2438400">
              <a:buSzPct val="100000"/>
              <a:buFont typeface="Arial" panose="020B0604020202020204" pitchFamily="34" charset="0"/>
              <a:buChar char="•"/>
            </a:pPr>
            <a:r>
              <a:rPr lang="en-US" sz="1600" b="1" dirty="0"/>
              <a:t>Honda participants bring: </a:t>
            </a:r>
            <a:r>
              <a:rPr lang="en-US" sz="1600" dirty="0"/>
              <a:t>Their own use case, code, challenges and questions</a:t>
            </a:r>
          </a:p>
          <a:p>
            <a:pPr lvl="1" defTabSz="2438400">
              <a:buSzPct val="100000"/>
            </a:pPr>
            <a:endParaRPr lang="en-US" sz="1600" dirty="0"/>
          </a:p>
          <a:p>
            <a:pPr marL="460375" indent="-460375" defTabSz="2438400">
              <a:buSzPct val="100000"/>
              <a:buFont typeface="+mj-lt"/>
              <a:buAutoNum type="arabicPeriod"/>
            </a:pPr>
            <a:r>
              <a:rPr lang="en-US" sz="2000" b="1" dirty="0"/>
              <a:t>Discovery Workshop (45 minutes) : </a:t>
            </a:r>
          </a:p>
          <a:p>
            <a:pPr marL="917575" lvl="1" indent="-460375" defTabSz="2438400">
              <a:buSzPct val="100000"/>
              <a:buFont typeface="Arial" panose="020B0604020202020204" pitchFamily="34" charset="0"/>
              <a:buChar char="•"/>
            </a:pPr>
            <a:r>
              <a:rPr lang="en-US" sz="1600" dirty="0"/>
              <a:t>Participants engage in a hands-on workshop to explore how Bob can impact business value.</a:t>
            </a:r>
          </a:p>
        </p:txBody>
      </p:sp>
      <p:sp>
        <p:nvSpPr>
          <p:cNvPr id="7" name="TextBox 6">
            <a:extLst>
              <a:ext uri="{FF2B5EF4-FFF2-40B4-BE49-F238E27FC236}">
                <a16:creationId xmlns:a16="http://schemas.microsoft.com/office/drawing/2014/main" id="{CD4F2F16-D663-509A-BF20-C168F97580F3}"/>
              </a:ext>
            </a:extLst>
          </p:cNvPr>
          <p:cNvSpPr txBox="1"/>
          <p:nvPr/>
        </p:nvSpPr>
        <p:spPr>
          <a:xfrm>
            <a:off x="8580329" y="7265096"/>
            <a:ext cx="65" cy="61581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rtlCol="0">
            <a:spAutoFit/>
          </a:bodyPr>
          <a:lstStyle/>
          <a:p>
            <a:pPr marL="0" indent="0" algn="l" defTabSz="2438400">
              <a:lnSpc>
                <a:spcPct val="120000"/>
              </a:lnSpc>
              <a:buSzPct val="100000"/>
              <a:buFontTx/>
              <a:buNone/>
            </a:pPr>
            <a:endParaRPr kumimoji="1" lang="en-US" sz="3600" kern="0" dirty="0" err="1">
              <a:ea typeface="+mn-ea"/>
              <a:cs typeface="+mn-cs"/>
              <a:sym typeface="+mn-lt"/>
            </a:endParaRPr>
          </a:p>
        </p:txBody>
      </p:sp>
    </p:spTree>
    <p:extLst>
      <p:ext uri="{BB962C8B-B14F-4D97-AF65-F5344CB8AC3E}">
        <p14:creationId xmlns:p14="http://schemas.microsoft.com/office/powerpoint/2010/main" val="2033745538"/>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320040" y="164592"/>
            <a:ext cx="11521440" cy="420624"/>
          </a:xfrm>
          <a:prstGeom prst="rect">
            <a:avLst/>
          </a:prstGeom>
          <a:noFill/>
          <a:ln/>
        </p:spPr>
        <p:txBody>
          <a:bodyPr wrap="square" lIns="635" tIns="635" rIns="635" bIns="635" rtlCol="0" anchor="ctr">
            <a:normAutofit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61A33"/>
                </a:solidFill>
                <a:effectLst/>
                <a:uLnTx/>
                <a:uFillTx/>
                <a:latin typeface="Arial" pitchFamily="34" charset="0"/>
                <a:ea typeface="Arial" pitchFamily="34" charset="-122"/>
                <a:cs typeface="Arial" pitchFamily="34" charset="-120"/>
              </a:rPr>
              <a:t>IBM Bob Engagement: Proof Value in Variety of Engineers</a:t>
            </a:r>
            <a:endParaRPr kumimoji="0" lang="en-US" sz="2800" b="0" i="0" u="none" strike="noStrike" kern="1200" cap="none" spc="0" normalizeH="0" baseline="0" noProof="0" dirty="0">
              <a:ln>
                <a:noFill/>
              </a:ln>
              <a:solidFill>
                <a:srgbClr val="000000"/>
              </a:solidFill>
              <a:effectLst/>
              <a:uLnTx/>
              <a:uFillTx/>
              <a:latin typeface="IBM Plex Sans Light"/>
              <a:ea typeface="+mn-ea"/>
              <a:cs typeface="+mn-cs"/>
            </a:endParaRPr>
          </a:p>
        </p:txBody>
      </p:sp>
      <p:sp>
        <p:nvSpPr>
          <p:cNvPr id="3" name="Text 1"/>
          <p:cNvSpPr txBox="1"/>
          <p:nvPr/>
        </p:nvSpPr>
        <p:spPr>
          <a:xfrm>
            <a:off x="347472" y="621792"/>
            <a:ext cx="11064240" cy="256032"/>
          </a:xfrm>
          <a:prstGeom prst="rect">
            <a:avLst/>
          </a:prstGeom>
          <a:noFill/>
          <a:ln/>
        </p:spPr>
        <p:txBody>
          <a:bodyPr wrap="square" lIns="635" tIns="635" rIns="635" bIns="635"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5F6B7A"/>
                </a:solidFill>
                <a:effectLst/>
                <a:uLnTx/>
                <a:uFillTx/>
                <a:latin typeface="Arial" pitchFamily="34" charset="0"/>
                <a:ea typeface="+mn-ea"/>
                <a:cs typeface="Arial" pitchFamily="34" charset="-120"/>
              </a:rPr>
              <a:t>With continuous Bob-a-thon and Bob Office Hour engagement we found following output.</a:t>
            </a:r>
            <a:endParaRPr kumimoji="0" lang="en-US" sz="1200" b="0" i="0" u="none" strike="noStrike" kern="1200" cap="none" spc="0" normalizeH="0" baseline="0" noProof="0" dirty="0">
              <a:ln>
                <a:noFill/>
              </a:ln>
              <a:solidFill>
                <a:srgbClr val="000000"/>
              </a:solidFill>
              <a:effectLst/>
              <a:uLnTx/>
              <a:uFillTx/>
              <a:latin typeface="IBM Plex Sans Light"/>
              <a:ea typeface="+mn-ea"/>
              <a:cs typeface="+mn-cs"/>
            </a:endParaRPr>
          </a:p>
        </p:txBody>
      </p:sp>
      <p:sp>
        <p:nvSpPr>
          <p:cNvPr id="4" name="Text 2"/>
          <p:cNvSpPr/>
          <p:nvPr/>
        </p:nvSpPr>
        <p:spPr>
          <a:xfrm>
            <a:off x="384048" y="987200"/>
            <a:ext cx="1828800" cy="907268"/>
          </a:xfrm>
          <a:prstGeom prst="rect">
            <a:avLst/>
          </a:prstGeom>
          <a:solidFill>
            <a:srgbClr val="FFFFFF"/>
          </a:solidFill>
          <a:ln w="12700">
            <a:solidFill>
              <a:srgbClr val="D5DCE6"/>
            </a:solidFill>
          </a:ln>
        </p:spPr>
        <p:txBody>
          <a:bodyPr wrap="square" lIns="1016" tIns="1016" rIns="1016" bIns="1016"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0F62FE"/>
                </a:solidFill>
                <a:effectLst/>
                <a:uLnTx/>
                <a:uFillTx/>
                <a:latin typeface="Arial" pitchFamily="34" charset="0"/>
                <a:ea typeface="Arial" pitchFamily="34" charset="-122"/>
                <a:cs typeface="Arial" pitchFamily="34" charset="-120"/>
              </a:rPr>
              <a:t>70+</a:t>
            </a:r>
            <a:endParaRPr kumimoji="0" lang="en-US" sz="2600" b="0" i="0" u="none" strike="noStrike" kern="1200" cap="none" spc="0" normalizeH="0" baseline="0" noProof="0" dirty="0">
              <a:ln>
                <a:noFill/>
              </a:ln>
              <a:solidFill>
                <a:srgbClr val="000000"/>
              </a:solidFill>
              <a:effectLst/>
              <a:uLnTx/>
              <a:uFillTx/>
              <a:latin typeface="IBM Plex Sans Light"/>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5F6B7A"/>
                </a:solidFill>
                <a:effectLst/>
                <a:uLnTx/>
                <a:uFillTx/>
                <a:latin typeface="Arial" pitchFamily="34" charset="0"/>
                <a:ea typeface="Arial" pitchFamily="34" charset="-122"/>
                <a:cs typeface="Arial" pitchFamily="34" charset="-120"/>
              </a:rPr>
              <a:t>users attended Bob-a-thon</a:t>
            </a:r>
            <a:endParaRPr kumimoji="0" lang="en-US" sz="2600" b="0" i="0" u="none" strike="noStrike" kern="1200" cap="none" spc="0" normalizeH="0" baseline="0" noProof="0" dirty="0">
              <a:ln>
                <a:noFill/>
              </a:ln>
              <a:solidFill>
                <a:srgbClr val="000000"/>
              </a:solidFill>
              <a:effectLst/>
              <a:uLnTx/>
              <a:uFillTx/>
              <a:latin typeface="IBM Plex Sans Light"/>
              <a:ea typeface="+mn-ea"/>
              <a:cs typeface="+mn-cs"/>
            </a:endParaRPr>
          </a:p>
        </p:txBody>
      </p:sp>
      <p:sp>
        <p:nvSpPr>
          <p:cNvPr id="5" name="Text 3"/>
          <p:cNvSpPr/>
          <p:nvPr/>
        </p:nvSpPr>
        <p:spPr>
          <a:xfrm>
            <a:off x="2359152" y="987200"/>
            <a:ext cx="1828800" cy="907268"/>
          </a:xfrm>
          <a:prstGeom prst="rect">
            <a:avLst/>
          </a:prstGeom>
          <a:solidFill>
            <a:srgbClr val="FFFFFF"/>
          </a:solidFill>
          <a:ln w="12700">
            <a:solidFill>
              <a:srgbClr val="D5DCE6"/>
            </a:solidFill>
          </a:ln>
        </p:spPr>
        <p:txBody>
          <a:bodyPr wrap="square" lIns="1016" tIns="1016" rIns="1016" bIns="1016"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0F62FE"/>
                </a:solidFill>
                <a:effectLst/>
                <a:uLnTx/>
                <a:uFillTx/>
                <a:latin typeface="Arial" pitchFamily="34" charset="0"/>
                <a:ea typeface="Arial" pitchFamily="34" charset="-122"/>
                <a:cs typeface="Arial" pitchFamily="34" charset="-120"/>
              </a:rPr>
              <a:t>8</a:t>
            </a:r>
            <a:endParaRPr kumimoji="0" lang="en-US" sz="2600" b="0" i="0" u="none" strike="noStrike" kern="1200" cap="none" spc="0" normalizeH="0" baseline="0" noProof="0" dirty="0">
              <a:ln>
                <a:noFill/>
              </a:ln>
              <a:solidFill>
                <a:srgbClr val="000000"/>
              </a:solidFill>
              <a:effectLst/>
              <a:uLnTx/>
              <a:uFillTx/>
              <a:latin typeface="IBM Plex Sans Light"/>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5F6B7A"/>
                </a:solidFill>
                <a:effectLst/>
                <a:uLnTx/>
                <a:uFillTx/>
                <a:latin typeface="Arial" pitchFamily="34" charset="0"/>
                <a:ea typeface="Arial" pitchFamily="34" charset="-122"/>
                <a:cs typeface="Arial" pitchFamily="34" charset="-120"/>
              </a:rPr>
              <a:t>Bob-a-thons completed</a:t>
            </a:r>
            <a:endParaRPr kumimoji="0" lang="en-US" sz="2600" b="0" i="0" u="none" strike="noStrike" kern="1200" cap="none" spc="0" normalizeH="0" baseline="0" noProof="0" dirty="0">
              <a:ln>
                <a:noFill/>
              </a:ln>
              <a:solidFill>
                <a:srgbClr val="000000"/>
              </a:solidFill>
              <a:effectLst/>
              <a:uLnTx/>
              <a:uFillTx/>
              <a:latin typeface="IBM Plex Sans Light"/>
              <a:ea typeface="+mn-ea"/>
              <a:cs typeface="+mn-cs"/>
            </a:endParaRPr>
          </a:p>
        </p:txBody>
      </p:sp>
      <p:sp>
        <p:nvSpPr>
          <p:cNvPr id="6" name="Text 4"/>
          <p:cNvSpPr/>
          <p:nvPr/>
        </p:nvSpPr>
        <p:spPr>
          <a:xfrm>
            <a:off x="4334256" y="987200"/>
            <a:ext cx="1828800" cy="907268"/>
          </a:xfrm>
          <a:prstGeom prst="rect">
            <a:avLst/>
          </a:prstGeom>
          <a:solidFill>
            <a:srgbClr val="FFFFFF"/>
          </a:solidFill>
          <a:ln w="12700">
            <a:solidFill>
              <a:srgbClr val="D5DCE6"/>
            </a:solidFill>
          </a:ln>
        </p:spPr>
        <p:txBody>
          <a:bodyPr wrap="square" lIns="1016" tIns="1016" rIns="1016" bIns="1016"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0F62FE"/>
                </a:solidFill>
                <a:effectLst/>
                <a:uLnTx/>
                <a:uFillTx/>
                <a:latin typeface="Arial" pitchFamily="34" charset="0"/>
                <a:ea typeface="Arial" pitchFamily="34" charset="-122"/>
                <a:cs typeface="Arial" pitchFamily="34" charset="-120"/>
              </a:rPr>
              <a:t>4</a:t>
            </a:r>
            <a:endParaRPr kumimoji="0" lang="en-US" sz="2600" b="0" i="0" u="none" strike="noStrike" kern="1200" cap="none" spc="0" normalizeH="0" baseline="0" noProof="0" dirty="0">
              <a:ln>
                <a:noFill/>
              </a:ln>
              <a:solidFill>
                <a:srgbClr val="000000"/>
              </a:solidFill>
              <a:effectLst/>
              <a:uLnTx/>
              <a:uFillTx/>
              <a:latin typeface="IBM Plex Sans Light"/>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5F6B7A"/>
                </a:solidFill>
                <a:effectLst/>
                <a:uLnTx/>
                <a:uFillTx/>
                <a:latin typeface="Arial" pitchFamily="34" charset="0"/>
                <a:ea typeface="Arial" pitchFamily="34" charset="-122"/>
                <a:cs typeface="Arial" pitchFamily="34" charset="-120"/>
              </a:rPr>
              <a:t>production use cases</a:t>
            </a:r>
            <a:endParaRPr kumimoji="0" lang="en-US" sz="2600" b="0" i="0" u="none" strike="noStrike" kern="1200" cap="none" spc="0" normalizeH="0" baseline="0" noProof="0" dirty="0">
              <a:ln>
                <a:noFill/>
              </a:ln>
              <a:solidFill>
                <a:srgbClr val="000000"/>
              </a:solidFill>
              <a:effectLst/>
              <a:uLnTx/>
              <a:uFillTx/>
              <a:latin typeface="IBM Plex Sans Light"/>
              <a:ea typeface="+mn-ea"/>
              <a:cs typeface="+mn-cs"/>
            </a:endParaRPr>
          </a:p>
        </p:txBody>
      </p:sp>
      <p:sp>
        <p:nvSpPr>
          <p:cNvPr id="14" name="Text 4">
            <a:extLst>
              <a:ext uri="{FF2B5EF4-FFF2-40B4-BE49-F238E27FC236}">
                <a16:creationId xmlns:a16="http://schemas.microsoft.com/office/drawing/2014/main" id="{D4062615-75A2-B47C-119F-CB8F3DDBA623}"/>
              </a:ext>
            </a:extLst>
          </p:cNvPr>
          <p:cNvSpPr/>
          <p:nvPr/>
        </p:nvSpPr>
        <p:spPr>
          <a:xfrm>
            <a:off x="6309360" y="986967"/>
            <a:ext cx="1828800" cy="907268"/>
          </a:xfrm>
          <a:prstGeom prst="rect">
            <a:avLst/>
          </a:prstGeom>
          <a:solidFill>
            <a:srgbClr val="FFFFFF"/>
          </a:solidFill>
          <a:ln w="12700">
            <a:solidFill>
              <a:srgbClr val="D5DCE6"/>
            </a:solidFill>
          </a:ln>
        </p:spPr>
        <p:txBody>
          <a:bodyPr wrap="square" lIns="1016" tIns="1016" rIns="1016" bIns="1016"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0F62FE"/>
                </a:solidFill>
                <a:effectLst/>
                <a:uLnTx/>
                <a:uFillTx/>
                <a:latin typeface="Arial" pitchFamily="34" charset="0"/>
                <a:ea typeface="+mn-ea"/>
                <a:cs typeface="Arial" pitchFamily="34" charset="-120"/>
              </a:rPr>
              <a:t>3</a:t>
            </a:r>
            <a:endParaRPr kumimoji="0" lang="en-US" sz="2600" b="0" i="0" u="none" strike="noStrike" kern="1200" cap="none" spc="0" normalizeH="0" baseline="0" noProof="0" dirty="0">
              <a:ln>
                <a:noFill/>
              </a:ln>
              <a:solidFill>
                <a:srgbClr val="000000"/>
              </a:solidFill>
              <a:effectLst/>
              <a:uLnTx/>
              <a:uFillTx/>
              <a:latin typeface="IBM Plex Sans Light"/>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5F6B7A"/>
                </a:solidFill>
                <a:effectLst/>
                <a:uLnTx/>
                <a:uFillTx/>
                <a:latin typeface="Arial" pitchFamily="34" charset="0"/>
                <a:ea typeface="Arial" pitchFamily="34" charset="-122"/>
                <a:cs typeface="Arial" pitchFamily="34" charset="-120"/>
              </a:rPr>
              <a:t>Bob-a-thon Planned</a:t>
            </a:r>
            <a:endParaRPr kumimoji="0" lang="en-US" sz="2600" b="0" i="0" u="none" strike="noStrike" kern="1200" cap="none" spc="0" normalizeH="0" baseline="0" noProof="0" dirty="0">
              <a:ln>
                <a:noFill/>
              </a:ln>
              <a:solidFill>
                <a:srgbClr val="000000"/>
              </a:solidFill>
              <a:effectLst/>
              <a:uLnTx/>
              <a:uFillTx/>
              <a:latin typeface="IBM Plex Sans Light"/>
              <a:ea typeface="+mn-ea"/>
              <a:cs typeface="+mn-cs"/>
            </a:endParaRPr>
          </a:p>
        </p:txBody>
      </p:sp>
      <p:graphicFrame>
        <p:nvGraphicFramePr>
          <p:cNvPr id="33" name="Table 32">
            <a:extLst>
              <a:ext uri="{FF2B5EF4-FFF2-40B4-BE49-F238E27FC236}">
                <a16:creationId xmlns:a16="http://schemas.microsoft.com/office/drawing/2014/main" id="{CE9B9E03-327C-9A93-82D3-4E55AF59067D}"/>
              </a:ext>
            </a:extLst>
          </p:cNvPr>
          <p:cNvGraphicFramePr>
            <a:graphicFrameLocks noGrp="1"/>
          </p:cNvGraphicFramePr>
          <p:nvPr>
            <p:extLst>
              <p:ext uri="{D42A27DB-BD31-4B8C-83A1-F6EECF244321}">
                <p14:modId xmlns:p14="http://schemas.microsoft.com/office/powerpoint/2010/main" val="712057661"/>
              </p:ext>
            </p:extLst>
          </p:nvPr>
        </p:nvGraphicFramePr>
        <p:xfrm>
          <a:off x="347472" y="2308825"/>
          <a:ext cx="5062727" cy="3846436"/>
        </p:xfrm>
        <a:graphic>
          <a:graphicData uri="http://schemas.openxmlformats.org/drawingml/2006/table">
            <a:tbl>
              <a:tblPr firstRow="1"/>
              <a:tblGrid>
                <a:gridCol w="570509">
                  <a:extLst>
                    <a:ext uri="{9D8B030D-6E8A-4147-A177-3AD203B41FA5}">
                      <a16:colId xmlns:a16="http://schemas.microsoft.com/office/drawing/2014/main" val="3657197029"/>
                    </a:ext>
                  </a:extLst>
                </a:gridCol>
                <a:gridCol w="2356705">
                  <a:extLst>
                    <a:ext uri="{9D8B030D-6E8A-4147-A177-3AD203B41FA5}">
                      <a16:colId xmlns:a16="http://schemas.microsoft.com/office/drawing/2014/main" val="1159621344"/>
                    </a:ext>
                  </a:extLst>
                </a:gridCol>
                <a:gridCol w="2135513">
                  <a:extLst>
                    <a:ext uri="{9D8B030D-6E8A-4147-A177-3AD203B41FA5}">
                      <a16:colId xmlns:a16="http://schemas.microsoft.com/office/drawing/2014/main" val="1549753289"/>
                    </a:ext>
                  </a:extLst>
                </a:gridCol>
              </a:tblGrid>
              <a:tr h="0">
                <a:tc>
                  <a:txBody>
                    <a:bodyPr/>
                    <a:lstStyle>
                      <a:lvl1pPr marL="0" marR="0" indent="0" algn="r" defTabSz="914461" rtl="0" eaLnBrk="1" latinLnBrk="0" hangingPunct="1">
                        <a:lnSpc>
                          <a:spcPct val="100000"/>
                        </a:lnSpc>
                        <a:spcBef>
                          <a:spcPts val="0"/>
                        </a:spcBef>
                        <a:spcAft>
                          <a:spcPts val="0"/>
                        </a:spcAft>
                        <a:buClrTx/>
                        <a:buSzTx/>
                        <a:buFontTx/>
                        <a:buNone/>
                        <a:tabLst/>
                        <a:defRPr sz="800" b="1" i="0" u="none" strike="noStrike" cap="none" spc="0" baseline="0">
                          <a:solidFill>
                            <a:schemeClr val="lt1"/>
                          </a:solidFill>
                          <a:uFillTx/>
                          <a:latin typeface="IBM Plex Sans Light"/>
                          <a:ea typeface="IBM Plex Sans JP Light"/>
                          <a:sym typeface="IBM Plex Sans"/>
                        </a:defRPr>
                      </a:lvl1pPr>
                      <a:lvl2pPr marL="0" marR="0" indent="171461" algn="r" defTabSz="914461" rtl="0" eaLnBrk="1" latinLnBrk="0" hangingPunct="1">
                        <a:lnSpc>
                          <a:spcPct val="100000"/>
                        </a:lnSpc>
                        <a:spcBef>
                          <a:spcPts val="0"/>
                        </a:spcBef>
                        <a:spcAft>
                          <a:spcPts val="0"/>
                        </a:spcAft>
                        <a:buClrTx/>
                        <a:buSzTx/>
                        <a:buFontTx/>
                        <a:buNone/>
                        <a:tabLst/>
                        <a:defRPr sz="800" b="1" i="0" u="none" strike="noStrike" cap="none" spc="0" baseline="0">
                          <a:solidFill>
                            <a:schemeClr val="lt1"/>
                          </a:solidFill>
                          <a:uFillTx/>
                          <a:latin typeface="IBM Plex Sans Light"/>
                          <a:ea typeface="IBM Plex Sans JP Light"/>
                          <a:sym typeface="IBM Plex Sans"/>
                        </a:defRPr>
                      </a:lvl2pPr>
                      <a:lvl3pPr marL="0" marR="0" indent="342922" algn="r" defTabSz="914461" rtl="0" eaLnBrk="1" latinLnBrk="0" hangingPunct="1">
                        <a:lnSpc>
                          <a:spcPct val="100000"/>
                        </a:lnSpc>
                        <a:spcBef>
                          <a:spcPts val="0"/>
                        </a:spcBef>
                        <a:spcAft>
                          <a:spcPts val="0"/>
                        </a:spcAft>
                        <a:buClrTx/>
                        <a:buSzTx/>
                        <a:buFontTx/>
                        <a:buNone/>
                        <a:tabLst/>
                        <a:defRPr sz="800" b="1" i="0" u="none" strike="noStrike" cap="none" spc="0" baseline="0">
                          <a:solidFill>
                            <a:schemeClr val="lt1"/>
                          </a:solidFill>
                          <a:uFillTx/>
                          <a:latin typeface="IBM Plex Sans Light"/>
                          <a:ea typeface="IBM Plex Sans JP Light"/>
                          <a:sym typeface="IBM Plex Sans"/>
                        </a:defRPr>
                      </a:lvl3pPr>
                      <a:lvl4pPr marL="0" marR="0" indent="514384" algn="r" defTabSz="914461" rtl="0" eaLnBrk="1" latinLnBrk="0" hangingPunct="1">
                        <a:lnSpc>
                          <a:spcPct val="100000"/>
                        </a:lnSpc>
                        <a:spcBef>
                          <a:spcPts val="0"/>
                        </a:spcBef>
                        <a:spcAft>
                          <a:spcPts val="0"/>
                        </a:spcAft>
                        <a:buClrTx/>
                        <a:buSzTx/>
                        <a:buFontTx/>
                        <a:buNone/>
                        <a:tabLst/>
                        <a:defRPr sz="800" b="1" i="0" u="none" strike="noStrike" cap="none" spc="0" baseline="0">
                          <a:solidFill>
                            <a:schemeClr val="lt1"/>
                          </a:solidFill>
                          <a:uFillTx/>
                          <a:latin typeface="IBM Plex Sans Light"/>
                          <a:ea typeface="IBM Plex Sans JP Light"/>
                          <a:sym typeface="IBM Plex Sans"/>
                        </a:defRPr>
                      </a:lvl4pPr>
                      <a:lvl5pPr marL="0" marR="0" indent="685845" algn="r" defTabSz="914461" rtl="0" eaLnBrk="1" latinLnBrk="0" hangingPunct="1">
                        <a:lnSpc>
                          <a:spcPct val="100000"/>
                        </a:lnSpc>
                        <a:spcBef>
                          <a:spcPts val="0"/>
                        </a:spcBef>
                        <a:spcAft>
                          <a:spcPts val="0"/>
                        </a:spcAft>
                        <a:buClrTx/>
                        <a:buSzTx/>
                        <a:buFontTx/>
                        <a:buNone/>
                        <a:tabLst/>
                        <a:defRPr sz="800" b="1" i="0" u="none" strike="noStrike" cap="none" spc="0" baseline="0">
                          <a:solidFill>
                            <a:schemeClr val="lt1"/>
                          </a:solidFill>
                          <a:uFillTx/>
                          <a:latin typeface="IBM Plex Sans Light"/>
                          <a:ea typeface="IBM Plex Sans JP Light"/>
                          <a:sym typeface="IBM Plex Sans"/>
                        </a:defRPr>
                      </a:lvl5pPr>
                      <a:lvl6pPr marL="0" marR="0" indent="857307" algn="r" defTabSz="914461" rtl="0" eaLnBrk="1" latinLnBrk="0" hangingPunct="1">
                        <a:lnSpc>
                          <a:spcPct val="100000"/>
                        </a:lnSpc>
                        <a:spcBef>
                          <a:spcPts val="0"/>
                        </a:spcBef>
                        <a:spcAft>
                          <a:spcPts val="0"/>
                        </a:spcAft>
                        <a:buClrTx/>
                        <a:buSzTx/>
                        <a:buFontTx/>
                        <a:buNone/>
                        <a:tabLst/>
                        <a:defRPr sz="800" b="1" i="0" u="none" strike="noStrike" cap="none" spc="0" baseline="0">
                          <a:solidFill>
                            <a:schemeClr val="lt1"/>
                          </a:solidFill>
                          <a:uFillTx/>
                          <a:latin typeface="IBM Plex Sans Light"/>
                          <a:ea typeface="IBM Plex Sans JP Light"/>
                          <a:sym typeface="IBM Plex Sans"/>
                        </a:defRPr>
                      </a:lvl6pPr>
                      <a:lvl7pPr marL="0" marR="0" indent="1028768" algn="r" defTabSz="914461" rtl="0" eaLnBrk="1" latinLnBrk="0" hangingPunct="1">
                        <a:lnSpc>
                          <a:spcPct val="100000"/>
                        </a:lnSpc>
                        <a:spcBef>
                          <a:spcPts val="0"/>
                        </a:spcBef>
                        <a:spcAft>
                          <a:spcPts val="0"/>
                        </a:spcAft>
                        <a:buClrTx/>
                        <a:buSzTx/>
                        <a:buFontTx/>
                        <a:buNone/>
                        <a:tabLst/>
                        <a:defRPr sz="800" b="1" i="0" u="none" strike="noStrike" cap="none" spc="0" baseline="0">
                          <a:solidFill>
                            <a:schemeClr val="lt1"/>
                          </a:solidFill>
                          <a:uFillTx/>
                          <a:latin typeface="IBM Plex Sans Light"/>
                          <a:ea typeface="IBM Plex Sans JP Light"/>
                          <a:sym typeface="IBM Plex Sans"/>
                        </a:defRPr>
                      </a:lvl7pPr>
                      <a:lvl8pPr marL="0" marR="0" indent="1200230" algn="r" defTabSz="914461" rtl="0" eaLnBrk="1" latinLnBrk="0" hangingPunct="1">
                        <a:lnSpc>
                          <a:spcPct val="100000"/>
                        </a:lnSpc>
                        <a:spcBef>
                          <a:spcPts val="0"/>
                        </a:spcBef>
                        <a:spcAft>
                          <a:spcPts val="0"/>
                        </a:spcAft>
                        <a:buClrTx/>
                        <a:buSzTx/>
                        <a:buFontTx/>
                        <a:buNone/>
                        <a:tabLst/>
                        <a:defRPr sz="800" b="1" i="0" u="none" strike="noStrike" cap="none" spc="0" baseline="0">
                          <a:solidFill>
                            <a:schemeClr val="lt1"/>
                          </a:solidFill>
                          <a:uFillTx/>
                          <a:latin typeface="IBM Plex Sans Light"/>
                          <a:ea typeface="IBM Plex Sans JP Light"/>
                          <a:sym typeface="IBM Plex Sans"/>
                        </a:defRPr>
                      </a:lvl8pPr>
                      <a:lvl9pPr marL="0" marR="0" indent="1371691" algn="r" defTabSz="914461" rtl="0" eaLnBrk="1" latinLnBrk="0" hangingPunct="1">
                        <a:lnSpc>
                          <a:spcPct val="100000"/>
                        </a:lnSpc>
                        <a:spcBef>
                          <a:spcPts val="0"/>
                        </a:spcBef>
                        <a:spcAft>
                          <a:spcPts val="0"/>
                        </a:spcAft>
                        <a:buClrTx/>
                        <a:buSzTx/>
                        <a:buFontTx/>
                        <a:buNone/>
                        <a:tabLst/>
                        <a:defRPr sz="800" b="1" i="0" u="none" strike="noStrike" cap="none" spc="0" baseline="0">
                          <a:solidFill>
                            <a:schemeClr val="lt1"/>
                          </a:solidFill>
                          <a:uFillTx/>
                          <a:latin typeface="IBM Plex Sans Light"/>
                          <a:ea typeface="IBM Plex Sans JP Light"/>
                          <a:sym typeface="IBM Plex Sans"/>
                        </a:defRPr>
                      </a:lvl9pPr>
                    </a:lstStyle>
                    <a:p>
                      <a:pPr algn="ctr"/>
                      <a:r>
                        <a:rPr lang="en-US" sz="800" b="1" dirty="0">
                          <a:latin typeface="+mj-lt"/>
                        </a:rPr>
                        <a:t>#</a:t>
                      </a:r>
                    </a:p>
                  </a:txBody>
                  <a:tcPr marL="45720" marR="45720"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chemeClr val="bg1">
                        <a:lumMod val="75000"/>
                      </a:schemeClr>
                    </a:solidFill>
                  </a:tcPr>
                </a:tc>
                <a:tc>
                  <a:txBody>
                    <a:bodyPr/>
                    <a:lstStyle>
                      <a:lvl1pPr marL="0" marR="0" indent="0" algn="r" defTabSz="914461" rtl="0" eaLnBrk="1" latinLnBrk="0" hangingPunct="1">
                        <a:lnSpc>
                          <a:spcPct val="100000"/>
                        </a:lnSpc>
                        <a:spcBef>
                          <a:spcPts val="0"/>
                        </a:spcBef>
                        <a:spcAft>
                          <a:spcPts val="0"/>
                        </a:spcAft>
                        <a:buClrTx/>
                        <a:buSzTx/>
                        <a:buFontTx/>
                        <a:buNone/>
                        <a:tabLst/>
                        <a:defRPr sz="800" b="1" i="0" u="none" strike="noStrike" cap="none" spc="0" baseline="0">
                          <a:solidFill>
                            <a:schemeClr val="lt1"/>
                          </a:solidFill>
                          <a:uFillTx/>
                          <a:latin typeface="IBM Plex Sans Light"/>
                          <a:ea typeface="IBM Plex Sans JP Light"/>
                          <a:sym typeface="IBM Plex Sans"/>
                        </a:defRPr>
                      </a:lvl1pPr>
                      <a:lvl2pPr marL="0" marR="0" indent="171461" algn="r" defTabSz="914461" rtl="0" eaLnBrk="1" latinLnBrk="0" hangingPunct="1">
                        <a:lnSpc>
                          <a:spcPct val="100000"/>
                        </a:lnSpc>
                        <a:spcBef>
                          <a:spcPts val="0"/>
                        </a:spcBef>
                        <a:spcAft>
                          <a:spcPts val="0"/>
                        </a:spcAft>
                        <a:buClrTx/>
                        <a:buSzTx/>
                        <a:buFontTx/>
                        <a:buNone/>
                        <a:tabLst/>
                        <a:defRPr sz="800" b="1" i="0" u="none" strike="noStrike" cap="none" spc="0" baseline="0">
                          <a:solidFill>
                            <a:schemeClr val="lt1"/>
                          </a:solidFill>
                          <a:uFillTx/>
                          <a:latin typeface="IBM Plex Sans Light"/>
                          <a:ea typeface="IBM Plex Sans JP Light"/>
                          <a:sym typeface="IBM Plex Sans"/>
                        </a:defRPr>
                      </a:lvl2pPr>
                      <a:lvl3pPr marL="0" marR="0" indent="342922" algn="r" defTabSz="914461" rtl="0" eaLnBrk="1" latinLnBrk="0" hangingPunct="1">
                        <a:lnSpc>
                          <a:spcPct val="100000"/>
                        </a:lnSpc>
                        <a:spcBef>
                          <a:spcPts val="0"/>
                        </a:spcBef>
                        <a:spcAft>
                          <a:spcPts val="0"/>
                        </a:spcAft>
                        <a:buClrTx/>
                        <a:buSzTx/>
                        <a:buFontTx/>
                        <a:buNone/>
                        <a:tabLst/>
                        <a:defRPr sz="800" b="1" i="0" u="none" strike="noStrike" cap="none" spc="0" baseline="0">
                          <a:solidFill>
                            <a:schemeClr val="lt1"/>
                          </a:solidFill>
                          <a:uFillTx/>
                          <a:latin typeface="IBM Plex Sans Light"/>
                          <a:ea typeface="IBM Plex Sans JP Light"/>
                          <a:sym typeface="IBM Plex Sans"/>
                        </a:defRPr>
                      </a:lvl3pPr>
                      <a:lvl4pPr marL="0" marR="0" indent="514384" algn="r" defTabSz="914461" rtl="0" eaLnBrk="1" latinLnBrk="0" hangingPunct="1">
                        <a:lnSpc>
                          <a:spcPct val="100000"/>
                        </a:lnSpc>
                        <a:spcBef>
                          <a:spcPts val="0"/>
                        </a:spcBef>
                        <a:spcAft>
                          <a:spcPts val="0"/>
                        </a:spcAft>
                        <a:buClrTx/>
                        <a:buSzTx/>
                        <a:buFontTx/>
                        <a:buNone/>
                        <a:tabLst/>
                        <a:defRPr sz="800" b="1" i="0" u="none" strike="noStrike" cap="none" spc="0" baseline="0">
                          <a:solidFill>
                            <a:schemeClr val="lt1"/>
                          </a:solidFill>
                          <a:uFillTx/>
                          <a:latin typeface="IBM Plex Sans Light"/>
                          <a:ea typeface="IBM Plex Sans JP Light"/>
                          <a:sym typeface="IBM Plex Sans"/>
                        </a:defRPr>
                      </a:lvl4pPr>
                      <a:lvl5pPr marL="0" marR="0" indent="685845" algn="r" defTabSz="914461" rtl="0" eaLnBrk="1" latinLnBrk="0" hangingPunct="1">
                        <a:lnSpc>
                          <a:spcPct val="100000"/>
                        </a:lnSpc>
                        <a:spcBef>
                          <a:spcPts val="0"/>
                        </a:spcBef>
                        <a:spcAft>
                          <a:spcPts val="0"/>
                        </a:spcAft>
                        <a:buClrTx/>
                        <a:buSzTx/>
                        <a:buFontTx/>
                        <a:buNone/>
                        <a:tabLst/>
                        <a:defRPr sz="800" b="1" i="0" u="none" strike="noStrike" cap="none" spc="0" baseline="0">
                          <a:solidFill>
                            <a:schemeClr val="lt1"/>
                          </a:solidFill>
                          <a:uFillTx/>
                          <a:latin typeface="IBM Plex Sans Light"/>
                          <a:ea typeface="IBM Plex Sans JP Light"/>
                          <a:sym typeface="IBM Plex Sans"/>
                        </a:defRPr>
                      </a:lvl5pPr>
                      <a:lvl6pPr marL="0" marR="0" indent="857307" algn="r" defTabSz="914461" rtl="0" eaLnBrk="1" latinLnBrk="0" hangingPunct="1">
                        <a:lnSpc>
                          <a:spcPct val="100000"/>
                        </a:lnSpc>
                        <a:spcBef>
                          <a:spcPts val="0"/>
                        </a:spcBef>
                        <a:spcAft>
                          <a:spcPts val="0"/>
                        </a:spcAft>
                        <a:buClrTx/>
                        <a:buSzTx/>
                        <a:buFontTx/>
                        <a:buNone/>
                        <a:tabLst/>
                        <a:defRPr sz="800" b="1" i="0" u="none" strike="noStrike" cap="none" spc="0" baseline="0">
                          <a:solidFill>
                            <a:schemeClr val="lt1"/>
                          </a:solidFill>
                          <a:uFillTx/>
                          <a:latin typeface="IBM Plex Sans Light"/>
                          <a:ea typeface="IBM Plex Sans JP Light"/>
                          <a:sym typeface="IBM Plex Sans"/>
                        </a:defRPr>
                      </a:lvl6pPr>
                      <a:lvl7pPr marL="0" marR="0" indent="1028768" algn="r" defTabSz="914461" rtl="0" eaLnBrk="1" latinLnBrk="0" hangingPunct="1">
                        <a:lnSpc>
                          <a:spcPct val="100000"/>
                        </a:lnSpc>
                        <a:spcBef>
                          <a:spcPts val="0"/>
                        </a:spcBef>
                        <a:spcAft>
                          <a:spcPts val="0"/>
                        </a:spcAft>
                        <a:buClrTx/>
                        <a:buSzTx/>
                        <a:buFontTx/>
                        <a:buNone/>
                        <a:tabLst/>
                        <a:defRPr sz="800" b="1" i="0" u="none" strike="noStrike" cap="none" spc="0" baseline="0">
                          <a:solidFill>
                            <a:schemeClr val="lt1"/>
                          </a:solidFill>
                          <a:uFillTx/>
                          <a:latin typeface="IBM Plex Sans Light"/>
                          <a:ea typeface="IBM Plex Sans JP Light"/>
                          <a:sym typeface="IBM Plex Sans"/>
                        </a:defRPr>
                      </a:lvl7pPr>
                      <a:lvl8pPr marL="0" marR="0" indent="1200230" algn="r" defTabSz="914461" rtl="0" eaLnBrk="1" latinLnBrk="0" hangingPunct="1">
                        <a:lnSpc>
                          <a:spcPct val="100000"/>
                        </a:lnSpc>
                        <a:spcBef>
                          <a:spcPts val="0"/>
                        </a:spcBef>
                        <a:spcAft>
                          <a:spcPts val="0"/>
                        </a:spcAft>
                        <a:buClrTx/>
                        <a:buSzTx/>
                        <a:buFontTx/>
                        <a:buNone/>
                        <a:tabLst/>
                        <a:defRPr sz="800" b="1" i="0" u="none" strike="noStrike" cap="none" spc="0" baseline="0">
                          <a:solidFill>
                            <a:schemeClr val="lt1"/>
                          </a:solidFill>
                          <a:uFillTx/>
                          <a:latin typeface="IBM Plex Sans Light"/>
                          <a:ea typeface="IBM Plex Sans JP Light"/>
                          <a:sym typeface="IBM Plex Sans"/>
                        </a:defRPr>
                      </a:lvl8pPr>
                      <a:lvl9pPr marL="0" marR="0" indent="1371691" algn="r" defTabSz="914461" rtl="0" eaLnBrk="1" latinLnBrk="0" hangingPunct="1">
                        <a:lnSpc>
                          <a:spcPct val="100000"/>
                        </a:lnSpc>
                        <a:spcBef>
                          <a:spcPts val="0"/>
                        </a:spcBef>
                        <a:spcAft>
                          <a:spcPts val="0"/>
                        </a:spcAft>
                        <a:buClrTx/>
                        <a:buSzTx/>
                        <a:buFontTx/>
                        <a:buNone/>
                        <a:tabLst/>
                        <a:defRPr sz="800" b="1" i="0" u="none" strike="noStrike" cap="none" spc="0" baseline="0">
                          <a:solidFill>
                            <a:schemeClr val="lt1"/>
                          </a:solidFill>
                          <a:uFillTx/>
                          <a:latin typeface="IBM Plex Sans Light"/>
                          <a:ea typeface="IBM Plex Sans JP Light"/>
                          <a:sym typeface="IBM Plex Sans"/>
                        </a:defRPr>
                      </a:lvl9pPr>
                    </a:lstStyle>
                    <a:p>
                      <a:pPr algn="ctr"/>
                      <a:r>
                        <a:rPr lang="en-US" sz="800" b="1" dirty="0">
                          <a:latin typeface="+mj-lt"/>
                        </a:rPr>
                        <a:t>Team</a:t>
                      </a:r>
                    </a:p>
                  </a:txBody>
                  <a:tcPr marL="45720" marR="45720"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chemeClr val="bg1">
                        <a:lumMod val="75000"/>
                      </a:schemeClr>
                    </a:solidFill>
                  </a:tcPr>
                </a:tc>
                <a:tc>
                  <a:txBody>
                    <a:bodyPr/>
                    <a:lstStyle>
                      <a:lvl1pPr marL="0" marR="0" indent="0" algn="r" defTabSz="914461" rtl="0" eaLnBrk="1" latinLnBrk="0" hangingPunct="1">
                        <a:lnSpc>
                          <a:spcPct val="100000"/>
                        </a:lnSpc>
                        <a:spcBef>
                          <a:spcPts val="0"/>
                        </a:spcBef>
                        <a:spcAft>
                          <a:spcPts val="0"/>
                        </a:spcAft>
                        <a:buClrTx/>
                        <a:buSzTx/>
                        <a:buFontTx/>
                        <a:buNone/>
                        <a:tabLst/>
                        <a:defRPr sz="800" b="1" i="0" u="none" strike="noStrike" cap="none" spc="0" baseline="0">
                          <a:solidFill>
                            <a:schemeClr val="lt1"/>
                          </a:solidFill>
                          <a:uFillTx/>
                          <a:latin typeface="IBM Plex Sans Light"/>
                          <a:ea typeface="IBM Plex Sans JP Light"/>
                          <a:sym typeface="IBM Plex Sans"/>
                        </a:defRPr>
                      </a:lvl1pPr>
                      <a:lvl2pPr marL="0" marR="0" indent="171461" algn="r" defTabSz="914461" rtl="0" eaLnBrk="1" latinLnBrk="0" hangingPunct="1">
                        <a:lnSpc>
                          <a:spcPct val="100000"/>
                        </a:lnSpc>
                        <a:spcBef>
                          <a:spcPts val="0"/>
                        </a:spcBef>
                        <a:spcAft>
                          <a:spcPts val="0"/>
                        </a:spcAft>
                        <a:buClrTx/>
                        <a:buSzTx/>
                        <a:buFontTx/>
                        <a:buNone/>
                        <a:tabLst/>
                        <a:defRPr sz="800" b="1" i="0" u="none" strike="noStrike" cap="none" spc="0" baseline="0">
                          <a:solidFill>
                            <a:schemeClr val="lt1"/>
                          </a:solidFill>
                          <a:uFillTx/>
                          <a:latin typeface="IBM Plex Sans Light"/>
                          <a:ea typeface="IBM Plex Sans JP Light"/>
                          <a:sym typeface="IBM Plex Sans"/>
                        </a:defRPr>
                      </a:lvl2pPr>
                      <a:lvl3pPr marL="0" marR="0" indent="342922" algn="r" defTabSz="914461" rtl="0" eaLnBrk="1" latinLnBrk="0" hangingPunct="1">
                        <a:lnSpc>
                          <a:spcPct val="100000"/>
                        </a:lnSpc>
                        <a:spcBef>
                          <a:spcPts val="0"/>
                        </a:spcBef>
                        <a:spcAft>
                          <a:spcPts val="0"/>
                        </a:spcAft>
                        <a:buClrTx/>
                        <a:buSzTx/>
                        <a:buFontTx/>
                        <a:buNone/>
                        <a:tabLst/>
                        <a:defRPr sz="800" b="1" i="0" u="none" strike="noStrike" cap="none" spc="0" baseline="0">
                          <a:solidFill>
                            <a:schemeClr val="lt1"/>
                          </a:solidFill>
                          <a:uFillTx/>
                          <a:latin typeface="IBM Plex Sans Light"/>
                          <a:ea typeface="IBM Plex Sans JP Light"/>
                          <a:sym typeface="IBM Plex Sans"/>
                        </a:defRPr>
                      </a:lvl3pPr>
                      <a:lvl4pPr marL="0" marR="0" indent="514384" algn="r" defTabSz="914461" rtl="0" eaLnBrk="1" latinLnBrk="0" hangingPunct="1">
                        <a:lnSpc>
                          <a:spcPct val="100000"/>
                        </a:lnSpc>
                        <a:spcBef>
                          <a:spcPts val="0"/>
                        </a:spcBef>
                        <a:spcAft>
                          <a:spcPts val="0"/>
                        </a:spcAft>
                        <a:buClrTx/>
                        <a:buSzTx/>
                        <a:buFontTx/>
                        <a:buNone/>
                        <a:tabLst/>
                        <a:defRPr sz="800" b="1" i="0" u="none" strike="noStrike" cap="none" spc="0" baseline="0">
                          <a:solidFill>
                            <a:schemeClr val="lt1"/>
                          </a:solidFill>
                          <a:uFillTx/>
                          <a:latin typeface="IBM Plex Sans Light"/>
                          <a:ea typeface="IBM Plex Sans JP Light"/>
                          <a:sym typeface="IBM Plex Sans"/>
                        </a:defRPr>
                      </a:lvl4pPr>
                      <a:lvl5pPr marL="0" marR="0" indent="685845" algn="r" defTabSz="914461" rtl="0" eaLnBrk="1" latinLnBrk="0" hangingPunct="1">
                        <a:lnSpc>
                          <a:spcPct val="100000"/>
                        </a:lnSpc>
                        <a:spcBef>
                          <a:spcPts val="0"/>
                        </a:spcBef>
                        <a:spcAft>
                          <a:spcPts val="0"/>
                        </a:spcAft>
                        <a:buClrTx/>
                        <a:buSzTx/>
                        <a:buFontTx/>
                        <a:buNone/>
                        <a:tabLst/>
                        <a:defRPr sz="800" b="1" i="0" u="none" strike="noStrike" cap="none" spc="0" baseline="0">
                          <a:solidFill>
                            <a:schemeClr val="lt1"/>
                          </a:solidFill>
                          <a:uFillTx/>
                          <a:latin typeface="IBM Plex Sans Light"/>
                          <a:ea typeface="IBM Plex Sans JP Light"/>
                          <a:sym typeface="IBM Plex Sans"/>
                        </a:defRPr>
                      </a:lvl5pPr>
                      <a:lvl6pPr marL="0" marR="0" indent="857307" algn="r" defTabSz="914461" rtl="0" eaLnBrk="1" latinLnBrk="0" hangingPunct="1">
                        <a:lnSpc>
                          <a:spcPct val="100000"/>
                        </a:lnSpc>
                        <a:spcBef>
                          <a:spcPts val="0"/>
                        </a:spcBef>
                        <a:spcAft>
                          <a:spcPts val="0"/>
                        </a:spcAft>
                        <a:buClrTx/>
                        <a:buSzTx/>
                        <a:buFontTx/>
                        <a:buNone/>
                        <a:tabLst/>
                        <a:defRPr sz="800" b="1" i="0" u="none" strike="noStrike" cap="none" spc="0" baseline="0">
                          <a:solidFill>
                            <a:schemeClr val="lt1"/>
                          </a:solidFill>
                          <a:uFillTx/>
                          <a:latin typeface="IBM Plex Sans Light"/>
                          <a:ea typeface="IBM Plex Sans JP Light"/>
                          <a:sym typeface="IBM Plex Sans"/>
                        </a:defRPr>
                      </a:lvl6pPr>
                      <a:lvl7pPr marL="0" marR="0" indent="1028768" algn="r" defTabSz="914461" rtl="0" eaLnBrk="1" latinLnBrk="0" hangingPunct="1">
                        <a:lnSpc>
                          <a:spcPct val="100000"/>
                        </a:lnSpc>
                        <a:spcBef>
                          <a:spcPts val="0"/>
                        </a:spcBef>
                        <a:spcAft>
                          <a:spcPts val="0"/>
                        </a:spcAft>
                        <a:buClrTx/>
                        <a:buSzTx/>
                        <a:buFontTx/>
                        <a:buNone/>
                        <a:tabLst/>
                        <a:defRPr sz="800" b="1" i="0" u="none" strike="noStrike" cap="none" spc="0" baseline="0">
                          <a:solidFill>
                            <a:schemeClr val="lt1"/>
                          </a:solidFill>
                          <a:uFillTx/>
                          <a:latin typeface="IBM Plex Sans Light"/>
                          <a:ea typeface="IBM Plex Sans JP Light"/>
                          <a:sym typeface="IBM Plex Sans"/>
                        </a:defRPr>
                      </a:lvl7pPr>
                      <a:lvl8pPr marL="0" marR="0" indent="1200230" algn="r" defTabSz="914461" rtl="0" eaLnBrk="1" latinLnBrk="0" hangingPunct="1">
                        <a:lnSpc>
                          <a:spcPct val="100000"/>
                        </a:lnSpc>
                        <a:spcBef>
                          <a:spcPts val="0"/>
                        </a:spcBef>
                        <a:spcAft>
                          <a:spcPts val="0"/>
                        </a:spcAft>
                        <a:buClrTx/>
                        <a:buSzTx/>
                        <a:buFontTx/>
                        <a:buNone/>
                        <a:tabLst/>
                        <a:defRPr sz="800" b="1" i="0" u="none" strike="noStrike" cap="none" spc="0" baseline="0">
                          <a:solidFill>
                            <a:schemeClr val="lt1"/>
                          </a:solidFill>
                          <a:uFillTx/>
                          <a:latin typeface="IBM Plex Sans Light"/>
                          <a:ea typeface="IBM Plex Sans JP Light"/>
                          <a:sym typeface="IBM Plex Sans"/>
                        </a:defRPr>
                      </a:lvl8pPr>
                      <a:lvl9pPr marL="0" marR="0" indent="1371691" algn="r" defTabSz="914461" rtl="0" eaLnBrk="1" latinLnBrk="0" hangingPunct="1">
                        <a:lnSpc>
                          <a:spcPct val="100000"/>
                        </a:lnSpc>
                        <a:spcBef>
                          <a:spcPts val="0"/>
                        </a:spcBef>
                        <a:spcAft>
                          <a:spcPts val="0"/>
                        </a:spcAft>
                        <a:buClrTx/>
                        <a:buSzTx/>
                        <a:buFontTx/>
                        <a:buNone/>
                        <a:tabLst/>
                        <a:defRPr sz="800" b="1" i="0" u="none" strike="noStrike" cap="none" spc="0" baseline="0">
                          <a:solidFill>
                            <a:schemeClr val="lt1"/>
                          </a:solidFill>
                          <a:uFillTx/>
                          <a:latin typeface="IBM Plex Sans Light"/>
                          <a:ea typeface="IBM Plex Sans JP Light"/>
                          <a:sym typeface="IBM Plex Sans"/>
                        </a:defRPr>
                      </a:lvl9pPr>
                    </a:lstStyle>
                    <a:p>
                      <a:pPr algn="ctr"/>
                      <a:r>
                        <a:rPr lang="en-US" sz="800" b="1" dirty="0">
                          <a:latin typeface="+mj-lt"/>
                        </a:rPr>
                        <a:t>Pre-canned Use Cases</a:t>
                      </a:r>
                    </a:p>
                  </a:txBody>
                  <a:tcPr marL="45720" marR="45720"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chemeClr val="bg1">
                        <a:lumMod val="75000"/>
                      </a:schemeClr>
                    </a:solidFill>
                  </a:tcPr>
                </a:tc>
                <a:extLst>
                  <a:ext uri="{0D108BD9-81ED-4DB2-BD59-A6C34878D82A}">
                    <a16:rowId xmlns:a16="http://schemas.microsoft.com/office/drawing/2014/main" val="31767165"/>
                  </a:ext>
                </a:extLst>
              </a:tr>
              <a:tr h="361869">
                <a:tc>
                  <a:txBody>
                    <a:bodyPr/>
                    <a:lstStyle>
                      <a:lvl1pPr marL="0" marR="0" indent="0"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1pPr>
                      <a:lvl2pPr marL="0" marR="0" indent="171461"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2pPr>
                      <a:lvl3pPr marL="0" marR="0" indent="342922"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3pPr>
                      <a:lvl4pPr marL="0" marR="0" indent="514384"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4pPr>
                      <a:lvl5pPr marL="0" marR="0" indent="685845"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5pPr>
                      <a:lvl6pPr marL="0" marR="0" indent="857307"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6pPr>
                      <a:lvl7pPr marL="0" marR="0" indent="1028768"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7pPr>
                      <a:lvl8pPr marL="0" marR="0" indent="1200230"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8pPr>
                      <a:lvl9pPr marL="0" marR="0" indent="1371691"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9pPr>
                    </a:lstStyle>
                    <a:p>
                      <a:pPr algn="l"/>
                      <a:r>
                        <a:rPr lang="en-US" sz="800" b="1" dirty="0">
                          <a:solidFill>
                            <a:schemeClr val="tx1"/>
                          </a:solidFill>
                          <a:latin typeface="+mj-lt"/>
                        </a:rPr>
                        <a:t>1</a:t>
                      </a:r>
                    </a:p>
                  </a:txBody>
                  <a:tcPr marL="45720" marR="45720"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FFFFF">
                        <a:lumMod val="85000"/>
                      </a:srgbClr>
                    </a:solidFill>
                  </a:tcPr>
                </a:tc>
                <a:tc>
                  <a:txBody>
                    <a:bodyPr/>
                    <a:lstStyle>
                      <a:lvl1pPr marL="0" marR="0" indent="0"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1pPr>
                      <a:lvl2pPr marL="0" marR="0" indent="171461"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2pPr>
                      <a:lvl3pPr marL="0" marR="0" indent="342922"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3pPr>
                      <a:lvl4pPr marL="0" marR="0" indent="514384"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4pPr>
                      <a:lvl5pPr marL="0" marR="0" indent="685845"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5pPr>
                      <a:lvl6pPr marL="0" marR="0" indent="857307"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6pPr>
                      <a:lvl7pPr marL="0" marR="0" indent="1028768"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7pPr>
                      <a:lvl8pPr marL="0" marR="0" indent="1200230"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8pPr>
                      <a:lvl9pPr marL="0" marR="0" indent="1371691"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9pPr>
                    </a:lstStyle>
                    <a:p>
                      <a:pPr algn="l"/>
                      <a:r>
                        <a:rPr lang="en-US" sz="800" b="1" dirty="0">
                          <a:solidFill>
                            <a:schemeClr val="tx1"/>
                          </a:solidFill>
                          <a:latin typeface="+mj-lt"/>
                        </a:rPr>
                        <a:t>IVI, IT</a:t>
                      </a:r>
                    </a:p>
                  </a:txBody>
                  <a:tcPr marL="45720" marR="45720"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FFFFF">
                        <a:lumMod val="85000"/>
                      </a:srgbClr>
                    </a:solidFill>
                  </a:tcPr>
                </a:tc>
                <a:tc>
                  <a:txBody>
                    <a:bodyPr/>
                    <a:lstStyle>
                      <a:lvl1pPr marL="0" marR="0" indent="0"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1pPr>
                      <a:lvl2pPr marL="0" marR="0" indent="171461"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2pPr>
                      <a:lvl3pPr marL="0" marR="0" indent="342922"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3pPr>
                      <a:lvl4pPr marL="0" marR="0" indent="514384"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4pPr>
                      <a:lvl5pPr marL="0" marR="0" indent="685845"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5pPr>
                      <a:lvl6pPr marL="0" marR="0" indent="857307"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6pPr>
                      <a:lvl7pPr marL="0" marR="0" indent="1028768"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7pPr>
                      <a:lvl8pPr marL="0" marR="0" indent="1200230"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8pPr>
                      <a:lvl9pPr marL="0" marR="0" indent="1371691"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9pPr>
                    </a:lstStyle>
                    <a:p>
                      <a:pPr algn="ctr"/>
                      <a:r>
                        <a:rPr lang="en-US" sz="800" b="0" dirty="0">
                          <a:solidFill>
                            <a:schemeClr val="tx1"/>
                          </a:solidFill>
                          <a:latin typeface="+mj-lt"/>
                        </a:rPr>
                        <a:t>Bob</a:t>
                      </a:r>
                    </a:p>
                  </a:txBody>
                  <a:tcPr marL="45720" marR="45720"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FFFFF">
                        <a:lumMod val="85000"/>
                      </a:srgbClr>
                    </a:solidFill>
                  </a:tcPr>
                </a:tc>
                <a:extLst>
                  <a:ext uri="{0D108BD9-81ED-4DB2-BD59-A6C34878D82A}">
                    <a16:rowId xmlns:a16="http://schemas.microsoft.com/office/drawing/2014/main" val="1285674207"/>
                  </a:ext>
                </a:extLst>
              </a:tr>
              <a:tr h="311404">
                <a:tc>
                  <a:txBody>
                    <a:bodyPr/>
                    <a:lstStyle>
                      <a:lvl1pPr marL="0" marR="0" indent="0"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1pPr>
                      <a:lvl2pPr marL="0" marR="0" indent="171461"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2pPr>
                      <a:lvl3pPr marL="0" marR="0" indent="342922"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3pPr>
                      <a:lvl4pPr marL="0" marR="0" indent="514384"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4pPr>
                      <a:lvl5pPr marL="0" marR="0" indent="685845"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5pPr>
                      <a:lvl6pPr marL="0" marR="0" indent="857307"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6pPr>
                      <a:lvl7pPr marL="0" marR="0" indent="1028768"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7pPr>
                      <a:lvl8pPr marL="0" marR="0" indent="1200230"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8pPr>
                      <a:lvl9pPr marL="0" marR="0" indent="1371691"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9pPr>
                    </a:lstStyle>
                    <a:p>
                      <a:pPr algn="l"/>
                      <a:r>
                        <a:rPr lang="en-US" sz="800" b="1" dirty="0">
                          <a:solidFill>
                            <a:schemeClr val="tx1"/>
                          </a:solidFill>
                          <a:latin typeface="+mj-lt"/>
                        </a:rPr>
                        <a:t>2</a:t>
                      </a:r>
                    </a:p>
                  </a:txBody>
                  <a:tcPr marL="45720" marR="4572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FFFF">
                        <a:lumMod val="85000"/>
                      </a:srgbClr>
                    </a:solidFill>
                  </a:tcPr>
                </a:tc>
                <a:tc>
                  <a:txBody>
                    <a:bodyPr/>
                    <a:lstStyle>
                      <a:lvl1pPr marL="0" marR="0" indent="0"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1pPr>
                      <a:lvl2pPr marL="0" marR="0" indent="171461"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2pPr>
                      <a:lvl3pPr marL="0" marR="0" indent="342922"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3pPr>
                      <a:lvl4pPr marL="0" marR="0" indent="514384"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4pPr>
                      <a:lvl5pPr marL="0" marR="0" indent="685845"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5pPr>
                      <a:lvl6pPr marL="0" marR="0" indent="857307"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6pPr>
                      <a:lvl7pPr marL="0" marR="0" indent="1028768"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7pPr>
                      <a:lvl8pPr marL="0" marR="0" indent="1200230"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8pPr>
                      <a:lvl9pPr marL="0" marR="0" indent="1371691"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9pPr>
                    </a:lstStyle>
                    <a:p>
                      <a:pPr algn="l"/>
                      <a:r>
                        <a:rPr lang="en-US" sz="800" b="1" dirty="0">
                          <a:solidFill>
                            <a:schemeClr val="tx1"/>
                          </a:solidFill>
                          <a:latin typeface="+mj-lt"/>
                        </a:rPr>
                        <a:t>Smart Factory</a:t>
                      </a:r>
                    </a:p>
                  </a:txBody>
                  <a:tcPr marL="45720" marR="4572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FFFF">
                        <a:lumMod val="85000"/>
                      </a:srgbClr>
                    </a:solidFill>
                  </a:tcPr>
                </a:tc>
                <a:tc>
                  <a:txBody>
                    <a:bodyPr/>
                    <a:lstStyle>
                      <a:lvl1pPr marL="0" marR="0" indent="0"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1pPr>
                      <a:lvl2pPr marL="0" marR="0" indent="171461"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2pPr>
                      <a:lvl3pPr marL="0" marR="0" indent="342922"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3pPr>
                      <a:lvl4pPr marL="0" marR="0" indent="514384"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4pPr>
                      <a:lvl5pPr marL="0" marR="0" indent="685845"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5pPr>
                      <a:lvl6pPr marL="0" marR="0" indent="857307"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6pPr>
                      <a:lvl7pPr marL="0" marR="0" indent="1028768"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7pPr>
                      <a:lvl8pPr marL="0" marR="0" indent="1200230"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8pPr>
                      <a:lvl9pPr marL="0" marR="0" indent="1371691"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9pPr>
                    </a:lstStyle>
                    <a:p>
                      <a:pPr algn="ctr"/>
                      <a:r>
                        <a:rPr lang="en-US" sz="800" b="0" dirty="0">
                          <a:solidFill>
                            <a:schemeClr val="tx1"/>
                          </a:solidFill>
                          <a:latin typeface="+mj-lt"/>
                        </a:rPr>
                        <a:t>Bob</a:t>
                      </a:r>
                    </a:p>
                  </a:txBody>
                  <a:tcPr marL="45720" marR="4572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FFFF">
                        <a:lumMod val="85000"/>
                      </a:srgbClr>
                    </a:solidFill>
                  </a:tcPr>
                </a:tc>
                <a:extLst>
                  <a:ext uri="{0D108BD9-81ED-4DB2-BD59-A6C34878D82A}">
                    <a16:rowId xmlns:a16="http://schemas.microsoft.com/office/drawing/2014/main" val="3394863031"/>
                  </a:ext>
                </a:extLst>
              </a:tr>
              <a:tr h="268051">
                <a:tc>
                  <a:txBody>
                    <a:bodyPr/>
                    <a:lstStyle>
                      <a:lvl1pPr marL="0" marR="0" indent="0"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1pPr>
                      <a:lvl2pPr marL="0" marR="0" indent="171461"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2pPr>
                      <a:lvl3pPr marL="0" marR="0" indent="342922"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3pPr>
                      <a:lvl4pPr marL="0" marR="0" indent="514384"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4pPr>
                      <a:lvl5pPr marL="0" marR="0" indent="685845"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5pPr>
                      <a:lvl6pPr marL="0" marR="0" indent="857307"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6pPr>
                      <a:lvl7pPr marL="0" marR="0" indent="1028768"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7pPr>
                      <a:lvl8pPr marL="0" marR="0" indent="1200230"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8pPr>
                      <a:lvl9pPr marL="0" marR="0" indent="1371691"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9pPr>
                    </a:lstStyle>
                    <a:p>
                      <a:pPr algn="l"/>
                      <a:r>
                        <a:rPr lang="en-US" sz="800" b="1">
                          <a:solidFill>
                            <a:schemeClr val="tx1"/>
                          </a:solidFill>
                          <a:latin typeface="+mj-lt"/>
                        </a:rPr>
                        <a:t>3</a:t>
                      </a:r>
                    </a:p>
                  </a:txBody>
                  <a:tcPr marL="45720" marR="4572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FFFF">
                        <a:lumMod val="85000"/>
                      </a:srgbClr>
                    </a:solidFill>
                  </a:tcPr>
                </a:tc>
                <a:tc>
                  <a:txBody>
                    <a:bodyPr/>
                    <a:lstStyle>
                      <a:lvl1pPr marL="0" marR="0" indent="0"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1pPr>
                      <a:lvl2pPr marL="0" marR="0" indent="171461"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2pPr>
                      <a:lvl3pPr marL="0" marR="0" indent="342922"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3pPr>
                      <a:lvl4pPr marL="0" marR="0" indent="514384"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4pPr>
                      <a:lvl5pPr marL="0" marR="0" indent="685845"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5pPr>
                      <a:lvl6pPr marL="0" marR="0" indent="857307"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6pPr>
                      <a:lvl7pPr marL="0" marR="0" indent="1028768"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7pPr>
                      <a:lvl8pPr marL="0" marR="0" indent="1200230"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8pPr>
                      <a:lvl9pPr marL="0" marR="0" indent="1371691"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9pPr>
                    </a:lstStyle>
                    <a:p>
                      <a:pPr algn="l"/>
                      <a:r>
                        <a:rPr lang="en-US" sz="800" b="1">
                          <a:solidFill>
                            <a:schemeClr val="tx1"/>
                          </a:solidFill>
                          <a:latin typeface="+mj-lt"/>
                        </a:rPr>
                        <a:t>GPCS</a:t>
                      </a:r>
                    </a:p>
                  </a:txBody>
                  <a:tcPr marL="45720" marR="4572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FFFF">
                        <a:lumMod val="85000"/>
                      </a:srgbClr>
                    </a:solidFill>
                  </a:tcPr>
                </a:tc>
                <a:tc>
                  <a:txBody>
                    <a:bodyPr/>
                    <a:lstStyle>
                      <a:lvl1pPr marL="0" marR="0" indent="0"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1pPr>
                      <a:lvl2pPr marL="0" marR="0" indent="171461"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2pPr>
                      <a:lvl3pPr marL="0" marR="0" indent="342922"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3pPr>
                      <a:lvl4pPr marL="0" marR="0" indent="514384"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4pPr>
                      <a:lvl5pPr marL="0" marR="0" indent="685845"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5pPr>
                      <a:lvl6pPr marL="0" marR="0" indent="857307"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6pPr>
                      <a:lvl7pPr marL="0" marR="0" indent="1028768"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7pPr>
                      <a:lvl8pPr marL="0" marR="0" indent="1200230"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8pPr>
                      <a:lvl9pPr marL="0" marR="0" indent="1371691"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9pPr>
                    </a:lstStyle>
                    <a:p>
                      <a:pPr algn="ctr"/>
                      <a:r>
                        <a:rPr lang="en-US" sz="800" b="0" dirty="0">
                          <a:solidFill>
                            <a:schemeClr val="tx1"/>
                          </a:solidFill>
                          <a:latin typeface="+mj-lt"/>
                        </a:rPr>
                        <a:t>Bob PPz</a:t>
                      </a:r>
                    </a:p>
                  </a:txBody>
                  <a:tcPr marL="45720" marR="4572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FFFF">
                        <a:lumMod val="85000"/>
                      </a:srgbClr>
                    </a:solidFill>
                  </a:tcPr>
                </a:tc>
                <a:extLst>
                  <a:ext uri="{0D108BD9-81ED-4DB2-BD59-A6C34878D82A}">
                    <a16:rowId xmlns:a16="http://schemas.microsoft.com/office/drawing/2014/main" val="2436621819"/>
                  </a:ext>
                </a:extLst>
              </a:tr>
              <a:tr h="294856">
                <a:tc>
                  <a:txBody>
                    <a:bodyPr/>
                    <a:lstStyle>
                      <a:lvl1pPr marL="0" marR="0" indent="0"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1pPr>
                      <a:lvl2pPr marL="0" marR="0" indent="171461"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2pPr>
                      <a:lvl3pPr marL="0" marR="0" indent="342922"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3pPr>
                      <a:lvl4pPr marL="0" marR="0" indent="514384"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4pPr>
                      <a:lvl5pPr marL="0" marR="0" indent="685845"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5pPr>
                      <a:lvl6pPr marL="0" marR="0" indent="857307"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6pPr>
                      <a:lvl7pPr marL="0" marR="0" indent="1028768"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7pPr>
                      <a:lvl8pPr marL="0" marR="0" indent="1200230"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8pPr>
                      <a:lvl9pPr marL="0" marR="0" indent="1371691"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9pPr>
                    </a:lstStyle>
                    <a:p>
                      <a:pPr algn="l"/>
                      <a:r>
                        <a:rPr lang="en-US" sz="800" b="1">
                          <a:solidFill>
                            <a:schemeClr val="tx1"/>
                          </a:solidFill>
                          <a:latin typeface="+mj-lt"/>
                        </a:rPr>
                        <a:t>4</a:t>
                      </a:r>
                    </a:p>
                  </a:txBody>
                  <a:tcPr marL="45720" marR="4572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FFFF">
                        <a:lumMod val="85000"/>
                      </a:srgbClr>
                    </a:solidFill>
                  </a:tcPr>
                </a:tc>
                <a:tc>
                  <a:txBody>
                    <a:bodyPr/>
                    <a:lstStyle>
                      <a:lvl1pPr marL="0" marR="0" indent="0"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1pPr>
                      <a:lvl2pPr marL="0" marR="0" indent="171461"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2pPr>
                      <a:lvl3pPr marL="0" marR="0" indent="342922"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3pPr>
                      <a:lvl4pPr marL="0" marR="0" indent="514384"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4pPr>
                      <a:lvl5pPr marL="0" marR="0" indent="685845"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5pPr>
                      <a:lvl6pPr marL="0" marR="0" indent="857307"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6pPr>
                      <a:lvl7pPr marL="0" marR="0" indent="1028768"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7pPr>
                      <a:lvl8pPr marL="0" marR="0" indent="1200230"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8pPr>
                      <a:lvl9pPr marL="0" marR="0" indent="1371691"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9pPr>
                    </a:lstStyle>
                    <a:p>
                      <a:pPr algn="l"/>
                      <a:r>
                        <a:rPr lang="en-US" sz="800" b="1">
                          <a:solidFill>
                            <a:schemeClr val="tx1"/>
                          </a:solidFill>
                          <a:latin typeface="+mj-lt"/>
                        </a:rPr>
                        <a:t>Business Application</a:t>
                      </a:r>
                    </a:p>
                  </a:txBody>
                  <a:tcPr marL="45720" marR="4572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FFFF">
                        <a:lumMod val="85000"/>
                      </a:srgbClr>
                    </a:solidFill>
                  </a:tcPr>
                </a:tc>
                <a:tc>
                  <a:txBody>
                    <a:bodyPr/>
                    <a:lstStyle>
                      <a:lvl1pPr marL="0" marR="0" indent="0"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1pPr>
                      <a:lvl2pPr marL="0" marR="0" indent="171461"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2pPr>
                      <a:lvl3pPr marL="0" marR="0" indent="342922"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3pPr>
                      <a:lvl4pPr marL="0" marR="0" indent="514384"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4pPr>
                      <a:lvl5pPr marL="0" marR="0" indent="685845"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5pPr>
                      <a:lvl6pPr marL="0" marR="0" indent="857307"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6pPr>
                      <a:lvl7pPr marL="0" marR="0" indent="1028768"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7pPr>
                      <a:lvl8pPr marL="0" marR="0" indent="1200230"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8pPr>
                      <a:lvl9pPr marL="0" marR="0" indent="1371691"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9pPr>
                    </a:lstStyle>
                    <a:p>
                      <a:pPr algn="ctr"/>
                      <a:r>
                        <a:rPr lang="en-US" sz="800" b="0" dirty="0">
                          <a:solidFill>
                            <a:schemeClr val="tx1"/>
                          </a:solidFill>
                          <a:latin typeface="+mj-lt"/>
                        </a:rPr>
                        <a:t>Bob PPz</a:t>
                      </a:r>
                    </a:p>
                  </a:txBody>
                  <a:tcPr marL="45720" marR="4572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FFFF">
                        <a:lumMod val="85000"/>
                      </a:srgbClr>
                    </a:solidFill>
                  </a:tcPr>
                </a:tc>
                <a:extLst>
                  <a:ext uri="{0D108BD9-81ED-4DB2-BD59-A6C34878D82A}">
                    <a16:rowId xmlns:a16="http://schemas.microsoft.com/office/drawing/2014/main" val="1346782360"/>
                  </a:ext>
                </a:extLst>
              </a:tr>
              <a:tr h="455687">
                <a:tc>
                  <a:txBody>
                    <a:bodyPr/>
                    <a:lstStyle>
                      <a:lvl1pPr marL="0" marR="0" indent="0"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1pPr>
                      <a:lvl2pPr marL="0" marR="0" indent="171461"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2pPr>
                      <a:lvl3pPr marL="0" marR="0" indent="342922"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3pPr>
                      <a:lvl4pPr marL="0" marR="0" indent="514384"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4pPr>
                      <a:lvl5pPr marL="0" marR="0" indent="685845"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5pPr>
                      <a:lvl6pPr marL="0" marR="0" indent="857307"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6pPr>
                      <a:lvl7pPr marL="0" marR="0" indent="1028768"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7pPr>
                      <a:lvl8pPr marL="0" marR="0" indent="1200230"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8pPr>
                      <a:lvl9pPr marL="0" marR="0" indent="1371691"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9pPr>
                    </a:lstStyle>
                    <a:p>
                      <a:pPr algn="l"/>
                      <a:r>
                        <a:rPr lang="en-US" sz="800" b="1">
                          <a:solidFill>
                            <a:schemeClr val="tx1"/>
                          </a:solidFill>
                          <a:latin typeface="+mj-lt"/>
                        </a:rPr>
                        <a:t>5</a:t>
                      </a:r>
                    </a:p>
                  </a:txBody>
                  <a:tcPr marL="45720" marR="4572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FFFF">
                        <a:lumMod val="85000"/>
                      </a:srgbClr>
                    </a:solidFill>
                  </a:tcPr>
                </a:tc>
                <a:tc>
                  <a:txBody>
                    <a:bodyPr/>
                    <a:lstStyle>
                      <a:lvl1pPr marL="0" marR="0" indent="0"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1pPr>
                      <a:lvl2pPr marL="0" marR="0" indent="171461"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2pPr>
                      <a:lvl3pPr marL="0" marR="0" indent="342922"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3pPr>
                      <a:lvl4pPr marL="0" marR="0" indent="514384"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4pPr>
                      <a:lvl5pPr marL="0" marR="0" indent="685845"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5pPr>
                      <a:lvl6pPr marL="0" marR="0" indent="857307"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6pPr>
                      <a:lvl7pPr marL="0" marR="0" indent="1028768"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7pPr>
                      <a:lvl8pPr marL="0" marR="0" indent="1200230"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8pPr>
                      <a:lvl9pPr marL="0" marR="0" indent="1371691"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9pPr>
                    </a:lstStyle>
                    <a:p>
                      <a:pPr algn="l"/>
                      <a:r>
                        <a:rPr lang="en-US" sz="800" b="1">
                          <a:solidFill>
                            <a:schemeClr val="tx1"/>
                          </a:solidFill>
                          <a:latin typeface="+mj-lt"/>
                        </a:rPr>
                        <a:t>Sales</a:t>
                      </a:r>
                      <a:br>
                        <a:rPr lang="en-US" sz="800" b="1">
                          <a:solidFill>
                            <a:schemeClr val="tx1"/>
                          </a:solidFill>
                          <a:latin typeface="+mj-lt"/>
                        </a:rPr>
                      </a:br>
                      <a:r>
                        <a:rPr lang="en-US" sz="800" b="1">
                          <a:solidFill>
                            <a:schemeClr val="tx1"/>
                          </a:solidFill>
                          <a:latin typeface="+mj-lt"/>
                        </a:rPr>
                        <a:t>Parts and Auto</a:t>
                      </a:r>
                    </a:p>
                  </a:txBody>
                  <a:tcPr marL="45720" marR="4572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FFFF">
                        <a:lumMod val="85000"/>
                      </a:srgbClr>
                    </a:solidFill>
                  </a:tcPr>
                </a:tc>
                <a:tc>
                  <a:txBody>
                    <a:bodyPr/>
                    <a:lstStyle>
                      <a:lvl1pPr marL="0" marR="0" indent="0"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1pPr>
                      <a:lvl2pPr marL="0" marR="0" indent="171461"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2pPr>
                      <a:lvl3pPr marL="0" marR="0" indent="342922"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3pPr>
                      <a:lvl4pPr marL="0" marR="0" indent="514384"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4pPr>
                      <a:lvl5pPr marL="0" marR="0" indent="685845"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5pPr>
                      <a:lvl6pPr marL="0" marR="0" indent="857307"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6pPr>
                      <a:lvl7pPr marL="0" marR="0" indent="1028768"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7pPr>
                      <a:lvl8pPr marL="0" marR="0" indent="1200230"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8pPr>
                      <a:lvl9pPr marL="0" marR="0" indent="1371691"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9pPr>
                    </a:lstStyle>
                    <a:p>
                      <a:pPr algn="ctr"/>
                      <a:r>
                        <a:rPr lang="en-US" sz="800" b="0" dirty="0">
                          <a:solidFill>
                            <a:schemeClr val="tx1"/>
                          </a:solidFill>
                          <a:latin typeface="+mj-lt"/>
                        </a:rPr>
                        <a:t>Bob PPz</a:t>
                      </a:r>
                    </a:p>
                  </a:txBody>
                  <a:tcPr marL="45720" marR="4572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FFFF">
                        <a:lumMod val="85000"/>
                      </a:srgbClr>
                    </a:solidFill>
                  </a:tcPr>
                </a:tc>
                <a:extLst>
                  <a:ext uri="{0D108BD9-81ED-4DB2-BD59-A6C34878D82A}">
                    <a16:rowId xmlns:a16="http://schemas.microsoft.com/office/drawing/2014/main" val="715297504"/>
                  </a:ext>
                </a:extLst>
              </a:tr>
              <a:tr h="268051">
                <a:tc>
                  <a:txBody>
                    <a:bodyPr/>
                    <a:lstStyle>
                      <a:lvl1pPr marL="0" marR="0" indent="0"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1pPr>
                      <a:lvl2pPr marL="0" marR="0" indent="171461"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2pPr>
                      <a:lvl3pPr marL="0" marR="0" indent="342922"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3pPr>
                      <a:lvl4pPr marL="0" marR="0" indent="514384"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4pPr>
                      <a:lvl5pPr marL="0" marR="0" indent="685845"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5pPr>
                      <a:lvl6pPr marL="0" marR="0" indent="857307"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6pPr>
                      <a:lvl7pPr marL="0" marR="0" indent="1028768"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7pPr>
                      <a:lvl8pPr marL="0" marR="0" indent="1200230"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8pPr>
                      <a:lvl9pPr marL="0" marR="0" indent="1371691"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9pPr>
                    </a:lstStyle>
                    <a:p>
                      <a:pPr algn="l"/>
                      <a:r>
                        <a:rPr lang="en-US" sz="800" b="1">
                          <a:solidFill>
                            <a:schemeClr val="tx1"/>
                          </a:solidFill>
                          <a:latin typeface="+mj-lt"/>
                        </a:rPr>
                        <a:t>6</a:t>
                      </a:r>
                    </a:p>
                  </a:txBody>
                  <a:tcPr marL="45720" marR="4572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FFFF">
                        <a:lumMod val="85000"/>
                      </a:srgbClr>
                    </a:solidFill>
                  </a:tcPr>
                </a:tc>
                <a:tc>
                  <a:txBody>
                    <a:bodyPr/>
                    <a:lstStyle>
                      <a:lvl1pPr marL="0" marR="0" indent="0"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1pPr>
                      <a:lvl2pPr marL="0" marR="0" indent="171461"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2pPr>
                      <a:lvl3pPr marL="0" marR="0" indent="342922"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3pPr>
                      <a:lvl4pPr marL="0" marR="0" indent="514384"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4pPr>
                      <a:lvl5pPr marL="0" marR="0" indent="685845"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5pPr>
                      <a:lvl6pPr marL="0" marR="0" indent="857307"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6pPr>
                      <a:lvl7pPr marL="0" marR="0" indent="1028768"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7pPr>
                      <a:lvl8pPr marL="0" marR="0" indent="1200230"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8pPr>
                      <a:lvl9pPr marL="0" marR="0" indent="1371691"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9pPr>
                    </a:lstStyle>
                    <a:p>
                      <a:pPr algn="l"/>
                      <a:r>
                        <a:rPr lang="en-US" sz="800" b="1" dirty="0">
                          <a:solidFill>
                            <a:schemeClr val="tx1"/>
                          </a:solidFill>
                          <a:latin typeface="+mj-lt"/>
                        </a:rPr>
                        <a:t>Data DBA MF</a:t>
                      </a:r>
                    </a:p>
                  </a:txBody>
                  <a:tcPr marL="45720" marR="4572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FFFF">
                        <a:lumMod val="85000"/>
                      </a:srgbClr>
                    </a:solidFill>
                  </a:tcPr>
                </a:tc>
                <a:tc>
                  <a:txBody>
                    <a:bodyPr/>
                    <a:lstStyle>
                      <a:lvl1pPr marL="0" marR="0" indent="0"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1pPr>
                      <a:lvl2pPr marL="0" marR="0" indent="171461"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2pPr>
                      <a:lvl3pPr marL="0" marR="0" indent="342922"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3pPr>
                      <a:lvl4pPr marL="0" marR="0" indent="514384"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4pPr>
                      <a:lvl5pPr marL="0" marR="0" indent="685845"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5pPr>
                      <a:lvl6pPr marL="0" marR="0" indent="857307"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6pPr>
                      <a:lvl7pPr marL="0" marR="0" indent="1028768"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7pPr>
                      <a:lvl8pPr marL="0" marR="0" indent="1200230"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8pPr>
                      <a:lvl9pPr marL="0" marR="0" indent="1371691"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9pPr>
                    </a:lstStyle>
                    <a:p>
                      <a:pPr algn="ctr"/>
                      <a:r>
                        <a:rPr lang="en-US" sz="800" b="0" dirty="0">
                          <a:solidFill>
                            <a:schemeClr val="tx1"/>
                          </a:solidFill>
                          <a:latin typeface="+mj-lt"/>
                        </a:rPr>
                        <a:t>Bob PPz</a:t>
                      </a:r>
                    </a:p>
                  </a:txBody>
                  <a:tcPr marL="45720" marR="4572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FFFF">
                        <a:lumMod val="85000"/>
                      </a:srgbClr>
                    </a:solidFill>
                  </a:tcPr>
                </a:tc>
                <a:extLst>
                  <a:ext uri="{0D108BD9-81ED-4DB2-BD59-A6C34878D82A}">
                    <a16:rowId xmlns:a16="http://schemas.microsoft.com/office/drawing/2014/main" val="2092128633"/>
                  </a:ext>
                </a:extLst>
              </a:tr>
              <a:tr h="402077">
                <a:tc>
                  <a:txBody>
                    <a:bodyPr/>
                    <a:lstStyle>
                      <a:lvl1pPr marL="0" marR="0" indent="0"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1pPr>
                      <a:lvl2pPr marL="0" marR="0" indent="171461"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2pPr>
                      <a:lvl3pPr marL="0" marR="0" indent="342922"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3pPr>
                      <a:lvl4pPr marL="0" marR="0" indent="514384"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4pPr>
                      <a:lvl5pPr marL="0" marR="0" indent="685845"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5pPr>
                      <a:lvl6pPr marL="0" marR="0" indent="857307"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6pPr>
                      <a:lvl7pPr marL="0" marR="0" indent="1028768"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7pPr>
                      <a:lvl8pPr marL="0" marR="0" indent="1200230"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8pPr>
                      <a:lvl9pPr marL="0" marR="0" indent="1371691"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9pPr>
                    </a:lstStyle>
                    <a:p>
                      <a:pPr algn="l"/>
                      <a:r>
                        <a:rPr lang="en-US" sz="800" b="1">
                          <a:solidFill>
                            <a:schemeClr val="tx1"/>
                          </a:solidFill>
                          <a:latin typeface="+mj-lt"/>
                        </a:rPr>
                        <a:t>7</a:t>
                      </a:r>
                    </a:p>
                  </a:txBody>
                  <a:tcPr marL="45720" marR="4572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FFFF">
                        <a:lumMod val="85000"/>
                      </a:srgbClr>
                    </a:solidFill>
                  </a:tcPr>
                </a:tc>
                <a:tc>
                  <a:txBody>
                    <a:bodyPr/>
                    <a:lstStyle>
                      <a:lvl1pPr marL="0" marR="0" indent="0"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1pPr>
                      <a:lvl2pPr marL="0" marR="0" indent="171461"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2pPr>
                      <a:lvl3pPr marL="0" marR="0" indent="342922"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3pPr>
                      <a:lvl4pPr marL="0" marR="0" indent="514384"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4pPr>
                      <a:lvl5pPr marL="0" marR="0" indent="685845"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5pPr>
                      <a:lvl6pPr marL="0" marR="0" indent="857307"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6pPr>
                      <a:lvl7pPr marL="0" marR="0" indent="1028768"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7pPr>
                      <a:lvl8pPr marL="0" marR="0" indent="1200230"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8pPr>
                      <a:lvl9pPr marL="0" marR="0" indent="1371691"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9pPr>
                    </a:lstStyle>
                    <a:p>
                      <a:pPr marL="0" marR="0" lvl="0" indent="0" algn="l" defTabSz="1218712" rtl="0" eaLnBrk="1" fontAlgn="auto" latinLnBrk="0" hangingPunct="1">
                        <a:lnSpc>
                          <a:spcPct val="100000"/>
                        </a:lnSpc>
                        <a:spcBef>
                          <a:spcPts val="0"/>
                        </a:spcBef>
                        <a:spcAft>
                          <a:spcPts val="0"/>
                        </a:spcAft>
                        <a:buClrTx/>
                        <a:buSzTx/>
                        <a:buFontTx/>
                        <a:buNone/>
                        <a:tabLst/>
                        <a:defRPr/>
                      </a:pPr>
                      <a:r>
                        <a:rPr lang="en-US" sz="800" b="1">
                          <a:solidFill>
                            <a:schemeClr val="tx1"/>
                          </a:solidFill>
                          <a:latin typeface="+mj-lt"/>
                        </a:rPr>
                        <a:t>Captive Finance Application</a:t>
                      </a:r>
                    </a:p>
                  </a:txBody>
                  <a:tcPr marL="45720" marR="4572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FFFF">
                        <a:lumMod val="85000"/>
                      </a:srgbClr>
                    </a:solidFill>
                  </a:tcPr>
                </a:tc>
                <a:tc>
                  <a:txBody>
                    <a:bodyPr/>
                    <a:lstStyle>
                      <a:lvl1pPr marL="0" marR="0" indent="0"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1pPr>
                      <a:lvl2pPr marL="0" marR="0" indent="171461"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2pPr>
                      <a:lvl3pPr marL="0" marR="0" indent="342922"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3pPr>
                      <a:lvl4pPr marL="0" marR="0" indent="514384"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4pPr>
                      <a:lvl5pPr marL="0" marR="0" indent="685845"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5pPr>
                      <a:lvl6pPr marL="0" marR="0" indent="857307"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6pPr>
                      <a:lvl7pPr marL="0" marR="0" indent="1028768"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7pPr>
                      <a:lvl8pPr marL="0" marR="0" indent="1200230"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8pPr>
                      <a:lvl9pPr marL="0" marR="0" indent="1371691"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9pPr>
                    </a:lstStyle>
                    <a:p>
                      <a:pPr algn="ctr"/>
                      <a:r>
                        <a:rPr lang="en-US" sz="800" b="0" dirty="0">
                          <a:solidFill>
                            <a:schemeClr val="tx1"/>
                          </a:solidFill>
                          <a:latin typeface="+mj-lt"/>
                        </a:rPr>
                        <a:t>Bob PPz</a:t>
                      </a:r>
                    </a:p>
                  </a:txBody>
                  <a:tcPr marL="45720" marR="4572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FFFF">
                        <a:lumMod val="85000"/>
                      </a:srgbClr>
                    </a:solidFill>
                  </a:tcPr>
                </a:tc>
                <a:extLst>
                  <a:ext uri="{0D108BD9-81ED-4DB2-BD59-A6C34878D82A}">
                    <a16:rowId xmlns:a16="http://schemas.microsoft.com/office/drawing/2014/main" val="721731235"/>
                  </a:ext>
                </a:extLst>
              </a:tr>
              <a:tr h="549505">
                <a:tc>
                  <a:txBody>
                    <a:bodyPr/>
                    <a:lstStyle>
                      <a:lvl1pPr marL="0" marR="0" indent="0"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1pPr>
                      <a:lvl2pPr marL="0" marR="0" indent="171461"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2pPr>
                      <a:lvl3pPr marL="0" marR="0" indent="342922"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3pPr>
                      <a:lvl4pPr marL="0" marR="0" indent="514384"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4pPr>
                      <a:lvl5pPr marL="0" marR="0" indent="685845"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5pPr>
                      <a:lvl6pPr marL="0" marR="0" indent="857307"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6pPr>
                      <a:lvl7pPr marL="0" marR="0" indent="1028768"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7pPr>
                      <a:lvl8pPr marL="0" marR="0" indent="1200230"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8pPr>
                      <a:lvl9pPr marL="0" marR="0" indent="1371691"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9pPr>
                    </a:lstStyle>
                    <a:p>
                      <a:pPr algn="l"/>
                      <a:r>
                        <a:rPr lang="en-US" sz="800" b="1">
                          <a:solidFill>
                            <a:schemeClr val="tx1"/>
                          </a:solidFill>
                          <a:latin typeface="+mj-lt"/>
                        </a:rPr>
                        <a:t>8</a:t>
                      </a:r>
                    </a:p>
                  </a:txBody>
                  <a:tcPr marL="45720" marR="4572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FFFF">
                        <a:lumMod val="85000"/>
                      </a:srgbClr>
                    </a:solidFill>
                  </a:tcPr>
                </a:tc>
                <a:tc>
                  <a:txBody>
                    <a:bodyPr/>
                    <a:lstStyle>
                      <a:lvl1pPr marL="0" marR="0" indent="0"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1pPr>
                      <a:lvl2pPr marL="0" marR="0" indent="171461"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2pPr>
                      <a:lvl3pPr marL="0" marR="0" indent="342922"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3pPr>
                      <a:lvl4pPr marL="0" marR="0" indent="514384"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4pPr>
                      <a:lvl5pPr marL="0" marR="0" indent="685845"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5pPr>
                      <a:lvl6pPr marL="0" marR="0" indent="857307"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6pPr>
                      <a:lvl7pPr marL="0" marR="0" indent="1028768"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7pPr>
                      <a:lvl8pPr marL="0" marR="0" indent="1200230"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8pPr>
                      <a:lvl9pPr marL="0" marR="0" indent="1371691"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9pPr>
                    </a:lstStyle>
                    <a:p>
                      <a:pPr marL="0" marR="0" lvl="0" indent="0" algn="l" defTabSz="1218712" rtl="0" eaLnBrk="1" fontAlgn="auto" latinLnBrk="0" hangingPunct="1">
                        <a:lnSpc>
                          <a:spcPct val="100000"/>
                        </a:lnSpc>
                        <a:spcBef>
                          <a:spcPts val="0"/>
                        </a:spcBef>
                        <a:spcAft>
                          <a:spcPts val="0"/>
                        </a:spcAft>
                        <a:buClrTx/>
                        <a:buSzTx/>
                        <a:buFontTx/>
                        <a:buNone/>
                        <a:tabLst/>
                        <a:defRPr/>
                      </a:pPr>
                      <a:r>
                        <a:rPr lang="en-US" sz="800" b="1" dirty="0">
                          <a:solidFill>
                            <a:schemeClr val="tx1"/>
                          </a:solidFill>
                          <a:latin typeface="+mj-lt"/>
                        </a:rPr>
                        <a:t>Data Ops</a:t>
                      </a:r>
                    </a:p>
                  </a:txBody>
                  <a:tcPr marL="45720" marR="4572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FFFF">
                        <a:lumMod val="85000"/>
                      </a:srgbClr>
                    </a:solidFill>
                  </a:tcPr>
                </a:tc>
                <a:tc>
                  <a:txBody>
                    <a:bodyPr/>
                    <a:lstStyle>
                      <a:lvl1pPr marL="0" marR="0" indent="0"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1pPr>
                      <a:lvl2pPr marL="0" marR="0" indent="171461"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2pPr>
                      <a:lvl3pPr marL="0" marR="0" indent="342922"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3pPr>
                      <a:lvl4pPr marL="0" marR="0" indent="514384"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4pPr>
                      <a:lvl5pPr marL="0" marR="0" indent="685845"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5pPr>
                      <a:lvl6pPr marL="0" marR="0" indent="857307"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6pPr>
                      <a:lvl7pPr marL="0" marR="0" indent="1028768"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7pPr>
                      <a:lvl8pPr marL="0" marR="0" indent="1200230"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8pPr>
                      <a:lvl9pPr marL="0" marR="0" indent="1371691"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9pPr>
                    </a:lstStyle>
                    <a:p>
                      <a:pPr algn="ctr"/>
                      <a:r>
                        <a:rPr lang="en-US" sz="800" b="0">
                          <a:solidFill>
                            <a:schemeClr val="tx1"/>
                          </a:solidFill>
                          <a:latin typeface="+mj-lt"/>
                        </a:rPr>
                        <a:t>Java Code Modernization</a:t>
                      </a:r>
                    </a:p>
                  </a:txBody>
                  <a:tcPr marL="45720" marR="4572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FFFF">
                        <a:lumMod val="85000"/>
                      </a:srgbClr>
                    </a:solidFill>
                  </a:tcPr>
                </a:tc>
                <a:extLst>
                  <a:ext uri="{0D108BD9-81ED-4DB2-BD59-A6C34878D82A}">
                    <a16:rowId xmlns:a16="http://schemas.microsoft.com/office/drawing/2014/main" val="2174273437"/>
                  </a:ext>
                </a:extLst>
              </a:tr>
              <a:tr h="294856">
                <a:tc>
                  <a:txBody>
                    <a:bodyPr/>
                    <a:lstStyle>
                      <a:lvl1pPr marL="0" marR="0" indent="0"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1pPr>
                      <a:lvl2pPr marL="0" marR="0" indent="171461"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2pPr>
                      <a:lvl3pPr marL="0" marR="0" indent="342922"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3pPr>
                      <a:lvl4pPr marL="0" marR="0" indent="514384"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4pPr>
                      <a:lvl5pPr marL="0" marR="0" indent="685845"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5pPr>
                      <a:lvl6pPr marL="0" marR="0" indent="857307"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6pPr>
                      <a:lvl7pPr marL="0" marR="0" indent="1028768"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7pPr>
                      <a:lvl8pPr marL="0" marR="0" indent="1200230"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8pPr>
                      <a:lvl9pPr marL="0" marR="0" indent="1371691"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9pPr>
                    </a:lstStyle>
                    <a:p>
                      <a:pPr algn="l"/>
                      <a:r>
                        <a:rPr lang="en-US" sz="800" b="1">
                          <a:solidFill>
                            <a:schemeClr val="tx1"/>
                          </a:solidFill>
                          <a:latin typeface="+mj-lt"/>
                        </a:rPr>
                        <a:t>9</a:t>
                      </a:r>
                    </a:p>
                  </a:txBody>
                  <a:tcPr marL="45720" marR="45720" anchor="ctr">
                    <a:lnL w="12700" cmpd="sng">
                      <a:solidFill>
                        <a:srgbClr val="FFFFFF"/>
                      </a:solidFill>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F62FE">
                        <a:tint val="20000"/>
                      </a:srgbClr>
                    </a:solidFill>
                  </a:tcPr>
                </a:tc>
                <a:tc>
                  <a:txBody>
                    <a:bodyPr/>
                    <a:lstStyle>
                      <a:lvl1pPr marL="0" marR="0" indent="0"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1pPr>
                      <a:lvl2pPr marL="0" marR="0" indent="171461"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2pPr>
                      <a:lvl3pPr marL="0" marR="0" indent="342922"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3pPr>
                      <a:lvl4pPr marL="0" marR="0" indent="514384"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4pPr>
                      <a:lvl5pPr marL="0" marR="0" indent="685845"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5pPr>
                      <a:lvl6pPr marL="0" marR="0" indent="857307"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6pPr>
                      <a:lvl7pPr marL="0" marR="0" indent="1028768"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7pPr>
                      <a:lvl8pPr marL="0" marR="0" indent="1200230"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8pPr>
                      <a:lvl9pPr marL="0" marR="0" indent="1371691"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9pPr>
                    </a:lstStyle>
                    <a:p>
                      <a:pPr marL="0" marR="0" lvl="0" indent="0" algn="l" defTabSz="1218712" rtl="0" eaLnBrk="1" fontAlgn="auto" latinLnBrk="0" hangingPunct="1">
                        <a:lnSpc>
                          <a:spcPct val="100000"/>
                        </a:lnSpc>
                        <a:spcBef>
                          <a:spcPts val="0"/>
                        </a:spcBef>
                        <a:spcAft>
                          <a:spcPts val="0"/>
                        </a:spcAft>
                        <a:buClrTx/>
                        <a:buSzTx/>
                        <a:buFontTx/>
                        <a:buNone/>
                        <a:tabLst/>
                        <a:defRPr/>
                      </a:pPr>
                      <a:r>
                        <a:rPr lang="en-US" sz="800" b="1" dirty="0">
                          <a:solidFill>
                            <a:schemeClr val="tx1"/>
                          </a:solidFill>
                          <a:latin typeface="+mj-lt"/>
                        </a:rPr>
                        <a:t>Infrastructure &amp; SRE</a:t>
                      </a:r>
                    </a:p>
                  </a:txBody>
                  <a:tcPr marL="45720" marR="45720" anchor="ctr">
                    <a:lnL w="12700" cmpd="sng">
                      <a:solidFill>
                        <a:srgbClr val="FFFFFF"/>
                      </a:solidFill>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F62FE">
                        <a:tint val="20000"/>
                      </a:srgbClr>
                    </a:solidFill>
                  </a:tcPr>
                </a:tc>
                <a:tc>
                  <a:txBody>
                    <a:bodyPr/>
                    <a:lstStyle>
                      <a:lvl1pPr marL="0" marR="0" indent="0"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1pPr>
                      <a:lvl2pPr marL="0" marR="0" indent="171461"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2pPr>
                      <a:lvl3pPr marL="0" marR="0" indent="342922"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3pPr>
                      <a:lvl4pPr marL="0" marR="0" indent="514384"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4pPr>
                      <a:lvl5pPr marL="0" marR="0" indent="685845"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5pPr>
                      <a:lvl6pPr marL="0" marR="0" indent="857307"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6pPr>
                      <a:lvl7pPr marL="0" marR="0" indent="1028768"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7pPr>
                      <a:lvl8pPr marL="0" marR="0" indent="1200230"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8pPr>
                      <a:lvl9pPr marL="0" marR="0" indent="1371691" algn="r" defTabSz="914461" rtl="0" eaLnBrk="1" latinLnBrk="0" hangingPunct="1">
                        <a:lnSpc>
                          <a:spcPct val="100000"/>
                        </a:lnSpc>
                        <a:spcBef>
                          <a:spcPts val="0"/>
                        </a:spcBef>
                        <a:spcAft>
                          <a:spcPts val="0"/>
                        </a:spcAft>
                        <a:buClrTx/>
                        <a:buSzTx/>
                        <a:buFontTx/>
                        <a:buNone/>
                        <a:tabLst/>
                        <a:defRPr sz="800" b="0" i="0" u="none" strike="noStrike" cap="none" spc="0" baseline="0">
                          <a:solidFill>
                            <a:schemeClr val="dk1"/>
                          </a:solidFill>
                          <a:uFillTx/>
                          <a:latin typeface="IBM Plex Sans Light"/>
                          <a:ea typeface="IBM Plex Sans JP Light"/>
                          <a:sym typeface="IBM Plex Sans"/>
                        </a:defRPr>
                      </a:lvl9pPr>
                    </a:lstStyle>
                    <a:p>
                      <a:pPr marL="0" marR="0" lvl="0" indent="0" algn="ctr" defTabSz="1218712" rtl="0" eaLnBrk="1" fontAlgn="auto" latinLnBrk="0" hangingPunct="1">
                        <a:lnSpc>
                          <a:spcPct val="100000"/>
                        </a:lnSpc>
                        <a:spcBef>
                          <a:spcPts val="0"/>
                        </a:spcBef>
                        <a:spcAft>
                          <a:spcPts val="0"/>
                        </a:spcAft>
                        <a:buClrTx/>
                        <a:buSzTx/>
                        <a:buFontTx/>
                        <a:buNone/>
                        <a:tabLst/>
                        <a:defRPr/>
                      </a:pPr>
                      <a:r>
                        <a:rPr lang="en-US" sz="800" b="0" dirty="0">
                          <a:solidFill>
                            <a:schemeClr val="tx1"/>
                          </a:solidFill>
                          <a:latin typeface="+mj-lt"/>
                        </a:rPr>
                        <a:t>Bob for Incident </a:t>
                      </a:r>
                      <a:r>
                        <a:rPr lang="en-US" sz="800" b="0" dirty="0" err="1">
                          <a:solidFill>
                            <a:schemeClr val="tx1"/>
                          </a:solidFill>
                          <a:latin typeface="+mj-lt"/>
                        </a:rPr>
                        <a:t>Mng</a:t>
                      </a:r>
                      <a:endParaRPr lang="en-US" sz="800" b="0" dirty="0">
                        <a:solidFill>
                          <a:schemeClr val="tx1"/>
                        </a:solidFill>
                        <a:latin typeface="+mj-lt"/>
                      </a:endParaRPr>
                    </a:p>
                  </a:txBody>
                  <a:tcPr marL="45720" marR="45720" anchor="ctr">
                    <a:lnL w="12700" cmpd="sng">
                      <a:solidFill>
                        <a:srgbClr val="FFFFFF"/>
                      </a:solidFill>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F62FE">
                        <a:tint val="20000"/>
                      </a:srgbClr>
                    </a:solidFill>
                  </a:tcPr>
                </a:tc>
                <a:extLst>
                  <a:ext uri="{0D108BD9-81ED-4DB2-BD59-A6C34878D82A}">
                    <a16:rowId xmlns:a16="http://schemas.microsoft.com/office/drawing/2014/main" val="3944128315"/>
                  </a:ext>
                </a:extLst>
              </a:tr>
              <a:tr h="187636">
                <a:tc>
                  <a:txBody>
                    <a:bodyPr/>
                    <a:lstStyle/>
                    <a:p>
                      <a:pPr algn="l"/>
                      <a:r>
                        <a:rPr lang="en-US" sz="800" b="1">
                          <a:solidFill>
                            <a:schemeClr val="tx1"/>
                          </a:solidFill>
                          <a:latin typeface="+mj-lt"/>
                        </a:rPr>
                        <a:t>10</a:t>
                      </a:r>
                    </a:p>
                  </a:txBody>
                  <a:tcPr marL="45720" marR="45720" anchor="ctr">
                    <a:lnL w="12700" cmpd="sng">
                      <a:solidFill>
                        <a:srgbClr val="FFFFFF"/>
                      </a:solidFill>
                    </a:lnL>
                    <a:lnR w="12700" cap="flat" cmpd="sng" algn="ctr">
                      <a:solidFill>
                        <a:srgbClr val="FFFFFF"/>
                      </a:solidFill>
                      <a:prstDash val="solid"/>
                      <a:round/>
                      <a:headEnd type="none" w="med" len="med"/>
                      <a:tailEnd type="none" w="med" len="med"/>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F62FE">
                        <a:tint val="20000"/>
                      </a:srgbClr>
                    </a:solidFill>
                  </a:tcPr>
                </a:tc>
                <a:tc>
                  <a:txBody>
                    <a:bodyPr/>
                    <a:lstStyle/>
                    <a:p>
                      <a:pPr marL="0" marR="0" lvl="0" indent="0" algn="l" defTabSz="1218712" rtl="0" eaLnBrk="1" fontAlgn="auto" latinLnBrk="0" hangingPunct="1">
                        <a:lnSpc>
                          <a:spcPct val="100000"/>
                        </a:lnSpc>
                        <a:spcBef>
                          <a:spcPts val="0"/>
                        </a:spcBef>
                        <a:spcAft>
                          <a:spcPts val="0"/>
                        </a:spcAft>
                        <a:buClrTx/>
                        <a:buSzTx/>
                        <a:buFontTx/>
                        <a:buNone/>
                        <a:tabLst/>
                        <a:defRPr/>
                      </a:pPr>
                      <a:r>
                        <a:rPr lang="en-US" sz="800" b="1" dirty="0">
                          <a:solidFill>
                            <a:schemeClr val="tx1"/>
                          </a:solidFill>
                          <a:latin typeface="+mj-lt"/>
                        </a:rPr>
                        <a:t>HNLA</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F62FE">
                        <a:tint val="20000"/>
                      </a:srgbClr>
                    </a:solidFill>
                  </a:tcPr>
                </a:tc>
                <a:tc>
                  <a:txBody>
                    <a:bodyPr/>
                    <a:lstStyle/>
                    <a:p>
                      <a:pPr marL="0" marR="0" lvl="0" indent="0" algn="ctr" defTabSz="1218712" rtl="0" eaLnBrk="1" fontAlgn="auto" latinLnBrk="0" hangingPunct="1">
                        <a:lnSpc>
                          <a:spcPct val="100000"/>
                        </a:lnSpc>
                        <a:spcBef>
                          <a:spcPts val="0"/>
                        </a:spcBef>
                        <a:spcAft>
                          <a:spcPts val="0"/>
                        </a:spcAft>
                        <a:buClrTx/>
                        <a:buSzTx/>
                        <a:buFontTx/>
                        <a:buNone/>
                        <a:tabLst/>
                        <a:defRPr/>
                      </a:pPr>
                      <a:r>
                        <a:rPr lang="en-US" sz="800" b="0" i="0" u="none" strike="noStrike" cap="none" spc="0" baseline="0" dirty="0">
                          <a:solidFill>
                            <a:schemeClr val="tx1"/>
                          </a:solidFill>
                          <a:uFillTx/>
                          <a:latin typeface="+mn-lt"/>
                          <a:ea typeface="+mn-ea"/>
                          <a:cs typeface="+mn-cs"/>
                          <a:sym typeface="IBM Plex Sans"/>
                        </a:rPr>
                        <a:t>Bob</a:t>
                      </a:r>
                      <a:r>
                        <a:rPr lang="en-US" sz="800" b="0" i="0" u="none" strike="noStrike" cap="none" spc="0" baseline="0" dirty="0">
                          <a:solidFill>
                            <a:schemeClr val="tx1"/>
                          </a:solidFill>
                          <a:uFillTx/>
                          <a:latin typeface="+mj-lt"/>
                          <a:ea typeface="+mn-ea"/>
                          <a:cs typeface="+mn-cs"/>
                          <a:sym typeface="IBM Plex Sans"/>
                        </a:rPr>
                        <a:t> </a:t>
                      </a:r>
                      <a:r>
                        <a:rPr lang="en-US" sz="800" b="0" i="0" u="none" strike="noStrike" cap="none" spc="0" baseline="0" dirty="0" err="1">
                          <a:solidFill>
                            <a:schemeClr val="tx1"/>
                          </a:solidFill>
                          <a:uFillTx/>
                          <a:latin typeface="+mj-lt"/>
                          <a:ea typeface="+mn-ea"/>
                          <a:cs typeface="+mn-cs"/>
                          <a:sym typeface="IBM Plex Sans"/>
                        </a:rPr>
                        <a:t>PPi</a:t>
                      </a:r>
                      <a:endParaRPr lang="en-US" sz="800" b="0" i="0" u="none" strike="noStrike" cap="none" spc="0" baseline="0" dirty="0">
                        <a:solidFill>
                          <a:schemeClr val="tx1"/>
                        </a:solidFill>
                        <a:uFillTx/>
                        <a:latin typeface="+mn-lt"/>
                        <a:ea typeface="+mn-ea"/>
                        <a:cs typeface="+mn-cs"/>
                        <a:sym typeface="IBM Plex Sans"/>
                      </a:endParaRP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F62FE">
                        <a:tint val="20000"/>
                      </a:srgbClr>
                    </a:solidFill>
                  </a:tcPr>
                </a:tc>
                <a:extLst>
                  <a:ext uri="{0D108BD9-81ED-4DB2-BD59-A6C34878D82A}">
                    <a16:rowId xmlns:a16="http://schemas.microsoft.com/office/drawing/2014/main" val="129618097"/>
                  </a:ext>
                </a:extLst>
              </a:tr>
              <a:tr h="187636">
                <a:tc>
                  <a:txBody>
                    <a:bodyPr/>
                    <a:lstStyle/>
                    <a:p>
                      <a:pPr algn="l"/>
                      <a:r>
                        <a:rPr lang="en-US" sz="800" b="1">
                          <a:solidFill>
                            <a:schemeClr val="tx1"/>
                          </a:solidFill>
                          <a:latin typeface="+mj-lt"/>
                        </a:rPr>
                        <a:t>11</a:t>
                      </a:r>
                    </a:p>
                  </a:txBody>
                  <a:tcPr marL="45720" marR="45720" anchor="ctr">
                    <a:lnL w="12700" cmpd="sng">
                      <a:solidFill>
                        <a:srgbClr val="FFFFFF"/>
                      </a:solidFill>
                    </a:lnL>
                    <a:lnR w="12700" cap="flat" cmpd="sng" algn="ctr">
                      <a:solidFill>
                        <a:srgbClr val="FFFFFF"/>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F62FE">
                        <a:tint val="20000"/>
                      </a:srgbClr>
                    </a:solidFill>
                  </a:tcPr>
                </a:tc>
                <a:tc>
                  <a:txBody>
                    <a:bodyPr/>
                    <a:lstStyle/>
                    <a:p>
                      <a:pPr marL="0" marR="0" lvl="0" indent="0" algn="l" defTabSz="1218712" rtl="0" eaLnBrk="1" fontAlgn="auto" latinLnBrk="0" hangingPunct="1">
                        <a:lnSpc>
                          <a:spcPct val="100000"/>
                        </a:lnSpc>
                        <a:spcBef>
                          <a:spcPts val="0"/>
                        </a:spcBef>
                        <a:spcAft>
                          <a:spcPts val="0"/>
                        </a:spcAft>
                        <a:buClrTx/>
                        <a:buSzTx/>
                        <a:buFontTx/>
                        <a:buNone/>
                        <a:tabLst/>
                        <a:defRPr/>
                      </a:pPr>
                      <a:r>
                        <a:rPr lang="en-US" sz="800" b="1" dirty="0">
                          <a:solidFill>
                            <a:schemeClr val="tx1"/>
                          </a:solidFill>
                          <a:latin typeface="+mj-lt"/>
                        </a:rPr>
                        <a:t>Maximo</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F62FE">
                        <a:tint val="20000"/>
                      </a:srgbClr>
                    </a:solidFill>
                  </a:tcPr>
                </a:tc>
                <a:tc>
                  <a:txBody>
                    <a:bodyPr/>
                    <a:lstStyle/>
                    <a:p>
                      <a:pPr marL="0" marR="0" lvl="0" indent="0" algn="ctr" defTabSz="1218712" rtl="0" eaLnBrk="1" fontAlgn="auto" latinLnBrk="0" hangingPunct="1">
                        <a:lnSpc>
                          <a:spcPct val="100000"/>
                        </a:lnSpc>
                        <a:spcBef>
                          <a:spcPts val="0"/>
                        </a:spcBef>
                        <a:spcAft>
                          <a:spcPts val="0"/>
                        </a:spcAft>
                        <a:buClrTx/>
                        <a:buSzTx/>
                        <a:buFontTx/>
                        <a:buNone/>
                        <a:tabLst/>
                        <a:defRPr/>
                      </a:pPr>
                      <a:r>
                        <a:rPr lang="en-US" sz="800" b="0" dirty="0">
                          <a:solidFill>
                            <a:schemeClr val="tx1"/>
                          </a:solidFill>
                          <a:latin typeface="+mj-lt"/>
                        </a:rPr>
                        <a:t>Bob with Maximo</a:t>
                      </a:r>
                    </a:p>
                  </a:txBody>
                  <a:tcPr marL="45720" marR="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F62FE">
                        <a:tint val="20000"/>
                      </a:srgbClr>
                    </a:solidFill>
                  </a:tcPr>
                </a:tc>
                <a:extLst>
                  <a:ext uri="{0D108BD9-81ED-4DB2-BD59-A6C34878D82A}">
                    <a16:rowId xmlns:a16="http://schemas.microsoft.com/office/drawing/2014/main" val="3872683917"/>
                  </a:ext>
                </a:extLst>
              </a:tr>
            </a:tbl>
          </a:graphicData>
        </a:graphic>
      </p:graphicFrame>
      <p:sp>
        <p:nvSpPr>
          <p:cNvPr id="37" name="Rounded Rectangle 36">
            <a:extLst>
              <a:ext uri="{FF2B5EF4-FFF2-40B4-BE49-F238E27FC236}">
                <a16:creationId xmlns:a16="http://schemas.microsoft.com/office/drawing/2014/main" id="{C741EA7C-FB9D-0E00-DBF7-156CA9DCB627}"/>
              </a:ext>
            </a:extLst>
          </p:cNvPr>
          <p:cNvSpPr/>
          <p:nvPr/>
        </p:nvSpPr>
        <p:spPr bwMode="auto">
          <a:xfrm>
            <a:off x="5831094" y="4513990"/>
            <a:ext cx="5946378" cy="2149992"/>
          </a:xfrm>
          <a:prstGeom prst="roundRect">
            <a:avLst>
              <a:gd name="adj" fmla="val 6364"/>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ctr" anchorCtr="0" compatLnSpc="1">
            <a:prstTxWarp prst="textNoShape">
              <a:avLst/>
            </a:prstTxWarp>
          </a:bodyPr>
          <a:lstStyle/>
          <a:p>
            <a:pPr marL="285750" marR="0" lvl="0" indent="-285750" algn="l" defTabSz="914400" rtl="0" eaLnBrk="1" fontAlgn="base" latinLnBrk="0" hangingPunct="1">
              <a:lnSpc>
                <a:spcPct val="100000"/>
              </a:lnSpc>
              <a:spcBef>
                <a:spcPts val="300"/>
              </a:spcBef>
              <a:spcAft>
                <a:spcPct val="0"/>
              </a:spcAft>
              <a:buClrTx/>
              <a:buSzTx/>
              <a:buFont typeface="Arial" panose="020B0604020202020204" pitchFamily="34" charset="0"/>
              <a:buChar char="•"/>
              <a:tabLst/>
              <a:defRPr/>
            </a:pPr>
            <a:r>
              <a:rPr kumimoji="0" lang="en-US" sz="1100" b="1" i="0" u="none" strike="noStrike" kern="1200" cap="none" spc="0" normalizeH="0" baseline="0" noProof="0" dirty="0">
                <a:ln>
                  <a:noFill/>
                </a:ln>
                <a:solidFill>
                  <a:srgbClr val="000000"/>
                </a:solidFill>
                <a:effectLst/>
                <a:uLnTx/>
                <a:uFillTx/>
                <a:latin typeface="IBM Plex Sans Light"/>
                <a:ea typeface="+mn-ea"/>
                <a:cs typeface="+mn-cs"/>
              </a:rPr>
              <a:t>Strong interest in modernization &amp; productivity</a:t>
            </a:r>
            <a:r>
              <a:rPr kumimoji="0" lang="en-US" sz="1050" b="1" i="0" u="none" strike="noStrike" kern="1200" cap="none" spc="0" normalizeH="0" baseline="0" noProof="0" dirty="0">
                <a:ln>
                  <a:noFill/>
                </a:ln>
                <a:solidFill>
                  <a:srgbClr val="000000"/>
                </a:solidFill>
                <a:effectLst/>
                <a:uLnTx/>
                <a:uFillTx/>
                <a:latin typeface="IBM Plex Sans Light"/>
                <a:ea typeface="+mn-ea"/>
                <a:cs typeface="+mn-cs"/>
              </a:rPr>
              <a:t>: </a:t>
            </a:r>
            <a:br>
              <a:rPr kumimoji="0" lang="en-US" sz="1050" b="1" i="0" u="none" strike="noStrike" kern="1200" cap="none" spc="0" normalizeH="0" baseline="0" noProof="0" dirty="0">
                <a:ln>
                  <a:noFill/>
                </a:ln>
                <a:solidFill>
                  <a:srgbClr val="000000"/>
                </a:solidFill>
                <a:effectLst/>
                <a:uLnTx/>
                <a:uFillTx/>
                <a:latin typeface="IBM Plex Sans Light"/>
                <a:ea typeface="+mn-ea"/>
                <a:cs typeface="+mn-cs"/>
              </a:rPr>
            </a:br>
            <a:r>
              <a:rPr kumimoji="0" lang="en-US" sz="900" b="0" i="0" u="none" strike="noStrike" kern="1200" cap="none" spc="0" normalizeH="0" baseline="0" noProof="0" dirty="0">
                <a:ln>
                  <a:noFill/>
                </a:ln>
                <a:solidFill>
                  <a:srgbClr val="000000"/>
                </a:solidFill>
                <a:effectLst/>
                <a:uLnTx/>
                <a:uFillTx/>
                <a:latin typeface="IBM Plex Sans Light"/>
                <a:ea typeface="+mn-ea"/>
                <a:cs typeface="+mn-cs"/>
              </a:rPr>
              <a:t>Most participants see value in legacy modernization, code analysis, documentation, and accelerating development work</a:t>
            </a:r>
            <a:r>
              <a:rPr kumimoji="0" lang="en-US" sz="800" b="0" i="0" u="none" strike="noStrike" kern="1200" cap="none" spc="0" normalizeH="0" baseline="0" noProof="0" dirty="0">
                <a:ln>
                  <a:noFill/>
                </a:ln>
                <a:solidFill>
                  <a:srgbClr val="000000"/>
                </a:solidFill>
                <a:effectLst/>
                <a:uLnTx/>
                <a:uFillTx/>
                <a:latin typeface="IBM Plex Sans Light"/>
                <a:ea typeface="+mn-ea"/>
                <a:cs typeface="+mn-cs"/>
              </a:rPr>
              <a:t>.</a:t>
            </a:r>
          </a:p>
          <a:p>
            <a:pPr marL="285750" marR="0" lvl="0" indent="-285750" algn="l" defTabSz="914400" rtl="0" eaLnBrk="1" fontAlgn="base" latinLnBrk="0" hangingPunct="1">
              <a:lnSpc>
                <a:spcPct val="100000"/>
              </a:lnSpc>
              <a:spcBef>
                <a:spcPts val="300"/>
              </a:spcBef>
              <a:spcAft>
                <a:spcPct val="0"/>
              </a:spcAft>
              <a:buClrTx/>
              <a:buSzTx/>
              <a:buFont typeface="Arial" panose="020B0604020202020204" pitchFamily="34" charset="0"/>
              <a:buChar char="•"/>
              <a:tabLst/>
              <a:defRPr/>
            </a:pPr>
            <a:endParaRPr kumimoji="0" lang="en-US" sz="300" b="0" i="0" u="none" strike="noStrike" kern="1200" cap="none" spc="0" normalizeH="0" baseline="0" noProof="0" dirty="0">
              <a:ln>
                <a:noFill/>
              </a:ln>
              <a:solidFill>
                <a:srgbClr val="000000"/>
              </a:solidFill>
              <a:effectLst/>
              <a:uLnTx/>
              <a:uFillTx/>
              <a:latin typeface="IBM Plex Sans Light"/>
              <a:ea typeface="+mn-ea"/>
              <a:cs typeface="+mn-cs"/>
            </a:endParaRPr>
          </a:p>
          <a:p>
            <a:pPr marL="285750" marR="0" lvl="0" indent="-285750" algn="l" defTabSz="914400" rtl="0" eaLnBrk="1" fontAlgn="base" latinLnBrk="0" hangingPunct="1">
              <a:lnSpc>
                <a:spcPct val="100000"/>
              </a:lnSpc>
              <a:spcBef>
                <a:spcPts val="300"/>
              </a:spcBef>
              <a:spcAft>
                <a:spcPct val="0"/>
              </a:spcAft>
              <a:buClrTx/>
              <a:buSzTx/>
              <a:buFont typeface="Arial" panose="020B0604020202020204" pitchFamily="34" charset="0"/>
              <a:buChar char="•"/>
              <a:tabLst/>
              <a:defRPr/>
            </a:pPr>
            <a:r>
              <a:rPr kumimoji="0" lang="en-US" sz="1100" b="1" i="0" u="none" strike="noStrike" kern="1200" cap="none" spc="0" normalizeH="0" baseline="0" noProof="0" dirty="0">
                <a:ln>
                  <a:noFill/>
                </a:ln>
                <a:solidFill>
                  <a:srgbClr val="000000"/>
                </a:solidFill>
                <a:effectLst/>
                <a:uLnTx/>
                <a:uFillTx/>
                <a:latin typeface="IBM Plex Sans Light"/>
                <a:ea typeface="+mn-ea"/>
                <a:cs typeface="+mn-cs"/>
              </a:rPr>
              <a:t>Positive overall sentiment: </a:t>
            </a:r>
            <a:br>
              <a:rPr kumimoji="0" lang="en-US" sz="1100" b="1" i="0" u="none" strike="noStrike" kern="1200" cap="none" spc="0" normalizeH="0" baseline="0" noProof="0" dirty="0">
                <a:ln>
                  <a:noFill/>
                </a:ln>
                <a:solidFill>
                  <a:srgbClr val="000000"/>
                </a:solidFill>
                <a:effectLst/>
                <a:uLnTx/>
                <a:uFillTx/>
                <a:latin typeface="IBM Plex Sans Light"/>
                <a:ea typeface="+mn-ea"/>
                <a:cs typeface="+mn-cs"/>
              </a:rPr>
            </a:br>
            <a:r>
              <a:rPr kumimoji="0" lang="en-US" sz="900" b="0" i="0" u="none" strike="noStrike" kern="1200" cap="none" spc="0" normalizeH="0" baseline="0" noProof="0" dirty="0">
                <a:ln>
                  <a:noFill/>
                </a:ln>
                <a:solidFill>
                  <a:srgbClr val="000000"/>
                </a:solidFill>
                <a:effectLst/>
                <a:uLnTx/>
                <a:uFillTx/>
                <a:latin typeface="IBM Plex Sans Light"/>
                <a:ea typeface="+mn-ea"/>
                <a:cs typeface="+mn-cs"/>
              </a:rPr>
              <a:t>Most respondents rated IBM Bob positively (4–5/5) and identified meaningful use cases for their teams.</a:t>
            </a:r>
          </a:p>
          <a:p>
            <a:pPr marL="285750" marR="0" lvl="0" indent="-285750" algn="l" defTabSz="914400" rtl="0" eaLnBrk="1" fontAlgn="base" latinLnBrk="0" hangingPunct="1">
              <a:lnSpc>
                <a:spcPct val="100000"/>
              </a:lnSpc>
              <a:spcBef>
                <a:spcPts val="300"/>
              </a:spcBef>
              <a:spcAft>
                <a:spcPct val="0"/>
              </a:spcAft>
              <a:buClrTx/>
              <a:buSzTx/>
              <a:buFont typeface="Arial" panose="020B0604020202020204" pitchFamily="34" charset="0"/>
              <a:buChar char="•"/>
              <a:tabLst/>
              <a:defRPr/>
            </a:pPr>
            <a:endParaRPr kumimoji="0" lang="en-US" sz="300" b="0" i="0" u="none" strike="noStrike" kern="1200" cap="none" spc="0" normalizeH="0" baseline="0" noProof="0" dirty="0">
              <a:ln>
                <a:noFill/>
              </a:ln>
              <a:solidFill>
                <a:srgbClr val="000000"/>
              </a:solidFill>
              <a:effectLst/>
              <a:uLnTx/>
              <a:uFillTx/>
              <a:latin typeface="IBM Plex Sans Light"/>
              <a:ea typeface="+mn-ea"/>
              <a:cs typeface="+mn-cs"/>
            </a:endParaRPr>
          </a:p>
          <a:p>
            <a:pPr marL="285750" marR="0" lvl="0" indent="-285750" algn="l" defTabSz="914400" rtl="0" eaLnBrk="1" fontAlgn="base" latinLnBrk="0" hangingPunct="1">
              <a:lnSpc>
                <a:spcPct val="100000"/>
              </a:lnSpc>
              <a:spcBef>
                <a:spcPts val="300"/>
              </a:spcBef>
              <a:spcAft>
                <a:spcPct val="0"/>
              </a:spcAft>
              <a:buClrTx/>
              <a:buSzTx/>
              <a:buFont typeface="Arial" panose="020B0604020202020204" pitchFamily="34" charset="0"/>
              <a:buChar char="•"/>
              <a:tabLst/>
              <a:defRPr/>
            </a:pPr>
            <a:r>
              <a:rPr kumimoji="0" lang="en-US" sz="1100" b="1" i="0" u="none" strike="noStrike" kern="1200" cap="none" spc="0" normalizeH="0" baseline="0" noProof="0" dirty="0">
                <a:ln>
                  <a:noFill/>
                </a:ln>
                <a:solidFill>
                  <a:srgbClr val="000000"/>
                </a:solidFill>
                <a:effectLst/>
                <a:uLnTx/>
                <a:uFillTx/>
                <a:latin typeface="IBM Plex Sans Light"/>
                <a:ea typeface="+mn-ea"/>
                <a:cs typeface="+mn-cs"/>
              </a:rPr>
              <a:t>Training and integration are key adoption needs: </a:t>
            </a:r>
            <a:br>
              <a:rPr kumimoji="0" lang="en-US" sz="1100" b="1" i="0" u="none" strike="noStrike" kern="1200" cap="none" spc="0" normalizeH="0" baseline="0" noProof="0" dirty="0">
                <a:ln>
                  <a:noFill/>
                </a:ln>
                <a:solidFill>
                  <a:srgbClr val="000000"/>
                </a:solidFill>
                <a:effectLst/>
                <a:uLnTx/>
                <a:uFillTx/>
                <a:latin typeface="IBM Plex Sans Light"/>
                <a:ea typeface="+mn-ea"/>
                <a:cs typeface="+mn-cs"/>
              </a:rPr>
            </a:br>
            <a:r>
              <a:rPr kumimoji="0" lang="en-US" sz="900" b="0" i="0" u="none" strike="noStrike" kern="1200" cap="none" spc="0" normalizeH="0" baseline="0" noProof="0" dirty="0">
                <a:ln>
                  <a:noFill/>
                </a:ln>
                <a:solidFill>
                  <a:srgbClr val="000000"/>
                </a:solidFill>
                <a:effectLst/>
                <a:uLnTx/>
                <a:uFillTx/>
                <a:latin typeface="IBM Plex Sans Light"/>
                <a:ea typeface="+mn-ea"/>
                <a:cs typeface="+mn-cs"/>
              </a:rPr>
              <a:t>Users want more hands-on experience, additional training, and better integration with existing development tools and file formats.</a:t>
            </a:r>
          </a:p>
          <a:p>
            <a:pPr marL="285750" marR="0" lvl="0" indent="-285750" algn="l" defTabSz="914400" rtl="0" eaLnBrk="1" fontAlgn="base" latinLnBrk="0" hangingPunct="1">
              <a:lnSpc>
                <a:spcPct val="100000"/>
              </a:lnSpc>
              <a:spcBef>
                <a:spcPts val="300"/>
              </a:spcBef>
              <a:spcAft>
                <a:spcPct val="0"/>
              </a:spcAft>
              <a:buClrTx/>
              <a:buSzTx/>
              <a:buFont typeface="Arial" panose="020B0604020202020204" pitchFamily="34" charset="0"/>
              <a:buChar char="•"/>
              <a:tabLst/>
              <a:defRPr/>
            </a:pPr>
            <a:endParaRPr kumimoji="0" lang="en-US" sz="300" b="0" i="0" u="none" strike="noStrike" kern="1200" cap="none" spc="0" normalizeH="0" baseline="0" noProof="0" dirty="0">
              <a:ln>
                <a:noFill/>
              </a:ln>
              <a:solidFill>
                <a:srgbClr val="000000"/>
              </a:solidFill>
              <a:effectLst/>
              <a:uLnTx/>
              <a:uFillTx/>
              <a:latin typeface="IBM Plex Sans Light"/>
              <a:ea typeface="+mn-ea"/>
              <a:cs typeface="+mn-cs"/>
            </a:endParaRPr>
          </a:p>
          <a:p>
            <a:pPr marL="285750" marR="0" lvl="0" indent="-285750" algn="l" defTabSz="914400" rtl="0" eaLnBrk="1" fontAlgn="base" latinLnBrk="0" hangingPunct="1">
              <a:lnSpc>
                <a:spcPct val="100000"/>
              </a:lnSpc>
              <a:spcBef>
                <a:spcPts val="300"/>
              </a:spcBef>
              <a:spcAft>
                <a:spcPct val="0"/>
              </a:spcAft>
              <a:buClrTx/>
              <a:buSzTx/>
              <a:buFont typeface="Arial" panose="020B0604020202020204" pitchFamily="34" charset="0"/>
              <a:buChar char="•"/>
              <a:tabLst/>
              <a:defRPr/>
            </a:pPr>
            <a:r>
              <a:rPr kumimoji="0" lang="en-US" sz="1100" b="1" i="0" u="none" strike="noStrike" kern="1200" cap="none" spc="0" normalizeH="0" baseline="0" noProof="0" dirty="0">
                <a:ln>
                  <a:noFill/>
                </a:ln>
                <a:solidFill>
                  <a:srgbClr val="000000"/>
                </a:solidFill>
                <a:effectLst/>
                <a:uLnTx/>
                <a:uFillTx/>
                <a:latin typeface="IBM Plex Sans Light"/>
                <a:ea typeface="+mn-ea"/>
                <a:cs typeface="+mn-cs"/>
              </a:rPr>
              <a:t>Flexible AI options are important: </a:t>
            </a:r>
            <a:br>
              <a:rPr kumimoji="0" lang="en-US" sz="1100" b="1" i="0" u="none" strike="noStrike" kern="1200" cap="none" spc="0" normalizeH="0" baseline="0" noProof="0" dirty="0">
                <a:ln>
                  <a:noFill/>
                </a:ln>
                <a:solidFill>
                  <a:srgbClr val="000000"/>
                </a:solidFill>
                <a:effectLst/>
                <a:uLnTx/>
                <a:uFillTx/>
                <a:latin typeface="IBM Plex Sans Light"/>
                <a:ea typeface="+mn-ea"/>
                <a:cs typeface="+mn-cs"/>
              </a:rPr>
            </a:br>
            <a:r>
              <a:rPr kumimoji="0" lang="en-US" sz="900" b="0" i="0" u="none" strike="noStrike" kern="1200" cap="none" spc="0" normalizeH="0" baseline="0" noProof="0" dirty="0">
                <a:ln>
                  <a:noFill/>
                </a:ln>
                <a:solidFill>
                  <a:srgbClr val="000000"/>
                </a:solidFill>
                <a:effectLst/>
                <a:uLnTx/>
                <a:uFillTx/>
                <a:latin typeface="IBM Plex Sans Light"/>
                <a:ea typeface="+mn-ea"/>
                <a:cs typeface="+mn-cs"/>
              </a:rPr>
              <a:t>Users expressed interest in having the flexibility to choose AI models, workflows, and development environments that best fit their team's needs and preferences.</a:t>
            </a:r>
            <a:endParaRPr kumimoji="0" lang="en-US" sz="1050" b="0" i="0" u="none" strike="noStrike" kern="1200" cap="none" spc="0" normalizeH="0" baseline="0" noProof="0" dirty="0">
              <a:ln>
                <a:noFill/>
              </a:ln>
              <a:solidFill>
                <a:srgbClr val="000000"/>
              </a:solidFill>
              <a:effectLst/>
              <a:uLnTx/>
              <a:uFillTx/>
              <a:latin typeface="IBM Plex Sans Light"/>
              <a:ea typeface="+mn-ea"/>
              <a:cs typeface="+mn-cs"/>
            </a:endParaRPr>
          </a:p>
        </p:txBody>
      </p:sp>
      <p:graphicFrame>
        <p:nvGraphicFramePr>
          <p:cNvPr id="38" name="Table 37">
            <a:extLst>
              <a:ext uri="{FF2B5EF4-FFF2-40B4-BE49-F238E27FC236}">
                <a16:creationId xmlns:a16="http://schemas.microsoft.com/office/drawing/2014/main" id="{33E920A3-9C9D-2B0F-200A-974566F82038}"/>
              </a:ext>
            </a:extLst>
          </p:cNvPr>
          <p:cNvGraphicFramePr>
            <a:graphicFrameLocks noGrp="1"/>
          </p:cNvGraphicFramePr>
          <p:nvPr/>
        </p:nvGraphicFramePr>
        <p:xfrm>
          <a:off x="5831094" y="2342209"/>
          <a:ext cx="5946378" cy="1724040"/>
        </p:xfrm>
        <a:graphic>
          <a:graphicData uri="http://schemas.openxmlformats.org/drawingml/2006/table">
            <a:tbl>
              <a:tblPr>
                <a:tableStyleId>{284E427A-3D55-4303-BF80-6455036E1DE7}</a:tableStyleId>
              </a:tblPr>
              <a:tblGrid>
                <a:gridCol w="1960389">
                  <a:extLst>
                    <a:ext uri="{9D8B030D-6E8A-4147-A177-3AD203B41FA5}">
                      <a16:colId xmlns:a16="http://schemas.microsoft.com/office/drawing/2014/main" val="548904729"/>
                    </a:ext>
                  </a:extLst>
                </a:gridCol>
                <a:gridCol w="1838607">
                  <a:extLst>
                    <a:ext uri="{9D8B030D-6E8A-4147-A177-3AD203B41FA5}">
                      <a16:colId xmlns:a16="http://schemas.microsoft.com/office/drawing/2014/main" val="3777681237"/>
                    </a:ext>
                  </a:extLst>
                </a:gridCol>
                <a:gridCol w="2147382">
                  <a:extLst>
                    <a:ext uri="{9D8B030D-6E8A-4147-A177-3AD203B41FA5}">
                      <a16:colId xmlns:a16="http://schemas.microsoft.com/office/drawing/2014/main" val="2002944833"/>
                    </a:ext>
                  </a:extLst>
                </a:gridCol>
              </a:tblGrid>
              <a:tr h="287340">
                <a:tc>
                  <a:txBody>
                    <a:bodyPr/>
                    <a:lstStyle/>
                    <a:p>
                      <a:pPr marL="0" marR="0" algn="ctr">
                        <a:spcBef>
                          <a:spcPts val="38"/>
                        </a:spcBef>
                        <a:spcAft>
                          <a:spcPts val="38"/>
                        </a:spcAft>
                        <a:buNone/>
                      </a:pPr>
                      <a:endParaRPr kumimoji="1" lang="en-US" sz="800" b="1" i="0" u="none" strike="noStrike" cap="none" spc="0" baseline="0">
                        <a:solidFill>
                          <a:schemeClr val="tx1"/>
                        </a:solidFill>
                        <a:uFillTx/>
                        <a:latin typeface="+mn-lt"/>
                        <a:ea typeface="+mn-ea"/>
                        <a:cs typeface="+mj-cs"/>
                        <a:sym typeface="+mn-lt"/>
                      </a:endParaRPr>
                    </a:p>
                  </a:txBody>
                  <a:tcPr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marL="0" marR="0" algn="ctr">
                        <a:spcBef>
                          <a:spcPts val="38"/>
                        </a:spcBef>
                        <a:spcAft>
                          <a:spcPts val="38"/>
                        </a:spcAft>
                        <a:buNone/>
                      </a:pPr>
                      <a:r>
                        <a:rPr kumimoji="1" lang="en-US" sz="800" b="1" u="none" strike="noStrike" cap="none" spc="0" baseline="0">
                          <a:solidFill>
                            <a:schemeClr val="tx1"/>
                          </a:solidFill>
                          <a:uFillTx/>
                          <a:sym typeface="+mn-lt"/>
                        </a:rPr>
                        <a:t>Traditional Development</a:t>
                      </a:r>
                      <a:endParaRPr kumimoji="1" lang="en-US" sz="800" b="1" i="0" u="none" strike="noStrike" cap="none" spc="0" baseline="0">
                        <a:solidFill>
                          <a:schemeClr val="tx1"/>
                        </a:solidFill>
                        <a:uFillTx/>
                        <a:latin typeface="+mn-lt"/>
                        <a:ea typeface="+mn-ea"/>
                        <a:cs typeface="+mj-cs"/>
                        <a:sym typeface="+mn-lt"/>
                      </a:endParaRPr>
                    </a:p>
                  </a:txBody>
                  <a:tcPr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marL="0" marR="0" algn="ctr">
                        <a:spcBef>
                          <a:spcPts val="38"/>
                        </a:spcBef>
                        <a:spcAft>
                          <a:spcPts val="38"/>
                        </a:spcAft>
                        <a:buNone/>
                      </a:pPr>
                      <a:r>
                        <a:rPr kumimoji="1" lang="en-US" sz="800" b="1" u="none" strike="noStrike" cap="none" spc="0" baseline="0">
                          <a:solidFill>
                            <a:schemeClr val="tx1"/>
                          </a:solidFill>
                          <a:uFillTx/>
                          <a:sym typeface="+mn-lt"/>
                        </a:rPr>
                        <a:t>With IBM Bob</a:t>
                      </a:r>
                      <a:endParaRPr kumimoji="1" lang="en-US" sz="800" b="1" i="0" u="none" strike="noStrike" cap="none" spc="0" baseline="0">
                        <a:solidFill>
                          <a:schemeClr val="tx1"/>
                        </a:solidFill>
                        <a:uFillTx/>
                        <a:latin typeface="+mn-lt"/>
                        <a:ea typeface="+mn-ea"/>
                        <a:cs typeface="+mj-cs"/>
                        <a:sym typeface="+mn-lt"/>
                      </a:endParaRPr>
                    </a:p>
                  </a:txBody>
                  <a:tcPr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969309294"/>
                  </a:ext>
                </a:extLst>
              </a:tr>
              <a:tr h="287340">
                <a:tc>
                  <a:txBody>
                    <a:bodyPr/>
                    <a:lstStyle/>
                    <a:p>
                      <a:pPr marL="0" marR="0" algn="ctr">
                        <a:spcBef>
                          <a:spcPts val="38"/>
                        </a:spcBef>
                        <a:spcAft>
                          <a:spcPts val="38"/>
                        </a:spcAft>
                        <a:buNone/>
                      </a:pPr>
                      <a:r>
                        <a:rPr kumimoji="1" lang="en-US" sz="800" b="1" i="0" u="none" strike="noStrike" cap="none" spc="0" baseline="0">
                          <a:solidFill>
                            <a:schemeClr val="tx1"/>
                          </a:solidFill>
                          <a:uFillTx/>
                          <a:latin typeface="+mn-lt"/>
                          <a:ea typeface="+mn-ea"/>
                          <a:cs typeface="+mj-cs"/>
                          <a:sym typeface="+mn-lt"/>
                        </a:rPr>
                        <a:t>Lead time for 1 COBOL Specification</a:t>
                      </a:r>
                    </a:p>
                  </a:txBody>
                  <a:tcPr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marL="0" marR="0" algn="ctr">
                        <a:spcBef>
                          <a:spcPts val="38"/>
                        </a:spcBef>
                        <a:spcAft>
                          <a:spcPts val="38"/>
                        </a:spcAft>
                        <a:buNone/>
                      </a:pPr>
                      <a:r>
                        <a:rPr kumimoji="1" lang="en-US" sz="800" b="0" u="none" strike="noStrike" cap="none" spc="0" baseline="0" dirty="0">
                          <a:solidFill>
                            <a:schemeClr val="tx1"/>
                          </a:solidFill>
                          <a:uFillTx/>
                          <a:sym typeface="+mn-lt"/>
                        </a:rPr>
                        <a:t>~</a:t>
                      </a:r>
                      <a:r>
                        <a:rPr kumimoji="1" lang="en-US" sz="800" b="1" u="none" strike="noStrike" cap="none" spc="0" baseline="0" dirty="0">
                          <a:solidFill>
                            <a:schemeClr val="tx1"/>
                          </a:solidFill>
                          <a:uFillTx/>
                          <a:sym typeface="+mn-lt"/>
                        </a:rPr>
                        <a:t>3 Days </a:t>
                      </a:r>
                      <a:r>
                        <a:rPr kumimoji="1" lang="en-US" sz="800" b="0" u="none" strike="noStrike" cap="none" spc="0" baseline="0" dirty="0">
                          <a:solidFill>
                            <a:schemeClr val="tx1"/>
                          </a:solidFill>
                          <a:uFillTx/>
                          <a:sym typeface="+mn-lt"/>
                        </a:rPr>
                        <a:t>by Senior Engineer</a:t>
                      </a:r>
                    </a:p>
                    <a:p>
                      <a:pPr marL="0" marR="0" algn="ctr">
                        <a:spcBef>
                          <a:spcPts val="38"/>
                        </a:spcBef>
                        <a:spcAft>
                          <a:spcPts val="38"/>
                        </a:spcAft>
                        <a:buNone/>
                      </a:pPr>
                      <a:r>
                        <a:rPr kumimoji="1" lang="en-US" sz="800" b="0" i="0" u="none" strike="noStrike" cap="none" spc="0" baseline="0" dirty="0">
                          <a:solidFill>
                            <a:schemeClr val="tx1"/>
                          </a:solidFill>
                          <a:uFillTx/>
                          <a:latin typeface="+mn-lt"/>
                          <a:ea typeface="+mn-ea"/>
                          <a:cs typeface="+mj-cs"/>
                          <a:sym typeface="+mn-lt"/>
                        </a:rPr>
                        <a:t>(possibly 1-3 weeks)</a:t>
                      </a:r>
                    </a:p>
                  </a:txBody>
                  <a:tcPr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E5F6FF"/>
                    </a:solidFill>
                  </a:tcPr>
                </a:tc>
                <a:tc>
                  <a:txBody>
                    <a:bodyPr/>
                    <a:lstStyle/>
                    <a:p>
                      <a:pPr marL="0" marR="0" algn="ctr">
                        <a:spcBef>
                          <a:spcPts val="38"/>
                        </a:spcBef>
                        <a:spcAft>
                          <a:spcPts val="38"/>
                        </a:spcAft>
                        <a:buNone/>
                      </a:pPr>
                      <a:r>
                        <a:rPr kumimoji="1" lang="en-US" sz="800" b="1" u="none" strike="noStrike" cap="none" spc="0" baseline="0" dirty="0">
                          <a:solidFill>
                            <a:schemeClr val="tx1"/>
                          </a:solidFill>
                          <a:uFillTx/>
                          <a:sym typeface="+mn-lt"/>
                        </a:rPr>
                        <a:t>4 Minutes</a:t>
                      </a:r>
                      <a:endParaRPr kumimoji="1" lang="en-US" sz="800" b="1" i="0" u="none" strike="noStrike" cap="none" spc="0" baseline="0" dirty="0">
                        <a:solidFill>
                          <a:schemeClr val="tx1"/>
                        </a:solidFill>
                        <a:uFillTx/>
                        <a:latin typeface="+mn-lt"/>
                        <a:ea typeface="+mn-ea"/>
                        <a:cs typeface="+mj-cs"/>
                        <a:sym typeface="+mn-lt"/>
                      </a:endParaRPr>
                    </a:p>
                  </a:txBody>
                  <a:tcPr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E5F6FF"/>
                    </a:solidFill>
                  </a:tcPr>
                </a:tc>
                <a:extLst>
                  <a:ext uri="{0D108BD9-81ED-4DB2-BD59-A6C34878D82A}">
                    <a16:rowId xmlns:a16="http://schemas.microsoft.com/office/drawing/2014/main" val="1634763333"/>
                  </a:ext>
                </a:extLst>
              </a:tr>
              <a:tr h="287340">
                <a:tc>
                  <a:txBody>
                    <a:bodyPr/>
                    <a:lstStyle/>
                    <a:p>
                      <a:pPr marL="0" marR="0" lvl="0" indent="0" algn="ctr" defTabSz="914461" rtl="0" eaLnBrk="1" fontAlgn="auto" latinLnBrk="0" hangingPunct="1">
                        <a:lnSpc>
                          <a:spcPct val="100000"/>
                        </a:lnSpc>
                        <a:spcBef>
                          <a:spcPts val="38"/>
                        </a:spcBef>
                        <a:spcAft>
                          <a:spcPts val="38"/>
                        </a:spcAft>
                        <a:buClrTx/>
                        <a:buSzTx/>
                        <a:buFontTx/>
                        <a:buNone/>
                        <a:tabLst/>
                        <a:defRPr/>
                      </a:pPr>
                      <a:r>
                        <a:rPr kumimoji="1" lang="en-US" sz="800" b="1" i="0" u="none" strike="noStrike" cap="none" spc="0" baseline="0">
                          <a:solidFill>
                            <a:schemeClr val="tx1"/>
                          </a:solidFill>
                          <a:uFillTx/>
                          <a:latin typeface="+mn-lt"/>
                          <a:ea typeface="+mn-ea"/>
                          <a:cs typeface="+mn-cs"/>
                          <a:sym typeface="+mn-lt"/>
                        </a:rPr>
                        <a:t>Lead time for 5 COBOL Specification</a:t>
                      </a:r>
                    </a:p>
                  </a:txBody>
                  <a:tcPr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marL="0" marR="0" algn="ctr">
                        <a:spcBef>
                          <a:spcPts val="38"/>
                        </a:spcBef>
                        <a:spcAft>
                          <a:spcPts val="38"/>
                        </a:spcAft>
                        <a:buNone/>
                      </a:pPr>
                      <a:r>
                        <a:rPr kumimoji="1" lang="en-US" sz="800" b="1" i="0" u="none" strike="noStrike" cap="none" spc="0" baseline="0" dirty="0">
                          <a:solidFill>
                            <a:schemeClr val="tx1"/>
                          </a:solidFill>
                          <a:uFillTx/>
                          <a:latin typeface="+mn-lt"/>
                          <a:ea typeface="+mn-ea"/>
                          <a:cs typeface="+mj-cs"/>
                          <a:sym typeface="+mn-lt"/>
                        </a:rPr>
                        <a:t>Minimum 15 days</a:t>
                      </a:r>
                    </a:p>
                  </a:txBody>
                  <a:tcPr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E5F6FF"/>
                    </a:solidFill>
                  </a:tcPr>
                </a:tc>
                <a:tc>
                  <a:txBody>
                    <a:bodyPr/>
                    <a:lstStyle/>
                    <a:p>
                      <a:pPr marL="0" marR="0" algn="ctr">
                        <a:spcBef>
                          <a:spcPts val="38"/>
                        </a:spcBef>
                        <a:spcAft>
                          <a:spcPts val="38"/>
                        </a:spcAft>
                        <a:buNone/>
                      </a:pPr>
                      <a:r>
                        <a:rPr kumimoji="1" lang="en-US" sz="800" b="1" i="0" u="none" strike="noStrike" cap="none" spc="0" baseline="0" dirty="0">
                          <a:solidFill>
                            <a:schemeClr val="tx1"/>
                          </a:solidFill>
                          <a:uFillTx/>
                          <a:latin typeface="+mn-lt"/>
                          <a:ea typeface="+mn-ea"/>
                          <a:cs typeface="+mj-cs"/>
                          <a:sym typeface="+mn-lt"/>
                        </a:rPr>
                        <a:t>1 Hour</a:t>
                      </a:r>
                    </a:p>
                  </a:txBody>
                  <a:tcPr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E5F6FF"/>
                    </a:solidFill>
                  </a:tcPr>
                </a:tc>
                <a:extLst>
                  <a:ext uri="{0D108BD9-81ED-4DB2-BD59-A6C34878D82A}">
                    <a16:rowId xmlns:a16="http://schemas.microsoft.com/office/drawing/2014/main" val="3504783985"/>
                  </a:ext>
                </a:extLst>
              </a:tr>
              <a:tr h="287340">
                <a:tc>
                  <a:txBody>
                    <a:bodyPr/>
                    <a:lstStyle/>
                    <a:p>
                      <a:pPr marL="0" marR="0" algn="ctr">
                        <a:spcBef>
                          <a:spcPts val="38"/>
                        </a:spcBef>
                        <a:spcAft>
                          <a:spcPts val="38"/>
                        </a:spcAft>
                        <a:buNone/>
                      </a:pPr>
                      <a:r>
                        <a:rPr kumimoji="1" lang="en-US" sz="800" b="1" i="0" u="none" strike="noStrike" cap="none" spc="0" baseline="0">
                          <a:solidFill>
                            <a:schemeClr val="tx1"/>
                          </a:solidFill>
                          <a:uFillTx/>
                          <a:latin typeface="+mn-lt"/>
                          <a:ea typeface="+mn-ea"/>
                          <a:cs typeface="+mj-cs"/>
                          <a:sym typeface="+mn-lt"/>
                        </a:rPr>
                        <a:t>Quality</a:t>
                      </a:r>
                    </a:p>
                  </a:txBody>
                  <a:tcPr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marL="0" marR="0" algn="ctr">
                        <a:spcBef>
                          <a:spcPts val="38"/>
                        </a:spcBef>
                        <a:spcAft>
                          <a:spcPts val="38"/>
                        </a:spcAft>
                        <a:buNone/>
                      </a:pPr>
                      <a:r>
                        <a:rPr kumimoji="1" lang="en-US" sz="800" b="1" i="0" u="none" strike="noStrike" cap="none" spc="0" baseline="0" dirty="0">
                          <a:solidFill>
                            <a:schemeClr val="tx1"/>
                          </a:solidFill>
                          <a:uFillTx/>
                          <a:latin typeface="+mn-lt"/>
                          <a:ea typeface="+mn-ea"/>
                          <a:cs typeface="+mj-cs"/>
                          <a:sym typeface="+mn-lt"/>
                        </a:rPr>
                        <a:t>Production Ready</a:t>
                      </a:r>
                    </a:p>
                  </a:txBody>
                  <a:tcPr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E5F6FF"/>
                    </a:solidFill>
                  </a:tcPr>
                </a:tc>
                <a:tc>
                  <a:txBody>
                    <a:bodyPr/>
                    <a:lstStyle/>
                    <a:p>
                      <a:pPr marL="0" marR="0" algn="ctr">
                        <a:spcBef>
                          <a:spcPts val="38"/>
                        </a:spcBef>
                        <a:spcAft>
                          <a:spcPts val="38"/>
                        </a:spcAft>
                        <a:buNone/>
                      </a:pPr>
                      <a:r>
                        <a:rPr kumimoji="1" lang="en-US" sz="800" b="1" i="0" u="none" strike="noStrike" cap="none" spc="0" baseline="0" dirty="0">
                          <a:solidFill>
                            <a:schemeClr val="tx1"/>
                          </a:solidFill>
                          <a:uFillTx/>
                          <a:latin typeface="+mn-lt"/>
                          <a:ea typeface="+mn-ea"/>
                          <a:cs typeface="+mj-cs"/>
                          <a:sym typeface="+mn-lt"/>
                        </a:rPr>
                        <a:t>Production Ready </a:t>
                      </a:r>
                      <a:br>
                        <a:rPr kumimoji="1" lang="en-US" sz="800" b="0" i="0" u="none" strike="noStrike" cap="none" spc="0" baseline="0" dirty="0">
                          <a:solidFill>
                            <a:schemeClr val="tx1"/>
                          </a:solidFill>
                          <a:uFillTx/>
                          <a:latin typeface="+mn-lt"/>
                          <a:ea typeface="+mn-ea"/>
                          <a:cs typeface="+mj-cs"/>
                          <a:sym typeface="+mn-lt"/>
                        </a:rPr>
                      </a:br>
                      <a:r>
                        <a:rPr kumimoji="1" lang="en-US" sz="800" b="0" i="0" u="none" strike="noStrike" cap="none" spc="0" baseline="0" dirty="0">
                          <a:solidFill>
                            <a:schemeClr val="tx1"/>
                          </a:solidFill>
                          <a:uFillTx/>
                          <a:latin typeface="+mn-lt"/>
                          <a:ea typeface="+mn-ea"/>
                          <a:cs typeface="+mj-cs"/>
                          <a:sym typeface="+mn-lt"/>
                        </a:rPr>
                        <a:t>(Reviewed by Senior COBOL Engineer)</a:t>
                      </a:r>
                    </a:p>
                  </a:txBody>
                  <a:tcPr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E5F6FF"/>
                    </a:solidFill>
                  </a:tcPr>
                </a:tc>
                <a:extLst>
                  <a:ext uri="{0D108BD9-81ED-4DB2-BD59-A6C34878D82A}">
                    <a16:rowId xmlns:a16="http://schemas.microsoft.com/office/drawing/2014/main" val="2796502"/>
                  </a:ext>
                </a:extLst>
              </a:tr>
              <a:tr h="287340">
                <a:tc>
                  <a:txBody>
                    <a:bodyPr/>
                    <a:lstStyle/>
                    <a:p>
                      <a:pPr marL="0" marR="0" algn="ctr">
                        <a:spcBef>
                          <a:spcPts val="38"/>
                        </a:spcBef>
                        <a:spcAft>
                          <a:spcPts val="38"/>
                        </a:spcAft>
                        <a:buNone/>
                      </a:pPr>
                      <a:r>
                        <a:rPr kumimoji="1" lang="en-US" sz="800" b="1" i="0" u="none" strike="noStrike" cap="none" spc="0" baseline="0">
                          <a:solidFill>
                            <a:schemeClr val="tx1"/>
                          </a:solidFill>
                          <a:uFillTx/>
                          <a:latin typeface="+mn-lt"/>
                          <a:ea typeface="+mn-ea"/>
                          <a:cs typeface="+mj-cs"/>
                          <a:sym typeface="+mn-lt"/>
                        </a:rPr>
                        <a:t>Method</a:t>
                      </a:r>
                    </a:p>
                  </a:txBody>
                  <a:tcPr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marL="0" marR="0" algn="ctr">
                        <a:spcBef>
                          <a:spcPts val="38"/>
                        </a:spcBef>
                        <a:spcAft>
                          <a:spcPts val="38"/>
                        </a:spcAft>
                        <a:buNone/>
                      </a:pPr>
                      <a:r>
                        <a:rPr kumimoji="1" lang="en-US" sz="800" b="0" u="none" strike="noStrike" cap="none" spc="0" baseline="0">
                          <a:solidFill>
                            <a:schemeClr val="tx1"/>
                          </a:solidFill>
                          <a:uFillTx/>
                          <a:sym typeface="+mn-lt"/>
                        </a:rPr>
                        <a:t>Manual Coding &amp; Testing</a:t>
                      </a:r>
                      <a:endParaRPr kumimoji="1" lang="en-US" sz="800" b="0" i="0" u="none" strike="noStrike" cap="none" spc="0" baseline="0">
                        <a:solidFill>
                          <a:schemeClr val="tx1"/>
                        </a:solidFill>
                        <a:uFillTx/>
                        <a:latin typeface="+mn-lt"/>
                        <a:ea typeface="+mn-ea"/>
                        <a:cs typeface="+mj-cs"/>
                        <a:sym typeface="+mn-lt"/>
                      </a:endParaRPr>
                    </a:p>
                  </a:txBody>
                  <a:tcPr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E5F6FF"/>
                    </a:solidFill>
                  </a:tcPr>
                </a:tc>
                <a:tc>
                  <a:txBody>
                    <a:bodyPr/>
                    <a:lstStyle/>
                    <a:p>
                      <a:pPr marL="0" marR="0" algn="ctr">
                        <a:spcBef>
                          <a:spcPts val="38"/>
                        </a:spcBef>
                        <a:spcAft>
                          <a:spcPts val="38"/>
                        </a:spcAft>
                        <a:buNone/>
                      </a:pPr>
                      <a:r>
                        <a:rPr kumimoji="1" lang="en-US" sz="800" b="0" u="none" strike="noStrike" cap="none" spc="0" baseline="0">
                          <a:solidFill>
                            <a:schemeClr val="tx1"/>
                          </a:solidFill>
                          <a:uFillTx/>
                          <a:sym typeface="+mn-lt"/>
                        </a:rPr>
                        <a:t>AI-Driven Code Generation</a:t>
                      </a:r>
                      <a:endParaRPr kumimoji="1" lang="en-US" sz="800" b="0" i="0" u="none" strike="noStrike" cap="none" spc="0" baseline="0">
                        <a:solidFill>
                          <a:schemeClr val="tx1"/>
                        </a:solidFill>
                        <a:uFillTx/>
                        <a:latin typeface="+mn-lt"/>
                        <a:ea typeface="+mn-ea"/>
                        <a:cs typeface="+mj-cs"/>
                        <a:sym typeface="+mn-lt"/>
                      </a:endParaRPr>
                    </a:p>
                  </a:txBody>
                  <a:tcPr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E5F6FF"/>
                    </a:solidFill>
                  </a:tcPr>
                </a:tc>
                <a:extLst>
                  <a:ext uri="{0D108BD9-81ED-4DB2-BD59-A6C34878D82A}">
                    <a16:rowId xmlns:a16="http://schemas.microsoft.com/office/drawing/2014/main" val="748282230"/>
                  </a:ext>
                </a:extLst>
              </a:tr>
              <a:tr h="287340">
                <a:tc>
                  <a:txBody>
                    <a:bodyPr/>
                    <a:lstStyle/>
                    <a:p>
                      <a:pPr marL="0" marR="0" algn="ctr">
                        <a:spcBef>
                          <a:spcPts val="38"/>
                        </a:spcBef>
                        <a:spcAft>
                          <a:spcPts val="38"/>
                        </a:spcAft>
                        <a:buNone/>
                      </a:pPr>
                      <a:r>
                        <a:rPr kumimoji="1" lang="en-US" sz="800" b="1" i="0" u="none" strike="noStrike" cap="none" spc="0" baseline="0">
                          <a:solidFill>
                            <a:schemeClr val="tx1"/>
                          </a:solidFill>
                          <a:uFillTx/>
                          <a:latin typeface="+mn-lt"/>
                          <a:ea typeface="+mn-ea"/>
                          <a:cs typeface="+mj-cs"/>
                          <a:sym typeface="+mn-lt"/>
                        </a:rPr>
                        <a:t>Focus</a:t>
                      </a:r>
                    </a:p>
                  </a:txBody>
                  <a:tcPr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marL="0" marR="0" algn="ctr">
                        <a:spcBef>
                          <a:spcPts val="38"/>
                        </a:spcBef>
                        <a:spcAft>
                          <a:spcPts val="38"/>
                        </a:spcAft>
                        <a:buNone/>
                      </a:pPr>
                      <a:r>
                        <a:rPr kumimoji="1" lang="en-US" sz="800" b="0" u="none" strike="noStrike" cap="none" spc="0" baseline="0">
                          <a:solidFill>
                            <a:schemeClr val="tx1"/>
                          </a:solidFill>
                          <a:uFillTx/>
                          <a:sym typeface="+mn-lt"/>
                        </a:rPr>
                        <a:t>Developer-Dependent</a:t>
                      </a:r>
                      <a:endParaRPr kumimoji="1" lang="en-US" sz="800" b="0" i="0" u="none" strike="noStrike" cap="none" spc="0" baseline="0">
                        <a:solidFill>
                          <a:schemeClr val="tx1"/>
                        </a:solidFill>
                        <a:uFillTx/>
                        <a:latin typeface="+mn-lt"/>
                        <a:ea typeface="+mn-ea"/>
                        <a:cs typeface="+mj-cs"/>
                        <a:sym typeface="+mn-lt"/>
                      </a:endParaRPr>
                    </a:p>
                  </a:txBody>
                  <a:tcPr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E5F6FF"/>
                    </a:solidFill>
                  </a:tcPr>
                </a:tc>
                <a:tc>
                  <a:txBody>
                    <a:bodyPr/>
                    <a:lstStyle/>
                    <a:p>
                      <a:pPr marL="0" marR="0" algn="ctr">
                        <a:spcBef>
                          <a:spcPts val="38"/>
                        </a:spcBef>
                        <a:spcAft>
                          <a:spcPts val="38"/>
                        </a:spcAft>
                        <a:buNone/>
                      </a:pPr>
                      <a:r>
                        <a:rPr kumimoji="1" lang="en-US" sz="800" b="0" u="none" strike="noStrike" cap="none" spc="0" baseline="0" dirty="0">
                          <a:solidFill>
                            <a:schemeClr val="tx1"/>
                          </a:solidFill>
                          <a:uFillTx/>
                          <a:sym typeface="+mn-lt"/>
                        </a:rPr>
                        <a:t>Specification-Driven</a:t>
                      </a:r>
                      <a:endParaRPr kumimoji="1" lang="en-US" sz="800" b="0" i="0" u="none" strike="noStrike" cap="none" spc="0" baseline="0" dirty="0">
                        <a:solidFill>
                          <a:schemeClr val="tx1"/>
                        </a:solidFill>
                        <a:uFillTx/>
                        <a:latin typeface="+mn-lt"/>
                        <a:ea typeface="+mn-ea"/>
                        <a:cs typeface="+mj-cs"/>
                        <a:sym typeface="+mn-lt"/>
                      </a:endParaRPr>
                    </a:p>
                  </a:txBody>
                  <a:tcPr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E5F6FF"/>
                    </a:solidFill>
                  </a:tcPr>
                </a:tc>
                <a:extLst>
                  <a:ext uri="{0D108BD9-81ED-4DB2-BD59-A6C34878D82A}">
                    <a16:rowId xmlns:a16="http://schemas.microsoft.com/office/drawing/2014/main" val="995514714"/>
                  </a:ext>
                </a:extLst>
              </a:tr>
            </a:tbl>
          </a:graphicData>
        </a:graphic>
      </p:graphicFrame>
      <p:sp>
        <p:nvSpPr>
          <p:cNvPr id="39" name="TextBox 38">
            <a:extLst>
              <a:ext uri="{FF2B5EF4-FFF2-40B4-BE49-F238E27FC236}">
                <a16:creationId xmlns:a16="http://schemas.microsoft.com/office/drawing/2014/main" id="{3B54EF5A-D328-759E-9AF7-85B20F00F002}"/>
              </a:ext>
            </a:extLst>
          </p:cNvPr>
          <p:cNvSpPr txBox="1"/>
          <p:nvPr/>
        </p:nvSpPr>
        <p:spPr>
          <a:xfrm>
            <a:off x="5682343" y="1990125"/>
            <a:ext cx="3002514" cy="307777"/>
          </a:xfrm>
          <a:prstGeom prst="rect">
            <a:avLst/>
          </a:prstGeom>
          <a:no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a:spAutoFit/>
          </a:bodyPr>
          <a:lstStyle/>
          <a:p>
            <a:pPr marL="0" marR="0" lvl="0" indent="0" algn="l" defTabSz="914400" rtl="0" eaLnBrk="1" fontAlgn="auto" latinLnBrk="0" hangingPunct="1">
              <a:lnSpc>
                <a:spcPct val="100000"/>
              </a:lnSpc>
              <a:spcBef>
                <a:spcPts val="0"/>
              </a:spcBef>
              <a:spcAft>
                <a:spcPts val="900"/>
              </a:spcAft>
              <a:buClrTx/>
              <a:buSzTx/>
              <a:buFontTx/>
              <a:buNone/>
              <a:tabLst/>
              <a:defRPr/>
            </a:pPr>
            <a:r>
              <a:rPr kumimoji="0" lang="en-US" sz="1400" b="1" i="0" u="none" strike="noStrike" kern="1200" cap="none" spc="0" normalizeH="0" baseline="0" noProof="0">
                <a:ln>
                  <a:noFill/>
                </a:ln>
                <a:solidFill>
                  <a:srgbClr val="1B1B1B"/>
                </a:solidFill>
                <a:effectLst/>
                <a:uLnTx/>
                <a:uFillTx/>
                <a:latin typeface="Helvetica Neue" panose="02000503000000020004" pitchFamily="2" charset="0"/>
                <a:ea typeface="IBM Plex Sans JP Light"/>
                <a:cs typeface="+mn-cs"/>
              </a:rPr>
              <a:t>Feedback from Colin Ingham</a:t>
            </a:r>
          </a:p>
        </p:txBody>
      </p:sp>
      <p:sp>
        <p:nvSpPr>
          <p:cNvPr id="41" name="TextBox 40">
            <a:extLst>
              <a:ext uri="{FF2B5EF4-FFF2-40B4-BE49-F238E27FC236}">
                <a16:creationId xmlns:a16="http://schemas.microsoft.com/office/drawing/2014/main" id="{8EF1E470-2AD4-B89A-5D17-481240C63236}"/>
              </a:ext>
            </a:extLst>
          </p:cNvPr>
          <p:cNvSpPr txBox="1"/>
          <p:nvPr/>
        </p:nvSpPr>
        <p:spPr>
          <a:xfrm>
            <a:off x="5682343" y="4193796"/>
            <a:ext cx="3002514" cy="307777"/>
          </a:xfrm>
          <a:prstGeom prst="rect">
            <a:avLst/>
          </a:prstGeom>
          <a:no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a:spAutoFit/>
          </a:bodyPr>
          <a:lstStyle/>
          <a:p>
            <a:pPr marL="0" marR="0" lvl="0" indent="0" algn="l" defTabSz="914400" rtl="0" eaLnBrk="1" fontAlgn="auto" latinLnBrk="0" hangingPunct="1">
              <a:lnSpc>
                <a:spcPct val="100000"/>
              </a:lnSpc>
              <a:spcBef>
                <a:spcPts val="0"/>
              </a:spcBef>
              <a:spcAft>
                <a:spcPts val="900"/>
              </a:spcAft>
              <a:buClrTx/>
              <a:buSzTx/>
              <a:buFontTx/>
              <a:buNone/>
              <a:tabLst/>
              <a:defRPr/>
            </a:pPr>
            <a:r>
              <a:rPr kumimoji="0" lang="en-US" sz="1400" b="1" i="0" u="none" strike="noStrike" kern="1200" cap="none" spc="0" normalizeH="0" baseline="0" noProof="0" dirty="0">
                <a:ln>
                  <a:noFill/>
                </a:ln>
                <a:solidFill>
                  <a:srgbClr val="1B1B1B"/>
                </a:solidFill>
                <a:effectLst/>
                <a:uLnTx/>
                <a:uFillTx/>
                <a:latin typeface="Helvetica Neue" panose="02000503000000020004" pitchFamily="2" charset="0"/>
                <a:ea typeface="IBM Plex Sans JP Light"/>
                <a:cs typeface="+mn-cs"/>
              </a:rPr>
              <a:t>Survey Results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6D7ECB-23AE-6205-3CE3-792037A68368}"/>
              </a:ext>
            </a:extLst>
          </p:cNvPr>
          <p:cNvSpPr>
            <a:spLocks noGrp="1"/>
          </p:cNvSpPr>
          <p:nvPr>
            <p:ph type="title"/>
          </p:nvPr>
        </p:nvSpPr>
        <p:spPr>
          <a:xfrm>
            <a:off x="292609" y="301750"/>
            <a:ext cx="6412991" cy="1992188"/>
          </a:xfrm>
        </p:spPr>
        <p:txBody>
          <a:bodyPr/>
          <a:lstStyle/>
          <a:p>
            <a:r>
              <a:rPr lang="en-US" dirty="0"/>
              <a:t>IBM Bob Trial-to-Adoption Journey</a:t>
            </a:r>
          </a:p>
        </p:txBody>
      </p:sp>
      <p:grpSp>
        <p:nvGrpSpPr>
          <p:cNvPr id="4" name="Group 3">
            <a:extLst>
              <a:ext uri="{FF2B5EF4-FFF2-40B4-BE49-F238E27FC236}">
                <a16:creationId xmlns:a16="http://schemas.microsoft.com/office/drawing/2014/main" id="{BBBE9BF5-8D68-9C68-C90F-3A80011B5820}"/>
              </a:ext>
            </a:extLst>
          </p:cNvPr>
          <p:cNvGrpSpPr/>
          <p:nvPr/>
        </p:nvGrpSpPr>
        <p:grpSpPr>
          <a:xfrm>
            <a:off x="267690" y="1524000"/>
            <a:ext cx="2438400" cy="4648200"/>
            <a:chOff x="3429000" y="1524000"/>
            <a:chExt cx="2438400" cy="4648200"/>
          </a:xfrm>
        </p:grpSpPr>
        <p:sp>
          <p:nvSpPr>
            <p:cNvPr id="6" name="Rectangle 5">
              <a:extLst>
                <a:ext uri="{FF2B5EF4-FFF2-40B4-BE49-F238E27FC236}">
                  <a16:creationId xmlns:a16="http://schemas.microsoft.com/office/drawing/2014/main" id="{EAAC89B1-4AFD-2730-71CA-8CDDFEAFB328}"/>
                </a:ext>
              </a:extLst>
            </p:cNvPr>
            <p:cNvSpPr/>
            <p:nvPr/>
          </p:nvSpPr>
          <p:spPr bwMode="auto">
            <a:xfrm>
              <a:off x="3429000" y="1524000"/>
              <a:ext cx="2438400" cy="4648200"/>
            </a:xfrm>
            <a:prstGeom prst="rect">
              <a:avLst/>
            </a:prstGeom>
            <a:solidFill>
              <a:srgbClr val="E5F6FF"/>
            </a:solidFill>
            <a:ln w="12700">
              <a:solidFill>
                <a:srgbClr val="1192E8"/>
              </a:solidFill>
              <a:headEnd type="none" w="med" len="med"/>
              <a:tailEnd type="none" w="med" len="med"/>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20000"/>
                </a:lnSpc>
                <a:spcBef>
                  <a:spcPct val="0"/>
                </a:spcBef>
                <a:spcAft>
                  <a:spcPct val="0"/>
                </a:spcAft>
                <a:buClrTx/>
                <a:buSzTx/>
                <a:buFont typeface="+mn-lt"/>
                <a:buNone/>
                <a:tabLst/>
              </a:pPr>
              <a:r>
                <a:rPr lang="en-US" b="1" dirty="0">
                  <a:solidFill>
                    <a:schemeClr val="tx1"/>
                  </a:solidFill>
                </a:rPr>
                <a:t>Day 1</a:t>
              </a:r>
              <a:endParaRPr kumimoji="0" lang="en-US" b="1" i="0" u="none" strike="noStrike" cap="none" normalizeH="0" baseline="0" dirty="0">
                <a:ln>
                  <a:noFill/>
                </a:ln>
                <a:solidFill>
                  <a:schemeClr val="tx1"/>
                </a:solidFill>
                <a:effectLst/>
                <a:latin typeface="+mn-lt"/>
              </a:endParaRPr>
            </a:p>
            <a:p>
              <a:pPr marL="0" marR="0" indent="0" algn="ctr" defTabSz="914400" rtl="0" eaLnBrk="1" fontAlgn="base" latinLnBrk="0" hangingPunct="1">
                <a:lnSpc>
                  <a:spcPct val="120000"/>
                </a:lnSpc>
                <a:spcBef>
                  <a:spcPct val="0"/>
                </a:spcBef>
                <a:spcAft>
                  <a:spcPct val="0"/>
                </a:spcAft>
                <a:buClrTx/>
                <a:buSzTx/>
                <a:buFont typeface="+mn-lt"/>
                <a:buNone/>
                <a:tabLst/>
              </a:pPr>
              <a:r>
                <a:rPr kumimoji="0" lang="en-US" b="1" i="0" u="none" strike="noStrike" cap="none" normalizeH="0" baseline="0" dirty="0">
                  <a:ln>
                    <a:noFill/>
                  </a:ln>
                  <a:solidFill>
                    <a:schemeClr val="tx1"/>
                  </a:solidFill>
                  <a:effectLst/>
                  <a:latin typeface="+mn-lt"/>
                </a:rPr>
                <a:t>Bob-a-thon</a:t>
              </a:r>
            </a:p>
          </p:txBody>
        </p:sp>
        <p:sp>
          <p:nvSpPr>
            <p:cNvPr id="13" name="TextBox 12">
              <a:extLst>
                <a:ext uri="{FF2B5EF4-FFF2-40B4-BE49-F238E27FC236}">
                  <a16:creationId xmlns:a16="http://schemas.microsoft.com/office/drawing/2014/main" id="{0632EB54-1F23-4432-09DA-274C81B29878}"/>
                </a:ext>
              </a:extLst>
            </p:cNvPr>
            <p:cNvSpPr txBox="1"/>
            <p:nvPr/>
          </p:nvSpPr>
          <p:spPr>
            <a:xfrm>
              <a:off x="3501241" y="2438400"/>
              <a:ext cx="2366159" cy="153215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spAutoFit/>
            </a:bodyPr>
            <a:lstStyle/>
            <a:p>
              <a:pPr defTabSz="2438400">
                <a:lnSpc>
                  <a:spcPct val="120000"/>
                </a:lnSpc>
                <a:buSzPct val="100000"/>
              </a:pPr>
              <a:r>
                <a:rPr lang="en-US" sz="1400" dirty="0"/>
                <a:t>Hands-on workshop aligned to targeted use cases to demonstrate how IBM Bob accelerates daily development and operational workflows.</a:t>
              </a:r>
              <a:endParaRPr kumimoji="1" lang="en-US" sz="1400" kern="0" dirty="0">
                <a:ea typeface="+mn-ea"/>
                <a:cs typeface="+mn-cs"/>
                <a:sym typeface="+mn-lt"/>
              </a:endParaRPr>
            </a:p>
          </p:txBody>
        </p:sp>
        <p:sp>
          <p:nvSpPr>
            <p:cNvPr id="16" name="TextBox 15">
              <a:extLst>
                <a:ext uri="{FF2B5EF4-FFF2-40B4-BE49-F238E27FC236}">
                  <a16:creationId xmlns:a16="http://schemas.microsoft.com/office/drawing/2014/main" id="{78D0FD45-8972-02D3-84BE-92FC00EC8036}"/>
                </a:ext>
              </a:extLst>
            </p:cNvPr>
            <p:cNvSpPr txBox="1"/>
            <p:nvPr/>
          </p:nvSpPr>
          <p:spPr>
            <a:xfrm>
              <a:off x="3576450" y="4524055"/>
              <a:ext cx="2215740" cy="153215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spAutoFit/>
            </a:bodyPr>
            <a:lstStyle/>
            <a:p>
              <a:pPr marL="234950" indent="-234950" defTabSz="2438400">
                <a:lnSpc>
                  <a:spcPct val="120000"/>
                </a:lnSpc>
                <a:buSzPct val="100000"/>
                <a:buFont typeface="+mj-lt"/>
                <a:buAutoNum type="arabicPeriod"/>
              </a:pPr>
              <a:r>
                <a:rPr kumimoji="1" lang="en-US" sz="1400" kern="0" dirty="0">
                  <a:sym typeface="+mn-lt"/>
                </a:rPr>
                <a:t>IBM Bob overview</a:t>
              </a:r>
            </a:p>
            <a:p>
              <a:pPr marL="234950" indent="-234950" defTabSz="2438400">
                <a:lnSpc>
                  <a:spcPct val="120000"/>
                </a:lnSpc>
                <a:buSzPct val="100000"/>
                <a:buFont typeface="+mj-lt"/>
                <a:buAutoNum type="arabicPeriod"/>
              </a:pPr>
              <a:r>
                <a:rPr kumimoji="1" lang="en-US" sz="1400" kern="0" dirty="0">
                  <a:sym typeface="+mn-lt"/>
                </a:rPr>
                <a:t>Guided hands-on</a:t>
              </a:r>
            </a:p>
            <a:p>
              <a:pPr marL="234950" indent="-234950" defTabSz="2438400">
                <a:lnSpc>
                  <a:spcPct val="120000"/>
                </a:lnSpc>
                <a:buSzPct val="100000"/>
                <a:buFont typeface="+mj-lt"/>
                <a:buAutoNum type="arabicPeriod"/>
              </a:pPr>
              <a:r>
                <a:rPr lang="en-US" sz="1400" dirty="0"/>
                <a:t>Output review &amp; best practices</a:t>
              </a:r>
            </a:p>
            <a:p>
              <a:pPr marL="234950" indent="-234950" defTabSz="2438400">
                <a:lnSpc>
                  <a:spcPct val="120000"/>
                </a:lnSpc>
                <a:buSzPct val="100000"/>
                <a:buFont typeface="+mj-lt"/>
                <a:buAutoNum type="arabicPeriod"/>
              </a:pPr>
              <a:r>
                <a:rPr lang="en-US" sz="1400" dirty="0"/>
                <a:t>Enterprise use case discussion</a:t>
              </a:r>
              <a:endParaRPr kumimoji="1" lang="en-US" sz="1400" kern="0" dirty="0">
                <a:ea typeface="+mn-ea"/>
                <a:cs typeface="+mn-cs"/>
                <a:sym typeface="+mn-lt"/>
              </a:endParaRPr>
            </a:p>
          </p:txBody>
        </p:sp>
        <p:sp>
          <p:nvSpPr>
            <p:cNvPr id="22" name="TextBox 21">
              <a:extLst>
                <a:ext uri="{FF2B5EF4-FFF2-40B4-BE49-F238E27FC236}">
                  <a16:creationId xmlns:a16="http://schemas.microsoft.com/office/drawing/2014/main" id="{63AC0295-3C0D-77E4-C732-BC7983E81FEA}"/>
                </a:ext>
              </a:extLst>
            </p:cNvPr>
            <p:cNvSpPr txBox="1"/>
            <p:nvPr/>
          </p:nvSpPr>
          <p:spPr>
            <a:xfrm>
              <a:off x="3501241" y="4214048"/>
              <a:ext cx="2293917" cy="2394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spAutoFit/>
            </a:bodyPr>
            <a:lstStyle/>
            <a:p>
              <a:pPr defTabSz="2438400">
                <a:lnSpc>
                  <a:spcPct val="120000"/>
                </a:lnSpc>
                <a:buSzPct val="100000"/>
              </a:pPr>
              <a:r>
                <a:rPr kumimoji="1" lang="en-US" sz="1400" b="1" kern="0" dirty="0">
                  <a:ea typeface="+mn-ea"/>
                  <a:cs typeface="+mn-cs"/>
                  <a:sym typeface="+mn-lt"/>
                </a:rPr>
                <a:t>Agenda (3-4hrs):</a:t>
              </a:r>
            </a:p>
          </p:txBody>
        </p:sp>
      </p:grpSp>
      <p:grpSp>
        <p:nvGrpSpPr>
          <p:cNvPr id="10" name="Group 9">
            <a:extLst>
              <a:ext uri="{FF2B5EF4-FFF2-40B4-BE49-F238E27FC236}">
                <a16:creationId xmlns:a16="http://schemas.microsoft.com/office/drawing/2014/main" id="{29139950-B0B0-CE22-C3BC-2A0503F18FAB}"/>
              </a:ext>
            </a:extLst>
          </p:cNvPr>
          <p:cNvGrpSpPr/>
          <p:nvPr/>
        </p:nvGrpSpPr>
        <p:grpSpPr>
          <a:xfrm>
            <a:off x="9292442" y="1556698"/>
            <a:ext cx="2438400" cy="4648200"/>
            <a:chOff x="9368642" y="1524000"/>
            <a:chExt cx="2438400" cy="4648200"/>
          </a:xfrm>
        </p:grpSpPr>
        <p:sp>
          <p:nvSpPr>
            <p:cNvPr id="8" name="Rectangle 7">
              <a:extLst>
                <a:ext uri="{FF2B5EF4-FFF2-40B4-BE49-F238E27FC236}">
                  <a16:creationId xmlns:a16="http://schemas.microsoft.com/office/drawing/2014/main" id="{55B0BFC0-4F9D-3BEF-25F5-B0B377056F09}"/>
                </a:ext>
              </a:extLst>
            </p:cNvPr>
            <p:cNvSpPr/>
            <p:nvPr/>
          </p:nvSpPr>
          <p:spPr bwMode="auto">
            <a:xfrm>
              <a:off x="9368642" y="1524000"/>
              <a:ext cx="2438400" cy="4648200"/>
            </a:xfrm>
            <a:prstGeom prst="rect">
              <a:avLst/>
            </a:prstGeom>
            <a:solidFill>
              <a:srgbClr val="E5F6FF"/>
            </a:solidFill>
            <a:ln w="12700">
              <a:solidFill>
                <a:srgbClr val="1192E8"/>
              </a:solidFill>
              <a:headEnd type="none" w="med" len="med"/>
              <a:tailEnd type="none" w="med" len="med"/>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t" anchorCtr="0" compatLnSpc="1">
              <a:prstTxWarp prst="textNoShape">
                <a:avLst/>
              </a:prstTxWarp>
            </a:bodyPr>
            <a:lstStyle/>
            <a:p>
              <a:pPr algn="ctr" fontAlgn="base">
                <a:lnSpc>
                  <a:spcPct val="120000"/>
                </a:lnSpc>
                <a:spcBef>
                  <a:spcPct val="0"/>
                </a:spcBef>
                <a:spcAft>
                  <a:spcPct val="0"/>
                </a:spcAft>
              </a:pPr>
              <a:r>
                <a:rPr lang="en-US" b="1" dirty="0"/>
                <a:t>Feedback Consolidation</a:t>
              </a:r>
              <a:endParaRPr kumimoji="0" lang="en-US" b="1" i="0" u="none" strike="noStrike" cap="none" normalizeH="0" baseline="0" dirty="0">
                <a:ln>
                  <a:noFill/>
                </a:ln>
                <a:solidFill>
                  <a:schemeClr val="tx1"/>
                </a:solidFill>
                <a:effectLst/>
                <a:latin typeface="+mn-lt"/>
              </a:endParaRPr>
            </a:p>
          </p:txBody>
        </p:sp>
        <p:sp>
          <p:nvSpPr>
            <p:cNvPr id="17" name="TextBox 16">
              <a:extLst>
                <a:ext uri="{FF2B5EF4-FFF2-40B4-BE49-F238E27FC236}">
                  <a16:creationId xmlns:a16="http://schemas.microsoft.com/office/drawing/2014/main" id="{985A6C2B-0FD4-0AE0-67B8-A1CF8A4EB466}"/>
                </a:ext>
              </a:extLst>
            </p:cNvPr>
            <p:cNvSpPr txBox="1"/>
            <p:nvPr/>
          </p:nvSpPr>
          <p:spPr>
            <a:xfrm>
              <a:off x="9479478" y="2486024"/>
              <a:ext cx="2293917" cy="75655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spAutoFit/>
            </a:bodyPr>
            <a:lstStyle/>
            <a:p>
              <a:pPr defTabSz="2438400">
                <a:lnSpc>
                  <a:spcPct val="120000"/>
                </a:lnSpc>
                <a:buSzPct val="100000"/>
              </a:pPr>
              <a:r>
                <a:rPr lang="en-US" sz="1400" dirty="0"/>
                <a:t>IBM and Honda will correct feedback and validate value of Bob.</a:t>
              </a:r>
            </a:p>
          </p:txBody>
        </p:sp>
        <p:sp>
          <p:nvSpPr>
            <p:cNvPr id="20" name="TextBox 19">
              <a:extLst>
                <a:ext uri="{FF2B5EF4-FFF2-40B4-BE49-F238E27FC236}">
                  <a16:creationId xmlns:a16="http://schemas.microsoft.com/office/drawing/2014/main" id="{34175FB4-52EA-F79A-22F2-BC19038E035F}"/>
                </a:ext>
              </a:extLst>
            </p:cNvPr>
            <p:cNvSpPr txBox="1"/>
            <p:nvPr/>
          </p:nvSpPr>
          <p:spPr>
            <a:xfrm>
              <a:off x="9555677" y="4305317"/>
              <a:ext cx="2141517" cy="2394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spAutoFit/>
            </a:bodyPr>
            <a:lstStyle/>
            <a:p>
              <a:pPr marL="176213" indent="-176213" defTabSz="2438400">
                <a:lnSpc>
                  <a:spcPct val="120000"/>
                </a:lnSpc>
                <a:buSzPct val="100000"/>
                <a:buFont typeface="Arial" panose="020B0604020202020204" pitchFamily="34" charset="0"/>
                <a:buChar char="•"/>
              </a:pPr>
              <a:endParaRPr kumimoji="1" lang="en-US" sz="1400" kern="0" dirty="0">
                <a:sym typeface="+mn-lt"/>
              </a:endParaRPr>
            </a:p>
          </p:txBody>
        </p:sp>
      </p:grpSp>
      <p:grpSp>
        <p:nvGrpSpPr>
          <p:cNvPr id="9" name="Group 8">
            <a:extLst>
              <a:ext uri="{FF2B5EF4-FFF2-40B4-BE49-F238E27FC236}">
                <a16:creationId xmlns:a16="http://schemas.microsoft.com/office/drawing/2014/main" id="{0012808C-4D3C-E038-A1BE-D95CCEC99474}"/>
              </a:ext>
            </a:extLst>
          </p:cNvPr>
          <p:cNvGrpSpPr/>
          <p:nvPr/>
        </p:nvGrpSpPr>
        <p:grpSpPr>
          <a:xfrm>
            <a:off x="6045823" y="1524000"/>
            <a:ext cx="2438400" cy="4648200"/>
            <a:chOff x="6398821" y="1524000"/>
            <a:chExt cx="2438400" cy="4648200"/>
          </a:xfrm>
        </p:grpSpPr>
        <p:sp>
          <p:nvSpPr>
            <p:cNvPr id="7" name="Rectangle 6">
              <a:extLst>
                <a:ext uri="{FF2B5EF4-FFF2-40B4-BE49-F238E27FC236}">
                  <a16:creationId xmlns:a16="http://schemas.microsoft.com/office/drawing/2014/main" id="{B0A87E73-166B-CCEB-0C86-11B3FEA6A9A0}"/>
                </a:ext>
              </a:extLst>
            </p:cNvPr>
            <p:cNvSpPr/>
            <p:nvPr/>
          </p:nvSpPr>
          <p:spPr bwMode="auto">
            <a:xfrm>
              <a:off x="6398821" y="1524000"/>
              <a:ext cx="2438400" cy="4648200"/>
            </a:xfrm>
            <a:prstGeom prst="rect">
              <a:avLst/>
            </a:prstGeom>
            <a:solidFill>
              <a:srgbClr val="E5F6FF"/>
            </a:solidFill>
            <a:ln w="12700">
              <a:solidFill>
                <a:srgbClr val="1192E8"/>
              </a:solidFill>
              <a:headEnd type="none" w="med" len="med"/>
              <a:tailEnd type="none" w="med" len="med"/>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20000"/>
                </a:lnSpc>
                <a:spcBef>
                  <a:spcPct val="0"/>
                </a:spcBef>
                <a:spcAft>
                  <a:spcPct val="0"/>
                </a:spcAft>
                <a:buClrTx/>
                <a:buSzTx/>
                <a:buFont typeface="+mn-lt"/>
                <a:buNone/>
                <a:tabLst/>
              </a:pPr>
              <a:r>
                <a:rPr kumimoji="0" lang="en-US" b="1" i="0" u="none" strike="noStrike" cap="none" normalizeH="0" baseline="0" dirty="0">
                  <a:ln>
                    <a:noFill/>
                  </a:ln>
                  <a:solidFill>
                    <a:schemeClr val="tx1"/>
                  </a:solidFill>
                  <a:effectLst/>
                  <a:latin typeface="+mn-lt"/>
                </a:rPr>
                <a:t>Week 1-4</a:t>
              </a:r>
            </a:p>
            <a:p>
              <a:pPr marL="0" marR="0" indent="0" algn="ctr" defTabSz="914400" rtl="0" eaLnBrk="1" fontAlgn="base" latinLnBrk="0" hangingPunct="1">
                <a:lnSpc>
                  <a:spcPct val="120000"/>
                </a:lnSpc>
                <a:spcBef>
                  <a:spcPct val="0"/>
                </a:spcBef>
                <a:spcAft>
                  <a:spcPct val="0"/>
                </a:spcAft>
                <a:buClrTx/>
                <a:buSzTx/>
                <a:buFont typeface="+mn-lt"/>
                <a:buNone/>
                <a:tabLst/>
              </a:pPr>
              <a:r>
                <a:rPr kumimoji="0" lang="en-US" b="1" i="0" u="none" strike="noStrike" cap="none" normalizeH="0" baseline="0" dirty="0">
                  <a:ln>
                    <a:noFill/>
                  </a:ln>
                  <a:solidFill>
                    <a:schemeClr val="tx1"/>
                  </a:solidFill>
                  <a:effectLst/>
                  <a:latin typeface="+mn-lt"/>
                </a:rPr>
                <a:t>Open Office Hour</a:t>
              </a:r>
            </a:p>
          </p:txBody>
        </p:sp>
        <p:sp>
          <p:nvSpPr>
            <p:cNvPr id="14" name="TextBox 13">
              <a:extLst>
                <a:ext uri="{FF2B5EF4-FFF2-40B4-BE49-F238E27FC236}">
                  <a16:creationId xmlns:a16="http://schemas.microsoft.com/office/drawing/2014/main" id="{D5E551A5-C954-327E-E230-3D6BC96FAC0B}"/>
                </a:ext>
              </a:extLst>
            </p:cNvPr>
            <p:cNvSpPr txBox="1"/>
            <p:nvPr/>
          </p:nvSpPr>
          <p:spPr>
            <a:xfrm>
              <a:off x="6477000" y="2438400"/>
              <a:ext cx="2246418" cy="101508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spAutoFit/>
            </a:bodyPr>
            <a:lstStyle/>
            <a:p>
              <a:pPr defTabSz="2438400">
                <a:lnSpc>
                  <a:spcPct val="120000"/>
                </a:lnSpc>
                <a:buSzPct val="100000"/>
              </a:pPr>
              <a:r>
                <a:rPr lang="en-US" sz="1400" dirty="0"/>
                <a:t>IBM will host weekly office hours during the first month to support adoption and answer questions.</a:t>
              </a:r>
              <a:endParaRPr kumimoji="1" lang="en-US" sz="1400" kern="0" dirty="0">
                <a:sym typeface="+mn-lt"/>
              </a:endParaRPr>
            </a:p>
          </p:txBody>
        </p:sp>
        <p:sp>
          <p:nvSpPr>
            <p:cNvPr id="24" name="TextBox 23">
              <a:extLst>
                <a:ext uri="{FF2B5EF4-FFF2-40B4-BE49-F238E27FC236}">
                  <a16:creationId xmlns:a16="http://schemas.microsoft.com/office/drawing/2014/main" id="{E491F239-DAF8-6F59-AF0F-C336650C7A7E}"/>
                </a:ext>
              </a:extLst>
            </p:cNvPr>
            <p:cNvSpPr txBox="1"/>
            <p:nvPr/>
          </p:nvSpPr>
          <p:spPr>
            <a:xfrm>
              <a:off x="6442363" y="4214048"/>
              <a:ext cx="2364180" cy="2394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spAutoFit/>
            </a:bodyPr>
            <a:lstStyle/>
            <a:p>
              <a:pPr defTabSz="2438400">
                <a:lnSpc>
                  <a:spcPct val="120000"/>
                </a:lnSpc>
                <a:buSzPct val="100000"/>
              </a:pPr>
              <a:r>
                <a:rPr kumimoji="1" lang="en-US" sz="1400" b="1" kern="0" dirty="0">
                  <a:sym typeface="+mn-lt"/>
                </a:rPr>
                <a:t>Items:</a:t>
              </a:r>
            </a:p>
          </p:txBody>
        </p:sp>
        <p:sp>
          <p:nvSpPr>
            <p:cNvPr id="25" name="TextBox 24">
              <a:extLst>
                <a:ext uri="{FF2B5EF4-FFF2-40B4-BE49-F238E27FC236}">
                  <a16:creationId xmlns:a16="http://schemas.microsoft.com/office/drawing/2014/main" id="{0FDD8947-74BB-E13C-B609-DAA8168FF2CE}"/>
                </a:ext>
              </a:extLst>
            </p:cNvPr>
            <p:cNvSpPr txBox="1"/>
            <p:nvPr/>
          </p:nvSpPr>
          <p:spPr>
            <a:xfrm>
              <a:off x="6590803" y="4524055"/>
              <a:ext cx="2215740" cy="153215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spAutoFit/>
            </a:bodyPr>
            <a:lstStyle/>
            <a:p>
              <a:pPr marL="176213" indent="-176213" defTabSz="2438400">
                <a:lnSpc>
                  <a:spcPct val="120000"/>
                </a:lnSpc>
                <a:buSzPct val="100000"/>
                <a:buFont typeface="Arial" panose="020B0604020202020204" pitchFamily="34" charset="0"/>
                <a:buChar char="•"/>
              </a:pPr>
              <a:r>
                <a:rPr kumimoji="1" lang="en-US" sz="1400" kern="0" dirty="0">
                  <a:sym typeface="+mn-lt"/>
                </a:rPr>
                <a:t>Technical guidance </a:t>
              </a:r>
            </a:p>
            <a:p>
              <a:pPr marL="176213" indent="-176213" defTabSz="2438400">
                <a:lnSpc>
                  <a:spcPct val="120000"/>
                </a:lnSpc>
                <a:buSzPct val="100000"/>
                <a:buFont typeface="Arial" panose="020B0604020202020204" pitchFamily="34" charset="0"/>
                <a:buChar char="•"/>
              </a:pPr>
              <a:r>
                <a:rPr kumimoji="1" lang="en-US" sz="1400" kern="0" dirty="0">
                  <a:sym typeface="+mn-lt"/>
                </a:rPr>
                <a:t>Prompt engineering tips </a:t>
              </a:r>
            </a:p>
            <a:p>
              <a:pPr marL="176213" indent="-176213" defTabSz="2438400">
                <a:lnSpc>
                  <a:spcPct val="120000"/>
                </a:lnSpc>
                <a:buSzPct val="100000"/>
                <a:buFont typeface="Arial" panose="020B0604020202020204" pitchFamily="34" charset="0"/>
                <a:buChar char="•"/>
              </a:pPr>
              <a:r>
                <a:rPr kumimoji="1" lang="en-US" sz="1400" kern="0" dirty="0">
                  <a:sym typeface="+mn-lt"/>
                </a:rPr>
                <a:t>Use case expansion discussions </a:t>
              </a:r>
            </a:p>
            <a:p>
              <a:pPr marL="176213" indent="-176213" defTabSz="2438400">
                <a:lnSpc>
                  <a:spcPct val="120000"/>
                </a:lnSpc>
                <a:buSzPct val="100000"/>
                <a:buFont typeface="Arial" panose="020B0604020202020204" pitchFamily="34" charset="0"/>
                <a:buChar char="•"/>
              </a:pPr>
              <a:r>
                <a:rPr kumimoji="1" lang="en-US" sz="1400" kern="0" dirty="0">
                  <a:sym typeface="+mn-lt"/>
                </a:rPr>
                <a:t>Feedback and optimization support</a:t>
              </a:r>
            </a:p>
          </p:txBody>
        </p:sp>
      </p:grpSp>
      <p:sp>
        <p:nvSpPr>
          <p:cNvPr id="27" name="Chevron 26">
            <a:extLst>
              <a:ext uri="{FF2B5EF4-FFF2-40B4-BE49-F238E27FC236}">
                <a16:creationId xmlns:a16="http://schemas.microsoft.com/office/drawing/2014/main" id="{502D9E51-E695-E651-0219-0493A2BDD493}"/>
              </a:ext>
            </a:extLst>
          </p:cNvPr>
          <p:cNvSpPr/>
          <p:nvPr/>
        </p:nvSpPr>
        <p:spPr bwMode="auto">
          <a:xfrm>
            <a:off x="2919699" y="3453486"/>
            <a:ext cx="381000" cy="536920"/>
          </a:xfrm>
          <a:prstGeom prst="chevron">
            <a:avLst/>
          </a:prstGeom>
          <a:solidFill>
            <a:srgbClr val="BAE6FF"/>
          </a:solidFill>
          <a:ln w="12700">
            <a:solidFill>
              <a:srgbClr val="1192E8"/>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20000"/>
              </a:lnSpc>
              <a:spcBef>
                <a:spcPct val="0"/>
              </a:spcBef>
              <a:spcAft>
                <a:spcPct val="0"/>
              </a:spcAft>
              <a:buClrTx/>
              <a:buSzTx/>
              <a:buFont typeface="+mn-lt"/>
              <a:buNone/>
              <a:tabLst/>
            </a:pPr>
            <a:endParaRPr kumimoji="0" lang="en-US" sz="3600" b="0" i="0" u="none" strike="noStrike" cap="none" normalizeH="0" baseline="0">
              <a:ln>
                <a:noFill/>
              </a:ln>
              <a:solidFill>
                <a:schemeClr val="tx1"/>
              </a:solidFill>
              <a:effectLst/>
              <a:latin typeface="+mn-lt"/>
            </a:endParaRPr>
          </a:p>
        </p:txBody>
      </p:sp>
      <p:sp>
        <p:nvSpPr>
          <p:cNvPr id="29" name="Chevron 28">
            <a:extLst>
              <a:ext uri="{FF2B5EF4-FFF2-40B4-BE49-F238E27FC236}">
                <a16:creationId xmlns:a16="http://schemas.microsoft.com/office/drawing/2014/main" id="{2A02F4FE-CEDD-C66E-9526-5B600F0A6487}"/>
              </a:ext>
            </a:extLst>
          </p:cNvPr>
          <p:cNvSpPr/>
          <p:nvPr/>
        </p:nvSpPr>
        <p:spPr bwMode="auto">
          <a:xfrm>
            <a:off x="8716983" y="3453486"/>
            <a:ext cx="381000" cy="536920"/>
          </a:xfrm>
          <a:prstGeom prst="chevron">
            <a:avLst/>
          </a:prstGeom>
          <a:solidFill>
            <a:srgbClr val="BAE6FF"/>
          </a:solidFill>
          <a:ln w="12700">
            <a:solidFill>
              <a:srgbClr val="1192E8"/>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20000"/>
              </a:lnSpc>
              <a:spcBef>
                <a:spcPct val="0"/>
              </a:spcBef>
              <a:spcAft>
                <a:spcPct val="0"/>
              </a:spcAft>
              <a:buClrTx/>
              <a:buSzTx/>
              <a:buFont typeface="+mn-lt"/>
              <a:buNone/>
              <a:tabLst/>
            </a:pPr>
            <a:endParaRPr kumimoji="0" lang="en-US" sz="3600" b="0" i="0" u="none" strike="noStrike" cap="none" normalizeH="0" baseline="0">
              <a:ln>
                <a:noFill/>
              </a:ln>
              <a:solidFill>
                <a:schemeClr val="tx1"/>
              </a:solidFill>
              <a:effectLst/>
              <a:latin typeface="+mn-lt"/>
            </a:endParaRPr>
          </a:p>
        </p:txBody>
      </p:sp>
      <p:sp>
        <p:nvSpPr>
          <p:cNvPr id="31" name="TextBox 30">
            <a:extLst>
              <a:ext uri="{FF2B5EF4-FFF2-40B4-BE49-F238E27FC236}">
                <a16:creationId xmlns:a16="http://schemas.microsoft.com/office/drawing/2014/main" id="{B04C2D3C-A58D-782E-08B8-E0AA06166705}"/>
              </a:ext>
            </a:extLst>
          </p:cNvPr>
          <p:cNvSpPr txBox="1"/>
          <p:nvPr/>
        </p:nvSpPr>
        <p:spPr>
          <a:xfrm>
            <a:off x="238496" y="838200"/>
            <a:ext cx="11568545" cy="369332"/>
          </a:xfrm>
          <a:prstGeom prst="rect">
            <a:avLst/>
          </a:prstGeom>
          <a:no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a:spAutoFit/>
          </a:bodyPr>
          <a:lstStyle/>
          <a:p>
            <a:r>
              <a:rPr lang="en-US" dirty="0"/>
              <a:t>Accelerating enterprise AI-assisted software development through guided enablement and hands-on adoption.</a:t>
            </a:r>
          </a:p>
        </p:txBody>
      </p:sp>
      <p:grpSp>
        <p:nvGrpSpPr>
          <p:cNvPr id="3" name="Group 2">
            <a:extLst>
              <a:ext uri="{FF2B5EF4-FFF2-40B4-BE49-F238E27FC236}">
                <a16:creationId xmlns:a16="http://schemas.microsoft.com/office/drawing/2014/main" id="{836BCC72-6A93-F320-370E-2A8CAEB12DE4}"/>
              </a:ext>
            </a:extLst>
          </p:cNvPr>
          <p:cNvGrpSpPr/>
          <p:nvPr/>
        </p:nvGrpSpPr>
        <p:grpSpPr>
          <a:xfrm>
            <a:off x="3420388" y="1524000"/>
            <a:ext cx="2480163" cy="4648200"/>
            <a:chOff x="270162" y="1703611"/>
            <a:chExt cx="2480163" cy="4648200"/>
          </a:xfrm>
        </p:grpSpPr>
        <p:sp>
          <p:nvSpPr>
            <p:cNvPr id="5" name="Rectangle 4">
              <a:extLst>
                <a:ext uri="{FF2B5EF4-FFF2-40B4-BE49-F238E27FC236}">
                  <a16:creationId xmlns:a16="http://schemas.microsoft.com/office/drawing/2014/main" id="{4EE19F74-B912-5D1D-F0EE-08F47B9CEA29}"/>
                </a:ext>
              </a:extLst>
            </p:cNvPr>
            <p:cNvSpPr/>
            <p:nvPr/>
          </p:nvSpPr>
          <p:spPr bwMode="auto">
            <a:xfrm>
              <a:off x="270162" y="1703611"/>
              <a:ext cx="2438400" cy="4648200"/>
            </a:xfrm>
            <a:prstGeom prst="rect">
              <a:avLst/>
            </a:prstGeom>
            <a:solidFill>
              <a:srgbClr val="E5F6FF"/>
            </a:solidFill>
            <a:ln w="12700">
              <a:solidFill>
                <a:srgbClr val="1192E8"/>
              </a:solidFill>
              <a:headEnd type="none" w="med" len="med"/>
              <a:tailEnd type="none" w="med" len="med"/>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20000"/>
                </a:lnSpc>
                <a:spcBef>
                  <a:spcPct val="0"/>
                </a:spcBef>
                <a:spcAft>
                  <a:spcPct val="0"/>
                </a:spcAft>
                <a:buClrTx/>
                <a:buSzTx/>
                <a:buFont typeface="+mn-lt"/>
                <a:buNone/>
                <a:tabLst/>
              </a:pPr>
              <a:r>
                <a:rPr kumimoji="0" lang="en-US" b="1" i="0" u="none" strike="noStrike" cap="none" normalizeH="0" baseline="0" dirty="0">
                  <a:ln>
                    <a:noFill/>
                  </a:ln>
                  <a:solidFill>
                    <a:schemeClr val="tx1"/>
                  </a:solidFill>
                  <a:effectLst/>
                  <a:latin typeface="+mn-lt"/>
                </a:rPr>
                <a:t>Week 1 - 4</a:t>
              </a:r>
            </a:p>
            <a:p>
              <a:pPr marL="0" marR="0" indent="0" algn="ctr" defTabSz="914400" rtl="0" eaLnBrk="1" fontAlgn="base" latinLnBrk="0" hangingPunct="1">
                <a:lnSpc>
                  <a:spcPct val="120000"/>
                </a:lnSpc>
                <a:spcBef>
                  <a:spcPct val="0"/>
                </a:spcBef>
                <a:spcAft>
                  <a:spcPct val="0"/>
                </a:spcAft>
                <a:buClrTx/>
                <a:buSzTx/>
                <a:buFont typeface="+mn-lt"/>
                <a:buNone/>
                <a:tabLst/>
              </a:pPr>
              <a:r>
                <a:rPr kumimoji="0" lang="en-US" b="1" i="0" u="none" strike="noStrike" cap="none" normalizeH="0" baseline="0" dirty="0">
                  <a:ln>
                    <a:noFill/>
                  </a:ln>
                  <a:solidFill>
                    <a:schemeClr val="tx1"/>
                  </a:solidFill>
                  <a:effectLst/>
                  <a:latin typeface="+mn-lt"/>
                </a:rPr>
                <a:t>Trial for 30 days</a:t>
              </a:r>
            </a:p>
          </p:txBody>
        </p:sp>
        <p:sp>
          <p:nvSpPr>
            <p:cNvPr id="11" name="TextBox 10">
              <a:extLst>
                <a:ext uri="{FF2B5EF4-FFF2-40B4-BE49-F238E27FC236}">
                  <a16:creationId xmlns:a16="http://schemas.microsoft.com/office/drawing/2014/main" id="{22C486E2-047D-95A6-C972-B4677E82EE5A}"/>
                </a:ext>
              </a:extLst>
            </p:cNvPr>
            <p:cNvSpPr txBox="1"/>
            <p:nvPr/>
          </p:nvSpPr>
          <p:spPr>
            <a:xfrm>
              <a:off x="338445" y="2618011"/>
              <a:ext cx="2293917" cy="101508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spAutoFit/>
            </a:bodyPr>
            <a:lstStyle/>
            <a:p>
              <a:pPr defTabSz="2438400">
                <a:lnSpc>
                  <a:spcPct val="120000"/>
                </a:lnSpc>
                <a:buSzPct val="100000"/>
              </a:pPr>
              <a:r>
                <a:rPr lang="en-US" sz="1400" dirty="0"/>
                <a:t>Users receive IBM Bob access on their local machine with </a:t>
              </a:r>
              <a:r>
                <a:rPr lang="en-US" sz="1400" b="1" dirty="0"/>
                <a:t>free</a:t>
              </a:r>
              <a:r>
                <a:rPr lang="en-US" sz="1400" dirty="0"/>
                <a:t> </a:t>
              </a:r>
              <a:r>
                <a:rPr lang="en-US" sz="1400" dirty="0" err="1"/>
                <a:t>Bobcoins</a:t>
              </a:r>
              <a:r>
                <a:rPr lang="en-US" sz="1400" dirty="0"/>
                <a:t> for a 30-day trial.</a:t>
              </a:r>
              <a:endParaRPr kumimoji="1" lang="en-US" sz="1400" kern="0" dirty="0">
                <a:ea typeface="+mn-ea"/>
                <a:cs typeface="+mn-cs"/>
                <a:sym typeface="+mn-lt"/>
              </a:endParaRPr>
            </a:p>
          </p:txBody>
        </p:sp>
        <p:sp>
          <p:nvSpPr>
            <p:cNvPr id="12" name="Terminator 11">
              <a:extLst>
                <a:ext uri="{FF2B5EF4-FFF2-40B4-BE49-F238E27FC236}">
                  <a16:creationId xmlns:a16="http://schemas.microsoft.com/office/drawing/2014/main" id="{985867C4-51E3-EE2B-413E-8CD9FC570388}"/>
                </a:ext>
              </a:extLst>
            </p:cNvPr>
            <p:cNvSpPr/>
            <p:nvPr/>
          </p:nvSpPr>
          <p:spPr bwMode="auto">
            <a:xfrm>
              <a:off x="647203" y="3797678"/>
              <a:ext cx="1676400" cy="525463"/>
            </a:xfrm>
            <a:prstGeom prst="flowChartTerminator">
              <a:avLst/>
            </a:prstGeom>
            <a:solidFill>
              <a:schemeClr val="bg1"/>
            </a:solidFill>
            <a:ln w="12700">
              <a:solidFill>
                <a:schemeClr val="bg1">
                  <a:lumMod val="85000"/>
                </a:schemeClr>
              </a:solidFill>
              <a:headEnd type="none" w="med" len="med"/>
              <a:tailEnd type="none" w="med" len="med"/>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20000"/>
                </a:lnSpc>
                <a:spcBef>
                  <a:spcPct val="0"/>
                </a:spcBef>
                <a:spcAft>
                  <a:spcPct val="0"/>
                </a:spcAft>
                <a:buClrTx/>
                <a:buSzTx/>
                <a:buFont typeface="+mn-lt"/>
                <a:buNone/>
                <a:tabLst/>
              </a:pPr>
              <a:r>
                <a:rPr lang="en-US" b="1" dirty="0">
                  <a:solidFill>
                    <a:schemeClr val="bg1"/>
                  </a:solidFill>
                  <a:hlinkClick r:id="rId2"/>
                </a:rPr>
                <a:t>Trial </a:t>
              </a:r>
              <a:r>
                <a:rPr kumimoji="0" lang="en-US" b="1" i="0" u="none" strike="noStrike" cap="none" normalizeH="0" baseline="0" dirty="0">
                  <a:ln>
                    <a:noFill/>
                  </a:ln>
                  <a:solidFill>
                    <a:schemeClr val="bg1"/>
                  </a:solidFill>
                  <a:effectLst/>
                  <a:hlinkClick r:id="rId2"/>
                </a:rPr>
                <a:t>Link</a:t>
              </a:r>
              <a:endParaRPr kumimoji="0" lang="en-US" b="1" i="0" u="none" strike="noStrike" cap="none" normalizeH="0" baseline="0" dirty="0">
                <a:ln>
                  <a:noFill/>
                </a:ln>
                <a:solidFill>
                  <a:schemeClr val="bg1"/>
                </a:solidFill>
                <a:effectLst/>
                <a:latin typeface="+mn-lt"/>
              </a:endParaRPr>
            </a:p>
          </p:txBody>
        </p:sp>
        <p:sp>
          <p:nvSpPr>
            <p:cNvPr id="32" name="TextBox 31">
              <a:extLst>
                <a:ext uri="{FF2B5EF4-FFF2-40B4-BE49-F238E27FC236}">
                  <a16:creationId xmlns:a16="http://schemas.microsoft.com/office/drawing/2014/main" id="{8FC05331-2C65-F9D5-9415-D808C5DFBA68}"/>
                </a:ext>
              </a:extLst>
            </p:cNvPr>
            <p:cNvSpPr txBox="1"/>
            <p:nvPr/>
          </p:nvSpPr>
          <p:spPr>
            <a:xfrm>
              <a:off x="377533" y="4703667"/>
              <a:ext cx="2215740" cy="153215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spAutoFit/>
            </a:bodyPr>
            <a:lstStyle/>
            <a:p>
              <a:pPr marL="234950" indent="-234950" defTabSz="2438400">
                <a:lnSpc>
                  <a:spcPct val="120000"/>
                </a:lnSpc>
                <a:buSzPct val="100000"/>
                <a:buFont typeface="+mj-lt"/>
                <a:buAutoNum type="arabicPeriod"/>
              </a:pPr>
              <a:r>
                <a:rPr lang="en-US" sz="1400" dirty="0"/>
                <a:t>Sign up from link above</a:t>
              </a:r>
            </a:p>
            <a:p>
              <a:pPr marL="234950" indent="-234950" defTabSz="2438400">
                <a:lnSpc>
                  <a:spcPct val="120000"/>
                </a:lnSpc>
                <a:buSzPct val="100000"/>
                <a:buFont typeface="+mj-lt"/>
                <a:buAutoNum type="arabicPeriod"/>
              </a:pPr>
              <a:r>
                <a:rPr lang="en-US" sz="1400" dirty="0"/>
                <a:t>Receive an email</a:t>
              </a:r>
            </a:p>
            <a:p>
              <a:pPr marL="234950" indent="-234950" defTabSz="2438400">
                <a:lnSpc>
                  <a:spcPct val="120000"/>
                </a:lnSpc>
                <a:buSzPct val="100000"/>
                <a:buFont typeface="+mj-lt"/>
                <a:buAutoNum type="arabicPeriod"/>
              </a:pPr>
              <a:r>
                <a:rPr lang="en-US" sz="1400" dirty="0"/>
                <a:t>Download from </a:t>
              </a:r>
              <a:r>
                <a:rPr lang="en-US" sz="1400" b="1" dirty="0">
                  <a:hlinkClick r:id="rId3"/>
                </a:rPr>
                <a:t>here</a:t>
              </a:r>
              <a:endParaRPr lang="en-US" sz="1400" b="1" dirty="0"/>
            </a:p>
            <a:p>
              <a:pPr marL="234950" indent="-234950" defTabSz="2438400">
                <a:lnSpc>
                  <a:spcPct val="120000"/>
                </a:lnSpc>
                <a:buSzPct val="100000"/>
                <a:buFont typeface="+mj-lt"/>
                <a:buAutoNum type="arabicPeriod"/>
              </a:pPr>
              <a:r>
                <a:rPr lang="en-US" sz="1400" dirty="0"/>
                <a:t>Install</a:t>
              </a:r>
            </a:p>
            <a:p>
              <a:pPr marL="234950" indent="-234950" defTabSz="2438400">
                <a:lnSpc>
                  <a:spcPct val="120000"/>
                </a:lnSpc>
                <a:buSzPct val="100000"/>
                <a:buFont typeface="+mj-lt"/>
                <a:buAutoNum type="arabicPeriod"/>
              </a:pPr>
              <a:r>
                <a:rPr lang="en-US" sz="1400" dirty="0"/>
                <a:t>Sign in to Bob</a:t>
              </a:r>
            </a:p>
            <a:p>
              <a:pPr marL="234950" indent="-234950" defTabSz="2438400">
                <a:lnSpc>
                  <a:spcPct val="120000"/>
                </a:lnSpc>
                <a:buSzPct val="100000"/>
                <a:buFont typeface="+mj-lt"/>
                <a:buAutoNum type="arabicPeriod"/>
              </a:pPr>
              <a:r>
                <a:rPr lang="en-US" sz="1400" dirty="0"/>
                <a:t>Start the journey!</a:t>
              </a:r>
            </a:p>
          </p:txBody>
        </p:sp>
        <p:pic>
          <p:nvPicPr>
            <p:cNvPr id="34" name="Picture 33">
              <a:extLst>
                <a:ext uri="{FF2B5EF4-FFF2-40B4-BE49-F238E27FC236}">
                  <a16:creationId xmlns:a16="http://schemas.microsoft.com/office/drawing/2014/main" id="{C5546E2D-EF49-391A-E45F-1EE45228D002}"/>
                </a:ext>
              </a:extLst>
            </p:cNvPr>
            <p:cNvPicPr>
              <a:picLocks noChangeAspect="1"/>
            </p:cNvPicPr>
            <p:nvPr/>
          </p:nvPicPr>
          <p:blipFill>
            <a:blip r:embed="rId4"/>
            <a:srcRect b="15624"/>
            <a:stretch>
              <a:fillRect/>
            </a:stretch>
          </p:blipFill>
          <p:spPr>
            <a:xfrm>
              <a:off x="1954086" y="5494917"/>
              <a:ext cx="796239" cy="740900"/>
            </a:xfrm>
            <a:prstGeom prst="rect">
              <a:avLst/>
            </a:prstGeom>
          </p:spPr>
        </p:pic>
        <p:sp>
          <p:nvSpPr>
            <p:cNvPr id="35" name="TextBox 34">
              <a:extLst>
                <a:ext uri="{FF2B5EF4-FFF2-40B4-BE49-F238E27FC236}">
                  <a16:creationId xmlns:a16="http://schemas.microsoft.com/office/drawing/2014/main" id="{C7828668-E03C-2657-0737-825137A8FE32}"/>
                </a:ext>
              </a:extLst>
            </p:cNvPr>
            <p:cNvSpPr txBox="1"/>
            <p:nvPr/>
          </p:nvSpPr>
          <p:spPr>
            <a:xfrm>
              <a:off x="325086" y="4393659"/>
              <a:ext cx="2293917" cy="2394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spAutoFit/>
            </a:bodyPr>
            <a:lstStyle/>
            <a:p>
              <a:pPr defTabSz="2438400">
                <a:lnSpc>
                  <a:spcPct val="120000"/>
                </a:lnSpc>
                <a:buSzPct val="100000"/>
              </a:pPr>
              <a:r>
                <a:rPr kumimoji="1" lang="en-US" sz="1400" b="1" kern="0" dirty="0">
                  <a:ea typeface="+mn-ea"/>
                  <a:cs typeface="+mn-cs"/>
                  <a:sym typeface="+mn-lt"/>
                </a:rPr>
                <a:t>Steps (5min):</a:t>
              </a:r>
            </a:p>
          </p:txBody>
        </p:sp>
      </p:grpSp>
    </p:spTree>
    <p:extLst>
      <p:ext uri="{BB962C8B-B14F-4D97-AF65-F5344CB8AC3E}">
        <p14:creationId xmlns:p14="http://schemas.microsoft.com/office/powerpoint/2010/main" val="286878727"/>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28C13-F1B4-4FD1-DAF4-E56269400EF9}"/>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55912AA8-B357-BE80-3333-39C63F1A22B2}"/>
              </a:ext>
            </a:extLst>
          </p:cNvPr>
          <p:cNvSpPr>
            <a:spLocks noGrp="1"/>
          </p:cNvSpPr>
          <p:nvPr>
            <p:ph type="title"/>
          </p:nvPr>
        </p:nvSpPr>
        <p:spPr>
          <a:xfrm>
            <a:off x="182078" y="67056"/>
            <a:ext cx="11612880" cy="466344"/>
          </a:xfrm>
        </p:spPr>
        <p:txBody>
          <a:bodyPr/>
          <a:lstStyle/>
          <a:p>
            <a:r>
              <a:rPr lang="en-US" sz="2400" dirty="0"/>
              <a:t>Software Development Lifecycle with IBM Bob (Example)</a:t>
            </a:r>
          </a:p>
        </p:txBody>
      </p:sp>
      <p:graphicFrame>
        <p:nvGraphicFramePr>
          <p:cNvPr id="17" name="Table 16">
            <a:extLst>
              <a:ext uri="{FF2B5EF4-FFF2-40B4-BE49-F238E27FC236}">
                <a16:creationId xmlns:a16="http://schemas.microsoft.com/office/drawing/2014/main" id="{9422527F-867C-101B-B934-DFDD2878A5EB}"/>
              </a:ext>
            </a:extLst>
          </p:cNvPr>
          <p:cNvGraphicFramePr>
            <a:graphicFrameLocks noGrp="1"/>
          </p:cNvGraphicFramePr>
          <p:nvPr>
            <p:extLst>
              <p:ext uri="{D42A27DB-BD31-4B8C-83A1-F6EECF244321}">
                <p14:modId xmlns:p14="http://schemas.microsoft.com/office/powerpoint/2010/main" val="3113546394"/>
              </p:ext>
            </p:extLst>
          </p:nvPr>
        </p:nvGraphicFramePr>
        <p:xfrm>
          <a:off x="715210" y="457200"/>
          <a:ext cx="11324390" cy="5931211"/>
        </p:xfrm>
        <a:graphic>
          <a:graphicData uri="http://schemas.openxmlformats.org/drawingml/2006/table">
            <a:tbl>
              <a:tblPr bandRow="1"/>
              <a:tblGrid>
                <a:gridCol w="1469695">
                  <a:extLst>
                    <a:ext uri="{9D8B030D-6E8A-4147-A177-3AD203B41FA5}">
                      <a16:colId xmlns:a16="http://schemas.microsoft.com/office/drawing/2014/main" val="1701023368"/>
                    </a:ext>
                  </a:extLst>
                </a:gridCol>
                <a:gridCol w="2011162">
                  <a:extLst>
                    <a:ext uri="{9D8B030D-6E8A-4147-A177-3AD203B41FA5}">
                      <a16:colId xmlns:a16="http://schemas.microsoft.com/office/drawing/2014/main" val="4171682710"/>
                    </a:ext>
                  </a:extLst>
                </a:gridCol>
                <a:gridCol w="2814333">
                  <a:extLst>
                    <a:ext uri="{9D8B030D-6E8A-4147-A177-3AD203B41FA5}">
                      <a16:colId xmlns:a16="http://schemas.microsoft.com/office/drawing/2014/main" val="2152048854"/>
                    </a:ext>
                  </a:extLst>
                </a:gridCol>
                <a:gridCol w="3505200">
                  <a:extLst>
                    <a:ext uri="{9D8B030D-6E8A-4147-A177-3AD203B41FA5}">
                      <a16:colId xmlns:a16="http://schemas.microsoft.com/office/drawing/2014/main" val="1481661934"/>
                    </a:ext>
                  </a:extLst>
                </a:gridCol>
                <a:gridCol w="1524000">
                  <a:extLst>
                    <a:ext uri="{9D8B030D-6E8A-4147-A177-3AD203B41FA5}">
                      <a16:colId xmlns:a16="http://schemas.microsoft.com/office/drawing/2014/main" val="1910462202"/>
                    </a:ext>
                  </a:extLst>
                </a:gridCol>
              </a:tblGrid>
              <a:tr h="332347">
                <a:tc>
                  <a:txBody>
                    <a:bodyPr/>
                    <a:lstStyle/>
                    <a:p>
                      <a:pPr>
                        <a:buNone/>
                      </a:pPr>
                      <a:r>
                        <a:rPr lang="en-US" sz="1200" b="1" dirty="0">
                          <a:solidFill>
                            <a:schemeClr val="bg1"/>
                          </a:solidFill>
                          <a:effectLst/>
                          <a:latin typeface="Google Sans Text"/>
                        </a:rPr>
                        <a:t>SDLC Step</a:t>
                      </a:r>
                      <a:endParaRPr lang="en-US" sz="1200" dirty="0">
                        <a:solidFill>
                          <a:schemeClr val="bg1"/>
                        </a:solidFill>
                        <a:effectLst/>
                        <a:latin typeface="Google Sans Text"/>
                      </a:endParaRPr>
                    </a:p>
                  </a:txBody>
                  <a:tcPr marT="0" marB="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solidFill>
                      <a:schemeClr val="tx1"/>
                    </a:solidFill>
                  </a:tcPr>
                </a:tc>
                <a:tc>
                  <a:txBody>
                    <a:bodyPr/>
                    <a:lstStyle/>
                    <a:p>
                      <a:pPr>
                        <a:buNone/>
                      </a:pPr>
                      <a:r>
                        <a:rPr lang="en-US" sz="1200" b="1" dirty="0">
                          <a:solidFill>
                            <a:schemeClr val="bg1"/>
                          </a:solidFill>
                          <a:effectLst/>
                          <a:latin typeface="Google Sans Text"/>
                        </a:rPr>
                        <a:t>User (Human Role)</a:t>
                      </a:r>
                      <a:endParaRPr lang="en-US" sz="1200" dirty="0">
                        <a:solidFill>
                          <a:schemeClr val="bg1"/>
                        </a:solidFill>
                        <a:effectLst/>
                        <a:latin typeface="Google Sans Text"/>
                      </a:endParaRPr>
                    </a:p>
                  </a:txBody>
                  <a:tcPr marT="0" marB="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solidFill>
                      <a:srgbClr val="007D79"/>
                    </a:solidFill>
                  </a:tcPr>
                </a:tc>
                <a:tc>
                  <a:txBody>
                    <a:bodyPr/>
                    <a:lstStyle/>
                    <a:p>
                      <a:pPr>
                        <a:buNone/>
                      </a:pPr>
                      <a:r>
                        <a:rPr lang="en-US" sz="1200" b="1" dirty="0">
                          <a:solidFill>
                            <a:schemeClr val="bg1"/>
                          </a:solidFill>
                          <a:effectLst/>
                          <a:latin typeface="Google Sans Text"/>
                        </a:rPr>
                        <a:t>IBM Bob (Capabilities)</a:t>
                      </a:r>
                    </a:p>
                  </a:txBody>
                  <a:tcPr marT="0" marB="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solidFill>
                      <a:schemeClr val="tx2"/>
                    </a:solidFill>
                  </a:tcPr>
                </a:tc>
                <a:tc>
                  <a:txBody>
                    <a:bodyPr/>
                    <a:lstStyle/>
                    <a:p>
                      <a:pPr>
                        <a:buNone/>
                      </a:pPr>
                      <a:r>
                        <a:rPr lang="en-US" sz="1200" b="1" dirty="0">
                          <a:solidFill>
                            <a:schemeClr val="bg1"/>
                          </a:solidFill>
                          <a:effectLst/>
                          <a:latin typeface="Google Sans Text"/>
                        </a:rPr>
                        <a:t>IBM Bob (Automation Actions)</a:t>
                      </a:r>
                    </a:p>
                  </a:txBody>
                  <a:tcPr marT="0" marB="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solidFill>
                      <a:schemeClr val="tx2"/>
                    </a:solidFill>
                  </a:tcPr>
                </a:tc>
                <a:tc>
                  <a:txBody>
                    <a:bodyPr/>
                    <a:lstStyle/>
                    <a:p>
                      <a:pPr>
                        <a:buNone/>
                      </a:pPr>
                      <a:r>
                        <a:rPr lang="en-US" sz="1200" b="1" dirty="0">
                          <a:solidFill>
                            <a:schemeClr val="bg1"/>
                          </a:solidFill>
                          <a:effectLst/>
                          <a:latin typeface="Google Sans Text"/>
                        </a:rPr>
                        <a:t>Integrated Tools</a:t>
                      </a:r>
                      <a:endParaRPr lang="en-US" sz="1200" dirty="0">
                        <a:solidFill>
                          <a:schemeClr val="bg1"/>
                        </a:solidFill>
                        <a:effectLst/>
                        <a:latin typeface="Google Sans Text"/>
                      </a:endParaRPr>
                    </a:p>
                  </a:txBody>
                  <a:tcPr marT="0" marB="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solidFill>
                      <a:schemeClr val="tx1">
                        <a:lumMod val="75000"/>
                        <a:lumOff val="25000"/>
                      </a:schemeClr>
                    </a:solidFill>
                  </a:tcPr>
                </a:tc>
                <a:extLst>
                  <a:ext uri="{0D108BD9-81ED-4DB2-BD59-A6C34878D82A}">
                    <a16:rowId xmlns:a16="http://schemas.microsoft.com/office/drawing/2014/main" val="2594392676"/>
                  </a:ext>
                </a:extLst>
              </a:tr>
              <a:tr h="318204">
                <a:tc>
                  <a:txBody>
                    <a:bodyPr/>
                    <a:lstStyle/>
                    <a:p>
                      <a:pPr>
                        <a:buNone/>
                      </a:pPr>
                      <a:r>
                        <a:rPr lang="en-US" sz="1100" b="1" dirty="0">
                          <a:effectLst/>
                          <a:latin typeface="Google Sans Text"/>
                        </a:rPr>
                        <a:t>Portfolio / ALM</a:t>
                      </a:r>
                      <a:endParaRPr lang="en-US" sz="1100" dirty="0">
                        <a:effectLst/>
                        <a:latin typeface="Google Sans Text"/>
                      </a:endParaRP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buNone/>
                      </a:pPr>
                      <a:r>
                        <a:rPr lang="en-US" sz="1050" dirty="0">
                          <a:effectLst/>
                          <a:latin typeface="Google Sans Text"/>
                        </a:rPr>
                        <a:t>Define strategy, requirements, initiatives and portfolio</a:t>
                      </a: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buNone/>
                      </a:pPr>
                      <a:r>
                        <a:rPr lang="en-US" sz="1050" dirty="0">
                          <a:effectLst/>
                          <a:latin typeface="Google Sans Text"/>
                        </a:rPr>
                        <a:t>Requirements summarization, Epic/Task generation, prioritization</a:t>
                      </a: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1218712" rtl="0" eaLnBrk="1" fontAlgn="auto" latinLnBrk="0" hangingPunct="1">
                        <a:lnSpc>
                          <a:spcPct val="100000"/>
                        </a:lnSpc>
                        <a:spcBef>
                          <a:spcPts val="0"/>
                        </a:spcBef>
                        <a:spcAft>
                          <a:spcPts val="0"/>
                        </a:spcAft>
                        <a:buClrTx/>
                        <a:buSzTx/>
                        <a:buFontTx/>
                        <a:buNone/>
                        <a:tabLst/>
                        <a:defRPr/>
                      </a:pPr>
                      <a:r>
                        <a:rPr lang="en-US" sz="1050" dirty="0">
                          <a:effectLst/>
                          <a:latin typeface="Google Sans Text"/>
                        </a:rPr>
                        <a:t>Draft epics, stories, and acceptance criteria</a:t>
                      </a: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buNone/>
                      </a:pPr>
                      <a:r>
                        <a:rPr lang="en-US" sz="1050" dirty="0">
                          <a:effectLst/>
                          <a:latin typeface="Google Sans Text"/>
                        </a:rPr>
                        <a:t>Jira, ServiceNow</a:t>
                      </a: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959550941"/>
                  </a:ext>
                </a:extLst>
              </a:tr>
              <a:tr h="301229">
                <a:tc>
                  <a:txBody>
                    <a:bodyPr/>
                    <a:lstStyle/>
                    <a:p>
                      <a:pPr>
                        <a:buNone/>
                      </a:pPr>
                      <a:r>
                        <a:rPr lang="en-US" sz="1100" b="1" dirty="0">
                          <a:effectLst/>
                          <a:latin typeface="Google Sans Text"/>
                        </a:rPr>
                        <a:t>Work Tracking</a:t>
                      </a:r>
                      <a:endParaRPr lang="en-US" sz="1100" dirty="0">
                        <a:effectLst/>
                        <a:latin typeface="Google Sans Text"/>
                      </a:endParaRP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buNone/>
                      </a:pPr>
                      <a:r>
                        <a:rPr lang="en-US" sz="1050" dirty="0">
                          <a:effectLst/>
                          <a:latin typeface="Google Sans Text"/>
                        </a:rPr>
                        <a:t>Review tickets, manage progress</a:t>
                      </a: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buNone/>
                      </a:pPr>
                      <a:r>
                        <a:rPr lang="en-US" sz="1050" dirty="0">
                          <a:effectLst/>
                          <a:latin typeface="Google Sans Text"/>
                        </a:rPr>
                        <a:t>Jira/Incident analysis, task creation, summarization</a:t>
                      </a: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1218712" rtl="0" eaLnBrk="1" fontAlgn="auto" latinLnBrk="0" hangingPunct="1">
                        <a:lnSpc>
                          <a:spcPct val="100000"/>
                        </a:lnSpc>
                        <a:spcBef>
                          <a:spcPts val="0"/>
                        </a:spcBef>
                        <a:spcAft>
                          <a:spcPts val="0"/>
                        </a:spcAft>
                        <a:buClrTx/>
                        <a:buSzTx/>
                        <a:buFontTx/>
                        <a:buNone/>
                        <a:tabLst/>
                        <a:defRPr/>
                      </a:pPr>
                      <a:r>
                        <a:rPr lang="en-US" sz="1050" dirty="0">
                          <a:effectLst/>
                          <a:latin typeface="Google Sans Text"/>
                        </a:rPr>
                        <a:t>Summarize tickets, update status, generate tasks</a:t>
                      </a: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buNone/>
                      </a:pPr>
                      <a:r>
                        <a:rPr lang="en-US" sz="1050" dirty="0">
                          <a:effectLst/>
                          <a:latin typeface="Google Sans Text"/>
                        </a:rPr>
                        <a:t>Jira, ServiceNow, GitHub</a:t>
                      </a: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352229250"/>
                  </a:ext>
                </a:extLst>
              </a:tr>
              <a:tr h="318204">
                <a:tc>
                  <a:txBody>
                    <a:bodyPr/>
                    <a:lstStyle/>
                    <a:p>
                      <a:pPr>
                        <a:buNone/>
                      </a:pPr>
                      <a:r>
                        <a:rPr lang="en-US" sz="1100" b="1" dirty="0">
                          <a:effectLst/>
                          <a:latin typeface="Google Sans Text"/>
                        </a:rPr>
                        <a:t>Security Architecture</a:t>
                      </a:r>
                      <a:endParaRPr lang="en-US" sz="1100" dirty="0">
                        <a:effectLst/>
                        <a:latin typeface="Google Sans Text"/>
                      </a:endParaRP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buNone/>
                      </a:pPr>
                      <a:r>
                        <a:rPr lang="en-US" sz="1050" dirty="0">
                          <a:effectLst/>
                          <a:latin typeface="Google Sans Text"/>
                        </a:rPr>
                        <a:t>Define security architecture</a:t>
                      </a: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buNone/>
                      </a:pPr>
                      <a:r>
                        <a:rPr lang="en-US" sz="1050" dirty="0">
                          <a:effectLst/>
                          <a:latin typeface="Google Sans Text"/>
                        </a:rPr>
                        <a:t>Security concern analysis, map architecture to known security design</a:t>
                      </a: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1218712" rtl="0" eaLnBrk="1" fontAlgn="auto" latinLnBrk="0" hangingPunct="1">
                        <a:lnSpc>
                          <a:spcPct val="100000"/>
                        </a:lnSpc>
                        <a:spcBef>
                          <a:spcPts val="0"/>
                        </a:spcBef>
                        <a:spcAft>
                          <a:spcPts val="0"/>
                        </a:spcAft>
                        <a:buClrTx/>
                        <a:buSzTx/>
                        <a:buFontTx/>
                        <a:buNone/>
                        <a:tabLst/>
                        <a:defRPr/>
                      </a:pPr>
                      <a:r>
                        <a:rPr lang="en-US" sz="1050" dirty="0">
                          <a:effectLst/>
                          <a:latin typeface="Google Sans Text"/>
                        </a:rPr>
                        <a:t>Recommend controls, patterns, and security review inputs</a:t>
                      </a: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buNone/>
                      </a:pPr>
                      <a:r>
                        <a:rPr lang="en-US" sz="1050" dirty="0">
                          <a:effectLst/>
                          <a:latin typeface="Google Sans Text"/>
                        </a:rPr>
                        <a:t>Security Scanner, Jira</a:t>
                      </a: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06810972"/>
                  </a:ext>
                </a:extLst>
              </a:tr>
              <a:tr h="318204">
                <a:tc>
                  <a:txBody>
                    <a:bodyPr/>
                    <a:lstStyle/>
                    <a:p>
                      <a:pPr>
                        <a:buNone/>
                      </a:pPr>
                      <a:r>
                        <a:rPr lang="en-US" sz="1100" b="1" dirty="0">
                          <a:effectLst/>
                          <a:latin typeface="Google Sans Text"/>
                        </a:rPr>
                        <a:t>Threat Modeling</a:t>
                      </a:r>
                      <a:endParaRPr lang="en-US" sz="1100" dirty="0">
                        <a:effectLst/>
                        <a:latin typeface="Google Sans Text"/>
                      </a:endParaRP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buNone/>
                      </a:pPr>
                      <a:r>
                        <a:rPr lang="en-US" sz="1050" dirty="0">
                          <a:effectLst/>
                          <a:latin typeface="Google Sans Text"/>
                        </a:rPr>
                        <a:t>Review threats and approve</a:t>
                      </a: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buNone/>
                      </a:pPr>
                      <a:r>
                        <a:rPr lang="en-US" sz="1050" dirty="0">
                          <a:effectLst/>
                          <a:latin typeface="Google Sans Text"/>
                        </a:rPr>
                        <a:t>Threat scenario generation, attack surface analysis</a:t>
                      </a: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1218712" rtl="0" eaLnBrk="1" fontAlgn="auto" latinLnBrk="0" hangingPunct="1">
                        <a:lnSpc>
                          <a:spcPct val="100000"/>
                        </a:lnSpc>
                        <a:spcBef>
                          <a:spcPts val="0"/>
                        </a:spcBef>
                        <a:spcAft>
                          <a:spcPts val="0"/>
                        </a:spcAft>
                        <a:buClrTx/>
                        <a:buSzTx/>
                        <a:buFontTx/>
                        <a:buNone/>
                        <a:tabLst/>
                        <a:defRPr/>
                      </a:pPr>
                      <a:r>
                        <a:rPr lang="en-US" sz="1050" dirty="0">
                          <a:effectLst/>
                          <a:latin typeface="Google Sans Text"/>
                        </a:rPr>
                        <a:t>Generate threat scenarios, identify risks and mitigations</a:t>
                      </a: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buNone/>
                      </a:pPr>
                      <a:r>
                        <a:rPr lang="en-US" sz="1050" dirty="0">
                          <a:effectLst/>
                          <a:latin typeface="Google Sans Text"/>
                        </a:rPr>
                        <a:t>Security Scanner</a:t>
                      </a: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731643533"/>
                  </a:ext>
                </a:extLst>
              </a:tr>
              <a:tr h="318204">
                <a:tc>
                  <a:txBody>
                    <a:bodyPr/>
                    <a:lstStyle/>
                    <a:p>
                      <a:pPr>
                        <a:buNone/>
                      </a:pPr>
                      <a:r>
                        <a:rPr lang="en-US" sz="1100" b="1" dirty="0">
                          <a:effectLst/>
                          <a:latin typeface="Google Sans Text"/>
                        </a:rPr>
                        <a:t>Source Code</a:t>
                      </a:r>
                      <a:endParaRPr lang="en-US" sz="1100" dirty="0">
                        <a:effectLst/>
                        <a:latin typeface="Google Sans Text"/>
                      </a:endParaRP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buNone/>
                      </a:pPr>
                      <a:r>
                        <a:rPr lang="en-US" sz="1050" dirty="0">
                          <a:effectLst/>
                          <a:latin typeface="Google Sans Text"/>
                        </a:rPr>
                        <a:t>Develop code</a:t>
                      </a: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buNone/>
                      </a:pPr>
                      <a:r>
                        <a:rPr lang="en-US" sz="1050" dirty="0">
                          <a:effectLst/>
                          <a:latin typeface="Google Sans Text"/>
                        </a:rPr>
                        <a:t>Code generation, explanation, refactoring, modernization</a:t>
                      </a: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1218712" rtl="0" eaLnBrk="1" fontAlgn="auto" latinLnBrk="0" hangingPunct="1">
                        <a:lnSpc>
                          <a:spcPct val="100000"/>
                        </a:lnSpc>
                        <a:spcBef>
                          <a:spcPts val="0"/>
                        </a:spcBef>
                        <a:spcAft>
                          <a:spcPts val="0"/>
                        </a:spcAft>
                        <a:buClrTx/>
                        <a:buSzTx/>
                        <a:buFontTx/>
                        <a:buNone/>
                        <a:tabLst/>
                        <a:defRPr/>
                      </a:pPr>
                      <a:r>
                        <a:rPr lang="en-US" sz="1050" dirty="0">
                          <a:effectLst/>
                          <a:latin typeface="Google Sans Text"/>
                        </a:rPr>
                        <a:t>Generate code, explain legacy code, convert/modernize</a:t>
                      </a: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buNone/>
                      </a:pPr>
                      <a:r>
                        <a:rPr lang="en-US" sz="1050" dirty="0">
                          <a:effectLst/>
                          <a:latin typeface="Google Sans Text"/>
                        </a:rPr>
                        <a:t>GitHub</a:t>
                      </a: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57865562"/>
                  </a:ext>
                </a:extLst>
              </a:tr>
              <a:tr h="318204">
                <a:tc>
                  <a:txBody>
                    <a:bodyPr/>
                    <a:lstStyle/>
                    <a:p>
                      <a:pPr>
                        <a:buNone/>
                      </a:pPr>
                      <a:r>
                        <a:rPr lang="en-US" sz="1100" b="1" dirty="0">
                          <a:effectLst/>
                          <a:latin typeface="Google Sans Text"/>
                        </a:rPr>
                        <a:t>Code Review</a:t>
                      </a:r>
                      <a:endParaRPr lang="en-US" sz="1100" dirty="0">
                        <a:effectLst/>
                        <a:latin typeface="Google Sans Text"/>
                      </a:endParaRP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buNone/>
                      </a:pPr>
                      <a:r>
                        <a:rPr lang="en-US" sz="1050" dirty="0">
                          <a:effectLst/>
                          <a:latin typeface="Google Sans Text"/>
                        </a:rPr>
                        <a:t>Review PRs and approve</a:t>
                      </a: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buNone/>
                      </a:pPr>
                      <a:r>
                        <a:rPr lang="en-US" sz="1050" dirty="0">
                          <a:effectLst/>
                          <a:latin typeface="Google Sans Text"/>
                        </a:rPr>
                        <a:t>AI code review, quality analysis, improvement suggestions</a:t>
                      </a: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1218712" rtl="0" eaLnBrk="1" fontAlgn="auto" latinLnBrk="0" hangingPunct="1">
                        <a:lnSpc>
                          <a:spcPct val="100000"/>
                        </a:lnSpc>
                        <a:spcBef>
                          <a:spcPts val="0"/>
                        </a:spcBef>
                        <a:spcAft>
                          <a:spcPts val="0"/>
                        </a:spcAft>
                        <a:buClrTx/>
                        <a:buSzTx/>
                        <a:buFontTx/>
                        <a:buNone/>
                        <a:tabLst/>
                        <a:defRPr/>
                      </a:pPr>
                      <a:r>
                        <a:rPr lang="en-US" sz="1050" dirty="0">
                          <a:effectLst/>
                          <a:latin typeface="Google Sans Text"/>
                        </a:rPr>
                        <a:t>Summarize pull requests, Comment on risky code patterns</a:t>
                      </a:r>
                    </a:p>
                    <a:p>
                      <a:pPr marL="0" marR="0" lvl="0" indent="0" algn="l" defTabSz="1218712" rtl="0" eaLnBrk="1" fontAlgn="auto" latinLnBrk="0" hangingPunct="1">
                        <a:lnSpc>
                          <a:spcPct val="100000"/>
                        </a:lnSpc>
                        <a:spcBef>
                          <a:spcPts val="0"/>
                        </a:spcBef>
                        <a:spcAft>
                          <a:spcPts val="0"/>
                        </a:spcAft>
                        <a:buClrTx/>
                        <a:buSzTx/>
                        <a:buFontTx/>
                        <a:buNone/>
                        <a:tabLst/>
                        <a:defRPr/>
                      </a:pPr>
                      <a:r>
                        <a:rPr lang="en-US" sz="1050" dirty="0">
                          <a:effectLst/>
                          <a:latin typeface="Google Sans Text"/>
                        </a:rPr>
                        <a:t>Suggest fixes, Highlight missing tests or documentation</a:t>
                      </a: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buNone/>
                      </a:pPr>
                      <a:r>
                        <a:rPr lang="en-US" sz="1050" dirty="0">
                          <a:effectLst/>
                          <a:latin typeface="Google Sans Text"/>
                        </a:rPr>
                        <a:t>GitHub</a:t>
                      </a: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79293605"/>
                  </a:ext>
                </a:extLst>
              </a:tr>
              <a:tr h="318204">
                <a:tc>
                  <a:txBody>
                    <a:bodyPr/>
                    <a:lstStyle/>
                    <a:p>
                      <a:pPr>
                        <a:buNone/>
                      </a:pPr>
                      <a:r>
                        <a:rPr lang="en-US" sz="1100" b="1" dirty="0">
                          <a:effectLst/>
                          <a:latin typeface="Google Sans Text"/>
                        </a:rPr>
                        <a:t>Security Controls</a:t>
                      </a:r>
                      <a:endParaRPr lang="en-US" sz="1100" dirty="0">
                        <a:effectLst/>
                        <a:latin typeface="Google Sans Text"/>
                      </a:endParaRP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buNone/>
                      </a:pPr>
                      <a:r>
                        <a:rPr lang="en-US" sz="1050" dirty="0">
                          <a:effectLst/>
                          <a:latin typeface="Google Sans Text"/>
                        </a:rPr>
                        <a:t>Validate security rules &amp; controls</a:t>
                      </a: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buNone/>
                      </a:pPr>
                      <a:r>
                        <a:rPr lang="en-US" sz="1050" dirty="0">
                          <a:effectLst/>
                          <a:latin typeface="Google Sans Text"/>
                        </a:rPr>
                        <a:t>Secure coding suggestions, configuration analysis</a:t>
                      </a: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1218712" rtl="0" eaLnBrk="1" fontAlgn="auto" latinLnBrk="0" hangingPunct="1">
                        <a:lnSpc>
                          <a:spcPct val="100000"/>
                        </a:lnSpc>
                        <a:spcBef>
                          <a:spcPts val="0"/>
                        </a:spcBef>
                        <a:spcAft>
                          <a:spcPts val="0"/>
                        </a:spcAft>
                        <a:buClrTx/>
                        <a:buSzTx/>
                        <a:buFontTx/>
                        <a:buNone/>
                        <a:tabLst/>
                        <a:defRPr/>
                      </a:pPr>
                      <a:r>
                        <a:rPr lang="en-US" sz="1050" dirty="0">
                          <a:effectLst/>
                          <a:latin typeface="Google Sans Text"/>
                        </a:rPr>
                        <a:t>Flag insecure coding patterns, Recommend secure alternatives, Draft remediation guidance</a:t>
                      </a: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buNone/>
                      </a:pPr>
                      <a:r>
                        <a:rPr lang="en-US" sz="1050" dirty="0">
                          <a:effectLst/>
                          <a:latin typeface="Google Sans Text"/>
                        </a:rPr>
                        <a:t>Security Scanner, GitHub</a:t>
                      </a: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48410817"/>
                  </a:ext>
                </a:extLst>
              </a:tr>
              <a:tr h="318204">
                <a:tc>
                  <a:txBody>
                    <a:bodyPr/>
                    <a:lstStyle/>
                    <a:p>
                      <a:pPr>
                        <a:buNone/>
                      </a:pPr>
                      <a:r>
                        <a:rPr lang="en-US" sz="1100" b="1" dirty="0">
                          <a:effectLst/>
                          <a:latin typeface="Google Sans Text"/>
                        </a:rPr>
                        <a:t>Security Scan</a:t>
                      </a:r>
                      <a:endParaRPr lang="en-US" sz="1100" dirty="0">
                        <a:effectLst/>
                        <a:latin typeface="Google Sans Text"/>
                      </a:endParaRP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buNone/>
                      </a:pPr>
                      <a:r>
                        <a:rPr lang="en-US" sz="1050" dirty="0">
                          <a:effectLst/>
                          <a:latin typeface="Google Sans Text"/>
                        </a:rPr>
                        <a:t>Review scan results and decide fixes</a:t>
                      </a: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1218712" rtl="0" eaLnBrk="1" fontAlgn="auto" latinLnBrk="0" hangingPunct="1">
                        <a:lnSpc>
                          <a:spcPct val="100000"/>
                        </a:lnSpc>
                        <a:spcBef>
                          <a:spcPts val="0"/>
                        </a:spcBef>
                        <a:spcAft>
                          <a:spcPts val="0"/>
                        </a:spcAft>
                        <a:buClrTx/>
                        <a:buSzTx/>
                        <a:buFontTx/>
                        <a:buNone/>
                        <a:tabLst/>
                        <a:defRPr/>
                      </a:pPr>
                      <a:r>
                        <a:rPr lang="en-US" sz="1050" dirty="0">
                          <a:effectLst/>
                          <a:latin typeface="Google Sans Text"/>
                        </a:rPr>
                        <a:t>Vulnerability analysis, Explain severity, exploitability, and likely impact, Suggest fixes</a:t>
                      </a: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1218712" rtl="0" eaLnBrk="1" fontAlgn="auto" latinLnBrk="0" hangingPunct="1">
                        <a:lnSpc>
                          <a:spcPct val="100000"/>
                        </a:lnSpc>
                        <a:spcBef>
                          <a:spcPts val="0"/>
                        </a:spcBef>
                        <a:spcAft>
                          <a:spcPts val="0"/>
                        </a:spcAft>
                        <a:buClrTx/>
                        <a:buSzTx/>
                        <a:buFontTx/>
                        <a:buNone/>
                        <a:tabLst/>
                        <a:defRPr/>
                      </a:pPr>
                      <a:r>
                        <a:rPr lang="en-US" sz="1050" dirty="0">
                          <a:effectLst/>
                          <a:latin typeface="Google Sans Text"/>
                        </a:rPr>
                        <a:t>Explain findings, generate fixes, prepare PRs or tickets</a:t>
                      </a: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buNone/>
                      </a:pPr>
                      <a:r>
                        <a:rPr lang="en-US" sz="1050" dirty="0">
                          <a:effectLst/>
                          <a:latin typeface="Google Sans Text"/>
                        </a:rPr>
                        <a:t>Security Scanner, Jenkins</a:t>
                      </a: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062241652"/>
                  </a:ext>
                </a:extLst>
              </a:tr>
              <a:tr h="281120">
                <a:tc>
                  <a:txBody>
                    <a:bodyPr/>
                    <a:lstStyle/>
                    <a:p>
                      <a:pPr>
                        <a:buNone/>
                      </a:pPr>
                      <a:r>
                        <a:rPr lang="en-US" sz="1100" b="1" dirty="0">
                          <a:effectLst/>
                          <a:latin typeface="Google Sans Text"/>
                        </a:rPr>
                        <a:t>Build Manager</a:t>
                      </a:r>
                      <a:endParaRPr lang="en-US" sz="1100" dirty="0">
                        <a:effectLst/>
                        <a:latin typeface="Google Sans Text"/>
                      </a:endParaRP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buNone/>
                      </a:pPr>
                      <a:r>
                        <a:rPr lang="en-US" sz="1050" dirty="0">
                          <a:effectLst/>
                          <a:latin typeface="Google Sans Text"/>
                        </a:rPr>
                        <a:t>Monitor build status</a:t>
                      </a: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buNone/>
                      </a:pPr>
                      <a:r>
                        <a:rPr lang="en-US" sz="1050" dirty="0">
                          <a:effectLst/>
                          <a:latin typeface="Google Sans Text"/>
                        </a:rPr>
                        <a:t>Build script generation, CI/CD pipeline assistance</a:t>
                      </a: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1218712" rtl="0" eaLnBrk="1" fontAlgn="auto" latinLnBrk="0" hangingPunct="1">
                        <a:lnSpc>
                          <a:spcPct val="100000"/>
                        </a:lnSpc>
                        <a:spcBef>
                          <a:spcPts val="0"/>
                        </a:spcBef>
                        <a:spcAft>
                          <a:spcPts val="0"/>
                        </a:spcAft>
                        <a:buClrTx/>
                        <a:buSzTx/>
                        <a:buFontTx/>
                        <a:buNone/>
                        <a:tabLst/>
                        <a:defRPr/>
                      </a:pPr>
                      <a:r>
                        <a:rPr lang="en-US" sz="1050" dirty="0">
                          <a:effectLst/>
                          <a:latin typeface="Google Sans Text"/>
                        </a:rPr>
                        <a:t>Draft pipeline definitions, Summarize failed build causes, Recommend build-script changes and pipeline optimization</a:t>
                      </a: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buNone/>
                      </a:pPr>
                      <a:r>
                        <a:rPr lang="en-US" sz="1050" dirty="0">
                          <a:effectLst/>
                          <a:latin typeface="Google Sans Text"/>
                        </a:rPr>
                        <a:t>Jenkins, GitHub</a:t>
                      </a: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16139616"/>
                  </a:ext>
                </a:extLst>
              </a:tr>
              <a:tr h="318204">
                <a:tc>
                  <a:txBody>
                    <a:bodyPr/>
                    <a:lstStyle/>
                    <a:p>
                      <a:pPr>
                        <a:buNone/>
                      </a:pPr>
                      <a:r>
                        <a:rPr lang="en-US" sz="1100" b="1" dirty="0">
                          <a:effectLst/>
                          <a:latin typeface="Google Sans Text"/>
                        </a:rPr>
                        <a:t>Repo Secret Scan</a:t>
                      </a:r>
                      <a:endParaRPr lang="en-US" sz="1100" dirty="0">
                        <a:effectLst/>
                        <a:latin typeface="Google Sans Text"/>
                      </a:endParaRP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buNone/>
                      </a:pPr>
                      <a:r>
                        <a:rPr lang="en-US" sz="1050" dirty="0">
                          <a:effectLst/>
                          <a:latin typeface="Google Sans Text"/>
                        </a:rPr>
                        <a:t>Verify secret leaks and remediate</a:t>
                      </a: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buNone/>
                      </a:pPr>
                      <a:r>
                        <a:rPr lang="en-US" sz="1050" dirty="0">
                          <a:effectLst/>
                          <a:latin typeface="Google Sans Text"/>
                        </a:rPr>
                        <a:t>Secret detection, remediation guidance</a:t>
                      </a: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1218712" rtl="0" eaLnBrk="1" fontAlgn="auto" latinLnBrk="0" hangingPunct="1">
                        <a:lnSpc>
                          <a:spcPct val="100000"/>
                        </a:lnSpc>
                        <a:spcBef>
                          <a:spcPts val="0"/>
                        </a:spcBef>
                        <a:spcAft>
                          <a:spcPts val="0"/>
                        </a:spcAft>
                        <a:buClrTx/>
                        <a:buSzTx/>
                        <a:buFontTx/>
                        <a:buNone/>
                        <a:tabLst/>
                        <a:defRPr/>
                      </a:pPr>
                      <a:r>
                        <a:rPr lang="en-US" sz="1050" b="0" dirty="0">
                          <a:effectLst/>
                          <a:latin typeface="Google Sans Text"/>
                        </a:rPr>
                        <a:t>Summarize suspected leaks, Generate remediation tasks</a:t>
                      </a:r>
                    </a:p>
                    <a:p>
                      <a:pPr marL="0" marR="0" lvl="0" indent="0" algn="l" defTabSz="1218712" rtl="0" eaLnBrk="1" fontAlgn="auto" latinLnBrk="0" hangingPunct="1">
                        <a:lnSpc>
                          <a:spcPct val="100000"/>
                        </a:lnSpc>
                        <a:spcBef>
                          <a:spcPts val="0"/>
                        </a:spcBef>
                        <a:spcAft>
                          <a:spcPts val="0"/>
                        </a:spcAft>
                        <a:buClrTx/>
                        <a:buSzTx/>
                        <a:buFontTx/>
                        <a:buNone/>
                        <a:tabLst/>
                        <a:defRPr/>
                      </a:pPr>
                      <a:r>
                        <a:rPr lang="en-US" sz="1050" b="0" dirty="0">
                          <a:effectLst/>
                          <a:latin typeface="Google Sans Text"/>
                        </a:rPr>
                        <a:t>Draft removal or cleanup PRs, Prepare secret checklists</a:t>
                      </a: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buNone/>
                      </a:pPr>
                      <a:r>
                        <a:rPr lang="en-US" sz="1050" dirty="0">
                          <a:effectLst/>
                          <a:latin typeface="Google Sans Text"/>
                        </a:rPr>
                        <a:t>Security Scanner, GitHub</a:t>
                      </a: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693242470"/>
                  </a:ext>
                </a:extLst>
              </a:tr>
              <a:tr h="318204">
                <a:tc>
                  <a:txBody>
                    <a:bodyPr/>
                    <a:lstStyle/>
                    <a:p>
                      <a:pPr>
                        <a:buNone/>
                      </a:pPr>
                      <a:r>
                        <a:rPr lang="en-US" sz="1100" b="1" dirty="0">
                          <a:effectLst/>
                          <a:latin typeface="Google Sans Text"/>
                        </a:rPr>
                        <a:t>Automated Testing</a:t>
                      </a:r>
                      <a:endParaRPr lang="en-US" sz="1100" dirty="0">
                        <a:effectLst/>
                        <a:latin typeface="Google Sans Text"/>
                      </a:endParaRP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buNone/>
                      </a:pPr>
                      <a:r>
                        <a:rPr lang="en-US" sz="1050" dirty="0">
                          <a:effectLst/>
                          <a:latin typeface="Google Sans Text"/>
                        </a:rPr>
                        <a:t>Review and approve test results</a:t>
                      </a: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1218712" rtl="0" eaLnBrk="1" fontAlgn="auto" latinLnBrk="0" hangingPunct="1">
                        <a:lnSpc>
                          <a:spcPct val="100000"/>
                        </a:lnSpc>
                        <a:spcBef>
                          <a:spcPts val="0"/>
                        </a:spcBef>
                        <a:spcAft>
                          <a:spcPts val="0"/>
                        </a:spcAft>
                        <a:buClrTx/>
                        <a:buSzTx/>
                        <a:buFontTx/>
                        <a:buNone/>
                        <a:tabLst/>
                        <a:defRPr/>
                      </a:pPr>
                      <a:r>
                        <a:rPr lang="en-US" sz="1050" dirty="0">
                          <a:effectLst/>
                          <a:latin typeface="Google Sans Text"/>
                        </a:rPr>
                        <a:t>Unit/API/UI test case generation, Convert user stories into test scenarios</a:t>
                      </a: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1218712" rtl="0" eaLnBrk="1" fontAlgn="auto" latinLnBrk="0" hangingPunct="1">
                        <a:lnSpc>
                          <a:spcPct val="100000"/>
                        </a:lnSpc>
                        <a:spcBef>
                          <a:spcPts val="0"/>
                        </a:spcBef>
                        <a:spcAft>
                          <a:spcPts val="0"/>
                        </a:spcAft>
                        <a:buClrTx/>
                        <a:buSzTx/>
                        <a:buFontTx/>
                        <a:buNone/>
                        <a:tabLst/>
                        <a:defRPr/>
                      </a:pPr>
                      <a:r>
                        <a:rPr lang="en-US" sz="1050" dirty="0">
                          <a:effectLst/>
                          <a:latin typeface="Google Sans Text"/>
                        </a:rPr>
                        <a:t>Generate test cases, execute and validate results</a:t>
                      </a: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buNone/>
                      </a:pPr>
                      <a:r>
                        <a:rPr lang="en-US" sz="1050" dirty="0">
                          <a:effectLst/>
                          <a:latin typeface="Google Sans Text"/>
                        </a:rPr>
                        <a:t>Jenkins</a:t>
                      </a: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10540880"/>
                  </a:ext>
                </a:extLst>
              </a:tr>
              <a:tr h="318204">
                <a:tc>
                  <a:txBody>
                    <a:bodyPr/>
                    <a:lstStyle/>
                    <a:p>
                      <a:pPr>
                        <a:buNone/>
                      </a:pPr>
                      <a:r>
                        <a:rPr lang="en-US" sz="1100" b="1" dirty="0">
                          <a:effectLst/>
                          <a:latin typeface="Google Sans Text"/>
                        </a:rPr>
                        <a:t>Interactive App Testing</a:t>
                      </a:r>
                      <a:endParaRPr lang="en-US" sz="1100" dirty="0">
                        <a:effectLst/>
                        <a:latin typeface="Google Sans Text"/>
                      </a:endParaRP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buNone/>
                      </a:pPr>
                      <a:r>
                        <a:rPr lang="en-US" sz="1050" dirty="0">
                          <a:effectLst/>
                          <a:latin typeface="Google Sans Text"/>
                        </a:rPr>
                        <a:t>Validate UI/Browser behavior</a:t>
                      </a: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buNone/>
                      </a:pPr>
                      <a:r>
                        <a:rPr lang="en-US" sz="1050" dirty="0">
                          <a:effectLst/>
                          <a:latin typeface="Google Sans Text"/>
                        </a:rPr>
                        <a:t>Browser automation, UI test execution</a:t>
                      </a: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1218712" rtl="0" eaLnBrk="1" fontAlgn="auto" latinLnBrk="0" hangingPunct="1">
                        <a:lnSpc>
                          <a:spcPct val="100000"/>
                        </a:lnSpc>
                        <a:spcBef>
                          <a:spcPts val="0"/>
                        </a:spcBef>
                        <a:spcAft>
                          <a:spcPts val="0"/>
                        </a:spcAft>
                        <a:buClrTx/>
                        <a:buSzTx/>
                        <a:buFontTx/>
                        <a:buNone/>
                        <a:tabLst/>
                        <a:defRPr/>
                      </a:pPr>
                      <a:r>
                        <a:rPr lang="en-US" sz="1050" dirty="0">
                          <a:effectLst/>
                          <a:latin typeface="Google Sans Text"/>
                        </a:rPr>
                        <a:t>Perform end-to-end tests*, Execute scripted or prompted UI flows, Capture screenshots and logs, Report failures and root causes</a:t>
                      </a: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buNone/>
                      </a:pPr>
                      <a:r>
                        <a:rPr lang="en-US" sz="1050" dirty="0">
                          <a:effectLst/>
                          <a:latin typeface="Google Sans Text"/>
                        </a:rPr>
                        <a:t>Jenkins</a:t>
                      </a: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039832155"/>
                  </a:ext>
                </a:extLst>
              </a:tr>
              <a:tr h="318204">
                <a:tc>
                  <a:txBody>
                    <a:bodyPr/>
                    <a:lstStyle/>
                    <a:p>
                      <a:pPr>
                        <a:buNone/>
                      </a:pPr>
                      <a:r>
                        <a:rPr lang="en-US" sz="1100" b="1" dirty="0">
                          <a:effectLst/>
                          <a:latin typeface="Google Sans Text"/>
                        </a:rPr>
                        <a:t>Performance Testing</a:t>
                      </a:r>
                      <a:endParaRPr lang="en-US" sz="1100" dirty="0">
                        <a:effectLst/>
                        <a:latin typeface="Google Sans Text"/>
                      </a:endParaRP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buNone/>
                      </a:pPr>
                      <a:r>
                        <a:rPr lang="en-US" sz="1050" dirty="0">
                          <a:effectLst/>
                          <a:latin typeface="Google Sans Text"/>
                        </a:rPr>
                        <a:t>Review performance results</a:t>
                      </a: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buNone/>
                      </a:pPr>
                      <a:r>
                        <a:rPr lang="en-US" sz="1050" dirty="0">
                          <a:effectLst/>
                          <a:latin typeface="Google Sans Text"/>
                        </a:rPr>
                        <a:t>Performance analysis, bottleneck identification</a:t>
                      </a: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1218712" rtl="0" eaLnBrk="1" fontAlgn="auto" latinLnBrk="0" hangingPunct="1">
                        <a:lnSpc>
                          <a:spcPct val="100000"/>
                        </a:lnSpc>
                        <a:spcBef>
                          <a:spcPts val="0"/>
                        </a:spcBef>
                        <a:spcAft>
                          <a:spcPts val="0"/>
                        </a:spcAft>
                        <a:buClrTx/>
                        <a:buSzTx/>
                        <a:buFontTx/>
                        <a:buNone/>
                        <a:tabLst/>
                        <a:defRPr/>
                      </a:pPr>
                      <a:r>
                        <a:rPr lang="en-US" sz="1050" dirty="0">
                          <a:effectLst/>
                          <a:latin typeface="Google Sans Text"/>
                        </a:rPr>
                        <a:t>Analyze metrics, identify issues, recommend improvements</a:t>
                      </a: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buNone/>
                      </a:pPr>
                      <a:r>
                        <a:rPr lang="en-US" sz="1050" dirty="0">
                          <a:effectLst/>
                          <a:latin typeface="Google Sans Text"/>
                        </a:rPr>
                        <a:t>Datadog, Jenkins</a:t>
                      </a: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31481454"/>
                  </a:ext>
                </a:extLst>
              </a:tr>
              <a:tr h="318204">
                <a:tc>
                  <a:txBody>
                    <a:bodyPr/>
                    <a:lstStyle/>
                    <a:p>
                      <a:pPr>
                        <a:buNone/>
                      </a:pPr>
                      <a:r>
                        <a:rPr lang="en-US" sz="1100" b="1" dirty="0">
                          <a:effectLst/>
                          <a:latin typeface="Google Sans Text"/>
                        </a:rPr>
                        <a:t>Penetration Testing</a:t>
                      </a:r>
                      <a:endParaRPr lang="en-US" sz="1100" dirty="0">
                        <a:effectLst/>
                        <a:latin typeface="Google Sans Text"/>
                      </a:endParaRP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buNone/>
                      </a:pPr>
                      <a:r>
                        <a:rPr lang="en-US" sz="1050" dirty="0">
                          <a:effectLst/>
                          <a:latin typeface="Google Sans Text"/>
                        </a:rPr>
                        <a:t>Assess security risks</a:t>
                      </a: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buNone/>
                      </a:pPr>
                      <a:r>
                        <a:rPr lang="en-US" sz="1050" dirty="0">
                          <a:effectLst/>
                          <a:latin typeface="Google Sans Text"/>
                        </a:rPr>
                        <a:t>Attack scenario generation, security analysis support</a:t>
                      </a: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1218712" rtl="0" eaLnBrk="1" fontAlgn="auto" latinLnBrk="0" hangingPunct="1">
                        <a:lnSpc>
                          <a:spcPct val="100000"/>
                        </a:lnSpc>
                        <a:spcBef>
                          <a:spcPts val="0"/>
                        </a:spcBef>
                        <a:spcAft>
                          <a:spcPts val="0"/>
                        </a:spcAft>
                        <a:buClrTx/>
                        <a:buSzTx/>
                        <a:buFontTx/>
                        <a:buNone/>
                        <a:tabLst/>
                        <a:defRPr/>
                      </a:pPr>
                      <a:r>
                        <a:rPr lang="en-US" sz="1050" dirty="0">
                          <a:effectLst/>
                          <a:latin typeface="Google Sans Text"/>
                        </a:rPr>
                        <a:t>Draft scenarios and checklists, Summarize vulnerability evidence, Recommend validation workflows, </a:t>
                      </a: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buNone/>
                      </a:pPr>
                      <a:r>
                        <a:rPr lang="en-US" sz="1050" dirty="0">
                          <a:effectLst/>
                          <a:latin typeface="Google Sans Text"/>
                        </a:rPr>
                        <a:t>Security Scanner</a:t>
                      </a: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699309181"/>
                  </a:ext>
                </a:extLst>
              </a:tr>
              <a:tr h="318204">
                <a:tc>
                  <a:txBody>
                    <a:bodyPr/>
                    <a:lstStyle/>
                    <a:p>
                      <a:pPr>
                        <a:buNone/>
                      </a:pPr>
                      <a:r>
                        <a:rPr lang="en-US" sz="1100" b="1" dirty="0">
                          <a:effectLst/>
                          <a:latin typeface="Google Sans Text"/>
                        </a:rPr>
                        <a:t>Release Approval</a:t>
                      </a:r>
                      <a:endParaRPr lang="en-US" sz="1100" dirty="0">
                        <a:effectLst/>
                        <a:latin typeface="Google Sans Text"/>
                      </a:endParaRP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buNone/>
                      </a:pPr>
                      <a:r>
                        <a:rPr lang="en-US" sz="1050" dirty="0">
                          <a:effectLst/>
                          <a:latin typeface="Google Sans Text"/>
                        </a:rPr>
                        <a:t>Approve release and changes</a:t>
                      </a: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buNone/>
                      </a:pPr>
                      <a:r>
                        <a:rPr lang="en-US" sz="1050" dirty="0">
                          <a:effectLst/>
                          <a:latin typeface="Google Sans Text"/>
                        </a:rPr>
                        <a:t>Risk summarization, impact analysis</a:t>
                      </a: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1218712" rtl="0" eaLnBrk="1" fontAlgn="auto" latinLnBrk="0" hangingPunct="1">
                        <a:lnSpc>
                          <a:spcPct val="100000"/>
                        </a:lnSpc>
                        <a:spcBef>
                          <a:spcPts val="0"/>
                        </a:spcBef>
                        <a:spcAft>
                          <a:spcPts val="0"/>
                        </a:spcAft>
                        <a:buClrTx/>
                        <a:buSzTx/>
                        <a:buFontTx/>
                        <a:buNone/>
                        <a:tabLst/>
                        <a:defRPr/>
                      </a:pPr>
                      <a:r>
                        <a:rPr lang="en-US" sz="1050" dirty="0">
                          <a:effectLst/>
                          <a:latin typeface="Google Sans Text"/>
                        </a:rPr>
                        <a:t>Summarize changes, highlight risks, Prepare CAB-facing support material</a:t>
                      </a: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buNone/>
                      </a:pPr>
                      <a:r>
                        <a:rPr lang="en-US" sz="1050" dirty="0">
                          <a:effectLst/>
                          <a:latin typeface="Google Sans Text"/>
                        </a:rPr>
                        <a:t>ServiceNow, Jira</a:t>
                      </a: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98047873"/>
                  </a:ext>
                </a:extLst>
              </a:tr>
              <a:tr h="318204">
                <a:tc>
                  <a:txBody>
                    <a:bodyPr/>
                    <a:lstStyle/>
                    <a:p>
                      <a:pPr>
                        <a:buNone/>
                      </a:pPr>
                      <a:r>
                        <a:rPr lang="en-US" sz="1100" b="1" dirty="0">
                          <a:effectLst/>
                          <a:latin typeface="Google Sans Text"/>
                        </a:rPr>
                        <a:t>Continuous Logging</a:t>
                      </a:r>
                      <a:endParaRPr lang="en-US" sz="1100" dirty="0">
                        <a:effectLst/>
                        <a:latin typeface="Google Sans Text"/>
                      </a:endParaRP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buNone/>
                      </a:pPr>
                      <a:r>
                        <a:rPr lang="en-US" sz="1050" dirty="0">
                          <a:effectLst/>
                          <a:latin typeface="Google Sans Text"/>
                        </a:rPr>
                        <a:t>Investigate issues, make decisions</a:t>
                      </a: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buNone/>
                      </a:pPr>
                      <a:r>
                        <a:rPr lang="en-US" sz="1050" dirty="0">
                          <a:effectLst/>
                          <a:latin typeface="Google Sans Text"/>
                        </a:rPr>
                        <a:t>Log analysis, root cause identification</a:t>
                      </a: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1218712" rtl="0" eaLnBrk="1" fontAlgn="auto" latinLnBrk="0" hangingPunct="1">
                        <a:lnSpc>
                          <a:spcPct val="100000"/>
                        </a:lnSpc>
                        <a:spcBef>
                          <a:spcPts val="0"/>
                        </a:spcBef>
                        <a:spcAft>
                          <a:spcPts val="0"/>
                        </a:spcAft>
                        <a:buClrTx/>
                        <a:buSzTx/>
                        <a:buFontTx/>
                        <a:buNone/>
                        <a:tabLst/>
                        <a:defRPr/>
                      </a:pPr>
                      <a:r>
                        <a:rPr lang="en-US" sz="1050" dirty="0">
                          <a:effectLst/>
                          <a:latin typeface="Google Sans Text"/>
                        </a:rPr>
                        <a:t>Produce incident summaries, Analyze logs, correlate events, identify root cause</a:t>
                      </a: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buNone/>
                      </a:pPr>
                      <a:r>
                        <a:rPr lang="en-US" sz="1050" dirty="0">
                          <a:effectLst/>
                          <a:latin typeface="Google Sans Text"/>
                        </a:rPr>
                        <a:t>Datadog, ServiceNow</a:t>
                      </a: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910214575"/>
                  </a:ext>
                </a:extLst>
              </a:tr>
              <a:tr h="318204">
                <a:tc>
                  <a:txBody>
                    <a:bodyPr/>
                    <a:lstStyle/>
                    <a:p>
                      <a:pPr>
                        <a:buNone/>
                      </a:pPr>
                      <a:r>
                        <a:rPr lang="en-US" sz="1100" b="1" dirty="0">
                          <a:effectLst/>
                          <a:latin typeface="Google Sans Text"/>
                        </a:rPr>
                        <a:t>Continuous Feedback</a:t>
                      </a:r>
                      <a:endParaRPr lang="en-US" sz="1100" dirty="0">
                        <a:effectLst/>
                        <a:latin typeface="Google Sans Text"/>
                      </a:endParaRP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buNone/>
                      </a:pPr>
                      <a:r>
                        <a:rPr lang="en-US" sz="1050" dirty="0">
                          <a:effectLst/>
                          <a:latin typeface="Google Sans Text"/>
                        </a:rPr>
                        <a:t>Review incidents and improvement actions</a:t>
                      </a: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buNone/>
                      </a:pPr>
                      <a:r>
                        <a:rPr lang="en-US" sz="1050" dirty="0">
                          <a:effectLst/>
                          <a:latin typeface="Google Sans Text"/>
                        </a:rPr>
                        <a:t>Incident summarization, improvement recommendations</a:t>
                      </a: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1218712" rtl="0" eaLnBrk="1" fontAlgn="auto" latinLnBrk="0" hangingPunct="1">
                        <a:lnSpc>
                          <a:spcPct val="100000"/>
                        </a:lnSpc>
                        <a:spcBef>
                          <a:spcPts val="0"/>
                        </a:spcBef>
                        <a:spcAft>
                          <a:spcPts val="0"/>
                        </a:spcAft>
                        <a:buClrTx/>
                        <a:buSzTx/>
                        <a:buFontTx/>
                        <a:buNone/>
                        <a:tabLst/>
                        <a:defRPr/>
                      </a:pPr>
                      <a:r>
                        <a:rPr lang="en-US" sz="1050" dirty="0">
                          <a:effectLst/>
                          <a:latin typeface="Google Sans Text"/>
                        </a:rPr>
                        <a:t>Summarize incidents, create actions, track and suggest improvements</a:t>
                      </a: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buNone/>
                      </a:pPr>
                      <a:r>
                        <a:rPr lang="en-US" sz="1050" dirty="0">
                          <a:effectLst/>
                          <a:latin typeface="Google Sans Text"/>
                        </a:rPr>
                        <a:t>Datadog, ServiceNow, Jira</a:t>
                      </a: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02328535"/>
                  </a:ext>
                </a:extLst>
              </a:tr>
            </a:tbl>
          </a:graphicData>
        </a:graphic>
      </p:graphicFrame>
      <p:grpSp>
        <p:nvGrpSpPr>
          <p:cNvPr id="2" name="Group 1">
            <a:extLst>
              <a:ext uri="{FF2B5EF4-FFF2-40B4-BE49-F238E27FC236}">
                <a16:creationId xmlns:a16="http://schemas.microsoft.com/office/drawing/2014/main" id="{5E4EA5E5-A856-29CE-0735-963166730CFE}"/>
              </a:ext>
            </a:extLst>
          </p:cNvPr>
          <p:cNvGrpSpPr/>
          <p:nvPr/>
        </p:nvGrpSpPr>
        <p:grpSpPr>
          <a:xfrm rot="5400000">
            <a:off x="-2466174" y="3276533"/>
            <a:ext cx="5666641" cy="581893"/>
            <a:chOff x="381003" y="1087581"/>
            <a:chExt cx="12128684" cy="424367"/>
          </a:xfrm>
          <a:solidFill>
            <a:schemeClr val="bg1">
              <a:lumMod val="85000"/>
            </a:schemeClr>
          </a:solidFill>
        </p:grpSpPr>
        <p:sp>
          <p:nvSpPr>
            <p:cNvPr id="3" name="Pentagon 2">
              <a:extLst>
                <a:ext uri="{FF2B5EF4-FFF2-40B4-BE49-F238E27FC236}">
                  <a16:creationId xmlns:a16="http://schemas.microsoft.com/office/drawing/2014/main" id="{0B88F8D1-A551-59D9-983F-583C8F5817B8}"/>
                </a:ext>
              </a:extLst>
            </p:cNvPr>
            <p:cNvSpPr/>
            <p:nvPr/>
          </p:nvSpPr>
          <p:spPr bwMode="auto">
            <a:xfrm>
              <a:off x="381003" y="1087581"/>
              <a:ext cx="2938320" cy="415636"/>
            </a:xfrm>
            <a:prstGeom prst="homePlate">
              <a:avLst/>
            </a:prstGeom>
            <a:grpFill/>
            <a:ln w="12700">
              <a:solidFill>
                <a:schemeClr val="bg1">
                  <a:lumMod val="50000"/>
                </a:schemeClr>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vert270" wrap="square" lIns="0" tIns="45720" rIns="91440" bIns="45720" numCol="1" rtlCol="0" anchor="ctr" anchorCtr="0" compatLnSpc="1">
              <a:prstTxWarp prst="textNoShape">
                <a:avLst/>
              </a:prstTxWarp>
            </a:bodyPr>
            <a:lstStyle/>
            <a:p>
              <a:pPr marL="0" marR="0" indent="0" algn="ctr" defTabSz="914400" rtl="0" eaLnBrk="1" fontAlgn="base" latinLnBrk="0" hangingPunct="1">
                <a:lnSpc>
                  <a:spcPct val="120000"/>
                </a:lnSpc>
                <a:spcBef>
                  <a:spcPct val="0"/>
                </a:spcBef>
                <a:spcAft>
                  <a:spcPct val="0"/>
                </a:spcAft>
                <a:buClrTx/>
                <a:buSzTx/>
                <a:buFont typeface="+mn-lt"/>
                <a:buNone/>
                <a:tabLst/>
              </a:pPr>
              <a:r>
                <a:rPr lang="en-US" sz="1050" dirty="0">
                  <a:solidFill>
                    <a:schemeClr val="tx1"/>
                  </a:solidFill>
                </a:rPr>
                <a:t>Plan</a:t>
              </a:r>
              <a:endParaRPr kumimoji="0" lang="en-US" sz="1050" b="0" i="0" u="none" strike="noStrike" cap="none" normalizeH="0" baseline="0" dirty="0">
                <a:ln>
                  <a:noFill/>
                </a:ln>
                <a:solidFill>
                  <a:schemeClr val="tx1"/>
                </a:solidFill>
                <a:effectLst/>
                <a:latin typeface="+mn-lt"/>
              </a:endParaRPr>
            </a:p>
          </p:txBody>
        </p:sp>
        <p:sp>
          <p:nvSpPr>
            <p:cNvPr id="5" name="Chevron 4">
              <a:extLst>
                <a:ext uri="{FF2B5EF4-FFF2-40B4-BE49-F238E27FC236}">
                  <a16:creationId xmlns:a16="http://schemas.microsoft.com/office/drawing/2014/main" id="{7AF5C4CF-B6DB-CDCA-6DA3-D3280FF43965}"/>
                </a:ext>
              </a:extLst>
            </p:cNvPr>
            <p:cNvSpPr/>
            <p:nvPr/>
          </p:nvSpPr>
          <p:spPr bwMode="auto">
            <a:xfrm>
              <a:off x="2830033" y="1087998"/>
              <a:ext cx="3425015" cy="423949"/>
            </a:xfrm>
            <a:prstGeom prst="chevron">
              <a:avLst/>
            </a:prstGeom>
            <a:grpFill/>
            <a:ln w="12700">
              <a:solidFill>
                <a:schemeClr val="bg1">
                  <a:lumMod val="50000"/>
                </a:schemeClr>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vert270" wrap="square" lIns="0" tIns="45720" rIns="91440" bIns="45720" numCol="1" rtlCol="0" anchor="ctr" anchorCtr="0" compatLnSpc="1">
              <a:prstTxWarp prst="textNoShape">
                <a:avLst/>
              </a:prstTxWarp>
            </a:bodyPr>
            <a:lstStyle/>
            <a:p>
              <a:pPr algn="ctr" fontAlgn="base">
                <a:lnSpc>
                  <a:spcPct val="120000"/>
                </a:lnSpc>
                <a:spcBef>
                  <a:spcPct val="0"/>
                </a:spcBef>
                <a:spcAft>
                  <a:spcPct val="0"/>
                </a:spcAft>
              </a:pPr>
              <a:r>
                <a:rPr lang="en-US" sz="1050" dirty="0">
                  <a:solidFill>
                    <a:schemeClr val="tx1"/>
                  </a:solidFill>
                </a:rPr>
                <a:t>Develop</a:t>
              </a:r>
            </a:p>
          </p:txBody>
        </p:sp>
        <p:sp>
          <p:nvSpPr>
            <p:cNvPr id="6" name="Chevron 5">
              <a:extLst>
                <a:ext uri="{FF2B5EF4-FFF2-40B4-BE49-F238E27FC236}">
                  <a16:creationId xmlns:a16="http://schemas.microsoft.com/office/drawing/2014/main" id="{CCE2862D-D85B-8E23-4B49-9FAD2634A262}"/>
                </a:ext>
              </a:extLst>
            </p:cNvPr>
            <p:cNvSpPr/>
            <p:nvPr/>
          </p:nvSpPr>
          <p:spPr bwMode="auto">
            <a:xfrm>
              <a:off x="5765756" y="1087999"/>
              <a:ext cx="5058566" cy="423949"/>
            </a:xfrm>
            <a:prstGeom prst="chevron">
              <a:avLst/>
            </a:prstGeom>
            <a:grpFill/>
            <a:ln w="12700">
              <a:solidFill>
                <a:schemeClr val="bg1">
                  <a:lumMod val="50000"/>
                </a:schemeClr>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vert270" wrap="square" lIns="0" tIns="0" rIns="0" bIns="0" numCol="1" rtlCol="0" anchor="ctr" anchorCtr="0" compatLnSpc="1">
              <a:prstTxWarp prst="textNoShape">
                <a:avLst/>
              </a:prstTxWarp>
            </a:bodyPr>
            <a:lstStyle/>
            <a:p>
              <a:pPr algn="ctr" fontAlgn="base">
                <a:lnSpc>
                  <a:spcPct val="120000"/>
                </a:lnSpc>
                <a:spcBef>
                  <a:spcPct val="0"/>
                </a:spcBef>
                <a:spcAft>
                  <a:spcPct val="0"/>
                </a:spcAft>
              </a:pPr>
              <a:r>
                <a:rPr lang="en-US" sz="1050" dirty="0">
                  <a:solidFill>
                    <a:schemeClr val="tx1"/>
                  </a:solidFill>
                </a:rPr>
                <a:t>Build, Test, Deploy</a:t>
              </a:r>
            </a:p>
          </p:txBody>
        </p:sp>
        <p:sp>
          <p:nvSpPr>
            <p:cNvPr id="7" name="Chevron 6">
              <a:extLst>
                <a:ext uri="{FF2B5EF4-FFF2-40B4-BE49-F238E27FC236}">
                  <a16:creationId xmlns:a16="http://schemas.microsoft.com/office/drawing/2014/main" id="{EBC5C9C7-B710-9D20-481E-506DC8667E1B}"/>
                </a:ext>
              </a:extLst>
            </p:cNvPr>
            <p:cNvSpPr/>
            <p:nvPr/>
          </p:nvSpPr>
          <p:spPr bwMode="auto">
            <a:xfrm>
              <a:off x="10346300" y="1087998"/>
              <a:ext cx="2163387" cy="423949"/>
            </a:xfrm>
            <a:prstGeom prst="chevron">
              <a:avLst/>
            </a:prstGeom>
            <a:grpFill/>
            <a:ln w="12700">
              <a:solidFill>
                <a:schemeClr val="bg1">
                  <a:lumMod val="50000"/>
                </a:schemeClr>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vert270" wrap="square" lIns="0" tIns="45720" rIns="91440" bIns="45720" numCol="1" rtlCol="0" anchor="ctr" anchorCtr="0" compatLnSpc="1">
              <a:prstTxWarp prst="textNoShape">
                <a:avLst/>
              </a:prstTxWarp>
            </a:bodyPr>
            <a:lstStyle/>
            <a:p>
              <a:pPr algn="ctr" fontAlgn="base">
                <a:lnSpc>
                  <a:spcPct val="120000"/>
                </a:lnSpc>
                <a:spcBef>
                  <a:spcPct val="0"/>
                </a:spcBef>
                <a:spcAft>
                  <a:spcPct val="0"/>
                </a:spcAft>
              </a:pPr>
              <a:r>
                <a:rPr lang="en-US" sz="1050" dirty="0">
                  <a:solidFill>
                    <a:schemeClr val="tx1"/>
                  </a:solidFill>
                </a:rPr>
                <a:t>Monitor</a:t>
              </a:r>
            </a:p>
          </p:txBody>
        </p:sp>
      </p:grpSp>
      <p:pic>
        <p:nvPicPr>
          <p:cNvPr id="4" name="Picture 3">
            <a:extLst>
              <a:ext uri="{FF2B5EF4-FFF2-40B4-BE49-F238E27FC236}">
                <a16:creationId xmlns:a16="http://schemas.microsoft.com/office/drawing/2014/main" id="{D7B05F2D-E206-2661-81C0-4EBF27215C99}"/>
              </a:ext>
            </a:extLst>
          </p:cNvPr>
          <p:cNvPicPr>
            <a:picLocks noChangeAspect="1"/>
          </p:cNvPicPr>
          <p:nvPr/>
        </p:nvPicPr>
        <p:blipFill>
          <a:blip r:embed="rId2"/>
          <a:srcRect b="15624"/>
          <a:stretch>
            <a:fillRect/>
          </a:stretch>
        </p:blipFill>
        <p:spPr>
          <a:xfrm>
            <a:off x="6435834" y="457200"/>
            <a:ext cx="395865" cy="368353"/>
          </a:xfrm>
          <a:prstGeom prst="rect">
            <a:avLst/>
          </a:prstGeom>
        </p:spPr>
      </p:pic>
      <p:pic>
        <p:nvPicPr>
          <p:cNvPr id="18" name="Picture 17">
            <a:extLst>
              <a:ext uri="{FF2B5EF4-FFF2-40B4-BE49-F238E27FC236}">
                <a16:creationId xmlns:a16="http://schemas.microsoft.com/office/drawing/2014/main" id="{653E54DD-EAFD-F409-9089-20C9A1645465}"/>
              </a:ext>
            </a:extLst>
          </p:cNvPr>
          <p:cNvPicPr>
            <a:picLocks noChangeAspect="1"/>
          </p:cNvPicPr>
          <p:nvPr/>
        </p:nvPicPr>
        <p:blipFill>
          <a:blip r:embed="rId2"/>
          <a:srcRect b="15624"/>
          <a:stretch>
            <a:fillRect/>
          </a:stretch>
        </p:blipFill>
        <p:spPr>
          <a:xfrm>
            <a:off x="9829800" y="457200"/>
            <a:ext cx="395865" cy="368353"/>
          </a:xfrm>
          <a:prstGeom prst="rect">
            <a:avLst/>
          </a:prstGeom>
        </p:spPr>
      </p:pic>
      <p:sp>
        <p:nvSpPr>
          <p:cNvPr id="19" name="Rounded Rectangle 18">
            <a:extLst>
              <a:ext uri="{FF2B5EF4-FFF2-40B4-BE49-F238E27FC236}">
                <a16:creationId xmlns:a16="http://schemas.microsoft.com/office/drawing/2014/main" id="{3A2542BE-ADB2-8822-2675-9B2ADF747183}"/>
              </a:ext>
            </a:extLst>
          </p:cNvPr>
          <p:cNvSpPr/>
          <p:nvPr/>
        </p:nvSpPr>
        <p:spPr bwMode="auto">
          <a:xfrm>
            <a:off x="1453988" y="6400800"/>
            <a:ext cx="3431651" cy="258868"/>
          </a:xfrm>
          <a:prstGeom prst="roundRect">
            <a:avLst/>
          </a:prstGeom>
          <a:solidFill>
            <a:srgbClr val="F3FFF9"/>
          </a:solidFill>
          <a:ln w="12700">
            <a:solidFill>
              <a:srgbClr val="24A148"/>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0" tIns="0" rIns="0" bIns="0" numCol="1" rtlCol="0" anchor="ctr" anchorCtr="0" compatLnSpc="1">
            <a:prstTxWarp prst="textNoShape">
              <a:avLst/>
            </a:prstTxWarp>
          </a:bodyPr>
          <a:lstStyle/>
          <a:p>
            <a:pPr marL="0" marR="0" indent="0" algn="ctr" defTabSz="914400" rtl="0" eaLnBrk="1" fontAlgn="base" latinLnBrk="0" hangingPunct="1">
              <a:lnSpc>
                <a:spcPct val="120000"/>
              </a:lnSpc>
              <a:spcBef>
                <a:spcPct val="0"/>
              </a:spcBef>
              <a:spcAft>
                <a:spcPct val="0"/>
              </a:spcAft>
              <a:buClrTx/>
              <a:buSzTx/>
              <a:buFont typeface="+mn-lt"/>
              <a:buNone/>
              <a:tabLst/>
            </a:pPr>
            <a:r>
              <a:rPr lang="en-US" sz="1100" b="1" dirty="0">
                <a:solidFill>
                  <a:srgbClr val="007D79"/>
                </a:solidFill>
              </a:rPr>
              <a:t>User Role: </a:t>
            </a:r>
            <a:r>
              <a:rPr lang="en-US" sz="1100" b="1" dirty="0">
                <a:solidFill>
                  <a:schemeClr val="tx1"/>
                </a:solidFill>
              </a:rPr>
              <a:t>Takes decisions, reviews and approves</a:t>
            </a:r>
            <a:endParaRPr kumimoji="0" lang="en-US" sz="1100" b="1" i="0" u="none" strike="noStrike" cap="none" normalizeH="0" baseline="0" dirty="0">
              <a:ln>
                <a:noFill/>
              </a:ln>
              <a:solidFill>
                <a:schemeClr val="tx1"/>
              </a:solidFill>
              <a:effectLst/>
              <a:latin typeface="+mn-lt"/>
            </a:endParaRPr>
          </a:p>
        </p:txBody>
      </p:sp>
      <p:sp>
        <p:nvSpPr>
          <p:cNvPr id="22" name="Rounded Rectangle 21">
            <a:extLst>
              <a:ext uri="{FF2B5EF4-FFF2-40B4-BE49-F238E27FC236}">
                <a16:creationId xmlns:a16="http://schemas.microsoft.com/office/drawing/2014/main" id="{2D970504-C519-B3A7-24E2-3EE186724925}"/>
              </a:ext>
            </a:extLst>
          </p:cNvPr>
          <p:cNvSpPr/>
          <p:nvPr/>
        </p:nvSpPr>
        <p:spPr bwMode="auto">
          <a:xfrm>
            <a:off x="5018871" y="6400801"/>
            <a:ext cx="3229789" cy="258868"/>
          </a:xfrm>
          <a:prstGeom prst="roundRect">
            <a:avLst/>
          </a:prstGeom>
          <a:solidFill>
            <a:schemeClr val="accent1">
              <a:lumMod val="20000"/>
              <a:lumOff val="80000"/>
            </a:schemeClr>
          </a:solidFill>
          <a:ln w="12700">
            <a:solidFill>
              <a:schemeClr val="tx2">
                <a:lumMod val="60000"/>
                <a:lumOff val="40000"/>
              </a:schemeClr>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0" tIns="0" rIns="0" bIns="0" numCol="1" rtlCol="0" anchor="ctr" anchorCtr="0" compatLnSpc="1">
            <a:prstTxWarp prst="textNoShape">
              <a:avLst/>
            </a:prstTxWarp>
          </a:bodyPr>
          <a:lstStyle/>
          <a:p>
            <a:pPr marL="0" marR="0" indent="0" algn="ctr" defTabSz="914400" rtl="0" eaLnBrk="1" fontAlgn="base" latinLnBrk="0" hangingPunct="1">
              <a:lnSpc>
                <a:spcPct val="120000"/>
              </a:lnSpc>
              <a:spcBef>
                <a:spcPct val="0"/>
              </a:spcBef>
              <a:spcAft>
                <a:spcPct val="0"/>
              </a:spcAft>
              <a:buClrTx/>
              <a:buSzTx/>
              <a:buFont typeface="+mn-lt"/>
              <a:buNone/>
              <a:tabLst/>
            </a:pPr>
            <a:r>
              <a:rPr lang="en-US" sz="1100" b="1" dirty="0">
                <a:solidFill>
                  <a:schemeClr val="accent1">
                    <a:lumMod val="75000"/>
                  </a:schemeClr>
                </a:solidFill>
              </a:rPr>
              <a:t>IBM Bob</a:t>
            </a:r>
            <a:r>
              <a:rPr lang="en-US" sz="1100" b="1" dirty="0">
                <a:solidFill>
                  <a:schemeClr val="accent1">
                    <a:lumMod val="50000"/>
                  </a:schemeClr>
                </a:solidFill>
              </a:rPr>
              <a:t>: </a:t>
            </a:r>
            <a:r>
              <a:rPr lang="en-US" sz="1100" b="1" dirty="0">
                <a:solidFill>
                  <a:schemeClr val="tx1"/>
                </a:solidFill>
              </a:rPr>
              <a:t>Automation, analysis and generation</a:t>
            </a:r>
            <a:endParaRPr kumimoji="0" lang="en-US" sz="1100" b="1" i="0" u="none" strike="noStrike" cap="none" normalizeH="0" baseline="0" dirty="0">
              <a:ln>
                <a:noFill/>
              </a:ln>
              <a:solidFill>
                <a:schemeClr val="tx1"/>
              </a:solidFill>
              <a:effectLst/>
              <a:latin typeface="+mn-lt"/>
            </a:endParaRPr>
          </a:p>
        </p:txBody>
      </p:sp>
      <p:sp>
        <p:nvSpPr>
          <p:cNvPr id="23" name="Rounded Rectangle 22">
            <a:extLst>
              <a:ext uri="{FF2B5EF4-FFF2-40B4-BE49-F238E27FC236}">
                <a16:creationId xmlns:a16="http://schemas.microsoft.com/office/drawing/2014/main" id="{E2525F07-57B2-D487-5678-2898ECC7D603}"/>
              </a:ext>
            </a:extLst>
          </p:cNvPr>
          <p:cNvSpPr/>
          <p:nvPr/>
        </p:nvSpPr>
        <p:spPr bwMode="auto">
          <a:xfrm>
            <a:off x="8417987" y="6400801"/>
            <a:ext cx="3615355" cy="258868"/>
          </a:xfrm>
          <a:prstGeom prst="roundRect">
            <a:avLst/>
          </a:prstGeom>
          <a:solidFill>
            <a:schemeClr val="bg1">
              <a:lumMod val="85000"/>
            </a:schemeClr>
          </a:solidFill>
          <a:ln w="12700">
            <a:solidFill>
              <a:srgbClr val="8D8D8D"/>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0" tIns="0" rIns="0" bIns="0" numCol="1" rtlCol="0" anchor="ctr" anchorCtr="0" compatLnSpc="1">
            <a:prstTxWarp prst="textNoShape">
              <a:avLst/>
            </a:prstTxWarp>
          </a:bodyPr>
          <a:lstStyle/>
          <a:p>
            <a:pPr marL="0" marR="0" indent="0" algn="ctr" defTabSz="914400" rtl="0" eaLnBrk="1" fontAlgn="base" latinLnBrk="0" hangingPunct="1">
              <a:lnSpc>
                <a:spcPct val="120000"/>
              </a:lnSpc>
              <a:spcBef>
                <a:spcPct val="0"/>
              </a:spcBef>
              <a:spcAft>
                <a:spcPct val="0"/>
              </a:spcAft>
              <a:buClrTx/>
              <a:buSzTx/>
              <a:buFont typeface="+mn-lt"/>
              <a:buNone/>
              <a:tabLst/>
            </a:pPr>
            <a:r>
              <a:rPr lang="en-US" sz="1100" b="1" dirty="0">
                <a:solidFill>
                  <a:schemeClr val="tx1">
                    <a:lumMod val="75000"/>
                    <a:lumOff val="25000"/>
                  </a:schemeClr>
                </a:solidFill>
              </a:rPr>
              <a:t>Integrated Tools: </a:t>
            </a:r>
            <a:r>
              <a:rPr lang="en-US" sz="1100" b="1" dirty="0">
                <a:solidFill>
                  <a:schemeClr val="tx1"/>
                </a:solidFill>
              </a:rPr>
              <a:t>Example tools that Bob connect with</a:t>
            </a:r>
            <a:endParaRPr kumimoji="0" lang="en-US" sz="1100" b="1" i="0" u="none" strike="noStrike" cap="none" normalizeH="0" baseline="0" dirty="0">
              <a:ln>
                <a:noFill/>
              </a:ln>
              <a:solidFill>
                <a:schemeClr val="tx1"/>
              </a:solidFill>
              <a:effectLst/>
              <a:latin typeface="+mn-lt"/>
            </a:endParaRPr>
          </a:p>
        </p:txBody>
      </p:sp>
      <p:sp>
        <p:nvSpPr>
          <p:cNvPr id="45" name="TextBox 44">
            <a:extLst>
              <a:ext uri="{FF2B5EF4-FFF2-40B4-BE49-F238E27FC236}">
                <a16:creationId xmlns:a16="http://schemas.microsoft.com/office/drawing/2014/main" id="{3074F515-6798-1380-B026-08658FA59BFD}"/>
              </a:ext>
            </a:extLst>
          </p:cNvPr>
          <p:cNvSpPr txBox="1"/>
          <p:nvPr/>
        </p:nvSpPr>
        <p:spPr>
          <a:xfrm>
            <a:off x="1276015" y="6596390"/>
            <a:ext cx="10202779" cy="261610"/>
          </a:xfrm>
          <a:prstGeom prst="rect">
            <a:avLst/>
          </a:prstGeom>
          <a:no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a:spAutoFit/>
          </a:bodyPr>
          <a:lstStyle/>
          <a:p>
            <a:pPr algn="l">
              <a:buNone/>
            </a:pPr>
            <a:r>
              <a:rPr lang="en-US" sz="1100" b="1" i="0" dirty="0">
                <a:solidFill>
                  <a:srgbClr val="202020"/>
                </a:solidFill>
                <a:effectLst/>
                <a:latin typeface="-apple-system"/>
              </a:rPr>
              <a:t>*IBM Bob assists, analyzes, orchestrates, and recommends across the SDLC; execution depth depends on tool integration, policy controls, and human approval.</a:t>
            </a:r>
            <a:endParaRPr lang="en-US" sz="1100" b="0" i="0" dirty="0">
              <a:solidFill>
                <a:srgbClr val="202020"/>
              </a:solidFill>
              <a:effectLst/>
              <a:latin typeface="-apple-system"/>
            </a:endParaRPr>
          </a:p>
        </p:txBody>
      </p:sp>
    </p:spTree>
    <p:extLst>
      <p:ext uri="{BB962C8B-B14F-4D97-AF65-F5344CB8AC3E}">
        <p14:creationId xmlns:p14="http://schemas.microsoft.com/office/powerpoint/2010/main" val="305845675"/>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424"/>
        <p:cNvGrpSpPr/>
        <p:nvPr/>
      </p:nvGrpSpPr>
      <p:grpSpPr>
        <a:xfrm>
          <a:off x="0" y="0"/>
          <a:ext cx="0" cy="0"/>
          <a:chOff x="0" y="0"/>
          <a:chExt cx="0" cy="0"/>
        </a:xfrm>
      </p:grpSpPr>
      <p:pic>
        <p:nvPicPr>
          <p:cNvPr id="1425" name="Google Shape;1425;p28" descr="IBM_logo  "/>
          <p:cNvPicPr preferRelativeResize="0"/>
          <p:nvPr/>
        </p:nvPicPr>
        <p:blipFill rotWithShape="1">
          <a:blip r:embed="rId3">
            <a:alphaModFix/>
          </a:blip>
          <a:srcRect/>
          <a:stretch/>
        </p:blipFill>
        <p:spPr>
          <a:xfrm>
            <a:off x="5162472" y="3079926"/>
            <a:ext cx="1870167" cy="698508"/>
          </a:xfrm>
          <a:prstGeom prst="rect">
            <a:avLst/>
          </a:prstGeom>
          <a:noFill/>
          <a:ln>
            <a:noFill/>
          </a:ln>
        </p:spPr>
      </p:pic>
    </p:spTree>
  </p:cSld>
  <p:clrMapOvr>
    <a:masterClrMapping/>
  </p:clrMapOvr>
</p:sld>
</file>

<file path=ppt/theme/theme1.xml><?xml version="1.0" encoding="utf-8"?>
<a:theme xmlns:a="http://schemas.openxmlformats.org/drawingml/2006/main" name="Internal Sleeves">
  <a:themeElements>
    <a:clrScheme name="IBM BxD palette 2018">
      <a:dk1>
        <a:srgbClr val="FFFFFF"/>
      </a:dk1>
      <a:lt1>
        <a:srgbClr val="000000"/>
      </a:lt1>
      <a:dk2>
        <a:srgbClr val="565656"/>
      </a:dk2>
      <a:lt2>
        <a:srgbClr val="F3F3F3"/>
      </a:lt2>
      <a:accent1>
        <a:srgbClr val="767676"/>
      </a:accent1>
      <a:accent2>
        <a:srgbClr val="0F6FFF"/>
      </a:accent2>
      <a:accent3>
        <a:srgbClr val="D7306D"/>
      </a:accent3>
      <a:accent4>
        <a:srgbClr val="924CFC"/>
      </a:accent4>
      <a:accent5>
        <a:srgbClr val="008381"/>
      </a:accent5>
      <a:accent6>
        <a:srgbClr val="6E757C"/>
      </a:accent6>
      <a:hlink>
        <a:srgbClr val="0F6FFF"/>
      </a:hlink>
      <a:folHlink>
        <a:srgbClr val="6EA6FF"/>
      </a:folHlink>
    </a:clrScheme>
    <a:fontScheme name="IBM Plex">
      <a:majorFont>
        <a:latin typeface="IBM Plex Sans SemiBold"/>
        <a:ea typeface=""/>
        <a:cs typeface=""/>
      </a:majorFont>
      <a:minorFont>
        <a:latin typeface="IBM Plex Sans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solidFill>
        <a:ln w="19050">
          <a:solidFill>
            <a:schemeClr val="bg1"/>
          </a:solidFill>
          <a:headEnd type="none" w="med" len="med"/>
          <a:tailEnd type="none" w="med" len="med"/>
        </a:ln>
        <a:effectLst/>
      </a:spPr>
      <a:bodyPr vert="horz" wrap="square" lIns="36000" tIns="36000" rIns="36000" bIns="36000" numCol="1" rtlCol="0" anchor="t" anchorCtr="0" compatLnSpc="1">
        <a:prstTxWarp prst="textNoShape">
          <a:avLst/>
        </a:prstTxWarp>
      </a:bodyPr>
      <a:lstStyle>
        <a:defPPr marL="0" marR="0" indent="0" algn="l" defTabSz="914400" rtl="0" eaLnBrk="1" fontAlgn="base" latinLnBrk="0" hangingPunct="1">
          <a:lnSpc>
            <a:spcPct val="90000"/>
          </a:lnSpc>
          <a:spcBef>
            <a:spcPct val="0"/>
          </a:spcBef>
          <a:spcAft>
            <a:spcPct val="0"/>
          </a:spcAft>
          <a:buClrTx/>
          <a:buSzTx/>
          <a:buFontTx/>
          <a:buNone/>
          <a:tabLst/>
          <a:defRPr kumimoji="0" sz="2000" b="0" i="0" u="none" strike="noStrike" cap="none" normalizeH="0" baseline="0" dirty="0" smtClean="0">
            <a:ln>
              <a:noFill/>
            </a:ln>
            <a:solidFill>
              <a:srgbClr val="191919"/>
            </a:solidFill>
            <a:effectLst/>
            <a:latin typeface="HelvNeue Light for IBM" pitchFamily="34" charset="0"/>
          </a:defRPr>
        </a:defPPr>
      </a:lstStyle>
      <a:style>
        <a:lnRef idx="2">
          <a:schemeClr val="accent6"/>
        </a:lnRef>
        <a:fillRef idx="1">
          <a:schemeClr val="lt1"/>
        </a:fillRef>
        <a:effectRef idx="0">
          <a:schemeClr val="accent6"/>
        </a:effectRef>
        <a:fontRef idx="minor">
          <a:schemeClr val="dk1"/>
        </a:fontRef>
      </a:style>
    </a:spDef>
    <a:lnDef>
      <a:spPr bwMode="auto">
        <a:ln w="19050">
          <a:solidFill>
            <a:schemeClr val="bg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noFill/>
      </a:spPr>
      <a:bodyPr wrap="square" rtlCol="0">
        <a:spAutoFit/>
      </a:bodyPr>
      <a:lstStyle>
        <a:defPPr>
          <a:defRPr sz="1400" dirty="0" smtClean="0">
            <a:solidFill>
              <a:schemeClr val="bg1"/>
            </a:solidFill>
            <a:latin typeface="IBM Plex Sans" charset="0"/>
            <a:ea typeface="IBM Plex Sans" charset="0"/>
            <a:cs typeface="IBM Plex Sans" charset="0"/>
          </a:defRPr>
        </a:defPPr>
      </a:lstStyle>
    </a:txDef>
  </a:objectDefaults>
  <a:extraClrSchemeLst/>
  <a:custClrLst>
    <a:custClr name="Magenta 100">
      <a:srgbClr val="2A0A16"/>
    </a:custClr>
    <a:custClr name="Magenta 90">
      <a:srgbClr val="4F0027"/>
    </a:custClr>
    <a:custClr name="Magenta 80">
      <a:srgbClr val="760A3A"/>
    </a:custClr>
    <a:custClr name="Magenta 70">
      <a:srgbClr val="A11950"/>
    </a:custClr>
    <a:custClr name="Magenta 60">
      <a:srgbClr val="D7306D"/>
    </a:custClr>
    <a:custClr name="Magenta 50">
      <a:srgbClr val="EE538B"/>
    </a:custClr>
    <a:custClr name="Magenta 40">
      <a:srgbClr val="FA75A6"/>
    </a:custClr>
    <a:custClr name="Magenta 30">
      <a:srgbClr val="FFA0C2"/>
    </a:custClr>
    <a:custClr name="Magenta 20">
      <a:srgbClr val="FFCFE1"/>
    </a:custClr>
    <a:custClr name="Magenta 10">
      <a:srgbClr val="FFF0F6"/>
    </a:custClr>
    <a:custClr name="Purple 100">
      <a:srgbClr val="1E1033"/>
    </a:custClr>
    <a:custClr name="Purple 90">
      <a:srgbClr val="321260"/>
    </a:custClr>
    <a:custClr name="Purple 80">
      <a:srgbClr val="4F2196"/>
    </a:custClr>
    <a:custClr name="Purple 70">
      <a:srgbClr val="6E32C9"/>
    </a:custClr>
    <a:custClr name="Purple 60">
      <a:srgbClr val="924CFC"/>
    </a:custClr>
    <a:custClr name="Purple 50">
      <a:srgbClr val="A970FF"/>
    </a:custClr>
    <a:custClr name="Purple 40">
      <a:srgbClr val="BB8EFF"/>
    </a:custClr>
    <a:custClr name="Purple 30">
      <a:srgbClr val="D0B0FF"/>
    </a:custClr>
    <a:custClr name="Purple 20">
      <a:srgbClr val="E6D6FF"/>
    </a:custClr>
    <a:custClr name="Purple 10">
      <a:srgbClr val="F7F1FF"/>
    </a:custClr>
    <a:custClr name="Blue 100">
      <a:srgbClr val="051243"/>
    </a:custClr>
    <a:custClr name="Blue 90">
      <a:srgbClr val="051B75"/>
    </a:custClr>
    <a:custClr name="Blue 80">
      <a:srgbClr val="0530AD"/>
    </a:custClr>
    <a:custClr name="Blue 70">
      <a:srgbClr val="054ADA"/>
    </a:custClr>
    <a:custClr name="Blue 60">
      <a:srgbClr val="0F6FFF"/>
    </a:custClr>
    <a:custClr name="Blue 50">
      <a:srgbClr val="418CFF"/>
    </a:custClr>
    <a:custClr name="Blue 40">
      <a:srgbClr val="6EA6FF"/>
    </a:custClr>
    <a:custClr name="Blue 30">
      <a:srgbClr val="97C1FF"/>
    </a:custClr>
    <a:custClr name="Blue 20">
      <a:srgbClr val="C9DEFF"/>
    </a:custClr>
    <a:custClr name="Blue 10">
      <a:srgbClr val="EDF4FF"/>
    </a:custClr>
    <a:custClr name="Teal 100">
      <a:srgbClr val="081A1C"/>
    </a:custClr>
    <a:custClr name="Teal 90">
      <a:srgbClr val="002B30"/>
    </a:custClr>
    <a:custClr name="Teal 80">
      <a:srgbClr val="004548"/>
    </a:custClr>
    <a:custClr name="Teal 70">
      <a:srgbClr val="006161"/>
    </a:custClr>
    <a:custClr name="Teal 60">
      <a:srgbClr val="008381"/>
    </a:custClr>
    <a:custClr name="Teal 50">
      <a:srgbClr val="009E9A"/>
    </a:custClr>
    <a:custClr name="Teal 40">
      <a:srgbClr val="00BAB6"/>
    </a:custClr>
    <a:custClr name="Teal 30">
      <a:srgbClr val="20D5D2"/>
    </a:custClr>
    <a:custClr name="Teal 20">
      <a:srgbClr val="87EDED"/>
    </a:custClr>
    <a:custClr name="Teal 10">
      <a:srgbClr val="DBFBFB"/>
    </a:custClr>
    <a:custClr name="Gray 100">
      <a:srgbClr val="171717"/>
    </a:custClr>
    <a:custClr name="Gray 90">
      <a:srgbClr val="252525"/>
    </a:custClr>
    <a:custClr name="Gray 80">
      <a:srgbClr val="3D3D3D"/>
    </a:custClr>
    <a:custClr name="Gray 70">
      <a:srgbClr val="565656"/>
    </a:custClr>
    <a:custClr name="Gray 60">
      <a:srgbClr val="767676"/>
    </a:custClr>
    <a:custClr name="Gray 50">
      <a:srgbClr val="8C8C8C"/>
    </a:custClr>
    <a:custClr name="Gray 40">
      <a:srgbClr val="A4A4A4"/>
    </a:custClr>
    <a:custClr name="Gray 30">
      <a:srgbClr val="BEBEBE"/>
    </a:custClr>
    <a:custClr name="Gray 20">
      <a:srgbClr val="DCDCDC"/>
    </a:custClr>
    <a:custClr name="Gray 10">
      <a:srgbClr val="F3F3F3"/>
    </a:custClr>
  </a:custClrLst>
  <a:extLst>
    <a:ext uri="{05A4C25C-085E-4340-85A3-A5531E510DB2}">
      <thm15:themeFamily xmlns:thm15="http://schemas.microsoft.com/office/thememl/2012/main" name="CIO Presentation Template" id="{8EEC4E35-1733-BB48-8B54-2A21C327B195}" vid="{15E8FE39-8A83-7E4F-BD7D-C069EFCA9538}"/>
    </a:ext>
  </a:extLst>
</a:theme>
</file>

<file path=ppt/theme/theme2.xml><?xml version="1.0" encoding="utf-8"?>
<a:theme xmlns:a="http://schemas.openxmlformats.org/drawingml/2006/main" name="External Sleeves">
  <a:themeElements>
    <a:clrScheme name="IBM BxD palette 2018">
      <a:dk1>
        <a:srgbClr val="FFFFFF"/>
      </a:dk1>
      <a:lt1>
        <a:srgbClr val="000000"/>
      </a:lt1>
      <a:dk2>
        <a:srgbClr val="565656"/>
      </a:dk2>
      <a:lt2>
        <a:srgbClr val="F3F3F3"/>
      </a:lt2>
      <a:accent1>
        <a:srgbClr val="767676"/>
      </a:accent1>
      <a:accent2>
        <a:srgbClr val="0F6FFF"/>
      </a:accent2>
      <a:accent3>
        <a:srgbClr val="D7306D"/>
      </a:accent3>
      <a:accent4>
        <a:srgbClr val="924CFC"/>
      </a:accent4>
      <a:accent5>
        <a:srgbClr val="008381"/>
      </a:accent5>
      <a:accent6>
        <a:srgbClr val="6E757C"/>
      </a:accent6>
      <a:hlink>
        <a:srgbClr val="0F6FFF"/>
      </a:hlink>
      <a:folHlink>
        <a:srgbClr val="6EA6FF"/>
      </a:folHlink>
    </a:clrScheme>
    <a:fontScheme name="IBM Plex">
      <a:majorFont>
        <a:latin typeface="IBM Plex Sans SemiBold"/>
        <a:ea typeface=""/>
        <a:cs typeface=""/>
      </a:majorFont>
      <a:minorFont>
        <a:latin typeface="IBM Plex Sans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solidFill>
        <a:ln w="19050">
          <a:solidFill>
            <a:schemeClr val="bg1"/>
          </a:solidFill>
          <a:headEnd type="none" w="med" len="med"/>
          <a:tailEnd type="none" w="med" len="med"/>
        </a:ln>
        <a:effectLst/>
      </a:spPr>
      <a:bodyPr vert="horz" wrap="square" lIns="36000" tIns="36000" rIns="36000" bIns="36000" numCol="1" rtlCol="0" anchor="t" anchorCtr="0" compatLnSpc="1">
        <a:prstTxWarp prst="textNoShape">
          <a:avLst/>
        </a:prstTxWarp>
      </a:bodyPr>
      <a:lstStyle>
        <a:defPPr marL="0" marR="0" indent="0" algn="l" defTabSz="914400" rtl="0" eaLnBrk="1" fontAlgn="base" latinLnBrk="0" hangingPunct="1">
          <a:lnSpc>
            <a:spcPct val="90000"/>
          </a:lnSpc>
          <a:spcBef>
            <a:spcPct val="0"/>
          </a:spcBef>
          <a:spcAft>
            <a:spcPct val="0"/>
          </a:spcAft>
          <a:buClrTx/>
          <a:buSzTx/>
          <a:buFontTx/>
          <a:buNone/>
          <a:tabLst/>
          <a:defRPr kumimoji="0" sz="2000" b="0" i="0" u="none" strike="noStrike" cap="none" normalizeH="0" baseline="0" dirty="0" smtClean="0">
            <a:ln>
              <a:noFill/>
            </a:ln>
            <a:solidFill>
              <a:srgbClr val="191919"/>
            </a:solidFill>
            <a:effectLst/>
            <a:latin typeface="HelvNeue Light for IBM" pitchFamily="34" charset="0"/>
          </a:defRPr>
        </a:defPPr>
      </a:lstStyle>
      <a:style>
        <a:lnRef idx="2">
          <a:schemeClr val="accent6"/>
        </a:lnRef>
        <a:fillRef idx="1">
          <a:schemeClr val="lt1"/>
        </a:fillRef>
        <a:effectRef idx="0">
          <a:schemeClr val="accent6"/>
        </a:effectRef>
        <a:fontRef idx="minor">
          <a:schemeClr val="dk1"/>
        </a:fontRef>
      </a:style>
    </a:spDef>
    <a:lnDef>
      <a:spPr bwMode="auto">
        <a:ln w="19050">
          <a:solidFill>
            <a:schemeClr val="bg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noFill/>
      </a:spPr>
      <a:bodyPr wrap="square" rtlCol="0">
        <a:spAutoFit/>
      </a:bodyPr>
      <a:lstStyle>
        <a:defPPr>
          <a:defRPr sz="1400" dirty="0" smtClean="0">
            <a:solidFill>
              <a:schemeClr val="bg1"/>
            </a:solidFill>
            <a:latin typeface="IBM Plex Sans" charset="0"/>
            <a:ea typeface="IBM Plex Sans" charset="0"/>
            <a:cs typeface="IBM Plex Sans" charset="0"/>
          </a:defRPr>
        </a:defPPr>
      </a:lstStyle>
    </a:txDef>
  </a:objectDefaults>
  <a:extraClrSchemeLst/>
  <a:custClrLst>
    <a:custClr name="Magenta 100">
      <a:srgbClr val="2A0A16"/>
    </a:custClr>
    <a:custClr name="Magenta 90">
      <a:srgbClr val="4F0027"/>
    </a:custClr>
    <a:custClr name="Magenta 80">
      <a:srgbClr val="760A3A"/>
    </a:custClr>
    <a:custClr name="Magenta 70">
      <a:srgbClr val="A11950"/>
    </a:custClr>
    <a:custClr name="Magenta 60">
      <a:srgbClr val="D7306D"/>
    </a:custClr>
    <a:custClr name="Magenta 50">
      <a:srgbClr val="EE538B"/>
    </a:custClr>
    <a:custClr name="Magenta 40">
      <a:srgbClr val="FA75A6"/>
    </a:custClr>
    <a:custClr name="Magenta 30">
      <a:srgbClr val="FFA0C2"/>
    </a:custClr>
    <a:custClr name="Magenta 20">
      <a:srgbClr val="FFCFE1"/>
    </a:custClr>
    <a:custClr name="Magenta 10">
      <a:srgbClr val="FFF0F6"/>
    </a:custClr>
    <a:custClr name="Purple 100">
      <a:srgbClr val="1E1033"/>
    </a:custClr>
    <a:custClr name="Purple 90">
      <a:srgbClr val="321260"/>
    </a:custClr>
    <a:custClr name="Purple 80">
      <a:srgbClr val="4F2196"/>
    </a:custClr>
    <a:custClr name="Purple 70">
      <a:srgbClr val="6E32C9"/>
    </a:custClr>
    <a:custClr name="Purple 60">
      <a:srgbClr val="924CFC"/>
    </a:custClr>
    <a:custClr name="Purple 50">
      <a:srgbClr val="A970FF"/>
    </a:custClr>
    <a:custClr name="Purple 40">
      <a:srgbClr val="BB8EFF"/>
    </a:custClr>
    <a:custClr name="Purple 30">
      <a:srgbClr val="D0B0FF"/>
    </a:custClr>
    <a:custClr name="Purple 20">
      <a:srgbClr val="E6D6FF"/>
    </a:custClr>
    <a:custClr name="Purple 10">
      <a:srgbClr val="F7F1FF"/>
    </a:custClr>
    <a:custClr name="Blue 100">
      <a:srgbClr val="051243"/>
    </a:custClr>
    <a:custClr name="Blue 90">
      <a:srgbClr val="051B75"/>
    </a:custClr>
    <a:custClr name="Blue 80">
      <a:srgbClr val="0530AD"/>
    </a:custClr>
    <a:custClr name="Blue 70">
      <a:srgbClr val="054ADA"/>
    </a:custClr>
    <a:custClr name="Blue 60">
      <a:srgbClr val="0F6FFF"/>
    </a:custClr>
    <a:custClr name="Blue 50">
      <a:srgbClr val="418CFF"/>
    </a:custClr>
    <a:custClr name="Blue 40">
      <a:srgbClr val="6EA6FF"/>
    </a:custClr>
    <a:custClr name="Blue 30">
      <a:srgbClr val="97C1FF"/>
    </a:custClr>
    <a:custClr name="Blue 20">
      <a:srgbClr val="C9DEFF"/>
    </a:custClr>
    <a:custClr name="Blue 10">
      <a:srgbClr val="EDF4FF"/>
    </a:custClr>
    <a:custClr name="Teal 100">
      <a:srgbClr val="081A1C"/>
    </a:custClr>
    <a:custClr name="Teal 90">
      <a:srgbClr val="002B30"/>
    </a:custClr>
    <a:custClr name="Teal 80">
      <a:srgbClr val="004548"/>
    </a:custClr>
    <a:custClr name="Teal 70">
      <a:srgbClr val="006161"/>
    </a:custClr>
    <a:custClr name="Teal 60">
      <a:srgbClr val="008381"/>
    </a:custClr>
    <a:custClr name="Teal 50">
      <a:srgbClr val="009E9A"/>
    </a:custClr>
    <a:custClr name="Teal 40">
      <a:srgbClr val="00BAB6"/>
    </a:custClr>
    <a:custClr name="Teal 30">
      <a:srgbClr val="20D5D2"/>
    </a:custClr>
    <a:custClr name="Teal 20">
      <a:srgbClr val="87EDED"/>
    </a:custClr>
    <a:custClr name="Teal 10">
      <a:srgbClr val="DBFBFB"/>
    </a:custClr>
    <a:custClr name="Gray 100">
      <a:srgbClr val="171717"/>
    </a:custClr>
    <a:custClr name="Gray 90">
      <a:srgbClr val="252525"/>
    </a:custClr>
    <a:custClr name="Gray 80">
      <a:srgbClr val="3D3D3D"/>
    </a:custClr>
    <a:custClr name="Gray 70">
      <a:srgbClr val="565656"/>
    </a:custClr>
    <a:custClr name="Gray 60">
      <a:srgbClr val="767676"/>
    </a:custClr>
    <a:custClr name="Gray 50">
      <a:srgbClr val="8C8C8C"/>
    </a:custClr>
    <a:custClr name="Gray 40">
      <a:srgbClr val="A4A4A4"/>
    </a:custClr>
    <a:custClr name="Gray 30">
      <a:srgbClr val="BEBEBE"/>
    </a:custClr>
    <a:custClr name="Gray 20">
      <a:srgbClr val="DCDCDC"/>
    </a:custClr>
    <a:custClr name="Gray 10">
      <a:srgbClr val="F3F3F3"/>
    </a:custClr>
  </a:custClrLst>
  <a:extLst>
    <a:ext uri="{05A4C25C-085E-4340-85A3-A5531E510DB2}">
      <thm15:themeFamily xmlns:thm15="http://schemas.microsoft.com/office/thememl/2012/main" name="CIO Presentation Template" id="{8EEC4E35-1733-BB48-8B54-2A21C327B195}" vid="{691EA687-11AA-984C-9B65-2093BA1B3A38}"/>
    </a:ext>
  </a:extLst>
</a:theme>
</file>

<file path=ppt/theme/theme3.xml><?xml version="1.0" encoding="utf-8"?>
<a:theme xmlns:a="http://schemas.openxmlformats.org/drawingml/2006/main" name="Layouts">
  <a:themeElements>
    <a:clrScheme name="IBM BxD palette 2018">
      <a:dk1>
        <a:srgbClr val="FFFFFF"/>
      </a:dk1>
      <a:lt1>
        <a:srgbClr val="000000"/>
      </a:lt1>
      <a:dk2>
        <a:srgbClr val="565656"/>
      </a:dk2>
      <a:lt2>
        <a:srgbClr val="F3F3F3"/>
      </a:lt2>
      <a:accent1>
        <a:srgbClr val="767676"/>
      </a:accent1>
      <a:accent2>
        <a:srgbClr val="0F6FFF"/>
      </a:accent2>
      <a:accent3>
        <a:srgbClr val="D7306D"/>
      </a:accent3>
      <a:accent4>
        <a:srgbClr val="924CFC"/>
      </a:accent4>
      <a:accent5>
        <a:srgbClr val="008381"/>
      </a:accent5>
      <a:accent6>
        <a:srgbClr val="6E757C"/>
      </a:accent6>
      <a:hlink>
        <a:srgbClr val="0F6FFF"/>
      </a:hlink>
      <a:folHlink>
        <a:srgbClr val="6EA6FF"/>
      </a:folHlink>
    </a:clrScheme>
    <a:fontScheme name="IBM Plex">
      <a:majorFont>
        <a:latin typeface="IBM Plex Sans SemiBold"/>
        <a:ea typeface=""/>
        <a:cs typeface=""/>
      </a:majorFont>
      <a:minorFont>
        <a:latin typeface="IBM Plex Sans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solidFill>
        <a:ln w="19050">
          <a:solidFill>
            <a:schemeClr val="bg1"/>
          </a:solidFill>
          <a:headEnd type="none" w="med" len="med"/>
          <a:tailEnd type="none" w="med" len="med"/>
        </a:ln>
        <a:effectLst/>
      </a:spPr>
      <a:bodyPr vert="horz" wrap="square" lIns="36000" tIns="36000" rIns="36000" bIns="36000" numCol="1" rtlCol="0" anchor="t" anchorCtr="0" compatLnSpc="1">
        <a:prstTxWarp prst="textNoShape">
          <a:avLst/>
        </a:prstTxWarp>
      </a:bodyPr>
      <a:lstStyle>
        <a:defPPr marL="0" marR="0" indent="0" algn="l" defTabSz="914400" rtl="0" eaLnBrk="1" fontAlgn="base" latinLnBrk="0" hangingPunct="1">
          <a:lnSpc>
            <a:spcPct val="90000"/>
          </a:lnSpc>
          <a:spcBef>
            <a:spcPct val="0"/>
          </a:spcBef>
          <a:spcAft>
            <a:spcPct val="0"/>
          </a:spcAft>
          <a:buClrTx/>
          <a:buSzTx/>
          <a:buFontTx/>
          <a:buNone/>
          <a:tabLst/>
          <a:defRPr kumimoji="0" sz="2000" b="0" i="0" u="none" strike="noStrike" cap="none" normalizeH="0" baseline="0" dirty="0" smtClean="0">
            <a:ln>
              <a:noFill/>
            </a:ln>
            <a:solidFill>
              <a:srgbClr val="191919"/>
            </a:solidFill>
            <a:effectLst/>
            <a:latin typeface="HelvNeue Light for IBM" pitchFamily="34" charset="0"/>
          </a:defRPr>
        </a:defPPr>
      </a:lstStyle>
      <a:style>
        <a:lnRef idx="2">
          <a:schemeClr val="accent6"/>
        </a:lnRef>
        <a:fillRef idx="1">
          <a:schemeClr val="lt1"/>
        </a:fillRef>
        <a:effectRef idx="0">
          <a:schemeClr val="accent6"/>
        </a:effectRef>
        <a:fontRef idx="minor">
          <a:schemeClr val="dk1"/>
        </a:fontRef>
      </a:style>
    </a:spDef>
    <a:lnDef>
      <a:spPr bwMode="auto">
        <a:ln w="19050">
          <a:solidFill>
            <a:schemeClr val="bg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noFill/>
      </a:spPr>
      <a:bodyPr wrap="square" rtlCol="0">
        <a:spAutoFit/>
      </a:bodyPr>
      <a:lstStyle>
        <a:defPPr>
          <a:defRPr sz="1400" dirty="0" smtClean="0">
            <a:solidFill>
              <a:schemeClr val="bg1"/>
            </a:solidFill>
            <a:latin typeface="IBM Plex Sans" charset="0"/>
            <a:ea typeface="IBM Plex Sans" charset="0"/>
            <a:cs typeface="IBM Plex Sans" charset="0"/>
          </a:defRPr>
        </a:defPPr>
      </a:lstStyle>
    </a:txDef>
  </a:objectDefaults>
  <a:extraClrSchemeLst/>
  <a:custClrLst>
    <a:custClr name="Magenta 100">
      <a:srgbClr val="2A0A16"/>
    </a:custClr>
    <a:custClr name="Magenta 90">
      <a:srgbClr val="4F0027"/>
    </a:custClr>
    <a:custClr name="Magenta 80">
      <a:srgbClr val="760A3A"/>
    </a:custClr>
    <a:custClr name="Magenta 70">
      <a:srgbClr val="A11950"/>
    </a:custClr>
    <a:custClr name="Magenta 60">
      <a:srgbClr val="D7306D"/>
    </a:custClr>
    <a:custClr name="Magenta 50">
      <a:srgbClr val="EE538B"/>
    </a:custClr>
    <a:custClr name="Magenta 40">
      <a:srgbClr val="FA75A6"/>
    </a:custClr>
    <a:custClr name="Magenta 30">
      <a:srgbClr val="FFA0C2"/>
    </a:custClr>
    <a:custClr name="Magenta 20">
      <a:srgbClr val="FFCFE1"/>
    </a:custClr>
    <a:custClr name="Magenta 10">
      <a:srgbClr val="FFF0F6"/>
    </a:custClr>
    <a:custClr name="Purple 100">
      <a:srgbClr val="1E1033"/>
    </a:custClr>
    <a:custClr name="Purple 90">
      <a:srgbClr val="321260"/>
    </a:custClr>
    <a:custClr name="Purple 80">
      <a:srgbClr val="4F2196"/>
    </a:custClr>
    <a:custClr name="Purple 70">
      <a:srgbClr val="6E32C9"/>
    </a:custClr>
    <a:custClr name="Purple 60">
      <a:srgbClr val="924CFC"/>
    </a:custClr>
    <a:custClr name="Purple 50">
      <a:srgbClr val="A970FF"/>
    </a:custClr>
    <a:custClr name="Purple 40">
      <a:srgbClr val="BB8EFF"/>
    </a:custClr>
    <a:custClr name="Purple 30">
      <a:srgbClr val="D0B0FF"/>
    </a:custClr>
    <a:custClr name="Purple 20">
      <a:srgbClr val="E6D6FF"/>
    </a:custClr>
    <a:custClr name="Purple 10">
      <a:srgbClr val="F7F1FF"/>
    </a:custClr>
    <a:custClr name="Blue 100">
      <a:srgbClr val="051243"/>
    </a:custClr>
    <a:custClr name="Blue 90">
      <a:srgbClr val="051B75"/>
    </a:custClr>
    <a:custClr name="Blue 80">
      <a:srgbClr val="0530AD"/>
    </a:custClr>
    <a:custClr name="Blue 70">
      <a:srgbClr val="054ADA"/>
    </a:custClr>
    <a:custClr name="Blue 60">
      <a:srgbClr val="0F6FFF"/>
    </a:custClr>
    <a:custClr name="Blue 50">
      <a:srgbClr val="418CFF"/>
    </a:custClr>
    <a:custClr name="Blue 40">
      <a:srgbClr val="6EA6FF"/>
    </a:custClr>
    <a:custClr name="Blue 30">
      <a:srgbClr val="97C1FF"/>
    </a:custClr>
    <a:custClr name="Blue 20">
      <a:srgbClr val="C9DEFF"/>
    </a:custClr>
    <a:custClr name="Blue 10">
      <a:srgbClr val="EDF4FF"/>
    </a:custClr>
    <a:custClr name="Teal 100">
      <a:srgbClr val="081A1C"/>
    </a:custClr>
    <a:custClr name="Teal 90">
      <a:srgbClr val="002B30"/>
    </a:custClr>
    <a:custClr name="Teal 80">
      <a:srgbClr val="004548"/>
    </a:custClr>
    <a:custClr name="Teal 70">
      <a:srgbClr val="006161"/>
    </a:custClr>
    <a:custClr name="Teal 60">
      <a:srgbClr val="008381"/>
    </a:custClr>
    <a:custClr name="Teal 50">
      <a:srgbClr val="009E9A"/>
    </a:custClr>
    <a:custClr name="Teal 40">
      <a:srgbClr val="00BAB6"/>
    </a:custClr>
    <a:custClr name="Teal 30">
      <a:srgbClr val="20D5D2"/>
    </a:custClr>
    <a:custClr name="Teal 20">
      <a:srgbClr val="87EDED"/>
    </a:custClr>
    <a:custClr name="Teal 10">
      <a:srgbClr val="DBFBFB"/>
    </a:custClr>
    <a:custClr name="Gray 100">
      <a:srgbClr val="171717"/>
    </a:custClr>
    <a:custClr name="Gray 90">
      <a:srgbClr val="252525"/>
    </a:custClr>
    <a:custClr name="Gray 80">
      <a:srgbClr val="3D3D3D"/>
    </a:custClr>
    <a:custClr name="Gray 70">
      <a:srgbClr val="565656"/>
    </a:custClr>
    <a:custClr name="Gray 60">
      <a:srgbClr val="767676"/>
    </a:custClr>
    <a:custClr name="Gray 50">
      <a:srgbClr val="8C8C8C"/>
    </a:custClr>
    <a:custClr name="Gray 40">
      <a:srgbClr val="A4A4A4"/>
    </a:custClr>
    <a:custClr name="Gray 30">
      <a:srgbClr val="BEBEBE"/>
    </a:custClr>
    <a:custClr name="Gray 20">
      <a:srgbClr val="DCDCDC"/>
    </a:custClr>
    <a:custClr name="Gray 10">
      <a:srgbClr val="F3F3F3"/>
    </a:custClr>
  </a:custClrLst>
  <a:extLst>
    <a:ext uri="{05A4C25C-085E-4340-85A3-A5531E510DB2}">
      <thm15:themeFamily xmlns:thm15="http://schemas.microsoft.com/office/thememl/2012/main" name="CIO Presentation Template" id="{8EEC4E35-1733-BB48-8B54-2A21C327B195}" vid="{B5371999-9D2C-4D46-BB00-D908365A9CD5}"/>
    </a:ext>
  </a:extLst>
</a:theme>
</file>

<file path=ppt/theme/theme4.xml><?xml version="1.0" encoding="utf-8"?>
<a:theme xmlns:a="http://schemas.openxmlformats.org/drawingml/2006/main" name="IBM presentation template">
  <a:themeElements>
    <a:clrScheme name="Custom 1">
      <a:dk1>
        <a:srgbClr val="FFFFFF"/>
      </a:dk1>
      <a:lt1>
        <a:srgbClr val="000000"/>
      </a:lt1>
      <a:dk2>
        <a:srgbClr val="FFFFFF"/>
      </a:dk2>
      <a:lt2>
        <a:srgbClr val="000000"/>
      </a:lt2>
      <a:accent1>
        <a:srgbClr val="0F62FE"/>
      </a:accent1>
      <a:accent2>
        <a:srgbClr val="A56EFF"/>
      </a:accent2>
      <a:accent3>
        <a:srgbClr val="003A6D"/>
      </a:accent3>
      <a:accent4>
        <a:srgbClr val="009D9A"/>
      </a:accent4>
      <a:accent5>
        <a:srgbClr val="9F1853"/>
      </a:accent5>
      <a:accent6>
        <a:srgbClr val="FA4D56"/>
      </a:accent6>
      <a:hlink>
        <a:srgbClr val="0F62FE"/>
      </a:hlink>
      <a:folHlink>
        <a:srgbClr val="6F6F6F"/>
      </a:folHlink>
    </a:clrScheme>
    <a:fontScheme name="IBM Plex">
      <a:majorFont>
        <a:latin typeface="IBM Plex Sans Light"/>
        <a:ea typeface=""/>
        <a:cs typeface=""/>
      </a:majorFont>
      <a:minorFont>
        <a:latin typeface="IBM Plex Sans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E5F6FF"/>
        </a:solidFill>
        <a:ln w="19050">
          <a:solidFill>
            <a:srgbClr val="E5F6FF"/>
          </a:solidFill>
          <a:headEnd type="none" w="med" len="med"/>
          <a:tailEnd type="none" w="med" len="med"/>
        </a:ln>
        <a:effectLst/>
      </a:spPr>
      <a:bodyPr vert="horz" wrap="square" lIns="91440" tIns="91440" rIns="91440" bIns="9144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IBM Plex Sans Light"/>
          <a:buNone/>
          <a:tabLst/>
          <a:defRPr kumimoji="0" sz="1400" b="0" i="0" u="none" strike="noStrike" cap="none" normalizeH="0" baseline="0" dirty="0">
            <a:ln>
              <a:noFill/>
            </a:ln>
            <a:solidFill>
              <a:schemeClr val="bg1"/>
            </a:solidFill>
            <a:effectLst/>
            <a:latin typeface="+mn-lt"/>
          </a:defRPr>
        </a:defPPr>
      </a:lstStyle>
      <a:style>
        <a:lnRef idx="2">
          <a:schemeClr val="accent6"/>
        </a:lnRef>
        <a:fillRef idx="1">
          <a:schemeClr val="lt1"/>
        </a:fillRef>
        <a:effectRef idx="0">
          <a:schemeClr val="accent6"/>
        </a:effectRef>
        <a:fontRef idx="minor">
          <a:schemeClr val="dk1"/>
        </a:fontRef>
      </a:style>
    </a:spDef>
    <a:lnDef>
      <a:spPr bwMode="auto">
        <a:ln w="12700">
          <a:solidFill>
            <a:schemeClr val="tx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ln w="12700">
          <a:miter lim="400000"/>
        </a:ln>
        <a:extLst>
          <a:ext uri="{C572A759-6A51-4108-AA02-DFA0A04FC94B}">
            <ma14:wrappingTextBoxFlag xmlns:r="http://schemas.openxmlformats.org/officeDocument/2006/relationships" xmlns:p="http://schemas.openxmlformats.org/presentationml/2006/main" xmlns="" xmlns:m="http://schemas.openxmlformats.org/officeDocument/2006/math" xmlns:a14="http://schemas.microsoft.com/office/drawing/2010/main" xmlns:ma14="http://schemas.microsoft.com/office/mac/drawingml/2011/main" val="1"/>
          </a:ext>
        </a:extLst>
      </a:spPr>
      <a:bodyPr wrap="square" lIns="0" tIns="0" rIns="0" bIns="0" rtlCol="0">
        <a:noAutofit/>
      </a:bodyPr>
      <a:lstStyle>
        <a:defPPr marL="444465" indent="-446749" algn="l" defTabSz="2438400">
          <a:spcBef>
            <a:spcPts val="2900"/>
          </a:spcBef>
          <a:buSzPct val="100000"/>
          <a:buFontTx/>
          <a:buChar char="–"/>
          <a:defRPr kern="0" dirty="0" smtClean="0">
            <a:solidFill>
              <a:srgbClr val="000000"/>
            </a:solidFill>
            <a:ea typeface="+mj-ea"/>
            <a:cs typeface="+mj-cs"/>
            <a:sym typeface="IBM Plex Sans Light"/>
          </a:defRPr>
        </a:defPPr>
      </a:lstStyle>
    </a:txDef>
  </a:objectDefaults>
  <a:extraClrSchemeLst/>
  <a:custClrLst>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 name="Blue 100">
      <a:srgbClr val="001141"/>
    </a:custClr>
    <a:custClr name="Blue 90">
      <a:srgbClr val="001D6C"/>
    </a:custClr>
    <a:custClr name="Blue 80">
      <a:srgbClr val="002D9C"/>
    </a:custClr>
    <a:custClr name="Blue 70">
      <a:srgbClr val="0043CE"/>
    </a:custClr>
    <a:custClr name="Blue 60">
      <a:srgbClr val="0F62FE"/>
    </a:custClr>
    <a:custClr name="Cyan 50">
      <a:srgbClr val="1192E8"/>
    </a:custClr>
    <a:custClr name="Cyan 40">
      <a:srgbClr val="33B1FF"/>
    </a:custClr>
    <a:custClr name="Cyan 30">
      <a:srgbClr val="82CFFF"/>
    </a:custClr>
    <a:custClr name="Cyan 20">
      <a:srgbClr val="BAE6FF"/>
    </a:custClr>
    <a:custClr name="Cyan 10">
      <a:srgbClr val="E5F6FF"/>
    </a:custClr>
    <a:custClr name="Red 60">
      <a:srgbClr val="DA1E28"/>
    </a:custClr>
    <a:custClr name="Red 50">
      <a:srgbClr val="FA4D56"/>
    </a:custClr>
    <a:custClr name="Red 30">
      <a:srgbClr val="FFB3B8"/>
    </a:custClr>
    <a:custClr name="Red 20">
      <a:srgbClr val="FFD7D9"/>
    </a:custClr>
    <a:custClr name="Red 10">
      <a:srgbClr val="FFF1F1"/>
    </a:custClr>
    <a:custClr name="Magenta 60">
      <a:srgbClr val="D02670"/>
    </a:custClr>
    <a:custClr name="Magenta 50">
      <a:srgbClr val="EE5396"/>
    </a:custClr>
    <a:custClr name="Magenta 30">
      <a:srgbClr val="FFAFD2"/>
    </a:custClr>
    <a:custClr name="Magenta 20">
      <a:srgbClr val="FFD6E8"/>
    </a:custClr>
    <a:custClr name="Magenta 10">
      <a:srgbClr val="FFF0F7"/>
    </a:custClr>
    <a:custClr name="Purple 60">
      <a:srgbClr val="8A3FFC"/>
    </a:custClr>
    <a:custClr name="Purple 50">
      <a:srgbClr val="A56EFF"/>
    </a:custClr>
    <a:custClr name="Purple 30">
      <a:srgbClr val="D4BBFF"/>
    </a:custClr>
    <a:custClr name="Purple 20">
      <a:srgbClr val="E8DAFF"/>
    </a:custClr>
    <a:custClr name="Purple 10">
      <a:srgbClr val="F6F2FF"/>
    </a:custClr>
    <a:custClr name="Teal 60">
      <a:srgbClr val="007D79"/>
    </a:custClr>
    <a:custClr name="Teal 50">
      <a:srgbClr val="009D9A"/>
    </a:custClr>
    <a:custClr name="Teal 30">
      <a:srgbClr val="3DDBD9"/>
    </a:custClr>
    <a:custClr name="Teal 20">
      <a:srgbClr val="9EF0F0"/>
    </a:custClr>
    <a:custClr name="Teal 10">
      <a:srgbClr val="D9FBFB"/>
    </a:custClr>
    <a:custClr name="Green 60">
      <a:srgbClr val="198038"/>
    </a:custClr>
    <a:custClr name="Green 50">
      <a:srgbClr val="24A148"/>
    </a:custClr>
    <a:custClr name="Green 30">
      <a:srgbClr val="6FDC8C"/>
    </a:custClr>
    <a:custClr name="Green 20">
      <a:srgbClr val="A7F0BA"/>
    </a:custClr>
    <a:custClr name="Green 10">
      <a:srgbClr val="DEFBE6"/>
    </a:custClr>
    <a:custClr name="Yellow 30">
      <a:srgbClr val="F1C21B"/>
    </a:custClr>
    <a:custClr name="Yellow 20">
      <a:srgbClr val="FDDC69"/>
    </a:custClr>
    <a:custClr name="Yellow 10">
      <a:srgbClr val="FCF4D6"/>
    </a:custClr>
    <a:custClr name="Blue 20">
      <a:srgbClr val="D0E2FF"/>
    </a:custClr>
    <a:custClr name="Blue 10">
      <a:srgbClr val="EDF5FF"/>
    </a:custClr>
  </a:custClrLst>
  <a:extLst>
    <a:ext uri="{05A4C25C-085E-4340-85A3-A5531E510DB2}">
      <thm15:themeFamily xmlns:thm15="http://schemas.microsoft.com/office/thememl/2012/main" name="1730368918050" id="{31DF0289-1028-6943-A020-36845773A867}" vid="{420903E5-FF27-9C4D-AB14-78ABBED49DF3}"/>
    </a:ext>
  </a:extLst>
</a:theme>
</file>

<file path=ppt/theme/theme5.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IBM Japan Presentation Template 2025">
  <a:themeElements>
    <a:clrScheme name="IBM Japan Brand Color 2023">
      <a:dk1>
        <a:srgbClr val="000000"/>
      </a:dk1>
      <a:lt1>
        <a:srgbClr val="FFFFFF"/>
      </a:lt1>
      <a:dk2>
        <a:srgbClr val="002D9C"/>
      </a:dk2>
      <a:lt2>
        <a:srgbClr val="E5F6FF"/>
      </a:lt2>
      <a:accent1>
        <a:srgbClr val="0F62FE"/>
      </a:accent1>
      <a:accent2>
        <a:srgbClr val="A56EFF"/>
      </a:accent2>
      <a:accent3>
        <a:srgbClr val="003A6D"/>
      </a:accent3>
      <a:accent4>
        <a:srgbClr val="009D9A"/>
      </a:accent4>
      <a:accent5>
        <a:srgbClr val="9F1853"/>
      </a:accent5>
      <a:accent6>
        <a:srgbClr val="FA4D56"/>
      </a:accent6>
      <a:hlink>
        <a:srgbClr val="0F62FE"/>
      </a:hlink>
      <a:folHlink>
        <a:srgbClr val="6F6F6F"/>
      </a:folHlink>
    </a:clrScheme>
    <a:fontScheme name="IBM Plex Sans/JP Light">
      <a:majorFont>
        <a:latin typeface="IBM Plex Sans Light"/>
        <a:ea typeface="IBM Plex Sans JP Light"/>
        <a:cs typeface=""/>
      </a:majorFont>
      <a:minorFont>
        <a:latin typeface="IBM Plex Sans Light"/>
        <a:ea typeface="IBM Plex Sans JP Light"/>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E5F6FF"/>
        </a:solidFill>
        <a:ln w="12700">
          <a:solidFill>
            <a:srgbClr val="1192E8"/>
          </a:solidFill>
          <a:headEnd type="none" w="med" len="med"/>
          <a:tailEnd type="none" w="med" len="med"/>
        </a:ln>
        <a:effectLst/>
      </a:spPr>
      <a:bodyPr vert="horz" wrap="square" lIns="91440" tIns="45720" rIns="91440" bIns="45720" numCol="1" rtlCol="0" anchor="t" anchorCtr="0" compatLnSpc="1">
        <a:prstTxWarp prst="textNoShape">
          <a:avLst/>
        </a:prstTxWarp>
      </a:bodyPr>
      <a:lstStyle>
        <a:defPPr marL="0" marR="0" indent="0" algn="l" defTabSz="914400" rtl="0" eaLnBrk="1" fontAlgn="base" latinLnBrk="0" hangingPunct="1">
          <a:lnSpc>
            <a:spcPct val="120000"/>
          </a:lnSpc>
          <a:spcBef>
            <a:spcPct val="0"/>
          </a:spcBef>
          <a:spcAft>
            <a:spcPct val="0"/>
          </a:spcAft>
          <a:buClrTx/>
          <a:buSzTx/>
          <a:buFont typeface="+mn-lt"/>
          <a:buNone/>
          <a:tabLst/>
          <a:defRPr kumimoji="0" sz="3600" b="0" i="0" u="none" strike="noStrike" cap="none" normalizeH="0" baseline="0" smtClean="0">
            <a:ln>
              <a:noFill/>
            </a:ln>
            <a:solidFill>
              <a:schemeClr val="tx1"/>
            </a:solidFill>
            <a:effectLst/>
            <a:latin typeface="+mn-lt"/>
          </a:defRPr>
        </a:defPPr>
      </a:lstStyle>
      <a:style>
        <a:lnRef idx="2">
          <a:schemeClr val="accent6"/>
        </a:lnRef>
        <a:fillRef idx="1">
          <a:schemeClr val="lt1"/>
        </a:fillRef>
        <a:effectRef idx="0">
          <a:schemeClr val="accent6"/>
        </a:effectRef>
        <a:fontRef idx="minor">
          <a:schemeClr val="dk1"/>
        </a:fontRef>
      </a:style>
    </a:spDef>
    <a:lnDef>
      <a:spPr bwMode="auto">
        <a:ln w="12700">
          <a:solidFill>
            <a:schemeClr val="tx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ln w="12700">
          <a:miter lim="400000"/>
        </a:ln>
        <a:extLst>
          <a:ext uri="{C572A759-6A51-4108-AA02-DFA0A04FC94B}">
            <ma14:wrappingTextBoxFlag xmlns:r="http://schemas.openxmlformats.org/officeDocument/2006/relationships" xmlns:p="http://schemas.openxmlformats.org/presentationml/2006/main" xmlns="" xmlns:m="http://schemas.openxmlformats.org/officeDocument/2006/math" xmlns:a14="http://schemas.microsoft.com/office/drawing/2010/main" xmlns:ma14="http://schemas.microsoft.com/office/mac/drawingml/2011/main" val="1"/>
          </a:ext>
        </a:extLst>
      </a:spPr>
      <a:bodyPr wrap="none" lIns="0" tIns="0" rIns="0" bIns="0" rtlCol="0">
        <a:spAutoFit/>
      </a:bodyPr>
      <a:lstStyle>
        <a:defPPr marL="0" indent="0" algn="l" defTabSz="2438400">
          <a:lnSpc>
            <a:spcPct val="120000"/>
          </a:lnSpc>
          <a:buSzPct val="100000"/>
          <a:buFontTx/>
          <a:buNone/>
          <a:defRPr kumimoji="1" sz="3600" kern="0" dirty="0" err="1" smtClean="0">
            <a:ea typeface="+mn-ea"/>
            <a:cs typeface="+mn-cs"/>
            <a:sym typeface="+mn-lt"/>
          </a:defRPr>
        </a:defPPr>
      </a:lstStyle>
    </a:txDef>
  </a:objectDefaults>
  <a:extraClrSchemeLst/>
  <a:custClrLst>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 name="Blue 100">
      <a:srgbClr val="001141"/>
    </a:custClr>
    <a:custClr name="Blue 90">
      <a:srgbClr val="001D6C"/>
    </a:custClr>
    <a:custClr name="Blue 80">
      <a:srgbClr val="002D9C"/>
    </a:custClr>
    <a:custClr name="Blue 70">
      <a:srgbClr val="0043CE"/>
    </a:custClr>
    <a:custClr name="Blue 60">
      <a:srgbClr val="0F62FE"/>
    </a:custClr>
    <a:custClr name="Cyan 50">
      <a:srgbClr val="1192E8"/>
    </a:custClr>
    <a:custClr name="Cyan 40">
      <a:srgbClr val="33B1FF"/>
    </a:custClr>
    <a:custClr name="Cyan 30">
      <a:srgbClr val="82CFFF"/>
    </a:custClr>
    <a:custClr name="Cyan 20">
      <a:srgbClr val="BAE6FF"/>
    </a:custClr>
    <a:custClr name="Cyan 10">
      <a:srgbClr val="E5F6FF"/>
    </a:custClr>
    <a:custClr name="Red 60">
      <a:srgbClr val="DA1E28"/>
    </a:custClr>
    <a:custClr name="Red 50">
      <a:srgbClr val="FA4D56"/>
    </a:custClr>
    <a:custClr name="Red 30">
      <a:srgbClr val="FFB3B8"/>
    </a:custClr>
    <a:custClr name="Red 20">
      <a:srgbClr val="FFD7D9"/>
    </a:custClr>
    <a:custClr name="Red 10">
      <a:srgbClr val="FFF1F1"/>
    </a:custClr>
    <a:custClr name="Magenta 60">
      <a:srgbClr val="D02670"/>
    </a:custClr>
    <a:custClr name="Magenta 50">
      <a:srgbClr val="EE5396"/>
    </a:custClr>
    <a:custClr name="Magenta 30">
      <a:srgbClr val="FFAFD2"/>
    </a:custClr>
    <a:custClr name="Magenta 20">
      <a:srgbClr val="FFD6E8"/>
    </a:custClr>
    <a:custClr name="Magenta 10">
      <a:srgbClr val="FFF0F7"/>
    </a:custClr>
    <a:custClr name="Purple 60">
      <a:srgbClr val="8A3FFC"/>
    </a:custClr>
    <a:custClr name="Purple 50">
      <a:srgbClr val="A56EFF"/>
    </a:custClr>
    <a:custClr name="Purple 30">
      <a:srgbClr val="D4BBFF"/>
    </a:custClr>
    <a:custClr name="Purple 20">
      <a:srgbClr val="E8DAFF"/>
    </a:custClr>
    <a:custClr name="Purple 10">
      <a:srgbClr val="F6F2FF"/>
    </a:custClr>
    <a:custClr name="Teal 60">
      <a:srgbClr val="007D79"/>
    </a:custClr>
    <a:custClr name="Teal 50">
      <a:srgbClr val="009D9A"/>
    </a:custClr>
    <a:custClr name="Teal 30">
      <a:srgbClr val="3DDBD9"/>
    </a:custClr>
    <a:custClr name="Teal 20">
      <a:srgbClr val="9EF0F0"/>
    </a:custClr>
    <a:custClr name="Teal 10">
      <a:srgbClr val="D9FBFB"/>
    </a:custClr>
    <a:custClr name="Green 60">
      <a:srgbClr val="198038"/>
    </a:custClr>
    <a:custClr name="Green 50">
      <a:srgbClr val="24A148"/>
    </a:custClr>
    <a:custClr name="Green 30">
      <a:srgbClr val="6FDC8C"/>
    </a:custClr>
    <a:custClr name="Green 20">
      <a:srgbClr val="A7F0BA"/>
    </a:custClr>
    <a:custClr name="Green 10">
      <a:srgbClr val="DEFBE6"/>
    </a:custClr>
    <a:custClr name="Yellow 30">
      <a:srgbClr val="F1C21B"/>
    </a:custClr>
    <a:custClr name="Yellow 20">
      <a:srgbClr val="FDDC69"/>
    </a:custClr>
    <a:custClr name="Yellow 10">
      <a:srgbClr val="FCF4D6"/>
    </a:custClr>
    <a:custClr name="Blue 20">
      <a:srgbClr val="D0E2FF"/>
    </a:custClr>
    <a:custClr name="Blue 10">
      <a:srgbClr val="EDF5FF"/>
    </a:custClr>
  </a:custClrLst>
  <a:extLst>
    <a:ext uri="{05A4C25C-085E-4340-85A3-A5531E510DB2}">
      <thm15:themeFamily xmlns:thm15="http://schemas.microsoft.com/office/thememl/2012/main" name="draft-3-2025_IBM_Japan_Document_template_v2.0.0_Plex.potx" id="{1521EB0C-1C0C-9E4E-AA0B-7D2582F7F59E}" vid="{04995A5C-9807-CA46-BA8B-42AB75C70FD8}"/>
    </a:ext>
  </a:extLst>
</a:theme>
</file>

<file path=ppt/theme/theme7.xml><?xml version="1.0" encoding="utf-8"?>
<a:theme xmlns:a="http://schemas.openxmlformats.org/drawingml/2006/main" name="IBM 2022 Master template">
  <a:themeElements>
    <a:clrScheme name="IBM 2022 Master template">
      <a:dk1>
        <a:srgbClr val="FFFFFF"/>
      </a:dk1>
      <a:lt1>
        <a:srgbClr val="FFFFFF"/>
      </a:lt1>
      <a:dk2>
        <a:srgbClr val="A7A7A7"/>
      </a:dk2>
      <a:lt2>
        <a:srgbClr val="535353"/>
      </a:lt2>
      <a:accent1>
        <a:srgbClr val="002D9C"/>
      </a:accent1>
      <a:accent2>
        <a:srgbClr val="0F62FE"/>
      </a:accent2>
      <a:accent3>
        <a:srgbClr val="82CFFF"/>
      </a:accent3>
      <a:accent4>
        <a:srgbClr val="9EF0F0"/>
      </a:accent4>
      <a:accent5>
        <a:srgbClr val="E0E0E0"/>
      </a:accent5>
      <a:accent6>
        <a:srgbClr val="FCF4D6"/>
      </a:accent6>
      <a:hlink>
        <a:srgbClr val="0000FF"/>
      </a:hlink>
      <a:folHlink>
        <a:srgbClr val="FF00FF"/>
      </a:folHlink>
    </a:clrScheme>
    <a:fontScheme name="IBM 2022 Master template">
      <a:majorFont>
        <a:latin typeface="IBM Plex Sans Light"/>
        <a:ea typeface="IBM Plex Sans Light"/>
        <a:cs typeface="IBM Plex Sans Light"/>
      </a:majorFont>
      <a:minorFont>
        <a:latin typeface="IBM Plex Sans"/>
        <a:ea typeface="IBM Plex Sans"/>
        <a:cs typeface="IBM Plex Sans"/>
      </a:minorFont>
    </a:fontScheme>
    <a:fmtScheme name="IBM 2022 Master templa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25400" cap="flat">
          <a:solidFill>
            <a:schemeClr val="accent1"/>
          </a:solidFill>
          <a:prstDash val="solid"/>
          <a:round/>
        </a:ln>
        <a:effectLst/>
        <a:sp3d/>
      </a:spPr>
      <a:bodyPr rot="0" spcFirstLastPara="1" vertOverflow="overflow" horzOverflow="overflow" vert="horz" wrap="square" lIns="91439" tIns="91439" rIns="91439" bIns="91439" numCol="1" spcCol="38100" rtlCol="0" anchor="t">
        <a:spAutoFit/>
      </a:bodyPr>
      <a:lstStyle>
        <a:defPPr marL="0" marR="0" indent="0" algn="l" defTabSz="68598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FFFFFF"/>
            </a:solidFill>
            <a:effectLst/>
            <a:uFillTx/>
            <a:latin typeface="IBM Plex Sans Medm"/>
            <a:ea typeface="IBM Plex Sans Medm"/>
            <a:cs typeface="IBM Plex Sans Medm"/>
            <a:sym typeface="IBM Plex Sans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91439" tIns="91439" rIns="91439" bIns="91439" numCol="1" spcCol="38100" rtlCol="0" anchor="t">
        <a:spAutoFit/>
      </a:bodyPr>
      <a:lstStyle>
        <a:defPPr marL="0" marR="0" indent="0" algn="l" defTabSz="685982" rtl="0" fontAlgn="auto" latinLnBrk="0" hangingPunct="0">
          <a:lnSpc>
            <a:spcPct val="100000"/>
          </a:lnSpc>
          <a:spcBef>
            <a:spcPts val="0"/>
          </a:spcBef>
          <a:spcAft>
            <a:spcPts val="0"/>
          </a:spcAft>
          <a:buClrTx/>
          <a:buSzTx/>
          <a:buFontTx/>
          <a:buNone/>
          <a:tabLst/>
          <a:defRPr kumimoji="0" sz="1300" b="0" i="0" u="none" strike="noStrike" cap="none" spc="0" normalizeH="0" baseline="0">
            <a:ln>
              <a:noFill/>
            </a:ln>
            <a:solidFill>
              <a:srgbClr val="FFFFFF"/>
            </a:solidFill>
            <a:effectLst/>
            <a:uFillTx/>
            <a:latin typeface="+mj-lt"/>
            <a:ea typeface="+mj-ea"/>
            <a:cs typeface="+mj-cs"/>
            <a:sym typeface="IBM Plex Sans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8.xml><?xml version="1.0" encoding="utf-8"?>
<a:theme xmlns:a="http://schemas.openxmlformats.org/drawingml/2006/main" name="1_IBM presentation template">
  <a:themeElements>
    <a:clrScheme name="Custom 1">
      <a:dk1>
        <a:srgbClr val="FFFFFF"/>
      </a:dk1>
      <a:lt1>
        <a:srgbClr val="000000"/>
      </a:lt1>
      <a:dk2>
        <a:srgbClr val="FFFFFF"/>
      </a:dk2>
      <a:lt2>
        <a:srgbClr val="000000"/>
      </a:lt2>
      <a:accent1>
        <a:srgbClr val="0F62FE"/>
      </a:accent1>
      <a:accent2>
        <a:srgbClr val="A56EFF"/>
      </a:accent2>
      <a:accent3>
        <a:srgbClr val="003A6D"/>
      </a:accent3>
      <a:accent4>
        <a:srgbClr val="009D9A"/>
      </a:accent4>
      <a:accent5>
        <a:srgbClr val="9F1853"/>
      </a:accent5>
      <a:accent6>
        <a:srgbClr val="FA4D56"/>
      </a:accent6>
      <a:hlink>
        <a:srgbClr val="0F62FE"/>
      </a:hlink>
      <a:folHlink>
        <a:srgbClr val="6F6F6F"/>
      </a:folHlink>
    </a:clrScheme>
    <a:fontScheme name="IBM Plex">
      <a:majorFont>
        <a:latin typeface="IBM Plex Sans Light"/>
        <a:ea typeface=""/>
        <a:cs typeface=""/>
      </a:majorFont>
      <a:minorFont>
        <a:latin typeface="IBM Plex Sans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E5F6FF"/>
        </a:solidFill>
        <a:ln w="19050">
          <a:solidFill>
            <a:srgbClr val="E5F6FF"/>
          </a:solidFill>
          <a:headEnd type="none" w="med" len="med"/>
          <a:tailEnd type="none" w="med" len="med"/>
        </a:ln>
        <a:effectLst/>
      </a:spPr>
      <a:bodyPr vert="horz" wrap="square" lIns="91440" tIns="91440" rIns="91440" bIns="9144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IBM Plex Sans Light"/>
          <a:buNone/>
          <a:tabLst/>
          <a:defRPr kumimoji="0" sz="1400" b="0" i="0" u="none" strike="noStrike" cap="none" normalizeH="0" baseline="0" dirty="0">
            <a:ln>
              <a:noFill/>
            </a:ln>
            <a:solidFill>
              <a:schemeClr val="bg1"/>
            </a:solidFill>
            <a:effectLst/>
            <a:latin typeface="+mn-lt"/>
          </a:defRPr>
        </a:defPPr>
      </a:lstStyle>
      <a:style>
        <a:lnRef idx="2">
          <a:schemeClr val="accent6"/>
        </a:lnRef>
        <a:fillRef idx="1">
          <a:schemeClr val="lt1"/>
        </a:fillRef>
        <a:effectRef idx="0">
          <a:schemeClr val="accent6"/>
        </a:effectRef>
        <a:fontRef idx="minor">
          <a:schemeClr val="dk1"/>
        </a:fontRef>
      </a:style>
    </a:spDef>
    <a:lnDef>
      <a:spPr bwMode="auto">
        <a:ln w="12700">
          <a:solidFill>
            <a:schemeClr val="tx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xmlns:p="http://schemas.openxmlformats.org/presentationml/2006/main" xmlns:r="http://schemas.openxmlformats.org/officeDocument/2006/relationships" val="1"/>
          </a:ext>
        </a:extLst>
      </a:spPr>
      <a:bodyPr wrap="square" lIns="0" tIns="0" rIns="0" bIns="0" rtlCol="0">
        <a:noAutofit/>
      </a:bodyPr>
      <a:lstStyle>
        <a:defPPr marL="444465" indent="-446749" algn="l" defTabSz="2438400">
          <a:spcBef>
            <a:spcPts val="2900"/>
          </a:spcBef>
          <a:buSzPct val="100000"/>
          <a:buFontTx/>
          <a:buChar char="–"/>
          <a:defRPr kern="0" dirty="0" smtClean="0">
            <a:solidFill>
              <a:srgbClr val="000000"/>
            </a:solidFill>
            <a:ea typeface="+mj-ea"/>
            <a:cs typeface="+mj-cs"/>
            <a:sym typeface="IBM Plex Sans Light"/>
          </a:defRPr>
        </a:defPPr>
      </a:lstStyle>
    </a:txDef>
  </a:objectDefaults>
  <a:extraClrSchemeLst/>
  <a:custClrLst>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 name="Blue 100">
      <a:srgbClr val="001141"/>
    </a:custClr>
    <a:custClr name="Blue 90">
      <a:srgbClr val="001D6C"/>
    </a:custClr>
    <a:custClr name="Blue 80">
      <a:srgbClr val="002D9C"/>
    </a:custClr>
    <a:custClr name="Blue 70">
      <a:srgbClr val="0043CE"/>
    </a:custClr>
    <a:custClr name="Blue 60">
      <a:srgbClr val="0F62FE"/>
    </a:custClr>
    <a:custClr name="Cyan 50">
      <a:srgbClr val="1192E8"/>
    </a:custClr>
    <a:custClr name="Cyan 40">
      <a:srgbClr val="33B1FF"/>
    </a:custClr>
    <a:custClr name="Cyan 30">
      <a:srgbClr val="82CFFF"/>
    </a:custClr>
    <a:custClr name="Cyan 20">
      <a:srgbClr val="BAE6FF"/>
    </a:custClr>
    <a:custClr name="Cyan 10">
      <a:srgbClr val="E5F6FF"/>
    </a:custClr>
    <a:custClr name="Red 60">
      <a:srgbClr val="DA1E28"/>
    </a:custClr>
    <a:custClr name="Red 50">
      <a:srgbClr val="FA4D56"/>
    </a:custClr>
    <a:custClr name="Red 30">
      <a:srgbClr val="FFB3B8"/>
    </a:custClr>
    <a:custClr name="Red 20">
      <a:srgbClr val="FFD7D9"/>
    </a:custClr>
    <a:custClr name="Red 10">
      <a:srgbClr val="FFF1F1"/>
    </a:custClr>
    <a:custClr name="Magenta 60">
      <a:srgbClr val="D02670"/>
    </a:custClr>
    <a:custClr name="Magenta 50">
      <a:srgbClr val="EE5396"/>
    </a:custClr>
    <a:custClr name="Magenta 30">
      <a:srgbClr val="FFAFD2"/>
    </a:custClr>
    <a:custClr name="Magenta 20">
      <a:srgbClr val="FFD6E8"/>
    </a:custClr>
    <a:custClr name="Magenta 10">
      <a:srgbClr val="FFF0F7"/>
    </a:custClr>
    <a:custClr name="Purple 60">
      <a:srgbClr val="8A3FFC"/>
    </a:custClr>
    <a:custClr name="Purple 50">
      <a:srgbClr val="A56EFF"/>
    </a:custClr>
    <a:custClr name="Purple 30">
      <a:srgbClr val="D4BBFF"/>
    </a:custClr>
    <a:custClr name="Purple 20">
      <a:srgbClr val="E8DAFF"/>
    </a:custClr>
    <a:custClr name="Purple 10">
      <a:srgbClr val="F6F2FF"/>
    </a:custClr>
    <a:custClr name="Teal 60">
      <a:srgbClr val="007D79"/>
    </a:custClr>
    <a:custClr name="Teal 50">
      <a:srgbClr val="009D9A"/>
    </a:custClr>
    <a:custClr name="Teal 30">
      <a:srgbClr val="3DDBD9"/>
    </a:custClr>
    <a:custClr name="Teal 20">
      <a:srgbClr val="9EF0F0"/>
    </a:custClr>
    <a:custClr name="Teal 10">
      <a:srgbClr val="D9FBFB"/>
    </a:custClr>
    <a:custClr name="Green 60">
      <a:srgbClr val="198038"/>
    </a:custClr>
    <a:custClr name="Green 50">
      <a:srgbClr val="24A148"/>
    </a:custClr>
    <a:custClr name="Green 30">
      <a:srgbClr val="6FDC8C"/>
    </a:custClr>
    <a:custClr name="Green 20">
      <a:srgbClr val="A7F0BA"/>
    </a:custClr>
    <a:custClr name="Green 10">
      <a:srgbClr val="DEFBE6"/>
    </a:custClr>
    <a:custClr name="Yellow 30">
      <a:srgbClr val="F1C21B"/>
    </a:custClr>
    <a:custClr name="Yellow 20">
      <a:srgbClr val="FDDC69"/>
    </a:custClr>
    <a:custClr name="Yellow 10">
      <a:srgbClr val="FCF4D6"/>
    </a:custClr>
    <a:custClr name="Blue 20">
      <a:srgbClr val="D0E2FF"/>
    </a:custClr>
    <a:custClr name="Blue 10">
      <a:srgbClr val="EDF5FF"/>
    </a:custClr>
  </a:custClrLst>
  <a:extLst>
    <a:ext uri="{05A4C25C-085E-4340-85A3-A5531E510DB2}">
      <thm15:themeFamily xmlns:thm15="http://schemas.microsoft.com/office/thememl/2012/main" name="1730368918050" id="{F04CA754-BE2C-4040-86D4-DB285EA1B18A}" vid="{1A6545FA-9223-B648-866A-185DFA4B43DC}"/>
    </a:ext>
  </a:ext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Internal Sleeves</Template>
  <TotalTime>53018</TotalTime>
  <Words>1374</Words>
  <Application>Microsoft Macintosh PowerPoint</Application>
  <PresentationFormat>Widescreen</PresentationFormat>
  <Paragraphs>270</Paragraphs>
  <Slides>9</Slides>
  <Notes>4</Notes>
  <HiddenSlides>0</HiddenSlides>
  <MMClips>0</MMClips>
  <ScaleCrop>false</ScaleCrop>
  <HeadingPairs>
    <vt:vector size="6" baseType="variant">
      <vt:variant>
        <vt:lpstr>Fonts Used</vt:lpstr>
      </vt:variant>
      <vt:variant>
        <vt:i4>19</vt:i4>
      </vt:variant>
      <vt:variant>
        <vt:lpstr>Theme</vt:lpstr>
      </vt:variant>
      <vt:variant>
        <vt:i4>8</vt:i4>
      </vt:variant>
      <vt:variant>
        <vt:lpstr>Slide Titles</vt:lpstr>
      </vt:variant>
      <vt:variant>
        <vt:i4>9</vt:i4>
      </vt:variant>
    </vt:vector>
  </HeadingPairs>
  <TitlesOfParts>
    <vt:vector size="36" baseType="lpstr">
      <vt:lpstr>-apple-system</vt:lpstr>
      <vt:lpstr>.AppleSystemUIFont</vt:lpstr>
      <vt:lpstr>Google Sans Text</vt:lpstr>
      <vt:lpstr>HelvNeue Light for IBM</vt:lpstr>
      <vt:lpstr>IBM Plex Sans JP Light</vt:lpstr>
      <vt:lpstr>IBM Plex Sans JP Medm</vt:lpstr>
      <vt:lpstr>Aptos</vt:lpstr>
      <vt:lpstr>Arial</vt:lpstr>
      <vt:lpstr>Calibri</vt:lpstr>
      <vt:lpstr>Calibri Light</vt:lpstr>
      <vt:lpstr>Helvetica Light</vt:lpstr>
      <vt:lpstr>Helvetica Neue</vt:lpstr>
      <vt:lpstr>IBM Plex Mono</vt:lpstr>
      <vt:lpstr>IBM Plex Sans</vt:lpstr>
      <vt:lpstr>IBM Plex Sans ExtLt</vt:lpstr>
      <vt:lpstr>IBM Plex Sans Light</vt:lpstr>
      <vt:lpstr>IBM Plex Sans Medm</vt:lpstr>
      <vt:lpstr>IBM Plex Sans SmBld</vt:lpstr>
      <vt:lpstr>Wingdings</vt:lpstr>
      <vt:lpstr>Internal Sleeves</vt:lpstr>
      <vt:lpstr>External Sleeves</vt:lpstr>
      <vt:lpstr>Layouts</vt:lpstr>
      <vt:lpstr>IBM presentation template</vt:lpstr>
      <vt:lpstr>Office Theme</vt:lpstr>
      <vt:lpstr>IBM Japan Presentation Template 2025</vt:lpstr>
      <vt:lpstr>IBM 2022 Master template</vt:lpstr>
      <vt:lpstr>1_IBM presentation template</vt:lpstr>
      <vt:lpstr>PowerPoint Presentation</vt:lpstr>
      <vt:lpstr>PowerPoint Presentation</vt:lpstr>
      <vt:lpstr>Bob-a-thon Overview</vt:lpstr>
      <vt:lpstr>PowerPoint Presentation</vt:lpstr>
      <vt:lpstr>Bob-a-thon Agenda</vt:lpstr>
      <vt:lpstr>PowerPoint Presentation</vt:lpstr>
      <vt:lpstr>IBM Bob Trial-to-Adoption Journey</vt:lpstr>
      <vt:lpstr>Software Development Lifecycle with IBM Bob (Example)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JAY TALEKAR</dc:creator>
  <cp:lastModifiedBy>REINA SATO</cp:lastModifiedBy>
  <cp:revision>156</cp:revision>
  <dcterms:created xsi:type="dcterms:W3CDTF">2025-10-16T15:58:47Z</dcterms:created>
  <dcterms:modified xsi:type="dcterms:W3CDTF">2026-09-28T13:51:15Z</dcterms:modified>
</cp:coreProperties>
</file>